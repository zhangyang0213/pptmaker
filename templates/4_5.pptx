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1"/>
  </p:notesMasterIdLst>
  <p:sldIdLst>
    <p:sldId id="256" r:id="rId3"/>
    <p:sldId id="282" r:id="rId4"/>
    <p:sldId id="258" r:id="rId5"/>
    <p:sldId id="259" r:id="rId6"/>
    <p:sldId id="257"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3" r:id="rId30"/>
  </p:sldIdLst>
  <p:sldSz cx="9144000" cy="5143500" type="screen16x9"/>
  <p:notesSz cx="6858000" cy="9144000"/>
  <p:custDataLst>
    <p:tags r:id="rId3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2C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5" autoAdjust="0"/>
    <p:restoredTop sz="94660"/>
  </p:normalViewPr>
  <p:slideViewPr>
    <p:cSldViewPr snapToGrid="0">
      <p:cViewPr varScale="1">
        <p:scale>
          <a:sx n="80" d="100"/>
          <a:sy n="80" d="100"/>
        </p:scale>
        <p:origin x="53"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3D0232-E195-490C-A573-7853B80FFB83}" type="datetimeFigureOut">
              <a:rPr lang="zh-CN" altLang="en-US" smtClean="0"/>
              <a:t>2024-12-19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72D8C-0777-4EFA-AA6F-5834996EC443}" type="slidenum">
              <a:rPr lang="zh-CN" altLang="en-US" smtClean="0"/>
              <a:t>‹#›</a:t>
            </a:fld>
            <a:endParaRPr lang="zh-CN" altLang="en-US"/>
          </a:p>
        </p:txBody>
      </p:sp>
    </p:spTree>
    <p:extLst>
      <p:ext uri="{BB962C8B-B14F-4D97-AF65-F5344CB8AC3E}">
        <p14:creationId xmlns:p14="http://schemas.microsoft.com/office/powerpoint/2010/main" val="1191129490"/>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a:t>
            </a:fld>
            <a:endParaRPr lang="zh-CN" altLang="en-US"/>
          </a:p>
        </p:txBody>
      </p:sp>
    </p:spTree>
    <p:extLst>
      <p:ext uri="{BB962C8B-B14F-4D97-AF65-F5344CB8AC3E}">
        <p14:creationId xmlns:p14="http://schemas.microsoft.com/office/powerpoint/2010/main" val="3213711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a:t>
            </a:fld>
            <a:endParaRPr lang="zh-CN" altLang="en-US"/>
          </a:p>
        </p:txBody>
      </p:sp>
    </p:spTree>
    <p:extLst>
      <p:ext uri="{BB962C8B-B14F-4D97-AF65-F5344CB8AC3E}">
        <p14:creationId xmlns:p14="http://schemas.microsoft.com/office/powerpoint/2010/main" val="4221841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3</a:t>
            </a:fld>
            <a:endParaRPr lang="zh-CN" altLang="en-US"/>
          </a:p>
        </p:txBody>
      </p:sp>
    </p:spTree>
    <p:extLst>
      <p:ext uri="{BB962C8B-B14F-4D97-AF65-F5344CB8AC3E}">
        <p14:creationId xmlns:p14="http://schemas.microsoft.com/office/powerpoint/2010/main" val="1526873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4</a:t>
            </a:fld>
            <a:endParaRPr lang="zh-CN" altLang="en-US"/>
          </a:p>
        </p:txBody>
      </p:sp>
    </p:spTree>
    <p:extLst>
      <p:ext uri="{BB962C8B-B14F-4D97-AF65-F5344CB8AC3E}">
        <p14:creationId xmlns:p14="http://schemas.microsoft.com/office/powerpoint/2010/main" val="3902655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5</a:t>
            </a:fld>
            <a:endParaRPr lang="zh-CN" altLang="en-US"/>
          </a:p>
        </p:txBody>
      </p:sp>
    </p:spTree>
    <p:extLst>
      <p:ext uri="{BB962C8B-B14F-4D97-AF65-F5344CB8AC3E}">
        <p14:creationId xmlns:p14="http://schemas.microsoft.com/office/powerpoint/2010/main" val="1823500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6</a:t>
            </a:fld>
            <a:endParaRPr lang="zh-CN" altLang="en-US"/>
          </a:p>
        </p:txBody>
      </p:sp>
    </p:spTree>
    <p:extLst>
      <p:ext uri="{BB962C8B-B14F-4D97-AF65-F5344CB8AC3E}">
        <p14:creationId xmlns:p14="http://schemas.microsoft.com/office/powerpoint/2010/main" val="121341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7</a:t>
            </a:fld>
            <a:endParaRPr lang="zh-CN" altLang="en-US"/>
          </a:p>
        </p:txBody>
      </p:sp>
    </p:spTree>
    <p:extLst>
      <p:ext uri="{BB962C8B-B14F-4D97-AF65-F5344CB8AC3E}">
        <p14:creationId xmlns:p14="http://schemas.microsoft.com/office/powerpoint/2010/main" val="3812008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fld id="{33572D8C-0777-4EFA-AA6F-5834996EC443}" type="slidenum">
              <a:rPr lang="zh-CN" altLang="en-US" smtClean="0"/>
              <a:t>8</a:t>
            </a:fld>
            <a:endParaRPr lang="zh-CN" altLang="en-US"/>
          </a:p>
        </p:txBody>
      </p:sp>
    </p:spTree>
    <p:extLst>
      <p:ext uri="{BB962C8B-B14F-4D97-AF65-F5344CB8AC3E}">
        <p14:creationId xmlns:p14="http://schemas.microsoft.com/office/powerpoint/2010/main" val="3123150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9</a:t>
            </a:fld>
            <a:endParaRPr lang="zh-CN" altLang="en-US"/>
          </a:p>
        </p:txBody>
      </p:sp>
    </p:spTree>
    <p:extLst>
      <p:ext uri="{BB962C8B-B14F-4D97-AF65-F5344CB8AC3E}">
        <p14:creationId xmlns:p14="http://schemas.microsoft.com/office/powerpoint/2010/main" val="3593856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10</a:t>
            </a:fld>
            <a:endParaRPr lang="zh-CN" altLang="en-US"/>
          </a:p>
        </p:txBody>
      </p:sp>
    </p:spTree>
    <p:extLst>
      <p:ext uri="{BB962C8B-B14F-4D97-AF65-F5344CB8AC3E}">
        <p14:creationId xmlns:p14="http://schemas.microsoft.com/office/powerpoint/2010/main" val="1828823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11</a:t>
            </a:fld>
            <a:endParaRPr lang="zh-CN" altLang="en-US"/>
          </a:p>
        </p:txBody>
      </p:sp>
    </p:spTree>
    <p:extLst>
      <p:ext uri="{BB962C8B-B14F-4D97-AF65-F5344CB8AC3E}">
        <p14:creationId xmlns:p14="http://schemas.microsoft.com/office/powerpoint/2010/main" val="3515620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12</a:t>
            </a:fld>
            <a:endParaRPr lang="zh-CN" altLang="en-US"/>
          </a:p>
        </p:txBody>
      </p:sp>
    </p:spTree>
    <p:extLst>
      <p:ext uri="{BB962C8B-B14F-4D97-AF65-F5344CB8AC3E}">
        <p14:creationId xmlns:p14="http://schemas.microsoft.com/office/powerpoint/2010/main" val="151321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13</a:t>
            </a:fld>
            <a:endParaRPr lang="zh-CN" altLang="en-US"/>
          </a:p>
        </p:txBody>
      </p:sp>
    </p:spTree>
    <p:extLst>
      <p:ext uri="{BB962C8B-B14F-4D97-AF65-F5344CB8AC3E}">
        <p14:creationId xmlns:p14="http://schemas.microsoft.com/office/powerpoint/2010/main" val="432133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14</a:t>
            </a:fld>
            <a:endParaRPr lang="zh-CN" altLang="en-US"/>
          </a:p>
        </p:txBody>
      </p:sp>
    </p:spTree>
    <p:extLst>
      <p:ext uri="{BB962C8B-B14F-4D97-AF65-F5344CB8AC3E}">
        <p14:creationId xmlns:p14="http://schemas.microsoft.com/office/powerpoint/2010/main" val="2520749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15</a:t>
            </a:fld>
            <a:endParaRPr lang="zh-CN" altLang="en-US"/>
          </a:p>
        </p:txBody>
      </p:sp>
    </p:spTree>
    <p:extLst>
      <p:ext uri="{BB962C8B-B14F-4D97-AF65-F5344CB8AC3E}">
        <p14:creationId xmlns:p14="http://schemas.microsoft.com/office/powerpoint/2010/main" val="860353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16</a:t>
            </a:fld>
            <a:endParaRPr lang="zh-CN" altLang="en-US"/>
          </a:p>
        </p:txBody>
      </p:sp>
    </p:spTree>
    <p:extLst>
      <p:ext uri="{BB962C8B-B14F-4D97-AF65-F5344CB8AC3E}">
        <p14:creationId xmlns:p14="http://schemas.microsoft.com/office/powerpoint/2010/main" val="1402647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17</a:t>
            </a:fld>
            <a:endParaRPr lang="zh-CN" altLang="en-US"/>
          </a:p>
        </p:txBody>
      </p:sp>
    </p:spTree>
    <p:extLst>
      <p:ext uri="{BB962C8B-B14F-4D97-AF65-F5344CB8AC3E}">
        <p14:creationId xmlns:p14="http://schemas.microsoft.com/office/powerpoint/2010/main" val="15362309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fld id="{33572D8C-0777-4EFA-AA6F-5834996EC443}" type="slidenum">
              <a:rPr lang="zh-CN" altLang="en-US" smtClean="0"/>
              <a:t>18</a:t>
            </a:fld>
            <a:endParaRPr lang="zh-CN" altLang="en-US"/>
          </a:p>
        </p:txBody>
      </p:sp>
    </p:spTree>
    <p:extLst>
      <p:ext uri="{BB962C8B-B14F-4D97-AF65-F5344CB8AC3E}">
        <p14:creationId xmlns:p14="http://schemas.microsoft.com/office/powerpoint/2010/main" val="4236481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19</a:t>
            </a:fld>
            <a:endParaRPr lang="zh-CN" altLang="en-US"/>
          </a:p>
        </p:txBody>
      </p:sp>
    </p:spTree>
    <p:extLst>
      <p:ext uri="{BB962C8B-B14F-4D97-AF65-F5344CB8AC3E}">
        <p14:creationId xmlns:p14="http://schemas.microsoft.com/office/powerpoint/2010/main" val="1963568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20</a:t>
            </a:fld>
            <a:endParaRPr lang="zh-CN" altLang="en-US"/>
          </a:p>
        </p:txBody>
      </p:sp>
    </p:spTree>
    <p:extLst>
      <p:ext uri="{BB962C8B-B14F-4D97-AF65-F5344CB8AC3E}">
        <p14:creationId xmlns:p14="http://schemas.microsoft.com/office/powerpoint/2010/main" val="1914449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21</a:t>
            </a:fld>
            <a:endParaRPr lang="zh-CN" altLang="en-US"/>
          </a:p>
        </p:txBody>
      </p:sp>
    </p:spTree>
    <p:extLst>
      <p:ext uri="{BB962C8B-B14F-4D97-AF65-F5344CB8AC3E}">
        <p14:creationId xmlns:p14="http://schemas.microsoft.com/office/powerpoint/2010/main" val="2804082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22</a:t>
            </a:fld>
            <a:endParaRPr lang="zh-CN" altLang="en-US"/>
          </a:p>
        </p:txBody>
      </p:sp>
    </p:spTree>
    <p:extLst>
      <p:ext uri="{BB962C8B-B14F-4D97-AF65-F5344CB8AC3E}">
        <p14:creationId xmlns:p14="http://schemas.microsoft.com/office/powerpoint/2010/main" val="1563857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23</a:t>
            </a:fld>
            <a:endParaRPr lang="zh-CN" altLang="en-US"/>
          </a:p>
        </p:txBody>
      </p:sp>
    </p:spTree>
    <p:extLst>
      <p:ext uri="{BB962C8B-B14F-4D97-AF65-F5344CB8AC3E}">
        <p14:creationId xmlns:p14="http://schemas.microsoft.com/office/powerpoint/2010/main" val="9161213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24</a:t>
            </a:fld>
            <a:endParaRPr lang="zh-CN" altLang="en-US"/>
          </a:p>
        </p:txBody>
      </p:sp>
    </p:spTree>
    <p:extLst>
      <p:ext uri="{BB962C8B-B14F-4D97-AF65-F5344CB8AC3E}">
        <p14:creationId xmlns:p14="http://schemas.microsoft.com/office/powerpoint/2010/main" val="1427106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25</a:t>
            </a:fld>
            <a:endParaRPr lang="zh-CN" altLang="en-US"/>
          </a:p>
        </p:txBody>
      </p:sp>
    </p:spTree>
    <p:extLst>
      <p:ext uri="{BB962C8B-B14F-4D97-AF65-F5344CB8AC3E}">
        <p14:creationId xmlns:p14="http://schemas.microsoft.com/office/powerpoint/2010/main" val="41472416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26</a:t>
            </a:fld>
            <a:endParaRPr lang="zh-CN" altLang="en-US"/>
          </a:p>
        </p:txBody>
      </p:sp>
    </p:spTree>
    <p:extLst>
      <p:ext uri="{BB962C8B-B14F-4D97-AF65-F5344CB8AC3E}">
        <p14:creationId xmlns:p14="http://schemas.microsoft.com/office/powerpoint/2010/main" val="1869652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3572D8C-0777-4EFA-AA6F-5834996EC443}" type="slidenum">
              <a:rPr lang="zh-CN" altLang="en-US" smtClean="0"/>
              <a:t>27</a:t>
            </a:fld>
            <a:endParaRPr lang="zh-CN" altLang="en-US"/>
          </a:p>
        </p:txBody>
      </p:sp>
    </p:spTree>
    <p:extLst>
      <p:ext uri="{BB962C8B-B14F-4D97-AF65-F5344CB8AC3E}">
        <p14:creationId xmlns:p14="http://schemas.microsoft.com/office/powerpoint/2010/main" val="1159867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6406305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383711135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50747970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334237401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122952497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8901074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175185168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273820416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408502299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177315890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7326203-5CB6-46DB-8B44-615ACC76E452}"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241425709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8637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4426593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146323339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610592" y="266631"/>
            <a:ext cx="416028" cy="424067"/>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4572000" y="4530951"/>
            <a:ext cx="4067175" cy="207749"/>
          </a:xfrm>
          <a:prstGeom prst="rect">
            <a:avLst/>
          </a:prstGeom>
        </p:spPr>
        <p:txBody>
          <a:bodyPr wrap="square" lIns="90000">
            <a:normAutofit/>
          </a:bodyPr>
          <a:lstStyle>
            <a:lvl1pPr marL="0" indent="0" algn="r">
              <a:lnSpc>
                <a:spcPct val="100000"/>
              </a:lnSpc>
              <a:buNone/>
              <a:defRPr sz="9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495300" y="4530951"/>
            <a:ext cx="3990975" cy="207749"/>
          </a:xfrm>
          <a:prstGeom prst="rect">
            <a:avLst/>
          </a:prstGeom>
        </p:spPr>
        <p:txBody>
          <a:bodyPr wrap="none">
            <a:normAutofit/>
          </a:bodyPr>
          <a:lstStyle>
            <a:lvl1pPr marL="0" indent="0" algn="l">
              <a:lnSpc>
                <a:spcPct val="100000"/>
              </a:lnSpc>
              <a:buNone/>
              <a:defRPr sz="9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3633788" y="4037930"/>
            <a:ext cx="1876425" cy="282192"/>
          </a:xfrm>
          <a:prstGeom prst="rect">
            <a:avLst/>
          </a:prstGeom>
        </p:spPr>
        <p:txBody>
          <a:bodyPr wrap="square" lIns="90000" numCol="1" anchor="ctr">
            <a:normAutofit/>
          </a:bodyPr>
          <a:lstStyle>
            <a:lvl1pPr marL="0" indent="0" algn="ctr">
              <a:lnSpc>
                <a:spcPct val="100000"/>
              </a:lnSpc>
              <a:buNone/>
              <a:defRPr sz="12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9998138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7326203-5CB6-46DB-8B44-615ACC76E452}" type="datetimeFigureOut">
              <a:rPr lang="zh-CN" altLang="en-US" smtClean="0"/>
              <a:t>2024-12-19</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F6F9A8E-5EF1-47D4-A8FF-512AADCD378D}" type="slidenum">
              <a:rPr lang="zh-CN" altLang="en-US" smtClean="0"/>
              <a:t>‹#›</a:t>
            </a:fld>
            <a:endParaRPr lang="zh-CN" altLang="en-US"/>
          </a:p>
        </p:txBody>
      </p:sp>
    </p:spTree>
    <p:extLst>
      <p:ext uri="{BB962C8B-B14F-4D97-AF65-F5344CB8AC3E}">
        <p14:creationId xmlns:p14="http://schemas.microsoft.com/office/powerpoint/2010/main" val="35286518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6" r:id="rId13"/>
  </p:sldLayoutIdLst>
  <mc:AlternateContent xmlns:mc="http://schemas.openxmlformats.org/markup-compatibility/2006" xmlns:p14="http://schemas.microsoft.com/office/powerpoint/2010/main">
    <mc:Choice Requires="p14">
      <p:transition spd="slow" p14:dur="2000" advTm="0"/>
    </mc:Choice>
    <mc:Fallback xmlns="">
      <p:transition spd="slow" advTm="0"/>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599475"/>
      </p:ext>
    </p:extLst>
  </p:cSld>
  <p:clrMap bg1="lt1" tx1="dk1" bg2="lt2" tx2="dk2" accent1="accent1" accent2="accent2" accent3="accent3" accent4="accent4" accent5="accent5" accent6="accent6" hlink="hlink" folHlink="folHlink"/>
  <p:sldLayoutIdLst>
    <p:sldLayoutId id="2147483674" r:id="rId1"/>
    <p:sldLayoutId id="2147483675"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1032236" y="579750"/>
            <a:ext cx="8031637" cy="1938992"/>
          </a:xfrm>
          <a:prstGeom prst="rect">
            <a:avLst/>
          </a:prstGeom>
          <a:noFill/>
        </p:spPr>
        <p:txBody>
          <a:bodyPr wrap="square" rtlCol="0">
            <a:spAutoFit/>
          </a:bodyPr>
          <a:lstStyle/>
          <a:p>
            <a:r>
              <a:rPr lang="zh-CN" altLang="en-US" sz="12000" b="1" dirty="0">
                <a:ln w="9525">
                  <a:noFill/>
                  <a:prstDash val="solid"/>
                </a:ln>
                <a:solidFill>
                  <a:srgbClr val="CA2C3B"/>
                </a:solidFill>
                <a:effectLst>
                  <a:outerShdw blurRad="12700" dist="38100" dir="2700000" algn="tl" rotWithShape="0">
                    <a:schemeClr val="accent5">
                      <a:lumMod val="60000"/>
                      <a:lumOff val="40000"/>
                    </a:schemeClr>
                  </a:outerShdw>
                </a:effectLst>
                <a:latin typeface="★日文毛笔" panose="02000609000000000000" pitchFamily="49" charset="-128"/>
                <a:ea typeface="★日文毛笔" panose="02000609000000000000" pitchFamily="49" charset="-128"/>
              </a:rPr>
              <a:t>五四青年</a:t>
            </a:r>
          </a:p>
        </p:txBody>
      </p:sp>
      <p:sp>
        <p:nvSpPr>
          <p:cNvPr id="5" name="文本框 4"/>
          <p:cNvSpPr txBox="1"/>
          <p:nvPr/>
        </p:nvSpPr>
        <p:spPr>
          <a:xfrm>
            <a:off x="1032235" y="2580501"/>
            <a:ext cx="6469145" cy="461665"/>
          </a:xfrm>
          <a:prstGeom prst="rect">
            <a:avLst/>
          </a:prstGeom>
          <a:noFill/>
        </p:spPr>
        <p:txBody>
          <a:bodyPr wrap="square" rtlCol="0">
            <a:spAutoFit/>
          </a:bodyPr>
          <a:lstStyle/>
          <a:p>
            <a:r>
              <a:rPr lang="zh-CN" altLang="en-US" sz="2400" dirty="0">
                <a:solidFill>
                  <a:srgbClr val="CA2C3B"/>
                </a:solidFill>
                <a:latin typeface="腾祥细潮圆简" panose="01010104010101010101" pitchFamily="2" charset="-122"/>
                <a:ea typeface="腾祥细潮圆简" panose="01010104010101010101" pitchFamily="2" charset="-122"/>
              </a:rPr>
              <a:t>五四青年节共青团团委活动报告</a:t>
            </a:r>
            <a:r>
              <a:rPr lang="en-US" altLang="zh-CN" sz="2400" dirty="0">
                <a:solidFill>
                  <a:srgbClr val="CA2C3B"/>
                </a:solidFill>
                <a:latin typeface="腾祥细潮圆简" panose="01010104010101010101" pitchFamily="2" charset="-122"/>
                <a:ea typeface="腾祥细潮圆简" panose="01010104010101010101" pitchFamily="2" charset="-122"/>
              </a:rPr>
              <a:t>PPT</a:t>
            </a:r>
            <a:r>
              <a:rPr lang="zh-CN" altLang="en-US" sz="2400" dirty="0">
                <a:solidFill>
                  <a:srgbClr val="CA2C3B"/>
                </a:solidFill>
                <a:latin typeface="腾祥细潮圆简" panose="01010104010101010101" pitchFamily="2" charset="-122"/>
                <a:ea typeface="腾祥细潮圆简" panose="01010104010101010101" pitchFamily="2" charset="-122"/>
              </a:rPr>
              <a:t>模板</a:t>
            </a:r>
          </a:p>
        </p:txBody>
      </p:sp>
      <p:sp>
        <p:nvSpPr>
          <p:cNvPr id="6" name="文本框 5"/>
          <p:cNvSpPr txBox="1"/>
          <p:nvPr/>
        </p:nvSpPr>
        <p:spPr>
          <a:xfrm>
            <a:off x="1095866" y="3217045"/>
            <a:ext cx="5945958" cy="369332"/>
          </a:xfrm>
          <a:prstGeom prst="rect">
            <a:avLst/>
          </a:prstGeom>
          <a:noFill/>
        </p:spPr>
        <p:txBody>
          <a:bodyPr wrap="square" rtlCol="0">
            <a:spAutoFit/>
          </a:bodyPr>
          <a:lstStyle/>
          <a:p>
            <a:r>
              <a:rPr lang="zh-CN" altLang="en-US" sz="1800" dirty="0">
                <a:solidFill>
                  <a:srgbClr val="CA2C3B"/>
                </a:solidFill>
                <a:latin typeface="腾祥细潮圆简" panose="01010104010101010101" pitchFamily="2" charset="-122"/>
                <a:ea typeface="腾祥细潮圆简" panose="01010104010101010101" pitchFamily="2" charset="-122"/>
              </a:rPr>
              <a:t>报告人：</a:t>
            </a:r>
            <a:r>
              <a:rPr lang="en-US" altLang="zh-CN" sz="1800" dirty="0" err="1">
                <a:solidFill>
                  <a:srgbClr val="CA2C3B"/>
                </a:solidFill>
                <a:latin typeface="腾祥细潮圆简" panose="01010104010101010101" pitchFamily="2" charset="-122"/>
                <a:ea typeface="腾祥细潮圆简" panose="01010104010101010101" pitchFamily="2" charset="-122"/>
              </a:rPr>
              <a:t>xxxx</a:t>
            </a:r>
            <a:r>
              <a:rPr lang="en-US" altLang="zh-CN" sz="1800" dirty="0">
                <a:solidFill>
                  <a:srgbClr val="CA2C3B"/>
                </a:solidFill>
                <a:latin typeface="腾祥细潮圆简" panose="01010104010101010101" pitchFamily="2" charset="-122"/>
                <a:ea typeface="腾祥细潮圆简" panose="01010104010101010101" pitchFamily="2" charset="-122"/>
              </a:rPr>
              <a:t>   </a:t>
            </a:r>
            <a:r>
              <a:rPr lang="zh-CN" altLang="en-US" sz="1800" dirty="0">
                <a:solidFill>
                  <a:srgbClr val="CA2C3B"/>
                </a:solidFill>
                <a:latin typeface="腾祥细潮圆简" panose="01010104010101010101" pitchFamily="2" charset="-122"/>
                <a:ea typeface="腾祥细潮圆简" panose="01010104010101010101" pitchFamily="2" charset="-122"/>
              </a:rPr>
              <a:t>时间：</a:t>
            </a:r>
            <a:r>
              <a:rPr lang="en-US" altLang="zh-CN" sz="1800" dirty="0">
                <a:solidFill>
                  <a:srgbClr val="CA2C3B"/>
                </a:solidFill>
                <a:latin typeface="腾祥细潮圆简" panose="01010104010101010101" pitchFamily="2" charset="-122"/>
                <a:ea typeface="腾祥细潮圆简" panose="01010104010101010101" pitchFamily="2" charset="-122"/>
              </a:rPr>
              <a:t>2019.4.26</a:t>
            </a:r>
            <a:endParaRPr lang="zh-CN" altLang="en-US" sz="1800" dirty="0">
              <a:solidFill>
                <a:srgbClr val="CA2C3B"/>
              </a:solidFill>
              <a:latin typeface="腾祥细潮圆简" panose="01010104010101010101" pitchFamily="2" charset="-122"/>
              <a:ea typeface="腾祥细潮圆简" panose="01010104010101010101" pitchFamily="2" charset="-122"/>
            </a:endParaRPr>
          </a:p>
        </p:txBody>
      </p:sp>
    </p:spTree>
    <p:extLst>
      <p:ext uri="{BB962C8B-B14F-4D97-AF65-F5344CB8AC3E}">
        <p14:creationId xmlns:p14="http://schemas.microsoft.com/office/powerpoint/2010/main" val="309587521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 calcmode="lin" valueType="num">
                                      <p:cBhvr additive="base">
                                        <p:cTn id="1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742677" y="417137"/>
            <a:ext cx="7855084" cy="4169366"/>
          </a:xfrm>
          <a:prstGeom prst="rect">
            <a:avLst/>
          </a:prstGeom>
          <a:solidFill>
            <a:sysClr val="window" lastClr="FFFFFF">
              <a:alpha val="20000"/>
            </a:sysClr>
          </a:solidFill>
          <a:ln w="12700" cap="flat" cmpd="sng" algn="ctr">
            <a:noFill/>
            <a:prstDash val="solid"/>
            <a:miter lim="800000"/>
          </a:ln>
          <a:effectLst/>
        </p:spPr>
        <p:txBody>
          <a:bodyPr rtlCol="0" anchor="ctr"/>
          <a:lstStyle/>
          <a:p>
            <a:pPr algn="ctr" defTabSz="514350"/>
            <a:endParaRPr lang="zh-CN" altLang="en-US" sz="1013" kern="0">
              <a:solidFill>
                <a:prstClr val="white"/>
              </a:solidFill>
              <a:latin typeface="Calibri Light"/>
            </a:endParaRPr>
          </a:p>
        </p:txBody>
      </p:sp>
      <p:sp>
        <p:nvSpPr>
          <p:cNvPr id="31" name="矩形 30"/>
          <p:cNvSpPr/>
          <p:nvPr/>
        </p:nvSpPr>
        <p:spPr>
          <a:xfrm>
            <a:off x="873815" y="627561"/>
            <a:ext cx="7534841" cy="3826520"/>
          </a:xfrm>
          <a:prstGeom prst="rect">
            <a:avLst/>
          </a:prstGeom>
          <a:solidFill>
            <a:srgbClr val="CA2C3B"/>
          </a:solidFill>
          <a:ln w="12700" cap="flat" cmpd="sng" algn="ctr">
            <a:noFill/>
            <a:prstDash val="solid"/>
            <a:miter lim="800000"/>
          </a:ln>
          <a:effectLst/>
        </p:spPr>
        <p:txBody>
          <a:bodyPr rtlCol="0" anchor="ctr"/>
          <a:lstStyle/>
          <a:p>
            <a:pPr algn="ctr" defTabSz="514350"/>
            <a:endParaRPr lang="zh-CN" altLang="en-US" sz="1013" kern="0">
              <a:solidFill>
                <a:prstClr val="white"/>
              </a:solidFill>
              <a:latin typeface="Calibri Light"/>
            </a:endParaRPr>
          </a:p>
        </p:txBody>
      </p:sp>
      <p:sp>
        <p:nvSpPr>
          <p:cNvPr id="32" name="文本框 7"/>
          <p:cNvSpPr txBox="1">
            <a:spLocks noChangeArrowheads="1"/>
          </p:cNvSpPr>
          <p:nvPr/>
        </p:nvSpPr>
        <p:spPr bwMode="auto">
          <a:xfrm>
            <a:off x="4370022" y="1234303"/>
            <a:ext cx="12182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1200" dirty="0">
                <a:solidFill>
                  <a:prstClr val="white"/>
                </a:solidFill>
                <a:latin typeface="微软雅黑" panose="020B0503020204020204" pitchFamily="34" charset="-122"/>
                <a:ea typeface="微软雅黑" panose="020B0503020204020204" pitchFamily="34" charset="-122"/>
              </a:rPr>
              <a:t>01.</a:t>
            </a:r>
            <a:r>
              <a:rPr lang="zh-CN" altLang="en-US" sz="1200" dirty="0">
                <a:solidFill>
                  <a:prstClr val="white"/>
                </a:solidFill>
                <a:latin typeface="微软雅黑" panose="020B0503020204020204" pitchFamily="34" charset="-122"/>
                <a:ea typeface="微软雅黑" panose="020B0503020204020204" pitchFamily="34" charset="-122"/>
              </a:rPr>
              <a:t>标题</a:t>
            </a:r>
          </a:p>
        </p:txBody>
      </p:sp>
      <p:sp>
        <p:nvSpPr>
          <p:cNvPr id="33" name="文本框 32"/>
          <p:cNvSpPr txBox="1">
            <a:spLocks noChangeArrowheads="1"/>
          </p:cNvSpPr>
          <p:nvPr/>
        </p:nvSpPr>
        <p:spPr bwMode="auto">
          <a:xfrm>
            <a:off x="4372402" y="2754747"/>
            <a:ext cx="12069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1200" dirty="0">
                <a:solidFill>
                  <a:prstClr val="white"/>
                </a:solidFill>
                <a:latin typeface="微软雅黑" panose="020B0503020204020204" pitchFamily="34" charset="-122"/>
                <a:ea typeface="微软雅黑" panose="020B0503020204020204" pitchFamily="34" charset="-122"/>
              </a:rPr>
              <a:t>03.</a:t>
            </a:r>
            <a:r>
              <a:rPr lang="zh-CN" altLang="en-US" sz="1200" dirty="0">
                <a:solidFill>
                  <a:prstClr val="white"/>
                </a:solidFill>
                <a:latin typeface="微软雅黑" panose="020B0503020204020204" pitchFamily="34" charset="-122"/>
                <a:ea typeface="微软雅黑" panose="020B0503020204020204" pitchFamily="34" charset="-122"/>
              </a:rPr>
              <a:t>标题</a:t>
            </a:r>
          </a:p>
        </p:txBody>
      </p:sp>
      <p:sp>
        <p:nvSpPr>
          <p:cNvPr id="34" name="文本框 7"/>
          <p:cNvSpPr txBox="1">
            <a:spLocks noChangeArrowheads="1"/>
          </p:cNvSpPr>
          <p:nvPr/>
        </p:nvSpPr>
        <p:spPr bwMode="auto">
          <a:xfrm>
            <a:off x="4371211" y="2017885"/>
            <a:ext cx="12069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1200" dirty="0">
                <a:solidFill>
                  <a:prstClr val="white"/>
                </a:solidFill>
                <a:latin typeface="微软雅黑" panose="020B0503020204020204" pitchFamily="34" charset="-122"/>
                <a:ea typeface="微软雅黑" panose="020B0503020204020204" pitchFamily="34" charset="-122"/>
              </a:rPr>
              <a:t>02.</a:t>
            </a:r>
            <a:r>
              <a:rPr lang="zh-CN" altLang="en-US" sz="1200" dirty="0">
                <a:solidFill>
                  <a:prstClr val="white"/>
                </a:solidFill>
                <a:latin typeface="微软雅黑" panose="020B0503020204020204" pitchFamily="34" charset="-122"/>
                <a:ea typeface="微软雅黑" panose="020B0503020204020204" pitchFamily="34" charset="-122"/>
              </a:rPr>
              <a:t>标题</a:t>
            </a:r>
          </a:p>
        </p:txBody>
      </p:sp>
      <p:sp>
        <p:nvSpPr>
          <p:cNvPr id="35" name="文本框 7"/>
          <p:cNvSpPr txBox="1">
            <a:spLocks noChangeArrowheads="1"/>
          </p:cNvSpPr>
          <p:nvPr/>
        </p:nvSpPr>
        <p:spPr bwMode="auto">
          <a:xfrm>
            <a:off x="4370022" y="3483604"/>
            <a:ext cx="12182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1200" dirty="0">
                <a:solidFill>
                  <a:prstClr val="white"/>
                </a:solidFill>
                <a:latin typeface="微软雅黑" panose="020B0503020204020204" pitchFamily="34" charset="-122"/>
                <a:ea typeface="微软雅黑" panose="020B0503020204020204" pitchFamily="34" charset="-122"/>
              </a:rPr>
              <a:t>04.</a:t>
            </a:r>
            <a:r>
              <a:rPr lang="zh-CN" altLang="en-US" sz="1200" dirty="0">
                <a:solidFill>
                  <a:prstClr val="white"/>
                </a:solidFill>
                <a:latin typeface="微软雅黑" panose="020B0503020204020204" pitchFamily="34" charset="-122"/>
                <a:ea typeface="微软雅黑" panose="020B0503020204020204" pitchFamily="34" charset="-122"/>
              </a:rPr>
              <a:t>标题</a:t>
            </a:r>
          </a:p>
        </p:txBody>
      </p:sp>
      <p:sp>
        <p:nvSpPr>
          <p:cNvPr id="36" name="矩形 35"/>
          <p:cNvSpPr/>
          <p:nvPr/>
        </p:nvSpPr>
        <p:spPr>
          <a:xfrm>
            <a:off x="4370021" y="1453402"/>
            <a:ext cx="3161301" cy="276999"/>
          </a:xfrm>
          <a:prstGeom prst="rect">
            <a:avLst/>
          </a:prstGeom>
        </p:spPr>
        <p:txBody>
          <a:bodyPr wrap="square">
            <a:spAutoFit/>
          </a:bodyPr>
          <a:lstStyle/>
          <a:p>
            <a:pPr>
              <a:defRPr/>
            </a:pPr>
            <a:r>
              <a:rPr lang="zh-CN" altLang="en-US" sz="1200" kern="0" dirty="0">
                <a:solidFill>
                  <a:prstClr val="white"/>
                </a:solidFill>
                <a:latin typeface="Calibri Light"/>
              </a:rPr>
              <a:t>文字是很有艺术性的</a:t>
            </a:r>
          </a:p>
        </p:txBody>
      </p:sp>
      <p:sp>
        <p:nvSpPr>
          <p:cNvPr id="37" name="矩形 36"/>
          <p:cNvSpPr/>
          <p:nvPr/>
        </p:nvSpPr>
        <p:spPr>
          <a:xfrm>
            <a:off x="4370021" y="2228802"/>
            <a:ext cx="3161301" cy="461665"/>
          </a:xfrm>
          <a:prstGeom prst="rect">
            <a:avLst/>
          </a:prstGeom>
        </p:spPr>
        <p:txBody>
          <a:bodyPr wrap="square">
            <a:spAutoFit/>
          </a:bodyPr>
          <a:lstStyle/>
          <a:p>
            <a:pPr>
              <a:defRPr/>
            </a:pPr>
            <a:r>
              <a:rPr lang="zh-CN" altLang="en-US" sz="1200" kern="0" dirty="0">
                <a:solidFill>
                  <a:prstClr val="white"/>
                </a:solidFill>
                <a:latin typeface="Calibri Light"/>
              </a:rPr>
              <a:t>文字是很有艺术性的</a:t>
            </a:r>
          </a:p>
          <a:p>
            <a:pPr>
              <a:defRPr/>
            </a:pPr>
            <a:endParaRPr lang="zh-CN" altLang="en-US" sz="1200" kern="0" dirty="0">
              <a:solidFill>
                <a:prstClr val="white"/>
              </a:solidFill>
              <a:latin typeface="Calibri Light"/>
            </a:endParaRPr>
          </a:p>
        </p:txBody>
      </p:sp>
      <p:sp>
        <p:nvSpPr>
          <p:cNvPr id="38" name="矩形 37"/>
          <p:cNvSpPr/>
          <p:nvPr/>
        </p:nvSpPr>
        <p:spPr>
          <a:xfrm>
            <a:off x="4370021" y="2960036"/>
            <a:ext cx="3161301" cy="461665"/>
          </a:xfrm>
          <a:prstGeom prst="rect">
            <a:avLst/>
          </a:prstGeom>
        </p:spPr>
        <p:txBody>
          <a:bodyPr wrap="square">
            <a:spAutoFit/>
          </a:bodyPr>
          <a:lstStyle/>
          <a:p>
            <a:pPr>
              <a:defRPr/>
            </a:pPr>
            <a:r>
              <a:rPr lang="zh-CN" altLang="en-US" sz="1200" kern="0" dirty="0">
                <a:solidFill>
                  <a:prstClr val="white"/>
                </a:solidFill>
                <a:latin typeface="Calibri Light"/>
              </a:rPr>
              <a:t>文字是很有艺术性的</a:t>
            </a:r>
          </a:p>
          <a:p>
            <a:pPr>
              <a:defRPr/>
            </a:pPr>
            <a:endParaRPr lang="zh-CN" altLang="en-US" sz="1200" kern="0" dirty="0">
              <a:solidFill>
                <a:prstClr val="white"/>
              </a:solidFill>
              <a:latin typeface="Calibri Light"/>
            </a:endParaRPr>
          </a:p>
        </p:txBody>
      </p:sp>
      <p:sp>
        <p:nvSpPr>
          <p:cNvPr id="39" name="矩形 38"/>
          <p:cNvSpPr/>
          <p:nvPr/>
        </p:nvSpPr>
        <p:spPr>
          <a:xfrm>
            <a:off x="4370021" y="3696429"/>
            <a:ext cx="3161301" cy="461665"/>
          </a:xfrm>
          <a:prstGeom prst="rect">
            <a:avLst/>
          </a:prstGeom>
        </p:spPr>
        <p:txBody>
          <a:bodyPr wrap="square">
            <a:spAutoFit/>
          </a:bodyPr>
          <a:lstStyle/>
          <a:p>
            <a:pPr>
              <a:defRPr/>
            </a:pPr>
            <a:r>
              <a:rPr lang="zh-CN" altLang="en-US" sz="1200" kern="0" dirty="0">
                <a:solidFill>
                  <a:prstClr val="white"/>
                </a:solidFill>
                <a:latin typeface="Calibri Light"/>
              </a:rPr>
              <a:t>文字是很有艺术性的</a:t>
            </a:r>
          </a:p>
          <a:p>
            <a:pPr>
              <a:defRPr/>
            </a:pPr>
            <a:endParaRPr lang="zh-CN" altLang="en-US" sz="1200" kern="0" dirty="0">
              <a:solidFill>
                <a:prstClr val="white"/>
              </a:solidFill>
              <a:latin typeface="Calibri Light"/>
            </a:endParaRPr>
          </a:p>
        </p:txBody>
      </p:sp>
      <p:sp>
        <p:nvSpPr>
          <p:cNvPr id="40" name="文本框 39"/>
          <p:cNvSpPr txBox="1"/>
          <p:nvPr/>
        </p:nvSpPr>
        <p:spPr>
          <a:xfrm>
            <a:off x="1262743" y="1554657"/>
            <a:ext cx="2717162" cy="1015663"/>
          </a:xfrm>
          <a:prstGeom prst="rect">
            <a:avLst/>
          </a:prstGeom>
        </p:spPr>
        <p:txBody>
          <a:bodyPr wrap="square">
            <a:spAutoFit/>
          </a:bodyPr>
          <a:lstStyle>
            <a:defPPr>
              <a:defRPr lang="zh-CN"/>
            </a:defPPr>
            <a:lvl1pPr>
              <a:defRPr sz="4400">
                <a:solidFill>
                  <a:prstClr val="white"/>
                </a:solidFill>
                <a:effectLst>
                  <a:outerShdw blurRad="50800" dist="38100" dir="5400000" algn="t" rotWithShape="0">
                    <a:prstClr val="black">
                      <a:alpha val="40000"/>
                    </a:prstClr>
                  </a:outerShdw>
                </a:effectLst>
                <a:latin typeface="Impact" panose="020B0806030902050204" pitchFamily="34" charset="0"/>
                <a:ea typeface="方正兰亭黑_GBK"/>
              </a:defRPr>
            </a:lvl1pPr>
          </a:lstStyle>
          <a:p>
            <a:pPr defTabSz="514350"/>
            <a:r>
              <a:rPr lang="zh-CN" altLang="en-US" sz="6000" b="1" dirty="0">
                <a:effectLst/>
                <a:latin typeface="微软雅黑 Light"/>
                <a:ea typeface="+mn-ea"/>
              </a:rPr>
              <a:t>目 录</a:t>
            </a:r>
          </a:p>
        </p:txBody>
      </p:sp>
      <p:cxnSp>
        <p:nvCxnSpPr>
          <p:cNvPr id="41" name="直接连接符 40"/>
          <p:cNvCxnSpPr>
            <a:cxnSpLocks/>
          </p:cNvCxnSpPr>
          <p:nvPr/>
        </p:nvCxnSpPr>
        <p:spPr>
          <a:xfrm>
            <a:off x="1472161" y="2501819"/>
            <a:ext cx="1476072" cy="0"/>
          </a:xfrm>
          <a:prstGeom prst="line">
            <a:avLst/>
          </a:prstGeom>
          <a:noFill/>
          <a:ln w="9525" cap="flat" cmpd="sng" algn="ctr">
            <a:solidFill>
              <a:sysClr val="window" lastClr="FFFFFF"/>
            </a:solidFill>
            <a:prstDash val="solid"/>
            <a:miter lim="800000"/>
          </a:ln>
          <a:effectLst/>
        </p:spPr>
      </p:cxnSp>
      <p:sp>
        <p:nvSpPr>
          <p:cNvPr id="42" name="矩形 41"/>
          <p:cNvSpPr/>
          <p:nvPr/>
        </p:nvSpPr>
        <p:spPr>
          <a:xfrm>
            <a:off x="1404230" y="2528448"/>
            <a:ext cx="2027701" cy="507831"/>
          </a:xfrm>
          <a:prstGeom prst="rect">
            <a:avLst/>
          </a:prstGeom>
        </p:spPr>
        <p:txBody>
          <a:bodyPr wrap="square">
            <a:spAutoFit/>
          </a:bodyPr>
          <a:lstStyle/>
          <a:p>
            <a:pPr defTabSz="514350">
              <a:defRPr/>
            </a:pPr>
            <a:r>
              <a:rPr lang="en-US" altLang="zh-CN" sz="2700" dirty="0">
                <a:solidFill>
                  <a:prstClr val="white"/>
                </a:solidFill>
                <a:latin typeface="Calibri"/>
                <a:ea typeface="微软雅黑"/>
              </a:rPr>
              <a:t>CONTENTS</a:t>
            </a:r>
            <a:endParaRPr lang="zh-CN" altLang="en-US" sz="1200" dirty="0">
              <a:solidFill>
                <a:prstClr val="black"/>
              </a:solidFill>
              <a:latin typeface="Calibri"/>
              <a:ea typeface="微软雅黑"/>
            </a:endParaRPr>
          </a:p>
        </p:txBody>
      </p:sp>
    </p:spTree>
    <p:extLst>
      <p:ext uri="{BB962C8B-B14F-4D97-AF65-F5344CB8AC3E}">
        <p14:creationId xmlns:p14="http://schemas.microsoft.com/office/powerpoint/2010/main" val="108018913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p:cTn id="13" dur="1000" fill="hold"/>
                                        <p:tgtEl>
                                          <p:spTgt spid="40"/>
                                        </p:tgtEl>
                                        <p:attrNameLst>
                                          <p:attrName>ppt_w</p:attrName>
                                        </p:attrNameLst>
                                      </p:cBhvr>
                                      <p:tavLst>
                                        <p:tav tm="0">
                                          <p:val>
                                            <p:fltVal val="0"/>
                                          </p:val>
                                        </p:tav>
                                        <p:tav tm="100000">
                                          <p:val>
                                            <p:strVal val="#ppt_w"/>
                                          </p:val>
                                        </p:tav>
                                      </p:tavLst>
                                    </p:anim>
                                    <p:anim calcmode="lin" valueType="num">
                                      <p:cBhvr>
                                        <p:cTn id="14" dur="1000" fill="hold"/>
                                        <p:tgtEl>
                                          <p:spTgt spid="40"/>
                                        </p:tgtEl>
                                        <p:attrNameLst>
                                          <p:attrName>ppt_h</p:attrName>
                                        </p:attrNameLst>
                                      </p:cBhvr>
                                      <p:tavLst>
                                        <p:tav tm="0">
                                          <p:val>
                                            <p:fltVal val="0"/>
                                          </p:val>
                                        </p:tav>
                                        <p:tav tm="100000">
                                          <p:val>
                                            <p:strVal val="#ppt_h"/>
                                          </p:val>
                                        </p:tav>
                                      </p:tavLst>
                                    </p:anim>
                                    <p:anim calcmode="lin" valueType="num">
                                      <p:cBhvr>
                                        <p:cTn id="15" dur="1000" fill="hold"/>
                                        <p:tgtEl>
                                          <p:spTgt spid="40"/>
                                        </p:tgtEl>
                                        <p:attrNameLst>
                                          <p:attrName>style.rotation</p:attrName>
                                        </p:attrNameLst>
                                      </p:cBhvr>
                                      <p:tavLst>
                                        <p:tav tm="0">
                                          <p:val>
                                            <p:fltVal val="90"/>
                                          </p:val>
                                        </p:tav>
                                        <p:tav tm="100000">
                                          <p:val>
                                            <p:fltVal val="0"/>
                                          </p:val>
                                        </p:tav>
                                      </p:tavLst>
                                    </p:anim>
                                    <p:animEffect transition="in" filter="fade">
                                      <p:cBhvr>
                                        <p:cTn id="16" dur="1000"/>
                                        <p:tgtEl>
                                          <p:spTgt spid="40"/>
                                        </p:tgtEl>
                                      </p:cBhvr>
                                    </p:animEffect>
                                  </p:childTnLst>
                                </p:cTn>
                              </p:par>
                              <p:par>
                                <p:cTn id="17" presetID="3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p:cTn id="19" dur="1000" fill="hold"/>
                                        <p:tgtEl>
                                          <p:spTgt spid="41"/>
                                        </p:tgtEl>
                                        <p:attrNameLst>
                                          <p:attrName>ppt_w</p:attrName>
                                        </p:attrNameLst>
                                      </p:cBhvr>
                                      <p:tavLst>
                                        <p:tav tm="0">
                                          <p:val>
                                            <p:fltVal val="0"/>
                                          </p:val>
                                        </p:tav>
                                        <p:tav tm="100000">
                                          <p:val>
                                            <p:strVal val="#ppt_w"/>
                                          </p:val>
                                        </p:tav>
                                      </p:tavLst>
                                    </p:anim>
                                    <p:anim calcmode="lin" valueType="num">
                                      <p:cBhvr>
                                        <p:cTn id="20" dur="1000" fill="hold"/>
                                        <p:tgtEl>
                                          <p:spTgt spid="41"/>
                                        </p:tgtEl>
                                        <p:attrNameLst>
                                          <p:attrName>ppt_h</p:attrName>
                                        </p:attrNameLst>
                                      </p:cBhvr>
                                      <p:tavLst>
                                        <p:tav tm="0">
                                          <p:val>
                                            <p:fltVal val="0"/>
                                          </p:val>
                                        </p:tav>
                                        <p:tav tm="100000">
                                          <p:val>
                                            <p:strVal val="#ppt_h"/>
                                          </p:val>
                                        </p:tav>
                                      </p:tavLst>
                                    </p:anim>
                                    <p:anim calcmode="lin" valueType="num">
                                      <p:cBhvr>
                                        <p:cTn id="21" dur="1000" fill="hold"/>
                                        <p:tgtEl>
                                          <p:spTgt spid="41"/>
                                        </p:tgtEl>
                                        <p:attrNameLst>
                                          <p:attrName>style.rotation</p:attrName>
                                        </p:attrNameLst>
                                      </p:cBhvr>
                                      <p:tavLst>
                                        <p:tav tm="0">
                                          <p:val>
                                            <p:fltVal val="90"/>
                                          </p:val>
                                        </p:tav>
                                        <p:tav tm="100000">
                                          <p:val>
                                            <p:fltVal val="0"/>
                                          </p:val>
                                        </p:tav>
                                      </p:tavLst>
                                    </p:anim>
                                    <p:animEffect transition="in" filter="fade">
                                      <p:cBhvr>
                                        <p:cTn id="22" dur="1000"/>
                                        <p:tgtEl>
                                          <p:spTgt spid="41"/>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 calcmode="lin" valueType="num">
                                      <p:cBhvr>
                                        <p:cTn id="25" dur="1000" fill="hold"/>
                                        <p:tgtEl>
                                          <p:spTgt spid="42"/>
                                        </p:tgtEl>
                                        <p:attrNameLst>
                                          <p:attrName>ppt_w</p:attrName>
                                        </p:attrNameLst>
                                      </p:cBhvr>
                                      <p:tavLst>
                                        <p:tav tm="0">
                                          <p:val>
                                            <p:fltVal val="0"/>
                                          </p:val>
                                        </p:tav>
                                        <p:tav tm="100000">
                                          <p:val>
                                            <p:strVal val="#ppt_w"/>
                                          </p:val>
                                        </p:tav>
                                      </p:tavLst>
                                    </p:anim>
                                    <p:anim calcmode="lin" valueType="num">
                                      <p:cBhvr>
                                        <p:cTn id="26" dur="1000" fill="hold"/>
                                        <p:tgtEl>
                                          <p:spTgt spid="42"/>
                                        </p:tgtEl>
                                        <p:attrNameLst>
                                          <p:attrName>ppt_h</p:attrName>
                                        </p:attrNameLst>
                                      </p:cBhvr>
                                      <p:tavLst>
                                        <p:tav tm="0">
                                          <p:val>
                                            <p:fltVal val="0"/>
                                          </p:val>
                                        </p:tav>
                                        <p:tav tm="100000">
                                          <p:val>
                                            <p:strVal val="#ppt_h"/>
                                          </p:val>
                                        </p:tav>
                                      </p:tavLst>
                                    </p:anim>
                                    <p:anim calcmode="lin" valueType="num">
                                      <p:cBhvr>
                                        <p:cTn id="27" dur="1000" fill="hold"/>
                                        <p:tgtEl>
                                          <p:spTgt spid="42"/>
                                        </p:tgtEl>
                                        <p:attrNameLst>
                                          <p:attrName>style.rotation</p:attrName>
                                        </p:attrNameLst>
                                      </p:cBhvr>
                                      <p:tavLst>
                                        <p:tav tm="0">
                                          <p:val>
                                            <p:fltVal val="90"/>
                                          </p:val>
                                        </p:tav>
                                        <p:tav tm="100000">
                                          <p:val>
                                            <p:fltVal val="0"/>
                                          </p:val>
                                        </p:tav>
                                      </p:tavLst>
                                    </p:anim>
                                    <p:animEffect transition="in" filter="fade">
                                      <p:cBhvr>
                                        <p:cTn id="28" dur="1000"/>
                                        <p:tgtEl>
                                          <p:spTgt spid="42"/>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p:cTn id="33" dur="500" fill="hold"/>
                                        <p:tgtEl>
                                          <p:spTgt spid="32"/>
                                        </p:tgtEl>
                                        <p:attrNameLst>
                                          <p:attrName>ppt_w</p:attrName>
                                        </p:attrNameLst>
                                      </p:cBhvr>
                                      <p:tavLst>
                                        <p:tav tm="0">
                                          <p:val>
                                            <p:fltVal val="0"/>
                                          </p:val>
                                        </p:tav>
                                        <p:tav tm="100000">
                                          <p:val>
                                            <p:strVal val="#ppt_w"/>
                                          </p:val>
                                        </p:tav>
                                      </p:tavLst>
                                    </p:anim>
                                    <p:anim calcmode="lin" valueType="num">
                                      <p:cBhvr>
                                        <p:cTn id="34" dur="500" fill="hold"/>
                                        <p:tgtEl>
                                          <p:spTgt spid="32"/>
                                        </p:tgtEl>
                                        <p:attrNameLst>
                                          <p:attrName>ppt_h</p:attrName>
                                        </p:attrNameLst>
                                      </p:cBhvr>
                                      <p:tavLst>
                                        <p:tav tm="0">
                                          <p:val>
                                            <p:fltVal val="0"/>
                                          </p:val>
                                        </p:tav>
                                        <p:tav tm="100000">
                                          <p:val>
                                            <p:strVal val="#ppt_h"/>
                                          </p:val>
                                        </p:tav>
                                      </p:tavLst>
                                    </p:anim>
                                    <p:animEffect transition="in" filter="fade">
                                      <p:cBhvr>
                                        <p:cTn id="35" dur="500"/>
                                        <p:tgtEl>
                                          <p:spTgt spid="32"/>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 calcmode="lin" valueType="num">
                                      <p:cBhvr>
                                        <p:cTn id="38" dur="500" fill="hold"/>
                                        <p:tgtEl>
                                          <p:spTgt spid="36"/>
                                        </p:tgtEl>
                                        <p:attrNameLst>
                                          <p:attrName>ppt_w</p:attrName>
                                        </p:attrNameLst>
                                      </p:cBhvr>
                                      <p:tavLst>
                                        <p:tav tm="0">
                                          <p:val>
                                            <p:fltVal val="0"/>
                                          </p:val>
                                        </p:tav>
                                        <p:tav tm="100000">
                                          <p:val>
                                            <p:strVal val="#ppt_w"/>
                                          </p:val>
                                        </p:tav>
                                      </p:tavLst>
                                    </p:anim>
                                    <p:anim calcmode="lin" valueType="num">
                                      <p:cBhvr>
                                        <p:cTn id="39" dur="500" fill="hold"/>
                                        <p:tgtEl>
                                          <p:spTgt spid="36"/>
                                        </p:tgtEl>
                                        <p:attrNameLst>
                                          <p:attrName>ppt_h</p:attrName>
                                        </p:attrNameLst>
                                      </p:cBhvr>
                                      <p:tavLst>
                                        <p:tav tm="0">
                                          <p:val>
                                            <p:fltVal val="0"/>
                                          </p:val>
                                        </p:tav>
                                        <p:tav tm="100000">
                                          <p:val>
                                            <p:strVal val="#ppt_h"/>
                                          </p:val>
                                        </p:tav>
                                      </p:tavLst>
                                    </p:anim>
                                    <p:animEffect transition="in" filter="fade">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p:cTn id="45" dur="500" fill="hold"/>
                                        <p:tgtEl>
                                          <p:spTgt spid="34"/>
                                        </p:tgtEl>
                                        <p:attrNameLst>
                                          <p:attrName>ppt_w</p:attrName>
                                        </p:attrNameLst>
                                      </p:cBhvr>
                                      <p:tavLst>
                                        <p:tav tm="0">
                                          <p:val>
                                            <p:fltVal val="0"/>
                                          </p:val>
                                        </p:tav>
                                        <p:tav tm="100000">
                                          <p:val>
                                            <p:strVal val="#ppt_w"/>
                                          </p:val>
                                        </p:tav>
                                      </p:tavLst>
                                    </p:anim>
                                    <p:anim calcmode="lin" valueType="num">
                                      <p:cBhvr>
                                        <p:cTn id="46" dur="500" fill="hold"/>
                                        <p:tgtEl>
                                          <p:spTgt spid="34"/>
                                        </p:tgtEl>
                                        <p:attrNameLst>
                                          <p:attrName>ppt_h</p:attrName>
                                        </p:attrNameLst>
                                      </p:cBhvr>
                                      <p:tavLst>
                                        <p:tav tm="0">
                                          <p:val>
                                            <p:fltVal val="0"/>
                                          </p:val>
                                        </p:tav>
                                        <p:tav tm="100000">
                                          <p:val>
                                            <p:strVal val="#ppt_h"/>
                                          </p:val>
                                        </p:tav>
                                      </p:tavLst>
                                    </p:anim>
                                    <p:animEffect transition="in" filter="fade">
                                      <p:cBhvr>
                                        <p:cTn id="47" dur="500"/>
                                        <p:tgtEl>
                                          <p:spTgt spid="34"/>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p:cTn id="50" dur="500" fill="hold"/>
                                        <p:tgtEl>
                                          <p:spTgt spid="37"/>
                                        </p:tgtEl>
                                        <p:attrNameLst>
                                          <p:attrName>ppt_w</p:attrName>
                                        </p:attrNameLst>
                                      </p:cBhvr>
                                      <p:tavLst>
                                        <p:tav tm="0">
                                          <p:val>
                                            <p:fltVal val="0"/>
                                          </p:val>
                                        </p:tav>
                                        <p:tav tm="100000">
                                          <p:val>
                                            <p:strVal val="#ppt_w"/>
                                          </p:val>
                                        </p:tav>
                                      </p:tavLst>
                                    </p:anim>
                                    <p:anim calcmode="lin" valueType="num">
                                      <p:cBhvr>
                                        <p:cTn id="51" dur="500" fill="hold"/>
                                        <p:tgtEl>
                                          <p:spTgt spid="37"/>
                                        </p:tgtEl>
                                        <p:attrNameLst>
                                          <p:attrName>ppt_h</p:attrName>
                                        </p:attrNameLst>
                                      </p:cBhvr>
                                      <p:tavLst>
                                        <p:tav tm="0">
                                          <p:val>
                                            <p:fltVal val="0"/>
                                          </p:val>
                                        </p:tav>
                                        <p:tav tm="100000">
                                          <p:val>
                                            <p:strVal val="#ppt_h"/>
                                          </p:val>
                                        </p:tav>
                                      </p:tavLst>
                                    </p:anim>
                                    <p:animEffect transition="in" filter="fade">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 calcmode="lin" valueType="num">
                                      <p:cBhvr>
                                        <p:cTn id="57" dur="500" fill="hold"/>
                                        <p:tgtEl>
                                          <p:spTgt spid="33"/>
                                        </p:tgtEl>
                                        <p:attrNameLst>
                                          <p:attrName>ppt_w</p:attrName>
                                        </p:attrNameLst>
                                      </p:cBhvr>
                                      <p:tavLst>
                                        <p:tav tm="0">
                                          <p:val>
                                            <p:fltVal val="0"/>
                                          </p:val>
                                        </p:tav>
                                        <p:tav tm="100000">
                                          <p:val>
                                            <p:strVal val="#ppt_w"/>
                                          </p:val>
                                        </p:tav>
                                      </p:tavLst>
                                    </p:anim>
                                    <p:anim calcmode="lin" valueType="num">
                                      <p:cBhvr>
                                        <p:cTn id="58" dur="500" fill="hold"/>
                                        <p:tgtEl>
                                          <p:spTgt spid="33"/>
                                        </p:tgtEl>
                                        <p:attrNameLst>
                                          <p:attrName>ppt_h</p:attrName>
                                        </p:attrNameLst>
                                      </p:cBhvr>
                                      <p:tavLst>
                                        <p:tav tm="0">
                                          <p:val>
                                            <p:fltVal val="0"/>
                                          </p:val>
                                        </p:tav>
                                        <p:tav tm="100000">
                                          <p:val>
                                            <p:strVal val="#ppt_h"/>
                                          </p:val>
                                        </p:tav>
                                      </p:tavLst>
                                    </p:anim>
                                    <p:animEffect transition="in" filter="fade">
                                      <p:cBhvr>
                                        <p:cTn id="59" dur="500"/>
                                        <p:tgtEl>
                                          <p:spTgt spid="33"/>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p:cTn id="62" dur="500" fill="hold"/>
                                        <p:tgtEl>
                                          <p:spTgt spid="38"/>
                                        </p:tgtEl>
                                        <p:attrNameLst>
                                          <p:attrName>ppt_w</p:attrName>
                                        </p:attrNameLst>
                                      </p:cBhvr>
                                      <p:tavLst>
                                        <p:tav tm="0">
                                          <p:val>
                                            <p:fltVal val="0"/>
                                          </p:val>
                                        </p:tav>
                                        <p:tav tm="100000">
                                          <p:val>
                                            <p:strVal val="#ppt_w"/>
                                          </p:val>
                                        </p:tav>
                                      </p:tavLst>
                                    </p:anim>
                                    <p:anim calcmode="lin" valueType="num">
                                      <p:cBhvr>
                                        <p:cTn id="63" dur="500" fill="hold"/>
                                        <p:tgtEl>
                                          <p:spTgt spid="38"/>
                                        </p:tgtEl>
                                        <p:attrNameLst>
                                          <p:attrName>ppt_h</p:attrName>
                                        </p:attrNameLst>
                                      </p:cBhvr>
                                      <p:tavLst>
                                        <p:tav tm="0">
                                          <p:val>
                                            <p:fltVal val="0"/>
                                          </p:val>
                                        </p:tav>
                                        <p:tav tm="100000">
                                          <p:val>
                                            <p:strVal val="#ppt_h"/>
                                          </p:val>
                                        </p:tav>
                                      </p:tavLst>
                                    </p:anim>
                                    <p:animEffect transition="in" filter="fade">
                                      <p:cBhvr>
                                        <p:cTn id="64" dur="500"/>
                                        <p:tgtEl>
                                          <p:spTgt spid="38"/>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 calcmode="lin" valueType="num">
                                      <p:cBhvr>
                                        <p:cTn id="69" dur="500" fill="hold"/>
                                        <p:tgtEl>
                                          <p:spTgt spid="35"/>
                                        </p:tgtEl>
                                        <p:attrNameLst>
                                          <p:attrName>ppt_w</p:attrName>
                                        </p:attrNameLst>
                                      </p:cBhvr>
                                      <p:tavLst>
                                        <p:tav tm="0">
                                          <p:val>
                                            <p:fltVal val="0"/>
                                          </p:val>
                                        </p:tav>
                                        <p:tav tm="100000">
                                          <p:val>
                                            <p:strVal val="#ppt_w"/>
                                          </p:val>
                                        </p:tav>
                                      </p:tavLst>
                                    </p:anim>
                                    <p:anim calcmode="lin" valueType="num">
                                      <p:cBhvr>
                                        <p:cTn id="70" dur="500" fill="hold"/>
                                        <p:tgtEl>
                                          <p:spTgt spid="35"/>
                                        </p:tgtEl>
                                        <p:attrNameLst>
                                          <p:attrName>ppt_h</p:attrName>
                                        </p:attrNameLst>
                                      </p:cBhvr>
                                      <p:tavLst>
                                        <p:tav tm="0">
                                          <p:val>
                                            <p:fltVal val="0"/>
                                          </p:val>
                                        </p:tav>
                                        <p:tav tm="100000">
                                          <p:val>
                                            <p:strVal val="#ppt_h"/>
                                          </p:val>
                                        </p:tav>
                                      </p:tavLst>
                                    </p:anim>
                                    <p:animEffect transition="in" filter="fade">
                                      <p:cBhvr>
                                        <p:cTn id="71" dur="500"/>
                                        <p:tgtEl>
                                          <p:spTgt spid="35"/>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 calcmode="lin" valueType="num">
                                      <p:cBhvr>
                                        <p:cTn id="74" dur="500" fill="hold"/>
                                        <p:tgtEl>
                                          <p:spTgt spid="39"/>
                                        </p:tgtEl>
                                        <p:attrNameLst>
                                          <p:attrName>ppt_w</p:attrName>
                                        </p:attrNameLst>
                                      </p:cBhvr>
                                      <p:tavLst>
                                        <p:tav tm="0">
                                          <p:val>
                                            <p:fltVal val="0"/>
                                          </p:val>
                                        </p:tav>
                                        <p:tav tm="100000">
                                          <p:val>
                                            <p:strVal val="#ppt_w"/>
                                          </p:val>
                                        </p:tav>
                                      </p:tavLst>
                                    </p:anim>
                                    <p:anim calcmode="lin" valueType="num">
                                      <p:cBhvr>
                                        <p:cTn id="75" dur="500" fill="hold"/>
                                        <p:tgtEl>
                                          <p:spTgt spid="39"/>
                                        </p:tgtEl>
                                        <p:attrNameLst>
                                          <p:attrName>ppt_h</p:attrName>
                                        </p:attrNameLst>
                                      </p:cBhvr>
                                      <p:tavLst>
                                        <p:tav tm="0">
                                          <p:val>
                                            <p:fltVal val="0"/>
                                          </p:val>
                                        </p:tav>
                                        <p:tav tm="100000">
                                          <p:val>
                                            <p:strVal val="#ppt_h"/>
                                          </p:val>
                                        </p:tav>
                                      </p:tavLst>
                                    </p:anim>
                                    <p:animEffect transition="in" filter="fade">
                                      <p:cBhvr>
                                        <p:cTn id="7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p:bldP spid="33" grpId="0"/>
      <p:bldP spid="34" grpId="0"/>
      <p:bldP spid="35" grpId="0"/>
      <p:bldP spid="36" grpId="0"/>
      <p:bldP spid="37" grpId="0"/>
      <p:bldP spid="38" grpId="0"/>
      <p:bldP spid="39" grpId="0"/>
      <p:bldP spid="40" grpId="0"/>
      <p:bldP spid="4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txBox="1">
            <a:spLocks/>
          </p:cNvSpPr>
          <p:nvPr/>
        </p:nvSpPr>
        <p:spPr>
          <a:xfrm>
            <a:off x="2386094" y="205978"/>
            <a:ext cx="2796519" cy="361259"/>
          </a:xfrm>
          <a:prstGeom prst="rect">
            <a:avLst/>
          </a:prstGeom>
        </p:spPr>
        <p:txBody>
          <a:bodyPr/>
          <a:lstStyle>
            <a:lvl1pPr algn="l" defTabSz="685800" rtl="0" eaLnBrk="1" latinLnBrk="0" hangingPunct="1">
              <a:lnSpc>
                <a:spcPct val="90000"/>
              </a:lnSpc>
              <a:spcBef>
                <a:spcPct val="0"/>
              </a:spcBef>
              <a:buNone/>
              <a:defRPr sz="1600" b="0" kern="1200">
                <a:solidFill>
                  <a:srgbClr val="613620"/>
                </a:solidFill>
                <a:latin typeface="+mj-lt"/>
                <a:ea typeface="+mj-ea"/>
                <a:cs typeface="+mj-cs"/>
              </a:defRPr>
            </a:lvl1pPr>
          </a:lstStyle>
          <a:p>
            <a:pPr defTabSz="514350"/>
            <a:r>
              <a:rPr lang="en-US" altLang="zh-CN" sz="1200">
                <a:latin typeface="Calibri"/>
                <a:ea typeface="微软雅黑"/>
              </a:rPr>
              <a:t>2.3 </a:t>
            </a:r>
            <a:r>
              <a:rPr lang="zh-CN" altLang="en-US" sz="1200">
                <a:latin typeface="Calibri"/>
                <a:ea typeface="微软雅黑"/>
              </a:rPr>
              <a:t>市场概述</a:t>
            </a:r>
          </a:p>
        </p:txBody>
      </p:sp>
      <p:pic>
        <p:nvPicPr>
          <p:cNvPr id="14" name="图片 13"/>
          <p:cNvPicPr>
            <a:picLocks noChangeAspect="1"/>
          </p:cNvPicPr>
          <p:nvPr/>
        </p:nvPicPr>
        <p:blipFill rotWithShape="1">
          <a:blip r:embed="rId3">
            <a:extLst>
              <a:ext uri="{28A0092B-C50C-407E-A947-70E740481C1C}">
                <a14:useLocalDpi xmlns:a14="http://schemas.microsoft.com/office/drawing/2010/main" val="0"/>
              </a:ext>
            </a:extLst>
          </a:blip>
          <a:srcRect l="6089" t="3668" r="2106" b="4528"/>
          <a:stretch/>
        </p:blipFill>
        <p:spPr>
          <a:xfrm>
            <a:off x="2047874" y="-1"/>
            <a:ext cx="5143502" cy="5143502"/>
          </a:xfrm>
          <a:prstGeom prst="rect">
            <a:avLst/>
          </a:prstGeom>
        </p:spPr>
      </p:pic>
      <p:sp>
        <p:nvSpPr>
          <p:cNvPr id="15" name="矩形 14"/>
          <p:cNvSpPr/>
          <p:nvPr/>
        </p:nvSpPr>
        <p:spPr>
          <a:xfrm>
            <a:off x="2047874" y="-1"/>
            <a:ext cx="5143502" cy="5143501"/>
          </a:xfrm>
          <a:prstGeom prst="rect">
            <a:avLst/>
          </a:prstGeom>
          <a:solidFill>
            <a:srgbClr val="C51729">
              <a:alpha val="80000"/>
            </a:srgbClr>
          </a:solidFill>
          <a:ln w="12700" cap="flat" cmpd="sng" algn="ctr">
            <a:noFill/>
            <a:prstDash val="solid"/>
            <a:miter lim="800000"/>
          </a:ln>
          <a:effectLst/>
        </p:spPr>
        <p:txBody>
          <a:bodyPr rtlCol="0" anchor="ctr"/>
          <a:lstStyle/>
          <a:p>
            <a:pPr algn="ctr" defTabSz="514350"/>
            <a:endParaRPr lang="zh-CN" altLang="en-US" sz="1013" kern="0">
              <a:solidFill>
                <a:prstClr val="white"/>
              </a:solidFill>
              <a:latin typeface="Calibri Light"/>
            </a:endParaRPr>
          </a:p>
        </p:txBody>
      </p:sp>
      <p:sp>
        <p:nvSpPr>
          <p:cNvPr id="16" name="Rectangle 5"/>
          <p:cNvSpPr/>
          <p:nvPr/>
        </p:nvSpPr>
        <p:spPr>
          <a:xfrm>
            <a:off x="2510042" y="246749"/>
            <a:ext cx="4046202" cy="4551976"/>
          </a:xfrm>
          <a:prstGeom prst="rect">
            <a:avLst/>
          </a:prstGeom>
          <a:noFill/>
          <a:ln w="127000" cap="flat" cmpd="sng" algn="ctr">
            <a:solidFill>
              <a:srgbClr val="FFFFFF">
                <a:alpha val="60000"/>
              </a:srgbClr>
            </a:solidFill>
            <a:prstDash val="solid"/>
            <a:miter lim="800000"/>
          </a:ln>
          <a:effectLst/>
        </p:spPr>
        <p:txBody>
          <a:bodyPr rtlCol="0" anchor="ctr"/>
          <a:lstStyle/>
          <a:p>
            <a:pPr algn="ctr">
              <a:defRPr/>
            </a:pPr>
            <a:endParaRPr lang="en-US" sz="1013" kern="0">
              <a:solidFill>
                <a:srgbClr val="FFFFFF"/>
              </a:solidFill>
              <a:latin typeface="微软雅黑"/>
              <a:ea typeface="Microsoft YaHei UI"/>
            </a:endParaRPr>
          </a:p>
        </p:txBody>
      </p:sp>
      <p:sp>
        <p:nvSpPr>
          <p:cNvPr id="17" name="Title 2"/>
          <p:cNvSpPr txBox="1">
            <a:spLocks/>
          </p:cNvSpPr>
          <p:nvPr/>
        </p:nvSpPr>
        <p:spPr>
          <a:xfrm>
            <a:off x="2809348" y="1008643"/>
            <a:ext cx="3641214" cy="1374182"/>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3200" kern="1200">
                <a:solidFill>
                  <a:schemeClr val="bg2">
                    <a:lumMod val="50000"/>
                  </a:schemeClr>
                </a:solidFill>
                <a:latin typeface="+mj-lt"/>
                <a:ea typeface="+mj-ea"/>
                <a:cs typeface="+mj-cs"/>
              </a:defRPr>
            </a:lvl1pPr>
          </a:lstStyle>
          <a:p>
            <a:pPr algn="ctr"/>
            <a:endParaRPr lang="en-US" sz="2400" b="1">
              <a:solidFill>
                <a:srgbClr val="FFFFFF"/>
              </a:solidFill>
              <a:latin typeface="微软雅黑"/>
              <a:ea typeface="Microsoft YaHei UI"/>
            </a:endParaRPr>
          </a:p>
        </p:txBody>
      </p:sp>
      <p:sp>
        <p:nvSpPr>
          <p:cNvPr id="18" name="TextBox 14"/>
          <p:cNvSpPr txBox="1"/>
          <p:nvPr/>
        </p:nvSpPr>
        <p:spPr>
          <a:xfrm>
            <a:off x="2934310" y="3028726"/>
            <a:ext cx="3197665" cy="1131079"/>
          </a:xfrm>
          <a:prstGeom prst="rect">
            <a:avLst/>
          </a:prstGeom>
          <a:noFill/>
        </p:spPr>
        <p:txBody>
          <a:bodyPr wrap="square" lIns="0" rtlCol="0">
            <a:spAutoFit/>
          </a:bodyPr>
          <a:lstStyle/>
          <a:p>
            <a:pPr algn="ctr">
              <a:lnSpc>
                <a:spcPct val="125000"/>
              </a:lnSpc>
            </a:pPr>
            <a:r>
              <a:rPr lang="zh-CN" altLang="en-US" sz="5400" dirty="0">
                <a:solidFill>
                  <a:srgbClr val="FFFFFF"/>
                </a:solidFill>
                <a:latin typeface="★日文毛笔" panose="02000609000000000000" pitchFamily="49" charset="-128"/>
                <a:ea typeface="★日文毛笔" panose="02000609000000000000" pitchFamily="49" charset="-128"/>
              </a:rPr>
              <a:t>五四青年</a:t>
            </a:r>
            <a:endParaRPr lang="en-US" sz="5400" dirty="0">
              <a:solidFill>
                <a:srgbClr val="FFFFFF"/>
              </a:solidFill>
              <a:latin typeface="★日文毛笔" panose="02000609000000000000" pitchFamily="49" charset="-128"/>
              <a:ea typeface="★日文毛笔" panose="02000609000000000000" pitchFamily="49" charset="-128"/>
            </a:endParaRPr>
          </a:p>
        </p:txBody>
      </p:sp>
      <p:sp>
        <p:nvSpPr>
          <p:cNvPr id="19" name="矩形 18"/>
          <p:cNvSpPr/>
          <p:nvPr/>
        </p:nvSpPr>
        <p:spPr>
          <a:xfrm>
            <a:off x="3404254" y="771730"/>
            <a:ext cx="2727721" cy="2169825"/>
          </a:xfrm>
          <a:prstGeom prst="rect">
            <a:avLst/>
          </a:prstGeom>
        </p:spPr>
        <p:txBody>
          <a:bodyPr wrap="square">
            <a:spAutoFit/>
          </a:bodyPr>
          <a:lstStyle/>
          <a:p>
            <a:pPr algn="ctr" defTabSz="514350"/>
            <a:r>
              <a:rPr lang="en-US" altLang="zh-CN" sz="13500" b="1" dirty="0">
                <a:solidFill>
                  <a:srgbClr val="FFFFFF"/>
                </a:solidFill>
                <a:latin typeface="微软雅黑"/>
                <a:ea typeface="Microsoft YaHei UI"/>
              </a:rPr>
              <a:t>01</a:t>
            </a:r>
          </a:p>
        </p:txBody>
      </p:sp>
      <p:cxnSp>
        <p:nvCxnSpPr>
          <p:cNvPr id="20" name="直接连接符 19"/>
          <p:cNvCxnSpPr>
            <a:cxnSpLocks/>
          </p:cNvCxnSpPr>
          <p:nvPr/>
        </p:nvCxnSpPr>
        <p:spPr>
          <a:xfrm>
            <a:off x="3792313" y="2824231"/>
            <a:ext cx="1481660" cy="1"/>
          </a:xfrm>
          <a:prstGeom prst="line">
            <a:avLst/>
          </a:prstGeom>
          <a:noFill/>
          <a:ln w="6350" cap="flat" cmpd="sng" algn="ctr">
            <a:solidFill>
              <a:sysClr val="window" lastClr="FFFFFF"/>
            </a:solidFill>
            <a:prstDash val="solid"/>
            <a:miter lim="800000"/>
          </a:ln>
          <a:effectLst/>
        </p:spPr>
      </p:cxnSp>
    </p:spTree>
    <p:extLst>
      <p:ext uri="{BB962C8B-B14F-4D97-AF65-F5344CB8AC3E}">
        <p14:creationId xmlns:p14="http://schemas.microsoft.com/office/powerpoint/2010/main" val="11739875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nodePh="1">
                                  <p:stCondLst>
                                    <p:cond delay="0"/>
                                  </p:stCondLst>
                                  <p:endCondLst>
                                    <p:cond evt="begin" delay="0">
                                      <p:tn val="21"/>
                                    </p:cond>
                                  </p:end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6" grpId="0" animBg="1"/>
      <p:bldP spid="17"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30" name="对角圆角矩形 3"/>
          <p:cNvSpPr/>
          <p:nvPr/>
        </p:nvSpPr>
        <p:spPr>
          <a:xfrm>
            <a:off x="1187624" y="843558"/>
            <a:ext cx="1368152" cy="1656184"/>
          </a:xfrm>
          <a:prstGeom prst="round2DiagRect">
            <a:avLst/>
          </a:prstGeom>
          <a:blipFill dpi="0" rotWithShape="1">
            <a:blip r:embed="rId4">
              <a:extLst>
                <a:ext uri="{28A0092B-C50C-407E-A947-70E740481C1C}">
                  <a14:useLocalDpi xmlns:a14="http://schemas.microsoft.com/office/drawing/2010/main" val="0"/>
                </a:ext>
              </a:extLst>
            </a:blip>
            <a:srcRect/>
            <a:stretch>
              <a:fillRect l="-94046" t="-2047" b="-14713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对角圆角矩形 4"/>
          <p:cNvSpPr/>
          <p:nvPr/>
        </p:nvSpPr>
        <p:spPr>
          <a:xfrm>
            <a:off x="3011827" y="843558"/>
            <a:ext cx="1368152" cy="1656184"/>
          </a:xfrm>
          <a:prstGeom prst="round2DiagRect">
            <a:avLst/>
          </a:prstGeom>
          <a:blipFill dpi="0" rotWithShape="1">
            <a:blip r:embed="rId5" cstate="print">
              <a:extLst>
                <a:ext uri="{28A0092B-C50C-407E-A947-70E740481C1C}">
                  <a14:useLocalDpi xmlns:a14="http://schemas.microsoft.com/office/drawing/2010/main" val="0"/>
                </a:ext>
              </a:extLst>
            </a:blip>
            <a:srcRect/>
            <a:stretch>
              <a:fillRect l="-24053" t="-7362" r="-24053" b="-6255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TextBox 3"/>
          <p:cNvSpPr>
            <a:spLocks noChangeArrowheads="1"/>
          </p:cNvSpPr>
          <p:nvPr/>
        </p:nvSpPr>
        <p:spPr bwMode="auto">
          <a:xfrm>
            <a:off x="1187624" y="2787774"/>
            <a:ext cx="2016224" cy="164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1400" b="1" dirty="0">
                <a:latin typeface="微软雅黑" pitchFamily="34" charset="-122"/>
                <a:ea typeface="微软雅黑" pitchFamily="34" charset="-122"/>
                <a:cs typeface="Arial" panose="020B0604020202020204" pitchFamily="34" charset="0"/>
              </a:rPr>
              <a:t>输入名字</a:t>
            </a:r>
            <a:endParaRPr lang="en-US" altLang="zh-CN" sz="1400" b="1" dirty="0">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这里输入主要供职经历</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个人发展历程</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曾经供职过的公司</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服务过哪些大品牌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基本的项目经验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个人打基本观点座右铭</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p:txBody>
      </p:sp>
      <p:sp>
        <p:nvSpPr>
          <p:cNvPr id="33" name="TextBox 3"/>
          <p:cNvSpPr>
            <a:spLocks noChangeArrowheads="1"/>
          </p:cNvSpPr>
          <p:nvPr/>
        </p:nvSpPr>
        <p:spPr bwMode="auto">
          <a:xfrm>
            <a:off x="3011827" y="2787774"/>
            <a:ext cx="2016224" cy="164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1400" b="1" dirty="0">
                <a:latin typeface="微软雅黑" pitchFamily="34" charset="-122"/>
                <a:ea typeface="微软雅黑" pitchFamily="34" charset="-122"/>
                <a:cs typeface="Arial" panose="020B0604020202020204" pitchFamily="34" charset="0"/>
              </a:rPr>
              <a:t>输入名字</a:t>
            </a:r>
            <a:endParaRPr lang="en-US" altLang="zh-CN" sz="1400" b="1" dirty="0">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这里输入主要供职经历</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个人发展历程</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曾经供职过的公司</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服务过哪些大品牌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基本的项目经验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个人打基本观点座右铭</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p:txBody>
      </p:sp>
      <p:sp>
        <p:nvSpPr>
          <p:cNvPr id="34" name="TextBox 3"/>
          <p:cNvSpPr>
            <a:spLocks noChangeArrowheads="1"/>
          </p:cNvSpPr>
          <p:nvPr/>
        </p:nvSpPr>
        <p:spPr bwMode="auto">
          <a:xfrm>
            <a:off x="4836030" y="2787774"/>
            <a:ext cx="2016224" cy="164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1400" b="1" dirty="0">
                <a:latin typeface="微软雅黑" pitchFamily="34" charset="-122"/>
                <a:ea typeface="微软雅黑" pitchFamily="34" charset="-122"/>
                <a:cs typeface="Arial" panose="020B0604020202020204" pitchFamily="34" charset="0"/>
              </a:rPr>
              <a:t>输入名字</a:t>
            </a:r>
            <a:endParaRPr lang="en-US" altLang="zh-CN" sz="1400" b="1" dirty="0">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这里输入主要供职经历</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个人发展历程</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曾经供职过的公司</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服务过哪些大品牌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基本的项目经验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个人打基本观点座右铭</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p:txBody>
      </p:sp>
      <p:sp>
        <p:nvSpPr>
          <p:cNvPr id="35" name="TextBox 3"/>
          <p:cNvSpPr>
            <a:spLocks noChangeArrowheads="1"/>
          </p:cNvSpPr>
          <p:nvPr/>
        </p:nvSpPr>
        <p:spPr bwMode="auto">
          <a:xfrm>
            <a:off x="6660232" y="2787774"/>
            <a:ext cx="2016224" cy="164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zh-CN" altLang="en-US" sz="1400" b="1" dirty="0">
                <a:latin typeface="微软雅黑" pitchFamily="34" charset="-122"/>
                <a:ea typeface="微软雅黑" pitchFamily="34" charset="-122"/>
                <a:cs typeface="Arial" panose="020B0604020202020204" pitchFamily="34" charset="0"/>
              </a:rPr>
              <a:t>输入名字</a:t>
            </a:r>
            <a:endParaRPr lang="en-US" altLang="zh-CN" sz="1400" b="1" dirty="0">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这里输入主要供职经历</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rPr>
              <a:t>个人发展历程</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曾经供职过的公司</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服务过哪些大品牌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基本的项目经验</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a:p>
            <a:pPr algn="just">
              <a:lnSpc>
                <a:spcPct val="150000"/>
              </a:lnSpc>
            </a:pPr>
            <a:r>
              <a:rPr lang="zh-CN" altLang="en-US"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rPr>
              <a:t>个人打基本观点座右铭</a:t>
            </a:r>
            <a:endParaRPr lang="en-US" altLang="zh-CN" sz="900" dirty="0">
              <a:solidFill>
                <a:schemeClr val="tx1">
                  <a:lumMod val="50000"/>
                  <a:lumOff val="50000"/>
                </a:schemeClr>
              </a:solidFill>
              <a:latin typeface="微软雅黑" pitchFamily="34" charset="-122"/>
              <a:ea typeface="微软雅黑" pitchFamily="34" charset="-122"/>
              <a:cs typeface="Arial" panose="020B0604020202020204" pitchFamily="34" charset="0"/>
              <a:sym typeface="宋体" panose="02010600030101010101" pitchFamily="2" charset="-122"/>
            </a:endParaRPr>
          </a:p>
        </p:txBody>
      </p:sp>
      <p:sp>
        <p:nvSpPr>
          <p:cNvPr id="36" name="对角圆角矩形 12"/>
          <p:cNvSpPr/>
          <p:nvPr/>
        </p:nvSpPr>
        <p:spPr>
          <a:xfrm>
            <a:off x="4836030" y="843558"/>
            <a:ext cx="1368152" cy="1656184"/>
          </a:xfrm>
          <a:prstGeom prst="round2DiagRect">
            <a:avLst/>
          </a:prstGeom>
          <a:blipFill dpi="0" rotWithShape="1">
            <a:blip r:embed="rId4">
              <a:extLst>
                <a:ext uri="{28A0092B-C50C-407E-A947-70E740481C1C}">
                  <a14:useLocalDpi xmlns:a14="http://schemas.microsoft.com/office/drawing/2010/main" val="0"/>
                </a:ext>
              </a:extLst>
            </a:blip>
            <a:srcRect/>
            <a:stretch>
              <a:fillRect l="-94046" t="-2047" b="-14713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对角圆角矩形 13"/>
          <p:cNvSpPr/>
          <p:nvPr/>
        </p:nvSpPr>
        <p:spPr>
          <a:xfrm>
            <a:off x="6660233" y="843558"/>
            <a:ext cx="1368152" cy="1656184"/>
          </a:xfrm>
          <a:prstGeom prst="round2DiagRect">
            <a:avLst/>
          </a:prstGeom>
          <a:blipFill dpi="0" rotWithShape="1">
            <a:blip r:embed="rId5" cstate="print">
              <a:extLst>
                <a:ext uri="{28A0092B-C50C-407E-A947-70E740481C1C}">
                  <a14:useLocalDpi xmlns:a14="http://schemas.microsoft.com/office/drawing/2010/main" val="0"/>
                </a:ext>
              </a:extLst>
            </a:blip>
            <a:srcRect/>
            <a:stretch>
              <a:fillRect l="-24053" t="-7362" r="-24053" b="-6255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p:nvCxnSpPr>
        <p:spPr>
          <a:xfrm>
            <a:off x="0" y="2719958"/>
            <a:ext cx="914400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9" name="椭圆 38"/>
          <p:cNvSpPr>
            <a:spLocks noChangeAspect="1"/>
          </p:cNvSpPr>
          <p:nvPr/>
        </p:nvSpPr>
        <p:spPr>
          <a:xfrm>
            <a:off x="1134596" y="2656958"/>
            <a:ext cx="126000" cy="126000"/>
          </a:xfrm>
          <a:prstGeom prst="ellipse">
            <a:avLst/>
          </a:prstGeom>
          <a:solidFill>
            <a:srgbClr val="CA2C3B"/>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40" name="椭圆 39"/>
          <p:cNvSpPr>
            <a:spLocks noChangeAspect="1"/>
          </p:cNvSpPr>
          <p:nvPr/>
        </p:nvSpPr>
        <p:spPr>
          <a:xfrm>
            <a:off x="2948827" y="2656958"/>
            <a:ext cx="126000" cy="126000"/>
          </a:xfrm>
          <a:prstGeom prst="ellipse">
            <a:avLst/>
          </a:prstGeom>
          <a:solidFill>
            <a:srgbClr val="CA2C3B"/>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41" name="椭圆 40"/>
          <p:cNvSpPr>
            <a:spLocks noChangeAspect="1"/>
          </p:cNvSpPr>
          <p:nvPr/>
        </p:nvSpPr>
        <p:spPr>
          <a:xfrm>
            <a:off x="4773030" y="2656958"/>
            <a:ext cx="126000" cy="126000"/>
          </a:xfrm>
          <a:prstGeom prst="ellipse">
            <a:avLst/>
          </a:prstGeom>
          <a:solidFill>
            <a:srgbClr val="CA2C3B"/>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42" name="椭圆 41"/>
          <p:cNvSpPr>
            <a:spLocks noChangeAspect="1"/>
          </p:cNvSpPr>
          <p:nvPr/>
        </p:nvSpPr>
        <p:spPr>
          <a:xfrm>
            <a:off x="6597232" y="2656958"/>
            <a:ext cx="126000" cy="126000"/>
          </a:xfrm>
          <a:prstGeom prst="ellipse">
            <a:avLst/>
          </a:prstGeom>
          <a:solidFill>
            <a:srgbClr val="CA2C3B"/>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nvGrpSpPr>
          <p:cNvPr id="43" name="组合 42"/>
          <p:cNvGrpSpPr/>
          <p:nvPr/>
        </p:nvGrpSpPr>
        <p:grpSpPr>
          <a:xfrm>
            <a:off x="0" y="2656958"/>
            <a:ext cx="1260596" cy="126000"/>
            <a:chOff x="0" y="2656958"/>
            <a:chExt cx="1260596" cy="126000"/>
          </a:xfrm>
          <a:solidFill>
            <a:srgbClr val="CA2C3B"/>
          </a:solidFill>
        </p:grpSpPr>
        <p:cxnSp>
          <p:nvCxnSpPr>
            <p:cNvPr id="44" name="直接连接符 43"/>
            <p:cNvCxnSpPr>
              <a:endCxn id="39" idx="2"/>
            </p:cNvCxnSpPr>
            <p:nvPr/>
          </p:nvCxnSpPr>
          <p:spPr>
            <a:xfrm>
              <a:off x="0" y="2719958"/>
              <a:ext cx="1134596" cy="0"/>
            </a:xfrm>
            <a:prstGeom prst="line">
              <a:avLst/>
            </a:prstGeom>
            <a:grpFill/>
            <a:ln>
              <a:solidFill>
                <a:srgbClr val="C00000"/>
              </a:solidFill>
            </a:ln>
          </p:spPr>
          <p:style>
            <a:lnRef idx="1">
              <a:schemeClr val="accent1"/>
            </a:lnRef>
            <a:fillRef idx="0">
              <a:schemeClr val="accent1"/>
            </a:fillRef>
            <a:effectRef idx="0">
              <a:schemeClr val="accent1"/>
            </a:effectRef>
            <a:fontRef idx="minor">
              <a:schemeClr val="tx1"/>
            </a:fontRef>
          </p:style>
        </p:cxnSp>
        <p:sp>
          <p:nvSpPr>
            <p:cNvPr id="45" name="椭圆 44"/>
            <p:cNvSpPr>
              <a:spLocks noChangeAspect="1"/>
            </p:cNvSpPr>
            <p:nvPr/>
          </p:nvSpPr>
          <p:spPr>
            <a:xfrm>
              <a:off x="1134596" y="2656958"/>
              <a:ext cx="126000" cy="126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Tree>
    <p:extLst>
      <p:ext uri="{BB962C8B-B14F-4D97-AF65-F5344CB8AC3E}">
        <p14:creationId xmlns:p14="http://schemas.microsoft.com/office/powerpoint/2010/main" val="123071794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par>
                          <p:cTn id="8" fill="hold">
                            <p:stCondLst>
                              <p:cond delay="500"/>
                            </p:stCondLst>
                            <p:childTnLst>
                              <p:par>
                                <p:cTn id="9" presetID="23" presetClass="entr" presetSubtype="32"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p:cTn id="11" dur="500" fill="hold"/>
                                        <p:tgtEl>
                                          <p:spTgt spid="39"/>
                                        </p:tgtEl>
                                        <p:attrNameLst>
                                          <p:attrName>ppt_w</p:attrName>
                                        </p:attrNameLst>
                                      </p:cBhvr>
                                      <p:tavLst>
                                        <p:tav tm="0">
                                          <p:val>
                                            <p:strVal val="4*#ppt_w"/>
                                          </p:val>
                                        </p:tav>
                                        <p:tav tm="100000">
                                          <p:val>
                                            <p:strVal val="#ppt_w"/>
                                          </p:val>
                                        </p:tav>
                                      </p:tavLst>
                                    </p:anim>
                                    <p:anim calcmode="lin" valueType="num">
                                      <p:cBhvr>
                                        <p:cTn id="12" dur="500" fill="hold"/>
                                        <p:tgtEl>
                                          <p:spTgt spid="39"/>
                                        </p:tgtEl>
                                        <p:attrNameLst>
                                          <p:attrName>ppt_h</p:attrName>
                                        </p:attrNameLst>
                                      </p:cBhvr>
                                      <p:tavLst>
                                        <p:tav tm="0">
                                          <p:val>
                                            <p:strVal val="4*#ppt_h"/>
                                          </p:val>
                                        </p:tav>
                                        <p:tav tm="100000">
                                          <p:val>
                                            <p:strVal val="#ppt_h"/>
                                          </p:val>
                                        </p:tav>
                                      </p:tavLst>
                                    </p:anim>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anim calcmode="lin" valueType="num">
                                      <p:cBhvr>
                                        <p:cTn id="17" dur="500" fill="hold"/>
                                        <p:tgtEl>
                                          <p:spTgt spid="32"/>
                                        </p:tgtEl>
                                        <p:attrNameLst>
                                          <p:attrName>ppt_x</p:attrName>
                                        </p:attrNameLst>
                                      </p:cBhvr>
                                      <p:tavLst>
                                        <p:tav tm="0">
                                          <p:val>
                                            <p:strVal val="#ppt_x"/>
                                          </p:val>
                                        </p:tav>
                                        <p:tav tm="100000">
                                          <p:val>
                                            <p:strVal val="#ppt_x"/>
                                          </p:val>
                                        </p:tav>
                                      </p:tavLst>
                                    </p:anim>
                                    <p:anim calcmode="lin" valueType="num">
                                      <p:cBhvr>
                                        <p:cTn id="18" dur="500" fill="hold"/>
                                        <p:tgtEl>
                                          <p:spTgt spid="32"/>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anim calcmode="lin" valueType="num">
                                      <p:cBhvr>
                                        <p:cTn id="22" dur="500" fill="hold"/>
                                        <p:tgtEl>
                                          <p:spTgt spid="30"/>
                                        </p:tgtEl>
                                        <p:attrNameLst>
                                          <p:attrName>ppt_x</p:attrName>
                                        </p:attrNameLst>
                                      </p:cBhvr>
                                      <p:tavLst>
                                        <p:tav tm="0">
                                          <p:val>
                                            <p:strVal val="#ppt_x"/>
                                          </p:val>
                                        </p:tav>
                                        <p:tav tm="100000">
                                          <p:val>
                                            <p:strVal val="#ppt_x"/>
                                          </p:val>
                                        </p:tav>
                                      </p:tavLst>
                                    </p:anim>
                                    <p:anim calcmode="lin" valueType="num">
                                      <p:cBhvr>
                                        <p:cTn id="23" dur="500" fill="hold"/>
                                        <p:tgtEl>
                                          <p:spTgt spid="30"/>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23" presetClass="entr" presetSubtype="32" fill="hold" grpId="0" nodeType="after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p:cTn id="27" dur="500" fill="hold"/>
                                        <p:tgtEl>
                                          <p:spTgt spid="40"/>
                                        </p:tgtEl>
                                        <p:attrNameLst>
                                          <p:attrName>ppt_w</p:attrName>
                                        </p:attrNameLst>
                                      </p:cBhvr>
                                      <p:tavLst>
                                        <p:tav tm="0">
                                          <p:val>
                                            <p:strVal val="4*#ppt_w"/>
                                          </p:val>
                                        </p:tav>
                                        <p:tav tm="100000">
                                          <p:val>
                                            <p:strVal val="#ppt_w"/>
                                          </p:val>
                                        </p:tav>
                                      </p:tavLst>
                                    </p:anim>
                                    <p:anim calcmode="lin" valueType="num">
                                      <p:cBhvr>
                                        <p:cTn id="28" dur="500" fill="hold"/>
                                        <p:tgtEl>
                                          <p:spTgt spid="40"/>
                                        </p:tgtEl>
                                        <p:attrNameLst>
                                          <p:attrName>ppt_h</p:attrName>
                                        </p:attrNameLst>
                                      </p:cBhvr>
                                      <p:tavLst>
                                        <p:tav tm="0">
                                          <p:val>
                                            <p:strVal val="4*#ppt_h"/>
                                          </p:val>
                                        </p:tav>
                                        <p:tav tm="100000">
                                          <p:val>
                                            <p:strVal val="#ppt_h"/>
                                          </p:val>
                                        </p:tav>
                                      </p:tavLst>
                                    </p:anim>
                                  </p:childTnLst>
                                </p:cTn>
                              </p:par>
                            </p:childTnLst>
                          </p:cTn>
                        </p:par>
                        <p:par>
                          <p:cTn id="29" fill="hold">
                            <p:stCondLst>
                              <p:cond delay="2000"/>
                            </p:stCondLst>
                            <p:childTnLst>
                              <p:par>
                                <p:cTn id="30" presetID="47"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anim calcmode="lin" valueType="num">
                                      <p:cBhvr>
                                        <p:cTn id="33" dur="500" fill="hold"/>
                                        <p:tgtEl>
                                          <p:spTgt spid="33"/>
                                        </p:tgtEl>
                                        <p:attrNameLst>
                                          <p:attrName>ppt_x</p:attrName>
                                        </p:attrNameLst>
                                      </p:cBhvr>
                                      <p:tavLst>
                                        <p:tav tm="0">
                                          <p:val>
                                            <p:strVal val="#ppt_x"/>
                                          </p:val>
                                        </p:tav>
                                        <p:tav tm="100000">
                                          <p:val>
                                            <p:strVal val="#ppt_x"/>
                                          </p:val>
                                        </p:tav>
                                      </p:tavLst>
                                    </p:anim>
                                    <p:anim calcmode="lin" valueType="num">
                                      <p:cBhvr>
                                        <p:cTn id="34" dur="500" fill="hold"/>
                                        <p:tgtEl>
                                          <p:spTgt spid="3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anim calcmode="lin" valueType="num">
                                      <p:cBhvr>
                                        <p:cTn id="38" dur="500" fill="hold"/>
                                        <p:tgtEl>
                                          <p:spTgt spid="31"/>
                                        </p:tgtEl>
                                        <p:attrNameLst>
                                          <p:attrName>ppt_x</p:attrName>
                                        </p:attrNameLst>
                                      </p:cBhvr>
                                      <p:tavLst>
                                        <p:tav tm="0">
                                          <p:val>
                                            <p:strVal val="#ppt_x"/>
                                          </p:val>
                                        </p:tav>
                                        <p:tav tm="100000">
                                          <p:val>
                                            <p:strVal val="#ppt_x"/>
                                          </p:val>
                                        </p:tav>
                                      </p:tavLst>
                                    </p:anim>
                                    <p:anim calcmode="lin" valueType="num">
                                      <p:cBhvr>
                                        <p:cTn id="39" dur="500" fill="hold"/>
                                        <p:tgtEl>
                                          <p:spTgt spid="31"/>
                                        </p:tgtEl>
                                        <p:attrNameLst>
                                          <p:attrName>ppt_y</p:attrName>
                                        </p:attrNameLst>
                                      </p:cBhvr>
                                      <p:tavLst>
                                        <p:tav tm="0">
                                          <p:val>
                                            <p:strVal val="#ppt_y+.1"/>
                                          </p:val>
                                        </p:tav>
                                        <p:tav tm="100000">
                                          <p:val>
                                            <p:strVal val="#ppt_y"/>
                                          </p:val>
                                        </p:tav>
                                      </p:tavLst>
                                    </p:anim>
                                  </p:childTnLst>
                                </p:cTn>
                              </p:par>
                            </p:childTnLst>
                          </p:cTn>
                        </p:par>
                        <p:par>
                          <p:cTn id="40" fill="hold">
                            <p:stCondLst>
                              <p:cond delay="2500"/>
                            </p:stCondLst>
                            <p:childTnLst>
                              <p:par>
                                <p:cTn id="41" presetID="23" presetClass="entr" presetSubtype="32"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anim calcmode="lin" valueType="num">
                                      <p:cBhvr>
                                        <p:cTn id="43" dur="500" fill="hold"/>
                                        <p:tgtEl>
                                          <p:spTgt spid="41"/>
                                        </p:tgtEl>
                                        <p:attrNameLst>
                                          <p:attrName>ppt_w</p:attrName>
                                        </p:attrNameLst>
                                      </p:cBhvr>
                                      <p:tavLst>
                                        <p:tav tm="0">
                                          <p:val>
                                            <p:strVal val="4*#ppt_w"/>
                                          </p:val>
                                        </p:tav>
                                        <p:tav tm="100000">
                                          <p:val>
                                            <p:strVal val="#ppt_w"/>
                                          </p:val>
                                        </p:tav>
                                      </p:tavLst>
                                    </p:anim>
                                    <p:anim calcmode="lin" valueType="num">
                                      <p:cBhvr>
                                        <p:cTn id="44" dur="500" fill="hold"/>
                                        <p:tgtEl>
                                          <p:spTgt spid="41"/>
                                        </p:tgtEl>
                                        <p:attrNameLst>
                                          <p:attrName>ppt_h</p:attrName>
                                        </p:attrNameLst>
                                      </p:cBhvr>
                                      <p:tavLst>
                                        <p:tav tm="0">
                                          <p:val>
                                            <p:strVal val="4*#ppt_h"/>
                                          </p:val>
                                        </p:tav>
                                        <p:tav tm="100000">
                                          <p:val>
                                            <p:strVal val="#ppt_h"/>
                                          </p:val>
                                        </p:tav>
                                      </p:tavLst>
                                    </p:anim>
                                  </p:childTnLst>
                                </p:cTn>
                              </p:par>
                            </p:childTnLst>
                          </p:cTn>
                        </p:par>
                        <p:par>
                          <p:cTn id="45" fill="hold">
                            <p:stCondLst>
                              <p:cond delay="3000"/>
                            </p:stCondLst>
                            <p:childTnLst>
                              <p:par>
                                <p:cTn id="46" presetID="47" presetClass="entr" presetSubtype="0" fill="hold" grpId="0" nodeType="after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anim calcmode="lin" valueType="num">
                                      <p:cBhvr>
                                        <p:cTn id="49" dur="500" fill="hold"/>
                                        <p:tgtEl>
                                          <p:spTgt spid="34"/>
                                        </p:tgtEl>
                                        <p:attrNameLst>
                                          <p:attrName>ppt_x</p:attrName>
                                        </p:attrNameLst>
                                      </p:cBhvr>
                                      <p:tavLst>
                                        <p:tav tm="0">
                                          <p:val>
                                            <p:strVal val="#ppt_x"/>
                                          </p:val>
                                        </p:tav>
                                        <p:tav tm="100000">
                                          <p:val>
                                            <p:strVal val="#ppt_x"/>
                                          </p:val>
                                        </p:tav>
                                      </p:tavLst>
                                    </p:anim>
                                    <p:anim calcmode="lin" valueType="num">
                                      <p:cBhvr>
                                        <p:cTn id="50" dur="500" fill="hold"/>
                                        <p:tgtEl>
                                          <p:spTgt spid="3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anim calcmode="lin" valueType="num">
                                      <p:cBhvr>
                                        <p:cTn id="54" dur="500" fill="hold"/>
                                        <p:tgtEl>
                                          <p:spTgt spid="36"/>
                                        </p:tgtEl>
                                        <p:attrNameLst>
                                          <p:attrName>ppt_x</p:attrName>
                                        </p:attrNameLst>
                                      </p:cBhvr>
                                      <p:tavLst>
                                        <p:tav tm="0">
                                          <p:val>
                                            <p:strVal val="#ppt_x"/>
                                          </p:val>
                                        </p:tav>
                                        <p:tav tm="100000">
                                          <p:val>
                                            <p:strVal val="#ppt_x"/>
                                          </p:val>
                                        </p:tav>
                                      </p:tavLst>
                                    </p:anim>
                                    <p:anim calcmode="lin" valueType="num">
                                      <p:cBhvr>
                                        <p:cTn id="55" dur="500" fill="hold"/>
                                        <p:tgtEl>
                                          <p:spTgt spid="36"/>
                                        </p:tgtEl>
                                        <p:attrNameLst>
                                          <p:attrName>ppt_y</p:attrName>
                                        </p:attrNameLst>
                                      </p:cBhvr>
                                      <p:tavLst>
                                        <p:tav tm="0">
                                          <p:val>
                                            <p:strVal val="#ppt_y+.1"/>
                                          </p:val>
                                        </p:tav>
                                        <p:tav tm="100000">
                                          <p:val>
                                            <p:strVal val="#ppt_y"/>
                                          </p:val>
                                        </p:tav>
                                      </p:tavLst>
                                    </p:anim>
                                  </p:childTnLst>
                                </p:cTn>
                              </p:par>
                            </p:childTnLst>
                          </p:cTn>
                        </p:par>
                        <p:par>
                          <p:cTn id="56" fill="hold">
                            <p:stCondLst>
                              <p:cond delay="3500"/>
                            </p:stCondLst>
                            <p:childTnLst>
                              <p:par>
                                <p:cTn id="57" presetID="23" presetClass="entr" presetSubtype="32" fill="hold" grpId="0" nodeType="afterEffect">
                                  <p:stCondLst>
                                    <p:cond delay="0"/>
                                  </p:stCondLst>
                                  <p:childTnLst>
                                    <p:set>
                                      <p:cBhvr>
                                        <p:cTn id="58" dur="1" fill="hold">
                                          <p:stCondLst>
                                            <p:cond delay="0"/>
                                          </p:stCondLst>
                                        </p:cTn>
                                        <p:tgtEl>
                                          <p:spTgt spid="42"/>
                                        </p:tgtEl>
                                        <p:attrNameLst>
                                          <p:attrName>style.visibility</p:attrName>
                                        </p:attrNameLst>
                                      </p:cBhvr>
                                      <p:to>
                                        <p:strVal val="visible"/>
                                      </p:to>
                                    </p:set>
                                    <p:anim calcmode="lin" valueType="num">
                                      <p:cBhvr>
                                        <p:cTn id="59" dur="500" fill="hold"/>
                                        <p:tgtEl>
                                          <p:spTgt spid="42"/>
                                        </p:tgtEl>
                                        <p:attrNameLst>
                                          <p:attrName>ppt_w</p:attrName>
                                        </p:attrNameLst>
                                      </p:cBhvr>
                                      <p:tavLst>
                                        <p:tav tm="0">
                                          <p:val>
                                            <p:strVal val="4*#ppt_w"/>
                                          </p:val>
                                        </p:tav>
                                        <p:tav tm="100000">
                                          <p:val>
                                            <p:strVal val="#ppt_w"/>
                                          </p:val>
                                        </p:tav>
                                      </p:tavLst>
                                    </p:anim>
                                    <p:anim calcmode="lin" valueType="num">
                                      <p:cBhvr>
                                        <p:cTn id="60" dur="500" fill="hold"/>
                                        <p:tgtEl>
                                          <p:spTgt spid="42"/>
                                        </p:tgtEl>
                                        <p:attrNameLst>
                                          <p:attrName>ppt_h</p:attrName>
                                        </p:attrNameLst>
                                      </p:cBhvr>
                                      <p:tavLst>
                                        <p:tav tm="0">
                                          <p:val>
                                            <p:strVal val="4*#ppt_h"/>
                                          </p:val>
                                        </p:tav>
                                        <p:tav tm="100000">
                                          <p:val>
                                            <p:strVal val="#ppt_h"/>
                                          </p:val>
                                        </p:tav>
                                      </p:tavLst>
                                    </p:anim>
                                  </p:childTnLst>
                                </p:cTn>
                              </p:par>
                            </p:childTnLst>
                          </p:cTn>
                        </p:par>
                        <p:par>
                          <p:cTn id="61" fill="hold">
                            <p:stCondLst>
                              <p:cond delay="4000"/>
                            </p:stCondLst>
                            <p:childTnLst>
                              <p:par>
                                <p:cTn id="62" presetID="47" presetClass="entr" presetSubtype="0" fill="hold" grpId="0" nodeType="after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anim calcmode="lin" valueType="num">
                                      <p:cBhvr>
                                        <p:cTn id="65" dur="500" fill="hold"/>
                                        <p:tgtEl>
                                          <p:spTgt spid="35"/>
                                        </p:tgtEl>
                                        <p:attrNameLst>
                                          <p:attrName>ppt_x</p:attrName>
                                        </p:attrNameLst>
                                      </p:cBhvr>
                                      <p:tavLst>
                                        <p:tav tm="0">
                                          <p:val>
                                            <p:strVal val="#ppt_x"/>
                                          </p:val>
                                        </p:tav>
                                        <p:tav tm="100000">
                                          <p:val>
                                            <p:strVal val="#ppt_x"/>
                                          </p:val>
                                        </p:tav>
                                      </p:tavLst>
                                    </p:anim>
                                    <p:anim calcmode="lin" valueType="num">
                                      <p:cBhvr>
                                        <p:cTn id="66" dur="500" fill="hold"/>
                                        <p:tgtEl>
                                          <p:spTgt spid="3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anim calcmode="lin" valueType="num">
                                      <p:cBhvr>
                                        <p:cTn id="70" dur="500" fill="hold"/>
                                        <p:tgtEl>
                                          <p:spTgt spid="37"/>
                                        </p:tgtEl>
                                        <p:attrNameLst>
                                          <p:attrName>ppt_x</p:attrName>
                                        </p:attrNameLst>
                                      </p:cBhvr>
                                      <p:tavLst>
                                        <p:tav tm="0">
                                          <p:val>
                                            <p:strVal val="#ppt_x"/>
                                          </p:val>
                                        </p:tav>
                                        <p:tav tm="100000">
                                          <p:val>
                                            <p:strVal val="#ppt_x"/>
                                          </p:val>
                                        </p:tav>
                                      </p:tavLst>
                                    </p:anim>
                                    <p:anim calcmode="lin" valueType="num">
                                      <p:cBhvr>
                                        <p:cTn id="71" dur="5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p:bldP spid="33" grpId="0"/>
      <p:bldP spid="34" grpId="0"/>
      <p:bldP spid="35" grpId="0"/>
      <p:bldP spid="36" grpId="0" animBg="1"/>
      <p:bldP spid="37" grpId="0" animBg="1"/>
      <p:bldP spid="39" grpId="0" animBg="1"/>
      <p:bldP spid="40" grpId="0" animBg="1"/>
      <p:bldP spid="41"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227" name="Content Placeholder 2"/>
          <p:cNvSpPr txBox="1">
            <a:spLocks/>
          </p:cNvSpPr>
          <p:nvPr/>
        </p:nvSpPr>
        <p:spPr bwMode="auto">
          <a:xfrm>
            <a:off x="1347712" y="3306084"/>
            <a:ext cx="1443038"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Arial" panose="020B0604020202020204" pitchFamily="34" charset="0"/>
                <a:ea typeface="微软雅黑" panose="020B0503020204020204" pitchFamily="34" charset="-122"/>
              </a:defRPr>
            </a:lvl1pPr>
            <a:lvl2pPr marL="457200">
              <a:defRPr sz="1300">
                <a:solidFill>
                  <a:schemeClr val="tx1"/>
                </a:solidFill>
                <a:latin typeface="Arial" panose="020B0604020202020204" pitchFamily="34" charset="0"/>
                <a:ea typeface="微软雅黑" panose="020B0503020204020204" pitchFamily="34" charset="-122"/>
              </a:defRPr>
            </a:lvl2pPr>
            <a:lvl3pPr marL="914400">
              <a:defRPr sz="1300">
                <a:solidFill>
                  <a:schemeClr val="tx1"/>
                </a:solidFill>
                <a:latin typeface="Arial" panose="020B0604020202020204" pitchFamily="34" charset="0"/>
                <a:ea typeface="微软雅黑" panose="020B0503020204020204" pitchFamily="34" charset="-122"/>
              </a:defRPr>
            </a:lvl3pPr>
            <a:lvl4pPr marL="1371600">
              <a:defRPr sz="1300">
                <a:solidFill>
                  <a:schemeClr val="tx1"/>
                </a:solidFill>
                <a:latin typeface="Arial" panose="020B0604020202020204" pitchFamily="34" charset="0"/>
                <a:ea typeface="微软雅黑" panose="020B0503020204020204" pitchFamily="34" charset="-122"/>
              </a:defRPr>
            </a:lvl4pPr>
            <a:lvl5pPr marL="1828800">
              <a:defRPr sz="1300">
                <a:solidFill>
                  <a:schemeClr val="tx1"/>
                </a:solidFill>
                <a:latin typeface="Arial" panose="020B0604020202020204" pitchFamily="34" charset="0"/>
                <a:ea typeface="微软雅黑" panose="020B0503020204020204" pitchFamily="34" charset="-122"/>
              </a:defRPr>
            </a:lvl5pPr>
            <a:lvl6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ts val="750"/>
              </a:spcBef>
              <a:spcAft>
                <a:spcPct val="0"/>
              </a:spcAft>
            </a:pPr>
            <a:r>
              <a:rPr lang="zh-CN" altLang="en-US" sz="825" dirty="0">
                <a:solidFill>
                  <a:srgbClr val="613620"/>
                </a:solidFill>
                <a:latin typeface="Calibri Light"/>
              </a:rPr>
              <a:t>文字是很有艺术性的文字是很有艺术性的文字是很有艺术性的</a:t>
            </a:r>
            <a:endParaRPr lang="en-US" altLang="zh-CN" sz="825" dirty="0">
              <a:solidFill>
                <a:srgbClr val="613620"/>
              </a:solidFill>
              <a:latin typeface="Calibri Light"/>
            </a:endParaRPr>
          </a:p>
        </p:txBody>
      </p:sp>
      <p:sp>
        <p:nvSpPr>
          <p:cNvPr id="228" name="文本框 227"/>
          <p:cNvSpPr txBox="1"/>
          <p:nvPr/>
        </p:nvSpPr>
        <p:spPr>
          <a:xfrm>
            <a:off x="1733043" y="2953383"/>
            <a:ext cx="569388" cy="323165"/>
          </a:xfrm>
          <a:prstGeom prst="rect">
            <a:avLst/>
          </a:prstGeom>
          <a:noFill/>
        </p:spPr>
        <p:txBody>
          <a:bodyPr wrap="none" rtlCol="0">
            <a:spAutoFit/>
          </a:bodyPr>
          <a:lstStyle/>
          <a:p>
            <a:pPr algn="ctr" defTabSz="514350"/>
            <a:r>
              <a:rPr lang="zh-CN" altLang="en-US" sz="1500" b="1" dirty="0">
                <a:solidFill>
                  <a:srgbClr val="CA2C3B"/>
                </a:solidFill>
                <a:latin typeface="微软雅黑"/>
                <a:ea typeface="微软雅黑"/>
              </a:rPr>
              <a:t>标题</a:t>
            </a:r>
          </a:p>
        </p:txBody>
      </p:sp>
      <p:sp>
        <p:nvSpPr>
          <p:cNvPr id="229" name="Content Placeholder 2"/>
          <p:cNvSpPr txBox="1">
            <a:spLocks/>
          </p:cNvSpPr>
          <p:nvPr/>
        </p:nvSpPr>
        <p:spPr bwMode="auto">
          <a:xfrm>
            <a:off x="2960223" y="3306084"/>
            <a:ext cx="1443038"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Arial" panose="020B0604020202020204" pitchFamily="34" charset="0"/>
                <a:ea typeface="微软雅黑" panose="020B0503020204020204" pitchFamily="34" charset="-122"/>
              </a:defRPr>
            </a:lvl1pPr>
            <a:lvl2pPr marL="457200">
              <a:defRPr sz="1300">
                <a:solidFill>
                  <a:schemeClr val="tx1"/>
                </a:solidFill>
                <a:latin typeface="Arial" panose="020B0604020202020204" pitchFamily="34" charset="0"/>
                <a:ea typeface="微软雅黑" panose="020B0503020204020204" pitchFamily="34" charset="-122"/>
              </a:defRPr>
            </a:lvl2pPr>
            <a:lvl3pPr marL="914400">
              <a:defRPr sz="1300">
                <a:solidFill>
                  <a:schemeClr val="tx1"/>
                </a:solidFill>
                <a:latin typeface="Arial" panose="020B0604020202020204" pitchFamily="34" charset="0"/>
                <a:ea typeface="微软雅黑" panose="020B0503020204020204" pitchFamily="34" charset="-122"/>
              </a:defRPr>
            </a:lvl3pPr>
            <a:lvl4pPr marL="1371600">
              <a:defRPr sz="1300">
                <a:solidFill>
                  <a:schemeClr val="tx1"/>
                </a:solidFill>
                <a:latin typeface="Arial" panose="020B0604020202020204" pitchFamily="34" charset="0"/>
                <a:ea typeface="微软雅黑" panose="020B0503020204020204" pitchFamily="34" charset="-122"/>
              </a:defRPr>
            </a:lvl4pPr>
            <a:lvl5pPr marL="1828800">
              <a:defRPr sz="1300">
                <a:solidFill>
                  <a:schemeClr val="tx1"/>
                </a:solidFill>
                <a:latin typeface="Arial" panose="020B0604020202020204" pitchFamily="34" charset="0"/>
                <a:ea typeface="微软雅黑" panose="020B0503020204020204" pitchFamily="34" charset="-122"/>
              </a:defRPr>
            </a:lvl5pPr>
            <a:lvl6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ts val="750"/>
              </a:spcBef>
              <a:spcAft>
                <a:spcPct val="0"/>
              </a:spcAft>
            </a:pPr>
            <a:r>
              <a:rPr lang="zh-CN" altLang="en-US" sz="825" dirty="0">
                <a:solidFill>
                  <a:srgbClr val="613620"/>
                </a:solidFill>
                <a:latin typeface="Calibri Light"/>
              </a:rPr>
              <a:t>文字是很有艺术性的文字是很有艺术性的文字是很有艺术性的</a:t>
            </a:r>
            <a:endParaRPr lang="en-US" altLang="zh-CN" sz="825" dirty="0">
              <a:solidFill>
                <a:srgbClr val="613620"/>
              </a:solidFill>
              <a:latin typeface="Calibri Light"/>
            </a:endParaRPr>
          </a:p>
        </p:txBody>
      </p:sp>
      <p:sp>
        <p:nvSpPr>
          <p:cNvPr id="230" name="文本框 229"/>
          <p:cNvSpPr txBox="1"/>
          <p:nvPr/>
        </p:nvSpPr>
        <p:spPr>
          <a:xfrm>
            <a:off x="3345554" y="2953383"/>
            <a:ext cx="569388" cy="323165"/>
          </a:xfrm>
          <a:prstGeom prst="rect">
            <a:avLst/>
          </a:prstGeom>
          <a:noFill/>
        </p:spPr>
        <p:txBody>
          <a:bodyPr wrap="none" rtlCol="0">
            <a:spAutoFit/>
          </a:bodyPr>
          <a:lstStyle/>
          <a:p>
            <a:pPr algn="ctr" defTabSz="514350"/>
            <a:r>
              <a:rPr lang="zh-CN" altLang="en-US" sz="1500" b="1" dirty="0">
                <a:solidFill>
                  <a:srgbClr val="CA2C3B"/>
                </a:solidFill>
                <a:latin typeface="微软雅黑"/>
                <a:ea typeface="微软雅黑"/>
              </a:rPr>
              <a:t>标题</a:t>
            </a:r>
          </a:p>
        </p:txBody>
      </p:sp>
      <p:sp>
        <p:nvSpPr>
          <p:cNvPr id="231" name="Content Placeholder 2"/>
          <p:cNvSpPr txBox="1">
            <a:spLocks/>
          </p:cNvSpPr>
          <p:nvPr/>
        </p:nvSpPr>
        <p:spPr bwMode="auto">
          <a:xfrm>
            <a:off x="4657609" y="3306084"/>
            <a:ext cx="1443038"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Arial" panose="020B0604020202020204" pitchFamily="34" charset="0"/>
                <a:ea typeface="微软雅黑" panose="020B0503020204020204" pitchFamily="34" charset="-122"/>
              </a:defRPr>
            </a:lvl1pPr>
            <a:lvl2pPr marL="457200">
              <a:defRPr sz="1300">
                <a:solidFill>
                  <a:schemeClr val="tx1"/>
                </a:solidFill>
                <a:latin typeface="Arial" panose="020B0604020202020204" pitchFamily="34" charset="0"/>
                <a:ea typeface="微软雅黑" panose="020B0503020204020204" pitchFamily="34" charset="-122"/>
              </a:defRPr>
            </a:lvl2pPr>
            <a:lvl3pPr marL="914400">
              <a:defRPr sz="1300">
                <a:solidFill>
                  <a:schemeClr val="tx1"/>
                </a:solidFill>
                <a:latin typeface="Arial" panose="020B0604020202020204" pitchFamily="34" charset="0"/>
                <a:ea typeface="微软雅黑" panose="020B0503020204020204" pitchFamily="34" charset="-122"/>
              </a:defRPr>
            </a:lvl3pPr>
            <a:lvl4pPr marL="1371600">
              <a:defRPr sz="1300">
                <a:solidFill>
                  <a:schemeClr val="tx1"/>
                </a:solidFill>
                <a:latin typeface="Arial" panose="020B0604020202020204" pitchFamily="34" charset="0"/>
                <a:ea typeface="微软雅黑" panose="020B0503020204020204" pitchFamily="34" charset="-122"/>
              </a:defRPr>
            </a:lvl4pPr>
            <a:lvl5pPr marL="1828800">
              <a:defRPr sz="1300">
                <a:solidFill>
                  <a:schemeClr val="tx1"/>
                </a:solidFill>
                <a:latin typeface="Arial" panose="020B0604020202020204" pitchFamily="34" charset="0"/>
                <a:ea typeface="微软雅黑" panose="020B0503020204020204" pitchFamily="34" charset="-122"/>
              </a:defRPr>
            </a:lvl5pPr>
            <a:lvl6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ts val="750"/>
              </a:spcBef>
              <a:spcAft>
                <a:spcPct val="0"/>
              </a:spcAft>
            </a:pPr>
            <a:r>
              <a:rPr lang="zh-CN" altLang="en-US" sz="825" dirty="0">
                <a:solidFill>
                  <a:srgbClr val="613620"/>
                </a:solidFill>
                <a:latin typeface="Calibri Light"/>
              </a:rPr>
              <a:t>文字是很有艺术性的文字是很有艺术性的文字是很有艺术性的</a:t>
            </a:r>
            <a:endParaRPr lang="en-US" altLang="zh-CN" sz="825" dirty="0">
              <a:solidFill>
                <a:srgbClr val="613620"/>
              </a:solidFill>
              <a:latin typeface="Calibri Light"/>
            </a:endParaRPr>
          </a:p>
        </p:txBody>
      </p:sp>
      <p:sp>
        <p:nvSpPr>
          <p:cNvPr id="232" name="文本框 231"/>
          <p:cNvSpPr txBox="1"/>
          <p:nvPr/>
        </p:nvSpPr>
        <p:spPr>
          <a:xfrm>
            <a:off x="5042941" y="2953383"/>
            <a:ext cx="569388" cy="323165"/>
          </a:xfrm>
          <a:prstGeom prst="rect">
            <a:avLst/>
          </a:prstGeom>
          <a:noFill/>
        </p:spPr>
        <p:txBody>
          <a:bodyPr wrap="none" rtlCol="0">
            <a:spAutoFit/>
          </a:bodyPr>
          <a:lstStyle/>
          <a:p>
            <a:pPr algn="ctr" defTabSz="514350"/>
            <a:r>
              <a:rPr lang="zh-CN" altLang="en-US" sz="1500" b="1" dirty="0">
                <a:solidFill>
                  <a:srgbClr val="CA2C3B"/>
                </a:solidFill>
                <a:latin typeface="微软雅黑"/>
                <a:ea typeface="微软雅黑"/>
              </a:rPr>
              <a:t>标题</a:t>
            </a:r>
          </a:p>
        </p:txBody>
      </p:sp>
      <p:sp>
        <p:nvSpPr>
          <p:cNvPr id="233" name="Content Placeholder 2"/>
          <p:cNvSpPr txBox="1">
            <a:spLocks/>
          </p:cNvSpPr>
          <p:nvPr/>
        </p:nvSpPr>
        <p:spPr bwMode="auto">
          <a:xfrm>
            <a:off x="6299735" y="3306084"/>
            <a:ext cx="1443038" cy="450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Arial" panose="020B0604020202020204" pitchFamily="34" charset="0"/>
                <a:ea typeface="微软雅黑" panose="020B0503020204020204" pitchFamily="34" charset="-122"/>
              </a:defRPr>
            </a:lvl1pPr>
            <a:lvl2pPr marL="457200">
              <a:defRPr sz="1300">
                <a:solidFill>
                  <a:schemeClr val="tx1"/>
                </a:solidFill>
                <a:latin typeface="Arial" panose="020B0604020202020204" pitchFamily="34" charset="0"/>
                <a:ea typeface="微软雅黑" panose="020B0503020204020204" pitchFamily="34" charset="-122"/>
              </a:defRPr>
            </a:lvl2pPr>
            <a:lvl3pPr marL="914400">
              <a:defRPr sz="1300">
                <a:solidFill>
                  <a:schemeClr val="tx1"/>
                </a:solidFill>
                <a:latin typeface="Arial" panose="020B0604020202020204" pitchFamily="34" charset="0"/>
                <a:ea typeface="微软雅黑" panose="020B0503020204020204" pitchFamily="34" charset="-122"/>
              </a:defRPr>
            </a:lvl3pPr>
            <a:lvl4pPr marL="1371600">
              <a:defRPr sz="1300">
                <a:solidFill>
                  <a:schemeClr val="tx1"/>
                </a:solidFill>
                <a:latin typeface="Arial" panose="020B0604020202020204" pitchFamily="34" charset="0"/>
                <a:ea typeface="微软雅黑" panose="020B0503020204020204" pitchFamily="34" charset="-122"/>
              </a:defRPr>
            </a:lvl4pPr>
            <a:lvl5pPr marL="1828800">
              <a:defRPr sz="1300">
                <a:solidFill>
                  <a:schemeClr val="tx1"/>
                </a:solidFill>
                <a:latin typeface="Arial" panose="020B0604020202020204" pitchFamily="34" charset="0"/>
                <a:ea typeface="微软雅黑" panose="020B0503020204020204" pitchFamily="34" charset="-122"/>
              </a:defRPr>
            </a:lvl5pPr>
            <a:lvl6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ts val="750"/>
              </a:spcBef>
              <a:spcAft>
                <a:spcPct val="0"/>
              </a:spcAft>
            </a:pPr>
            <a:r>
              <a:rPr lang="zh-CN" altLang="en-US" sz="825" dirty="0">
                <a:solidFill>
                  <a:srgbClr val="613620"/>
                </a:solidFill>
                <a:latin typeface="Calibri Light"/>
              </a:rPr>
              <a:t>文字是很有艺术性的文字是很有艺术性的文字是很有艺术性的</a:t>
            </a:r>
            <a:endParaRPr lang="en-US" altLang="zh-CN" sz="825" dirty="0">
              <a:solidFill>
                <a:srgbClr val="613620"/>
              </a:solidFill>
              <a:latin typeface="Calibri Light"/>
            </a:endParaRPr>
          </a:p>
        </p:txBody>
      </p:sp>
      <p:sp>
        <p:nvSpPr>
          <p:cNvPr id="234" name="文本框 233"/>
          <p:cNvSpPr txBox="1"/>
          <p:nvPr/>
        </p:nvSpPr>
        <p:spPr>
          <a:xfrm>
            <a:off x="6685067" y="2953383"/>
            <a:ext cx="569388" cy="323165"/>
          </a:xfrm>
          <a:prstGeom prst="rect">
            <a:avLst/>
          </a:prstGeom>
          <a:noFill/>
        </p:spPr>
        <p:txBody>
          <a:bodyPr wrap="none" rtlCol="0">
            <a:spAutoFit/>
          </a:bodyPr>
          <a:lstStyle/>
          <a:p>
            <a:pPr algn="ctr" defTabSz="514350"/>
            <a:r>
              <a:rPr lang="zh-CN" altLang="en-US" sz="1500" b="1" dirty="0">
                <a:solidFill>
                  <a:srgbClr val="CA2C3B"/>
                </a:solidFill>
                <a:latin typeface="微软雅黑"/>
                <a:ea typeface="微软雅黑"/>
              </a:rPr>
              <a:t>标题</a:t>
            </a:r>
          </a:p>
        </p:txBody>
      </p:sp>
      <p:grpSp>
        <p:nvGrpSpPr>
          <p:cNvPr id="235" name="组合 234"/>
          <p:cNvGrpSpPr/>
          <p:nvPr/>
        </p:nvGrpSpPr>
        <p:grpSpPr>
          <a:xfrm>
            <a:off x="1378348" y="1385887"/>
            <a:ext cx="1398878" cy="1398878"/>
            <a:chOff x="809098" y="1385705"/>
            <a:chExt cx="1289090" cy="1289090"/>
          </a:xfrm>
        </p:grpSpPr>
        <p:grpSp>
          <p:nvGrpSpPr>
            <p:cNvPr id="236" name="组合 235"/>
            <p:cNvGrpSpPr/>
            <p:nvPr/>
          </p:nvGrpSpPr>
          <p:grpSpPr>
            <a:xfrm>
              <a:off x="809098" y="1385705"/>
              <a:ext cx="1289090" cy="1289090"/>
              <a:chOff x="809098" y="1385706"/>
              <a:chExt cx="1289090" cy="1289090"/>
            </a:xfrm>
          </p:grpSpPr>
          <p:sp>
            <p:nvSpPr>
              <p:cNvPr id="244" name="椭圆 243"/>
              <p:cNvSpPr/>
              <p:nvPr/>
            </p:nvSpPr>
            <p:spPr>
              <a:xfrm>
                <a:off x="942855" y="1519465"/>
                <a:ext cx="1021576" cy="1021576"/>
              </a:xfrm>
              <a:prstGeom prst="ellipse">
                <a:avLst/>
              </a:prstGeom>
              <a:solidFill>
                <a:srgbClr val="CA2C3B"/>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微软雅黑 Light"/>
                  <a:ea typeface="微软雅黑 Light"/>
                </a:endParaRPr>
              </a:p>
            </p:txBody>
          </p:sp>
          <p:sp>
            <p:nvSpPr>
              <p:cNvPr id="245" name="椭圆 244"/>
              <p:cNvSpPr/>
              <p:nvPr/>
            </p:nvSpPr>
            <p:spPr>
              <a:xfrm>
                <a:off x="809098" y="1385706"/>
                <a:ext cx="1289090" cy="1289090"/>
              </a:xfrm>
              <a:prstGeom prst="ellipse">
                <a:avLst/>
              </a:prstGeom>
              <a:noFill/>
              <a:ln w="12700" cap="flat" cmpd="sng" algn="ctr">
                <a:solidFill>
                  <a:srgbClr val="C51729"/>
                </a:solidFill>
                <a:prstDash val="solid"/>
                <a:miter lim="800000"/>
              </a:ln>
              <a:effectLst/>
            </p:spPr>
            <p:txBody>
              <a:bodyPr rtlCol="0" anchor="ctr"/>
              <a:lstStyle/>
              <a:p>
                <a:pPr algn="ctr">
                  <a:defRPr/>
                </a:pPr>
                <a:endParaRPr lang="zh-CN" altLang="en-US" kern="0">
                  <a:solidFill>
                    <a:prstClr val="white"/>
                  </a:solidFill>
                  <a:latin typeface="微软雅黑 Light"/>
                  <a:ea typeface="微软雅黑 Light"/>
                </a:endParaRPr>
              </a:p>
            </p:txBody>
          </p:sp>
        </p:grpSp>
        <p:grpSp>
          <p:nvGrpSpPr>
            <p:cNvPr id="237" name="Group 3"/>
            <p:cNvGrpSpPr/>
            <p:nvPr/>
          </p:nvGrpSpPr>
          <p:grpSpPr>
            <a:xfrm>
              <a:off x="1257587" y="1834194"/>
              <a:ext cx="392113" cy="392113"/>
              <a:chOff x="3771900" y="2098675"/>
              <a:chExt cx="392113" cy="392113"/>
            </a:xfrm>
            <a:solidFill>
              <a:sysClr val="window" lastClr="FFFFFF"/>
            </a:solidFill>
          </p:grpSpPr>
          <p:sp>
            <p:nvSpPr>
              <p:cNvPr id="238" name="Freeform 6"/>
              <p:cNvSpPr>
                <a:spLocks/>
              </p:cNvSpPr>
              <p:nvPr/>
            </p:nvSpPr>
            <p:spPr bwMode="auto">
              <a:xfrm>
                <a:off x="3771900" y="2301875"/>
                <a:ext cx="153988" cy="55563"/>
              </a:xfrm>
              <a:custGeom>
                <a:avLst/>
                <a:gdLst>
                  <a:gd name="T0" fmla="*/ 200 w 200"/>
                  <a:gd name="T1" fmla="*/ 1 h 73"/>
                  <a:gd name="T2" fmla="*/ 200 w 200"/>
                  <a:gd name="T3" fmla="*/ 0 h 73"/>
                  <a:gd name="T4" fmla="*/ 0 w 200"/>
                  <a:gd name="T5" fmla="*/ 0 h 73"/>
                  <a:gd name="T6" fmla="*/ 0 w 200"/>
                  <a:gd name="T7" fmla="*/ 1 h 73"/>
                  <a:gd name="T8" fmla="*/ 73 w 200"/>
                  <a:gd name="T9" fmla="*/ 73 h 73"/>
                  <a:gd name="T10" fmla="*/ 127 w 200"/>
                  <a:gd name="T11" fmla="*/ 73 h 73"/>
                  <a:gd name="T12" fmla="*/ 200 w 200"/>
                  <a:gd name="T13" fmla="*/ 1 h 73"/>
                </a:gdLst>
                <a:ahLst/>
                <a:cxnLst>
                  <a:cxn ang="0">
                    <a:pos x="T0" y="T1"/>
                  </a:cxn>
                  <a:cxn ang="0">
                    <a:pos x="T2" y="T3"/>
                  </a:cxn>
                  <a:cxn ang="0">
                    <a:pos x="T4" y="T5"/>
                  </a:cxn>
                  <a:cxn ang="0">
                    <a:pos x="T6" y="T7"/>
                  </a:cxn>
                  <a:cxn ang="0">
                    <a:pos x="T8" y="T9"/>
                  </a:cxn>
                  <a:cxn ang="0">
                    <a:pos x="T10" y="T11"/>
                  </a:cxn>
                  <a:cxn ang="0">
                    <a:pos x="T12" y="T13"/>
                  </a:cxn>
                </a:cxnLst>
                <a:rect l="0" t="0" r="r" b="b"/>
                <a:pathLst>
                  <a:path w="200" h="73">
                    <a:moveTo>
                      <a:pt x="200" y="1"/>
                    </a:moveTo>
                    <a:cubicBezTo>
                      <a:pt x="200" y="0"/>
                      <a:pt x="200" y="0"/>
                      <a:pt x="200" y="0"/>
                    </a:cubicBezTo>
                    <a:cubicBezTo>
                      <a:pt x="0" y="0"/>
                      <a:pt x="0" y="0"/>
                      <a:pt x="0" y="0"/>
                    </a:cubicBezTo>
                    <a:cubicBezTo>
                      <a:pt x="0" y="0"/>
                      <a:pt x="0" y="0"/>
                      <a:pt x="0" y="1"/>
                    </a:cubicBezTo>
                    <a:cubicBezTo>
                      <a:pt x="0" y="41"/>
                      <a:pt x="32" y="73"/>
                      <a:pt x="73" y="73"/>
                    </a:cubicBezTo>
                    <a:cubicBezTo>
                      <a:pt x="127" y="73"/>
                      <a:pt x="127" y="73"/>
                      <a:pt x="127" y="73"/>
                    </a:cubicBezTo>
                    <a:cubicBezTo>
                      <a:pt x="167" y="73"/>
                      <a:pt x="200" y="41"/>
                      <a:pt x="200" y="1"/>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39" name="Freeform 7"/>
              <p:cNvSpPr>
                <a:spLocks noEditPoints="1"/>
              </p:cNvSpPr>
              <p:nvPr/>
            </p:nvSpPr>
            <p:spPr bwMode="auto">
              <a:xfrm>
                <a:off x="3771900" y="2098675"/>
                <a:ext cx="392113" cy="392113"/>
              </a:xfrm>
              <a:custGeom>
                <a:avLst/>
                <a:gdLst>
                  <a:gd name="T0" fmla="*/ 335 w 511"/>
                  <a:gd name="T1" fmla="*/ 476 h 512"/>
                  <a:gd name="T2" fmla="*/ 273 w 511"/>
                  <a:gd name="T3" fmla="*/ 476 h 512"/>
                  <a:gd name="T4" fmla="*/ 273 w 511"/>
                  <a:gd name="T5" fmla="*/ 162 h 512"/>
                  <a:gd name="T6" fmla="*/ 322 w 511"/>
                  <a:gd name="T7" fmla="*/ 112 h 512"/>
                  <a:gd name="T8" fmla="*/ 394 w 511"/>
                  <a:gd name="T9" fmla="*/ 112 h 512"/>
                  <a:gd name="T10" fmla="*/ 314 w 511"/>
                  <a:gd name="T11" fmla="*/ 266 h 512"/>
                  <a:gd name="T12" fmla="*/ 326 w 511"/>
                  <a:gd name="T13" fmla="*/ 266 h 512"/>
                  <a:gd name="T14" fmla="*/ 406 w 511"/>
                  <a:gd name="T15" fmla="*/ 112 h 512"/>
                  <a:gd name="T16" fmla="*/ 417 w 511"/>
                  <a:gd name="T17" fmla="*/ 112 h 512"/>
                  <a:gd name="T18" fmla="*/ 497 w 511"/>
                  <a:gd name="T19" fmla="*/ 266 h 512"/>
                  <a:gd name="T20" fmla="*/ 509 w 511"/>
                  <a:gd name="T21" fmla="*/ 266 h 512"/>
                  <a:gd name="T22" fmla="*/ 429 w 511"/>
                  <a:gd name="T23" fmla="*/ 112 h 512"/>
                  <a:gd name="T24" fmla="*/ 497 w 511"/>
                  <a:gd name="T25" fmla="*/ 112 h 512"/>
                  <a:gd name="T26" fmla="*/ 511 w 511"/>
                  <a:gd name="T27" fmla="*/ 97 h 512"/>
                  <a:gd name="T28" fmla="*/ 497 w 511"/>
                  <a:gd name="T29" fmla="*/ 83 h 512"/>
                  <a:gd name="T30" fmla="*/ 322 w 511"/>
                  <a:gd name="T31" fmla="*/ 83 h 512"/>
                  <a:gd name="T32" fmla="*/ 273 w 511"/>
                  <a:gd name="T33" fmla="*/ 32 h 512"/>
                  <a:gd name="T34" fmla="*/ 273 w 511"/>
                  <a:gd name="T35" fmla="*/ 7 h 512"/>
                  <a:gd name="T36" fmla="*/ 266 w 511"/>
                  <a:gd name="T37" fmla="*/ 0 h 512"/>
                  <a:gd name="T38" fmla="*/ 247 w 511"/>
                  <a:gd name="T39" fmla="*/ 0 h 512"/>
                  <a:gd name="T40" fmla="*/ 239 w 511"/>
                  <a:gd name="T41" fmla="*/ 7 h 512"/>
                  <a:gd name="T42" fmla="*/ 239 w 511"/>
                  <a:gd name="T43" fmla="*/ 32 h 512"/>
                  <a:gd name="T44" fmla="*/ 190 w 511"/>
                  <a:gd name="T45" fmla="*/ 83 h 512"/>
                  <a:gd name="T46" fmla="*/ 15 w 511"/>
                  <a:gd name="T47" fmla="*/ 83 h 512"/>
                  <a:gd name="T48" fmla="*/ 0 w 511"/>
                  <a:gd name="T49" fmla="*/ 97 h 512"/>
                  <a:gd name="T50" fmla="*/ 15 w 511"/>
                  <a:gd name="T51" fmla="*/ 112 h 512"/>
                  <a:gd name="T52" fmla="*/ 83 w 511"/>
                  <a:gd name="T53" fmla="*/ 112 h 512"/>
                  <a:gd name="T54" fmla="*/ 3 w 511"/>
                  <a:gd name="T55" fmla="*/ 266 h 512"/>
                  <a:gd name="T56" fmla="*/ 15 w 511"/>
                  <a:gd name="T57" fmla="*/ 266 h 512"/>
                  <a:gd name="T58" fmla="*/ 95 w 511"/>
                  <a:gd name="T59" fmla="*/ 112 h 512"/>
                  <a:gd name="T60" fmla="*/ 106 w 511"/>
                  <a:gd name="T61" fmla="*/ 112 h 512"/>
                  <a:gd name="T62" fmla="*/ 186 w 511"/>
                  <a:gd name="T63" fmla="*/ 266 h 512"/>
                  <a:gd name="T64" fmla="*/ 198 w 511"/>
                  <a:gd name="T65" fmla="*/ 266 h 512"/>
                  <a:gd name="T66" fmla="*/ 118 w 511"/>
                  <a:gd name="T67" fmla="*/ 112 h 512"/>
                  <a:gd name="T68" fmla="*/ 190 w 511"/>
                  <a:gd name="T69" fmla="*/ 112 h 512"/>
                  <a:gd name="T70" fmla="*/ 239 w 511"/>
                  <a:gd name="T71" fmla="*/ 162 h 512"/>
                  <a:gd name="T72" fmla="*/ 239 w 511"/>
                  <a:gd name="T73" fmla="*/ 476 h 512"/>
                  <a:gd name="T74" fmla="*/ 178 w 511"/>
                  <a:gd name="T75" fmla="*/ 476 h 512"/>
                  <a:gd name="T76" fmla="*/ 159 w 511"/>
                  <a:gd name="T77" fmla="*/ 494 h 512"/>
                  <a:gd name="T78" fmla="*/ 178 w 511"/>
                  <a:gd name="T79" fmla="*/ 512 h 512"/>
                  <a:gd name="T80" fmla="*/ 335 w 511"/>
                  <a:gd name="T81" fmla="*/ 512 h 512"/>
                  <a:gd name="T82" fmla="*/ 353 w 511"/>
                  <a:gd name="T83" fmla="*/ 494 h 512"/>
                  <a:gd name="T84" fmla="*/ 335 w 511"/>
                  <a:gd name="T85" fmla="*/ 476 h 512"/>
                  <a:gd name="T86" fmla="*/ 218 w 511"/>
                  <a:gd name="T87" fmla="*/ 97 h 512"/>
                  <a:gd name="T88" fmla="*/ 256 w 511"/>
                  <a:gd name="T89" fmla="*/ 59 h 512"/>
                  <a:gd name="T90" fmla="*/ 294 w 511"/>
                  <a:gd name="T91" fmla="*/ 97 h 512"/>
                  <a:gd name="T92" fmla="*/ 256 w 511"/>
                  <a:gd name="T93" fmla="*/ 135 h 512"/>
                  <a:gd name="T94" fmla="*/ 218 w 511"/>
                  <a:gd name="T95" fmla="*/ 9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1" h="512">
                    <a:moveTo>
                      <a:pt x="335" y="476"/>
                    </a:moveTo>
                    <a:cubicBezTo>
                      <a:pt x="273" y="476"/>
                      <a:pt x="273" y="476"/>
                      <a:pt x="273" y="476"/>
                    </a:cubicBezTo>
                    <a:cubicBezTo>
                      <a:pt x="273" y="162"/>
                      <a:pt x="273" y="162"/>
                      <a:pt x="273" y="162"/>
                    </a:cubicBezTo>
                    <a:cubicBezTo>
                      <a:pt x="297" y="156"/>
                      <a:pt x="316" y="136"/>
                      <a:pt x="322" y="112"/>
                    </a:cubicBezTo>
                    <a:cubicBezTo>
                      <a:pt x="394" y="112"/>
                      <a:pt x="394" y="112"/>
                      <a:pt x="394" y="112"/>
                    </a:cubicBezTo>
                    <a:cubicBezTo>
                      <a:pt x="314" y="266"/>
                      <a:pt x="314" y="266"/>
                      <a:pt x="314" y="266"/>
                    </a:cubicBezTo>
                    <a:cubicBezTo>
                      <a:pt x="326" y="266"/>
                      <a:pt x="326" y="266"/>
                      <a:pt x="326" y="266"/>
                    </a:cubicBezTo>
                    <a:cubicBezTo>
                      <a:pt x="406" y="112"/>
                      <a:pt x="406" y="112"/>
                      <a:pt x="406" y="112"/>
                    </a:cubicBezTo>
                    <a:cubicBezTo>
                      <a:pt x="417" y="112"/>
                      <a:pt x="417" y="112"/>
                      <a:pt x="417" y="112"/>
                    </a:cubicBezTo>
                    <a:cubicBezTo>
                      <a:pt x="497" y="266"/>
                      <a:pt x="497" y="266"/>
                      <a:pt x="497" y="266"/>
                    </a:cubicBezTo>
                    <a:cubicBezTo>
                      <a:pt x="509" y="266"/>
                      <a:pt x="509" y="266"/>
                      <a:pt x="509" y="266"/>
                    </a:cubicBezTo>
                    <a:cubicBezTo>
                      <a:pt x="429" y="112"/>
                      <a:pt x="429" y="112"/>
                      <a:pt x="429" y="112"/>
                    </a:cubicBezTo>
                    <a:cubicBezTo>
                      <a:pt x="497" y="112"/>
                      <a:pt x="497" y="112"/>
                      <a:pt x="497" y="112"/>
                    </a:cubicBezTo>
                    <a:cubicBezTo>
                      <a:pt x="505" y="112"/>
                      <a:pt x="511" y="105"/>
                      <a:pt x="511" y="97"/>
                    </a:cubicBezTo>
                    <a:cubicBezTo>
                      <a:pt x="511" y="89"/>
                      <a:pt x="505" y="83"/>
                      <a:pt x="497" y="83"/>
                    </a:cubicBezTo>
                    <a:cubicBezTo>
                      <a:pt x="322" y="83"/>
                      <a:pt x="322" y="83"/>
                      <a:pt x="322" y="83"/>
                    </a:cubicBezTo>
                    <a:cubicBezTo>
                      <a:pt x="316" y="58"/>
                      <a:pt x="297" y="39"/>
                      <a:pt x="273" y="32"/>
                    </a:cubicBezTo>
                    <a:cubicBezTo>
                      <a:pt x="273" y="7"/>
                      <a:pt x="273" y="7"/>
                      <a:pt x="273" y="7"/>
                    </a:cubicBezTo>
                    <a:cubicBezTo>
                      <a:pt x="273" y="3"/>
                      <a:pt x="270" y="0"/>
                      <a:pt x="266" y="0"/>
                    </a:cubicBezTo>
                    <a:cubicBezTo>
                      <a:pt x="247" y="0"/>
                      <a:pt x="247" y="0"/>
                      <a:pt x="247" y="0"/>
                    </a:cubicBezTo>
                    <a:cubicBezTo>
                      <a:pt x="242" y="0"/>
                      <a:pt x="239" y="3"/>
                      <a:pt x="239" y="7"/>
                    </a:cubicBezTo>
                    <a:cubicBezTo>
                      <a:pt x="239" y="32"/>
                      <a:pt x="239" y="32"/>
                      <a:pt x="239" y="32"/>
                    </a:cubicBezTo>
                    <a:cubicBezTo>
                      <a:pt x="215" y="38"/>
                      <a:pt x="196" y="58"/>
                      <a:pt x="190" y="83"/>
                    </a:cubicBezTo>
                    <a:cubicBezTo>
                      <a:pt x="15" y="83"/>
                      <a:pt x="15" y="83"/>
                      <a:pt x="15" y="83"/>
                    </a:cubicBezTo>
                    <a:cubicBezTo>
                      <a:pt x="7" y="83"/>
                      <a:pt x="0" y="89"/>
                      <a:pt x="0" y="97"/>
                    </a:cubicBezTo>
                    <a:cubicBezTo>
                      <a:pt x="0" y="105"/>
                      <a:pt x="7" y="112"/>
                      <a:pt x="15" y="112"/>
                    </a:cubicBezTo>
                    <a:cubicBezTo>
                      <a:pt x="83" y="112"/>
                      <a:pt x="83" y="112"/>
                      <a:pt x="83" y="112"/>
                    </a:cubicBezTo>
                    <a:cubicBezTo>
                      <a:pt x="3" y="266"/>
                      <a:pt x="3" y="266"/>
                      <a:pt x="3" y="266"/>
                    </a:cubicBezTo>
                    <a:cubicBezTo>
                      <a:pt x="15" y="266"/>
                      <a:pt x="15" y="266"/>
                      <a:pt x="15" y="266"/>
                    </a:cubicBezTo>
                    <a:cubicBezTo>
                      <a:pt x="95" y="112"/>
                      <a:pt x="95" y="112"/>
                      <a:pt x="95" y="112"/>
                    </a:cubicBezTo>
                    <a:cubicBezTo>
                      <a:pt x="106" y="112"/>
                      <a:pt x="106" y="112"/>
                      <a:pt x="106" y="112"/>
                    </a:cubicBezTo>
                    <a:cubicBezTo>
                      <a:pt x="186" y="266"/>
                      <a:pt x="186" y="266"/>
                      <a:pt x="186" y="266"/>
                    </a:cubicBezTo>
                    <a:cubicBezTo>
                      <a:pt x="198" y="266"/>
                      <a:pt x="198" y="266"/>
                      <a:pt x="198" y="266"/>
                    </a:cubicBezTo>
                    <a:cubicBezTo>
                      <a:pt x="118" y="112"/>
                      <a:pt x="118" y="112"/>
                      <a:pt x="118" y="112"/>
                    </a:cubicBezTo>
                    <a:cubicBezTo>
                      <a:pt x="190" y="112"/>
                      <a:pt x="190" y="112"/>
                      <a:pt x="190" y="112"/>
                    </a:cubicBezTo>
                    <a:cubicBezTo>
                      <a:pt x="196" y="136"/>
                      <a:pt x="215" y="156"/>
                      <a:pt x="239" y="162"/>
                    </a:cubicBezTo>
                    <a:cubicBezTo>
                      <a:pt x="239" y="476"/>
                      <a:pt x="239" y="476"/>
                      <a:pt x="239" y="476"/>
                    </a:cubicBezTo>
                    <a:cubicBezTo>
                      <a:pt x="178" y="476"/>
                      <a:pt x="178" y="476"/>
                      <a:pt x="178" y="476"/>
                    </a:cubicBezTo>
                    <a:cubicBezTo>
                      <a:pt x="168" y="476"/>
                      <a:pt x="159" y="484"/>
                      <a:pt x="159" y="494"/>
                    </a:cubicBezTo>
                    <a:cubicBezTo>
                      <a:pt x="159" y="504"/>
                      <a:pt x="168" y="512"/>
                      <a:pt x="178" y="512"/>
                    </a:cubicBezTo>
                    <a:cubicBezTo>
                      <a:pt x="335" y="512"/>
                      <a:pt x="335" y="512"/>
                      <a:pt x="335" y="512"/>
                    </a:cubicBezTo>
                    <a:cubicBezTo>
                      <a:pt x="345" y="512"/>
                      <a:pt x="353" y="504"/>
                      <a:pt x="353" y="494"/>
                    </a:cubicBezTo>
                    <a:cubicBezTo>
                      <a:pt x="353" y="484"/>
                      <a:pt x="345" y="476"/>
                      <a:pt x="335" y="476"/>
                    </a:cubicBezTo>
                    <a:close/>
                    <a:moveTo>
                      <a:pt x="218" y="97"/>
                    </a:moveTo>
                    <a:cubicBezTo>
                      <a:pt x="218" y="76"/>
                      <a:pt x="235" y="59"/>
                      <a:pt x="256" y="59"/>
                    </a:cubicBezTo>
                    <a:cubicBezTo>
                      <a:pt x="277" y="59"/>
                      <a:pt x="294" y="76"/>
                      <a:pt x="294" y="97"/>
                    </a:cubicBezTo>
                    <a:cubicBezTo>
                      <a:pt x="294" y="118"/>
                      <a:pt x="277" y="135"/>
                      <a:pt x="256" y="135"/>
                    </a:cubicBezTo>
                    <a:cubicBezTo>
                      <a:pt x="235" y="135"/>
                      <a:pt x="218" y="118"/>
                      <a:pt x="218" y="97"/>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40" name="Freeform 8"/>
              <p:cNvSpPr>
                <a:spLocks/>
              </p:cNvSpPr>
              <p:nvPr/>
            </p:nvSpPr>
            <p:spPr bwMode="auto">
              <a:xfrm>
                <a:off x="4010025" y="2301875"/>
                <a:ext cx="153988" cy="55563"/>
              </a:xfrm>
              <a:custGeom>
                <a:avLst/>
                <a:gdLst>
                  <a:gd name="T0" fmla="*/ 201 w 201"/>
                  <a:gd name="T1" fmla="*/ 0 h 73"/>
                  <a:gd name="T2" fmla="*/ 0 w 201"/>
                  <a:gd name="T3" fmla="*/ 0 h 73"/>
                  <a:gd name="T4" fmla="*/ 0 w 201"/>
                  <a:gd name="T5" fmla="*/ 1 h 73"/>
                  <a:gd name="T6" fmla="*/ 73 w 201"/>
                  <a:gd name="T7" fmla="*/ 73 h 73"/>
                  <a:gd name="T8" fmla="*/ 128 w 201"/>
                  <a:gd name="T9" fmla="*/ 73 h 73"/>
                  <a:gd name="T10" fmla="*/ 201 w 201"/>
                  <a:gd name="T11" fmla="*/ 1 h 73"/>
                  <a:gd name="T12" fmla="*/ 201 w 201"/>
                  <a:gd name="T13" fmla="*/ 0 h 73"/>
                </a:gdLst>
                <a:ahLst/>
                <a:cxnLst>
                  <a:cxn ang="0">
                    <a:pos x="T0" y="T1"/>
                  </a:cxn>
                  <a:cxn ang="0">
                    <a:pos x="T2" y="T3"/>
                  </a:cxn>
                  <a:cxn ang="0">
                    <a:pos x="T4" y="T5"/>
                  </a:cxn>
                  <a:cxn ang="0">
                    <a:pos x="T6" y="T7"/>
                  </a:cxn>
                  <a:cxn ang="0">
                    <a:pos x="T8" y="T9"/>
                  </a:cxn>
                  <a:cxn ang="0">
                    <a:pos x="T10" y="T11"/>
                  </a:cxn>
                  <a:cxn ang="0">
                    <a:pos x="T12" y="T13"/>
                  </a:cxn>
                </a:cxnLst>
                <a:rect l="0" t="0" r="r" b="b"/>
                <a:pathLst>
                  <a:path w="201" h="73">
                    <a:moveTo>
                      <a:pt x="201" y="0"/>
                    </a:moveTo>
                    <a:cubicBezTo>
                      <a:pt x="0" y="0"/>
                      <a:pt x="0" y="0"/>
                      <a:pt x="0" y="0"/>
                    </a:cubicBezTo>
                    <a:cubicBezTo>
                      <a:pt x="0" y="0"/>
                      <a:pt x="0" y="0"/>
                      <a:pt x="0" y="1"/>
                    </a:cubicBezTo>
                    <a:cubicBezTo>
                      <a:pt x="0" y="41"/>
                      <a:pt x="33" y="73"/>
                      <a:pt x="73" y="73"/>
                    </a:cubicBezTo>
                    <a:cubicBezTo>
                      <a:pt x="128" y="73"/>
                      <a:pt x="128" y="73"/>
                      <a:pt x="128" y="73"/>
                    </a:cubicBezTo>
                    <a:cubicBezTo>
                      <a:pt x="168" y="73"/>
                      <a:pt x="201" y="41"/>
                      <a:pt x="201" y="1"/>
                    </a:cubicBezTo>
                    <a:cubicBezTo>
                      <a:pt x="201" y="0"/>
                      <a:pt x="201" y="0"/>
                      <a:pt x="201" y="0"/>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41" name="Freeform 9"/>
              <p:cNvSpPr>
                <a:spLocks/>
              </p:cNvSpPr>
              <p:nvPr/>
            </p:nvSpPr>
            <p:spPr bwMode="auto">
              <a:xfrm>
                <a:off x="3771900" y="2301875"/>
                <a:ext cx="153988" cy="55563"/>
              </a:xfrm>
              <a:custGeom>
                <a:avLst/>
                <a:gdLst>
                  <a:gd name="T0" fmla="*/ 200 w 200"/>
                  <a:gd name="T1" fmla="*/ 1 h 73"/>
                  <a:gd name="T2" fmla="*/ 200 w 200"/>
                  <a:gd name="T3" fmla="*/ 0 h 73"/>
                  <a:gd name="T4" fmla="*/ 0 w 200"/>
                  <a:gd name="T5" fmla="*/ 0 h 73"/>
                  <a:gd name="T6" fmla="*/ 0 w 200"/>
                  <a:gd name="T7" fmla="*/ 1 h 73"/>
                  <a:gd name="T8" fmla="*/ 73 w 200"/>
                  <a:gd name="T9" fmla="*/ 73 h 73"/>
                  <a:gd name="T10" fmla="*/ 127 w 200"/>
                  <a:gd name="T11" fmla="*/ 73 h 73"/>
                  <a:gd name="T12" fmla="*/ 200 w 200"/>
                  <a:gd name="T13" fmla="*/ 1 h 73"/>
                </a:gdLst>
                <a:ahLst/>
                <a:cxnLst>
                  <a:cxn ang="0">
                    <a:pos x="T0" y="T1"/>
                  </a:cxn>
                  <a:cxn ang="0">
                    <a:pos x="T2" y="T3"/>
                  </a:cxn>
                  <a:cxn ang="0">
                    <a:pos x="T4" y="T5"/>
                  </a:cxn>
                  <a:cxn ang="0">
                    <a:pos x="T6" y="T7"/>
                  </a:cxn>
                  <a:cxn ang="0">
                    <a:pos x="T8" y="T9"/>
                  </a:cxn>
                  <a:cxn ang="0">
                    <a:pos x="T10" y="T11"/>
                  </a:cxn>
                  <a:cxn ang="0">
                    <a:pos x="T12" y="T13"/>
                  </a:cxn>
                </a:cxnLst>
                <a:rect l="0" t="0" r="r" b="b"/>
                <a:pathLst>
                  <a:path w="200" h="73">
                    <a:moveTo>
                      <a:pt x="200" y="1"/>
                    </a:moveTo>
                    <a:cubicBezTo>
                      <a:pt x="200" y="0"/>
                      <a:pt x="200" y="0"/>
                      <a:pt x="200" y="0"/>
                    </a:cubicBezTo>
                    <a:cubicBezTo>
                      <a:pt x="0" y="0"/>
                      <a:pt x="0" y="0"/>
                      <a:pt x="0" y="0"/>
                    </a:cubicBezTo>
                    <a:cubicBezTo>
                      <a:pt x="0" y="0"/>
                      <a:pt x="0" y="0"/>
                      <a:pt x="0" y="1"/>
                    </a:cubicBezTo>
                    <a:cubicBezTo>
                      <a:pt x="0" y="41"/>
                      <a:pt x="32" y="73"/>
                      <a:pt x="73" y="73"/>
                    </a:cubicBezTo>
                    <a:cubicBezTo>
                      <a:pt x="127" y="73"/>
                      <a:pt x="127" y="73"/>
                      <a:pt x="127" y="73"/>
                    </a:cubicBezTo>
                    <a:cubicBezTo>
                      <a:pt x="167" y="73"/>
                      <a:pt x="200" y="41"/>
                      <a:pt x="200" y="1"/>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42" name="Freeform 10"/>
              <p:cNvSpPr>
                <a:spLocks noEditPoints="1"/>
              </p:cNvSpPr>
              <p:nvPr/>
            </p:nvSpPr>
            <p:spPr bwMode="auto">
              <a:xfrm>
                <a:off x="3771900" y="2098675"/>
                <a:ext cx="392113" cy="392113"/>
              </a:xfrm>
              <a:custGeom>
                <a:avLst/>
                <a:gdLst>
                  <a:gd name="T0" fmla="*/ 335 w 511"/>
                  <a:gd name="T1" fmla="*/ 476 h 512"/>
                  <a:gd name="T2" fmla="*/ 273 w 511"/>
                  <a:gd name="T3" fmla="*/ 476 h 512"/>
                  <a:gd name="T4" fmla="*/ 273 w 511"/>
                  <a:gd name="T5" fmla="*/ 162 h 512"/>
                  <a:gd name="T6" fmla="*/ 322 w 511"/>
                  <a:gd name="T7" fmla="*/ 112 h 512"/>
                  <a:gd name="T8" fmla="*/ 394 w 511"/>
                  <a:gd name="T9" fmla="*/ 112 h 512"/>
                  <a:gd name="T10" fmla="*/ 314 w 511"/>
                  <a:gd name="T11" fmla="*/ 266 h 512"/>
                  <a:gd name="T12" fmla="*/ 326 w 511"/>
                  <a:gd name="T13" fmla="*/ 266 h 512"/>
                  <a:gd name="T14" fmla="*/ 406 w 511"/>
                  <a:gd name="T15" fmla="*/ 112 h 512"/>
                  <a:gd name="T16" fmla="*/ 417 w 511"/>
                  <a:gd name="T17" fmla="*/ 112 h 512"/>
                  <a:gd name="T18" fmla="*/ 497 w 511"/>
                  <a:gd name="T19" fmla="*/ 266 h 512"/>
                  <a:gd name="T20" fmla="*/ 509 w 511"/>
                  <a:gd name="T21" fmla="*/ 266 h 512"/>
                  <a:gd name="T22" fmla="*/ 429 w 511"/>
                  <a:gd name="T23" fmla="*/ 112 h 512"/>
                  <a:gd name="T24" fmla="*/ 497 w 511"/>
                  <a:gd name="T25" fmla="*/ 112 h 512"/>
                  <a:gd name="T26" fmla="*/ 511 w 511"/>
                  <a:gd name="T27" fmla="*/ 97 h 512"/>
                  <a:gd name="T28" fmla="*/ 497 w 511"/>
                  <a:gd name="T29" fmla="*/ 83 h 512"/>
                  <a:gd name="T30" fmla="*/ 322 w 511"/>
                  <a:gd name="T31" fmla="*/ 83 h 512"/>
                  <a:gd name="T32" fmla="*/ 273 w 511"/>
                  <a:gd name="T33" fmla="*/ 32 h 512"/>
                  <a:gd name="T34" fmla="*/ 273 w 511"/>
                  <a:gd name="T35" fmla="*/ 7 h 512"/>
                  <a:gd name="T36" fmla="*/ 266 w 511"/>
                  <a:gd name="T37" fmla="*/ 0 h 512"/>
                  <a:gd name="T38" fmla="*/ 247 w 511"/>
                  <a:gd name="T39" fmla="*/ 0 h 512"/>
                  <a:gd name="T40" fmla="*/ 239 w 511"/>
                  <a:gd name="T41" fmla="*/ 7 h 512"/>
                  <a:gd name="T42" fmla="*/ 239 w 511"/>
                  <a:gd name="T43" fmla="*/ 32 h 512"/>
                  <a:gd name="T44" fmla="*/ 190 w 511"/>
                  <a:gd name="T45" fmla="*/ 83 h 512"/>
                  <a:gd name="T46" fmla="*/ 15 w 511"/>
                  <a:gd name="T47" fmla="*/ 83 h 512"/>
                  <a:gd name="T48" fmla="*/ 0 w 511"/>
                  <a:gd name="T49" fmla="*/ 97 h 512"/>
                  <a:gd name="T50" fmla="*/ 15 w 511"/>
                  <a:gd name="T51" fmla="*/ 112 h 512"/>
                  <a:gd name="T52" fmla="*/ 83 w 511"/>
                  <a:gd name="T53" fmla="*/ 112 h 512"/>
                  <a:gd name="T54" fmla="*/ 3 w 511"/>
                  <a:gd name="T55" fmla="*/ 266 h 512"/>
                  <a:gd name="T56" fmla="*/ 15 w 511"/>
                  <a:gd name="T57" fmla="*/ 266 h 512"/>
                  <a:gd name="T58" fmla="*/ 95 w 511"/>
                  <a:gd name="T59" fmla="*/ 112 h 512"/>
                  <a:gd name="T60" fmla="*/ 106 w 511"/>
                  <a:gd name="T61" fmla="*/ 112 h 512"/>
                  <a:gd name="T62" fmla="*/ 186 w 511"/>
                  <a:gd name="T63" fmla="*/ 266 h 512"/>
                  <a:gd name="T64" fmla="*/ 198 w 511"/>
                  <a:gd name="T65" fmla="*/ 266 h 512"/>
                  <a:gd name="T66" fmla="*/ 118 w 511"/>
                  <a:gd name="T67" fmla="*/ 112 h 512"/>
                  <a:gd name="T68" fmla="*/ 190 w 511"/>
                  <a:gd name="T69" fmla="*/ 112 h 512"/>
                  <a:gd name="T70" fmla="*/ 239 w 511"/>
                  <a:gd name="T71" fmla="*/ 162 h 512"/>
                  <a:gd name="T72" fmla="*/ 239 w 511"/>
                  <a:gd name="T73" fmla="*/ 476 h 512"/>
                  <a:gd name="T74" fmla="*/ 178 w 511"/>
                  <a:gd name="T75" fmla="*/ 476 h 512"/>
                  <a:gd name="T76" fmla="*/ 159 w 511"/>
                  <a:gd name="T77" fmla="*/ 494 h 512"/>
                  <a:gd name="T78" fmla="*/ 178 w 511"/>
                  <a:gd name="T79" fmla="*/ 512 h 512"/>
                  <a:gd name="T80" fmla="*/ 335 w 511"/>
                  <a:gd name="T81" fmla="*/ 512 h 512"/>
                  <a:gd name="T82" fmla="*/ 353 w 511"/>
                  <a:gd name="T83" fmla="*/ 494 h 512"/>
                  <a:gd name="T84" fmla="*/ 335 w 511"/>
                  <a:gd name="T85" fmla="*/ 476 h 512"/>
                  <a:gd name="T86" fmla="*/ 218 w 511"/>
                  <a:gd name="T87" fmla="*/ 97 h 512"/>
                  <a:gd name="T88" fmla="*/ 256 w 511"/>
                  <a:gd name="T89" fmla="*/ 59 h 512"/>
                  <a:gd name="T90" fmla="*/ 294 w 511"/>
                  <a:gd name="T91" fmla="*/ 97 h 512"/>
                  <a:gd name="T92" fmla="*/ 256 w 511"/>
                  <a:gd name="T93" fmla="*/ 135 h 512"/>
                  <a:gd name="T94" fmla="*/ 218 w 511"/>
                  <a:gd name="T95" fmla="*/ 9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1" h="512">
                    <a:moveTo>
                      <a:pt x="335" y="476"/>
                    </a:moveTo>
                    <a:cubicBezTo>
                      <a:pt x="273" y="476"/>
                      <a:pt x="273" y="476"/>
                      <a:pt x="273" y="476"/>
                    </a:cubicBezTo>
                    <a:cubicBezTo>
                      <a:pt x="273" y="162"/>
                      <a:pt x="273" y="162"/>
                      <a:pt x="273" y="162"/>
                    </a:cubicBezTo>
                    <a:cubicBezTo>
                      <a:pt x="297" y="156"/>
                      <a:pt x="316" y="136"/>
                      <a:pt x="322" y="112"/>
                    </a:cubicBezTo>
                    <a:cubicBezTo>
                      <a:pt x="394" y="112"/>
                      <a:pt x="394" y="112"/>
                      <a:pt x="394" y="112"/>
                    </a:cubicBezTo>
                    <a:cubicBezTo>
                      <a:pt x="314" y="266"/>
                      <a:pt x="314" y="266"/>
                      <a:pt x="314" y="266"/>
                    </a:cubicBezTo>
                    <a:cubicBezTo>
                      <a:pt x="326" y="266"/>
                      <a:pt x="326" y="266"/>
                      <a:pt x="326" y="266"/>
                    </a:cubicBezTo>
                    <a:cubicBezTo>
                      <a:pt x="406" y="112"/>
                      <a:pt x="406" y="112"/>
                      <a:pt x="406" y="112"/>
                    </a:cubicBezTo>
                    <a:cubicBezTo>
                      <a:pt x="417" y="112"/>
                      <a:pt x="417" y="112"/>
                      <a:pt x="417" y="112"/>
                    </a:cubicBezTo>
                    <a:cubicBezTo>
                      <a:pt x="497" y="266"/>
                      <a:pt x="497" y="266"/>
                      <a:pt x="497" y="266"/>
                    </a:cubicBezTo>
                    <a:cubicBezTo>
                      <a:pt x="509" y="266"/>
                      <a:pt x="509" y="266"/>
                      <a:pt x="509" y="266"/>
                    </a:cubicBezTo>
                    <a:cubicBezTo>
                      <a:pt x="429" y="112"/>
                      <a:pt x="429" y="112"/>
                      <a:pt x="429" y="112"/>
                    </a:cubicBezTo>
                    <a:cubicBezTo>
                      <a:pt x="497" y="112"/>
                      <a:pt x="497" y="112"/>
                      <a:pt x="497" y="112"/>
                    </a:cubicBezTo>
                    <a:cubicBezTo>
                      <a:pt x="505" y="112"/>
                      <a:pt x="511" y="105"/>
                      <a:pt x="511" y="97"/>
                    </a:cubicBezTo>
                    <a:cubicBezTo>
                      <a:pt x="511" y="89"/>
                      <a:pt x="505" y="83"/>
                      <a:pt x="497" y="83"/>
                    </a:cubicBezTo>
                    <a:cubicBezTo>
                      <a:pt x="322" y="83"/>
                      <a:pt x="322" y="83"/>
                      <a:pt x="322" y="83"/>
                    </a:cubicBezTo>
                    <a:cubicBezTo>
                      <a:pt x="316" y="58"/>
                      <a:pt x="297" y="39"/>
                      <a:pt x="273" y="32"/>
                    </a:cubicBezTo>
                    <a:cubicBezTo>
                      <a:pt x="273" y="7"/>
                      <a:pt x="273" y="7"/>
                      <a:pt x="273" y="7"/>
                    </a:cubicBezTo>
                    <a:cubicBezTo>
                      <a:pt x="273" y="3"/>
                      <a:pt x="270" y="0"/>
                      <a:pt x="266" y="0"/>
                    </a:cubicBezTo>
                    <a:cubicBezTo>
                      <a:pt x="247" y="0"/>
                      <a:pt x="247" y="0"/>
                      <a:pt x="247" y="0"/>
                    </a:cubicBezTo>
                    <a:cubicBezTo>
                      <a:pt x="242" y="0"/>
                      <a:pt x="239" y="3"/>
                      <a:pt x="239" y="7"/>
                    </a:cubicBezTo>
                    <a:cubicBezTo>
                      <a:pt x="239" y="32"/>
                      <a:pt x="239" y="32"/>
                      <a:pt x="239" y="32"/>
                    </a:cubicBezTo>
                    <a:cubicBezTo>
                      <a:pt x="215" y="38"/>
                      <a:pt x="196" y="58"/>
                      <a:pt x="190" y="83"/>
                    </a:cubicBezTo>
                    <a:cubicBezTo>
                      <a:pt x="15" y="83"/>
                      <a:pt x="15" y="83"/>
                      <a:pt x="15" y="83"/>
                    </a:cubicBezTo>
                    <a:cubicBezTo>
                      <a:pt x="7" y="83"/>
                      <a:pt x="0" y="89"/>
                      <a:pt x="0" y="97"/>
                    </a:cubicBezTo>
                    <a:cubicBezTo>
                      <a:pt x="0" y="105"/>
                      <a:pt x="7" y="112"/>
                      <a:pt x="15" y="112"/>
                    </a:cubicBezTo>
                    <a:cubicBezTo>
                      <a:pt x="83" y="112"/>
                      <a:pt x="83" y="112"/>
                      <a:pt x="83" y="112"/>
                    </a:cubicBezTo>
                    <a:cubicBezTo>
                      <a:pt x="3" y="266"/>
                      <a:pt x="3" y="266"/>
                      <a:pt x="3" y="266"/>
                    </a:cubicBezTo>
                    <a:cubicBezTo>
                      <a:pt x="15" y="266"/>
                      <a:pt x="15" y="266"/>
                      <a:pt x="15" y="266"/>
                    </a:cubicBezTo>
                    <a:cubicBezTo>
                      <a:pt x="95" y="112"/>
                      <a:pt x="95" y="112"/>
                      <a:pt x="95" y="112"/>
                    </a:cubicBezTo>
                    <a:cubicBezTo>
                      <a:pt x="106" y="112"/>
                      <a:pt x="106" y="112"/>
                      <a:pt x="106" y="112"/>
                    </a:cubicBezTo>
                    <a:cubicBezTo>
                      <a:pt x="186" y="266"/>
                      <a:pt x="186" y="266"/>
                      <a:pt x="186" y="266"/>
                    </a:cubicBezTo>
                    <a:cubicBezTo>
                      <a:pt x="198" y="266"/>
                      <a:pt x="198" y="266"/>
                      <a:pt x="198" y="266"/>
                    </a:cubicBezTo>
                    <a:cubicBezTo>
                      <a:pt x="118" y="112"/>
                      <a:pt x="118" y="112"/>
                      <a:pt x="118" y="112"/>
                    </a:cubicBezTo>
                    <a:cubicBezTo>
                      <a:pt x="190" y="112"/>
                      <a:pt x="190" y="112"/>
                      <a:pt x="190" y="112"/>
                    </a:cubicBezTo>
                    <a:cubicBezTo>
                      <a:pt x="196" y="136"/>
                      <a:pt x="215" y="156"/>
                      <a:pt x="239" y="162"/>
                    </a:cubicBezTo>
                    <a:cubicBezTo>
                      <a:pt x="239" y="476"/>
                      <a:pt x="239" y="476"/>
                      <a:pt x="239" y="476"/>
                    </a:cubicBezTo>
                    <a:cubicBezTo>
                      <a:pt x="178" y="476"/>
                      <a:pt x="178" y="476"/>
                      <a:pt x="178" y="476"/>
                    </a:cubicBezTo>
                    <a:cubicBezTo>
                      <a:pt x="168" y="476"/>
                      <a:pt x="159" y="484"/>
                      <a:pt x="159" y="494"/>
                    </a:cubicBezTo>
                    <a:cubicBezTo>
                      <a:pt x="159" y="504"/>
                      <a:pt x="168" y="512"/>
                      <a:pt x="178" y="512"/>
                    </a:cubicBezTo>
                    <a:cubicBezTo>
                      <a:pt x="335" y="512"/>
                      <a:pt x="335" y="512"/>
                      <a:pt x="335" y="512"/>
                    </a:cubicBezTo>
                    <a:cubicBezTo>
                      <a:pt x="345" y="512"/>
                      <a:pt x="353" y="504"/>
                      <a:pt x="353" y="494"/>
                    </a:cubicBezTo>
                    <a:cubicBezTo>
                      <a:pt x="353" y="484"/>
                      <a:pt x="345" y="476"/>
                      <a:pt x="335" y="476"/>
                    </a:cubicBezTo>
                    <a:close/>
                    <a:moveTo>
                      <a:pt x="218" y="97"/>
                    </a:moveTo>
                    <a:cubicBezTo>
                      <a:pt x="218" y="76"/>
                      <a:pt x="235" y="59"/>
                      <a:pt x="256" y="59"/>
                    </a:cubicBezTo>
                    <a:cubicBezTo>
                      <a:pt x="277" y="59"/>
                      <a:pt x="294" y="76"/>
                      <a:pt x="294" y="97"/>
                    </a:cubicBezTo>
                    <a:cubicBezTo>
                      <a:pt x="294" y="118"/>
                      <a:pt x="277" y="135"/>
                      <a:pt x="256" y="135"/>
                    </a:cubicBezTo>
                    <a:cubicBezTo>
                      <a:pt x="235" y="135"/>
                      <a:pt x="218" y="118"/>
                      <a:pt x="218" y="97"/>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43" name="Freeform 11"/>
              <p:cNvSpPr>
                <a:spLocks/>
              </p:cNvSpPr>
              <p:nvPr/>
            </p:nvSpPr>
            <p:spPr bwMode="auto">
              <a:xfrm>
                <a:off x="4010025" y="2301875"/>
                <a:ext cx="153988" cy="55563"/>
              </a:xfrm>
              <a:custGeom>
                <a:avLst/>
                <a:gdLst>
                  <a:gd name="T0" fmla="*/ 201 w 201"/>
                  <a:gd name="T1" fmla="*/ 0 h 73"/>
                  <a:gd name="T2" fmla="*/ 0 w 201"/>
                  <a:gd name="T3" fmla="*/ 0 h 73"/>
                  <a:gd name="T4" fmla="*/ 0 w 201"/>
                  <a:gd name="T5" fmla="*/ 1 h 73"/>
                  <a:gd name="T6" fmla="*/ 73 w 201"/>
                  <a:gd name="T7" fmla="*/ 73 h 73"/>
                  <a:gd name="T8" fmla="*/ 128 w 201"/>
                  <a:gd name="T9" fmla="*/ 73 h 73"/>
                  <a:gd name="T10" fmla="*/ 201 w 201"/>
                  <a:gd name="T11" fmla="*/ 1 h 73"/>
                  <a:gd name="T12" fmla="*/ 201 w 201"/>
                  <a:gd name="T13" fmla="*/ 0 h 73"/>
                </a:gdLst>
                <a:ahLst/>
                <a:cxnLst>
                  <a:cxn ang="0">
                    <a:pos x="T0" y="T1"/>
                  </a:cxn>
                  <a:cxn ang="0">
                    <a:pos x="T2" y="T3"/>
                  </a:cxn>
                  <a:cxn ang="0">
                    <a:pos x="T4" y="T5"/>
                  </a:cxn>
                  <a:cxn ang="0">
                    <a:pos x="T6" y="T7"/>
                  </a:cxn>
                  <a:cxn ang="0">
                    <a:pos x="T8" y="T9"/>
                  </a:cxn>
                  <a:cxn ang="0">
                    <a:pos x="T10" y="T11"/>
                  </a:cxn>
                  <a:cxn ang="0">
                    <a:pos x="T12" y="T13"/>
                  </a:cxn>
                </a:cxnLst>
                <a:rect l="0" t="0" r="r" b="b"/>
                <a:pathLst>
                  <a:path w="201" h="73">
                    <a:moveTo>
                      <a:pt x="201" y="0"/>
                    </a:moveTo>
                    <a:cubicBezTo>
                      <a:pt x="0" y="0"/>
                      <a:pt x="0" y="0"/>
                      <a:pt x="0" y="0"/>
                    </a:cubicBezTo>
                    <a:cubicBezTo>
                      <a:pt x="0" y="0"/>
                      <a:pt x="0" y="0"/>
                      <a:pt x="0" y="1"/>
                    </a:cubicBezTo>
                    <a:cubicBezTo>
                      <a:pt x="0" y="41"/>
                      <a:pt x="33" y="73"/>
                      <a:pt x="73" y="73"/>
                    </a:cubicBezTo>
                    <a:cubicBezTo>
                      <a:pt x="128" y="73"/>
                      <a:pt x="128" y="73"/>
                      <a:pt x="128" y="73"/>
                    </a:cubicBezTo>
                    <a:cubicBezTo>
                      <a:pt x="168" y="73"/>
                      <a:pt x="201" y="41"/>
                      <a:pt x="201" y="1"/>
                    </a:cubicBezTo>
                    <a:cubicBezTo>
                      <a:pt x="201" y="0"/>
                      <a:pt x="201" y="0"/>
                      <a:pt x="201" y="0"/>
                    </a:cubicBezTo>
                    <a:close/>
                  </a:path>
                </a:pathLst>
              </a:custGeom>
              <a:grpFill/>
              <a:ln>
                <a:noFill/>
              </a:ln>
            </p:spPr>
            <p:txBody>
              <a:bodyPr/>
              <a:lstStyle/>
              <a:p>
                <a:pPr>
                  <a:defRPr/>
                </a:pPr>
                <a:endParaRPr lang="en-AU" kern="0">
                  <a:solidFill>
                    <a:srgbClr val="000000"/>
                  </a:solidFill>
                  <a:latin typeface="微软雅黑"/>
                  <a:ea typeface="Microsoft YaHei UI"/>
                </a:endParaRPr>
              </a:p>
            </p:txBody>
          </p:sp>
        </p:grpSp>
      </p:grpSp>
      <p:grpSp>
        <p:nvGrpSpPr>
          <p:cNvPr id="246" name="组合 245"/>
          <p:cNvGrpSpPr/>
          <p:nvPr/>
        </p:nvGrpSpPr>
        <p:grpSpPr>
          <a:xfrm>
            <a:off x="6256453" y="1385887"/>
            <a:ext cx="1398878" cy="1398878"/>
            <a:chOff x="7313237" y="1385705"/>
            <a:chExt cx="1289090" cy="1289090"/>
          </a:xfrm>
        </p:grpSpPr>
        <p:grpSp>
          <p:nvGrpSpPr>
            <p:cNvPr id="247" name="组合 246"/>
            <p:cNvGrpSpPr/>
            <p:nvPr/>
          </p:nvGrpSpPr>
          <p:grpSpPr>
            <a:xfrm>
              <a:off x="7313237" y="1385705"/>
              <a:ext cx="1289090" cy="1289090"/>
              <a:chOff x="7313237" y="1385708"/>
              <a:chExt cx="1289090" cy="1289090"/>
            </a:xfrm>
          </p:grpSpPr>
          <p:sp>
            <p:nvSpPr>
              <p:cNvPr id="249" name="椭圆 248"/>
              <p:cNvSpPr/>
              <p:nvPr/>
            </p:nvSpPr>
            <p:spPr>
              <a:xfrm>
                <a:off x="7446994" y="1519465"/>
                <a:ext cx="1021576" cy="1021576"/>
              </a:xfrm>
              <a:prstGeom prst="ellipse">
                <a:avLst/>
              </a:prstGeom>
              <a:solidFill>
                <a:srgbClr val="CA2C3B"/>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微软雅黑 Light"/>
                  <a:ea typeface="微软雅黑 Light"/>
                </a:endParaRPr>
              </a:p>
            </p:txBody>
          </p:sp>
          <p:sp>
            <p:nvSpPr>
              <p:cNvPr id="250" name="椭圆 249"/>
              <p:cNvSpPr/>
              <p:nvPr/>
            </p:nvSpPr>
            <p:spPr>
              <a:xfrm>
                <a:off x="7313237" y="1385708"/>
                <a:ext cx="1289090" cy="1289090"/>
              </a:xfrm>
              <a:prstGeom prst="ellipse">
                <a:avLst/>
              </a:prstGeom>
              <a:noFill/>
              <a:ln w="12700" cap="flat" cmpd="sng" algn="ctr">
                <a:solidFill>
                  <a:srgbClr val="C00000"/>
                </a:solidFill>
                <a:prstDash val="solid"/>
                <a:miter lim="800000"/>
              </a:ln>
              <a:effectLst/>
            </p:spPr>
            <p:txBody>
              <a:bodyPr rtlCol="0" anchor="ctr"/>
              <a:lstStyle/>
              <a:p>
                <a:pPr algn="ctr">
                  <a:defRPr/>
                </a:pPr>
                <a:endParaRPr lang="zh-CN" altLang="en-US" kern="0" dirty="0">
                  <a:solidFill>
                    <a:prstClr val="white"/>
                  </a:solidFill>
                  <a:latin typeface="微软雅黑 Light"/>
                  <a:ea typeface="微软雅黑 Light"/>
                </a:endParaRPr>
              </a:p>
            </p:txBody>
          </p:sp>
        </p:grpSp>
        <p:sp>
          <p:nvSpPr>
            <p:cNvPr id="248" name="Freeform 200"/>
            <p:cNvSpPr>
              <a:spLocks noEditPoints="1"/>
            </p:cNvSpPr>
            <p:nvPr/>
          </p:nvSpPr>
          <p:spPr bwMode="auto">
            <a:xfrm>
              <a:off x="7747439" y="1839750"/>
              <a:ext cx="420687" cy="395287"/>
            </a:xfrm>
            <a:custGeom>
              <a:avLst/>
              <a:gdLst>
                <a:gd name="T0" fmla="*/ 394 w 548"/>
                <a:gd name="T1" fmla="*/ 0 h 514"/>
                <a:gd name="T2" fmla="*/ 240 w 548"/>
                <a:gd name="T3" fmla="*/ 153 h 514"/>
                <a:gd name="T4" fmla="*/ 240 w 548"/>
                <a:gd name="T5" fmla="*/ 206 h 514"/>
                <a:gd name="T6" fmla="*/ 0 w 548"/>
                <a:gd name="T7" fmla="*/ 206 h 514"/>
                <a:gd name="T8" fmla="*/ 0 w 548"/>
                <a:gd name="T9" fmla="*/ 514 h 514"/>
                <a:gd name="T10" fmla="*/ 377 w 548"/>
                <a:gd name="T11" fmla="*/ 514 h 514"/>
                <a:gd name="T12" fmla="*/ 377 w 548"/>
                <a:gd name="T13" fmla="*/ 206 h 514"/>
                <a:gd name="T14" fmla="*/ 308 w 548"/>
                <a:gd name="T15" fmla="*/ 206 h 514"/>
                <a:gd name="T16" fmla="*/ 308 w 548"/>
                <a:gd name="T17" fmla="*/ 153 h 514"/>
                <a:gd name="T18" fmla="*/ 394 w 548"/>
                <a:gd name="T19" fmla="*/ 68 h 514"/>
                <a:gd name="T20" fmla="*/ 479 w 548"/>
                <a:gd name="T21" fmla="*/ 153 h 514"/>
                <a:gd name="T22" fmla="*/ 479 w 548"/>
                <a:gd name="T23" fmla="*/ 206 h 514"/>
                <a:gd name="T24" fmla="*/ 548 w 548"/>
                <a:gd name="T25" fmla="*/ 206 h 514"/>
                <a:gd name="T26" fmla="*/ 548 w 548"/>
                <a:gd name="T27" fmla="*/ 153 h 514"/>
                <a:gd name="T28" fmla="*/ 394 w 548"/>
                <a:gd name="T29" fmla="*/ 0 h 514"/>
                <a:gd name="T30" fmla="*/ 216 w 548"/>
                <a:gd name="T31" fmla="*/ 434 h 514"/>
                <a:gd name="T32" fmla="*/ 145 w 548"/>
                <a:gd name="T33" fmla="*/ 434 h 514"/>
                <a:gd name="T34" fmla="*/ 161 w 548"/>
                <a:gd name="T35" fmla="*/ 373 h 514"/>
                <a:gd name="T36" fmla="*/ 137 w 548"/>
                <a:gd name="T37" fmla="*/ 334 h 514"/>
                <a:gd name="T38" fmla="*/ 180 w 548"/>
                <a:gd name="T39" fmla="*/ 291 h 514"/>
                <a:gd name="T40" fmla="*/ 224 w 548"/>
                <a:gd name="T41" fmla="*/ 334 h 514"/>
                <a:gd name="T42" fmla="*/ 200 w 548"/>
                <a:gd name="T43" fmla="*/ 373 h 514"/>
                <a:gd name="T44" fmla="*/ 216 w 548"/>
                <a:gd name="T45" fmla="*/ 43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8" h="514">
                  <a:moveTo>
                    <a:pt x="394" y="0"/>
                  </a:moveTo>
                  <a:cubicBezTo>
                    <a:pt x="309" y="0"/>
                    <a:pt x="240" y="69"/>
                    <a:pt x="240" y="153"/>
                  </a:cubicBezTo>
                  <a:cubicBezTo>
                    <a:pt x="240" y="206"/>
                    <a:pt x="240" y="206"/>
                    <a:pt x="240" y="206"/>
                  </a:cubicBezTo>
                  <a:cubicBezTo>
                    <a:pt x="0" y="206"/>
                    <a:pt x="0" y="206"/>
                    <a:pt x="0" y="206"/>
                  </a:cubicBezTo>
                  <a:cubicBezTo>
                    <a:pt x="0" y="514"/>
                    <a:pt x="0" y="514"/>
                    <a:pt x="0" y="514"/>
                  </a:cubicBezTo>
                  <a:cubicBezTo>
                    <a:pt x="377" y="514"/>
                    <a:pt x="377" y="514"/>
                    <a:pt x="377" y="514"/>
                  </a:cubicBezTo>
                  <a:cubicBezTo>
                    <a:pt x="377" y="206"/>
                    <a:pt x="377" y="206"/>
                    <a:pt x="377" y="206"/>
                  </a:cubicBezTo>
                  <a:cubicBezTo>
                    <a:pt x="308" y="206"/>
                    <a:pt x="308" y="206"/>
                    <a:pt x="308" y="206"/>
                  </a:cubicBezTo>
                  <a:cubicBezTo>
                    <a:pt x="308" y="153"/>
                    <a:pt x="308" y="153"/>
                    <a:pt x="308" y="153"/>
                  </a:cubicBezTo>
                  <a:cubicBezTo>
                    <a:pt x="308" y="106"/>
                    <a:pt x="347" y="68"/>
                    <a:pt x="394" y="68"/>
                  </a:cubicBezTo>
                  <a:cubicBezTo>
                    <a:pt x="441" y="68"/>
                    <a:pt x="479" y="106"/>
                    <a:pt x="479" y="153"/>
                  </a:cubicBezTo>
                  <a:cubicBezTo>
                    <a:pt x="479" y="206"/>
                    <a:pt x="479" y="206"/>
                    <a:pt x="479" y="206"/>
                  </a:cubicBezTo>
                  <a:cubicBezTo>
                    <a:pt x="548" y="206"/>
                    <a:pt x="548" y="206"/>
                    <a:pt x="548" y="206"/>
                  </a:cubicBezTo>
                  <a:cubicBezTo>
                    <a:pt x="548" y="153"/>
                    <a:pt x="548" y="153"/>
                    <a:pt x="548" y="153"/>
                  </a:cubicBezTo>
                  <a:cubicBezTo>
                    <a:pt x="548" y="69"/>
                    <a:pt x="479" y="0"/>
                    <a:pt x="394" y="0"/>
                  </a:cubicBezTo>
                  <a:close/>
                  <a:moveTo>
                    <a:pt x="216" y="434"/>
                  </a:moveTo>
                  <a:cubicBezTo>
                    <a:pt x="145" y="434"/>
                    <a:pt x="145" y="434"/>
                    <a:pt x="145" y="434"/>
                  </a:cubicBezTo>
                  <a:cubicBezTo>
                    <a:pt x="161" y="373"/>
                    <a:pt x="161" y="373"/>
                    <a:pt x="161" y="373"/>
                  </a:cubicBezTo>
                  <a:cubicBezTo>
                    <a:pt x="147" y="366"/>
                    <a:pt x="137" y="351"/>
                    <a:pt x="137" y="334"/>
                  </a:cubicBezTo>
                  <a:cubicBezTo>
                    <a:pt x="137" y="311"/>
                    <a:pt x="157" y="291"/>
                    <a:pt x="180" y="291"/>
                  </a:cubicBezTo>
                  <a:cubicBezTo>
                    <a:pt x="204" y="291"/>
                    <a:pt x="224" y="311"/>
                    <a:pt x="224" y="334"/>
                  </a:cubicBezTo>
                  <a:cubicBezTo>
                    <a:pt x="224" y="351"/>
                    <a:pt x="214" y="366"/>
                    <a:pt x="200" y="373"/>
                  </a:cubicBezTo>
                  <a:lnTo>
                    <a:pt x="216" y="434"/>
                  </a:lnTo>
                  <a:close/>
                </a:path>
              </a:pathLst>
            </a:custGeom>
            <a:solidFill>
              <a:sysClr val="window" lastClr="FFFFFF"/>
            </a:solidFill>
            <a:ln>
              <a:noFill/>
            </a:ln>
          </p:spPr>
          <p:txBody>
            <a:bodyPr/>
            <a:lstStyle/>
            <a:p>
              <a:pPr>
                <a:defRPr/>
              </a:pPr>
              <a:endParaRPr lang="en-AU" kern="0">
                <a:solidFill>
                  <a:srgbClr val="000000"/>
                </a:solidFill>
                <a:latin typeface="微软雅黑"/>
                <a:ea typeface="Microsoft YaHei UI"/>
              </a:endParaRPr>
            </a:p>
          </p:txBody>
        </p:sp>
      </p:grpSp>
      <p:grpSp>
        <p:nvGrpSpPr>
          <p:cNvPr id="251" name="组合 250"/>
          <p:cNvGrpSpPr/>
          <p:nvPr/>
        </p:nvGrpSpPr>
        <p:grpSpPr>
          <a:xfrm>
            <a:off x="3004383" y="1385887"/>
            <a:ext cx="1398878" cy="1398878"/>
            <a:chOff x="2977144" y="1385705"/>
            <a:chExt cx="1289090" cy="1289090"/>
          </a:xfrm>
        </p:grpSpPr>
        <p:grpSp>
          <p:nvGrpSpPr>
            <p:cNvPr id="252" name="组合 251"/>
            <p:cNvGrpSpPr/>
            <p:nvPr/>
          </p:nvGrpSpPr>
          <p:grpSpPr>
            <a:xfrm>
              <a:off x="2977144" y="1385705"/>
              <a:ext cx="1289090" cy="1289090"/>
              <a:chOff x="2994311" y="1385705"/>
              <a:chExt cx="1289090" cy="1289090"/>
            </a:xfrm>
          </p:grpSpPr>
          <p:sp>
            <p:nvSpPr>
              <p:cNvPr id="261" name="椭圆 260"/>
              <p:cNvSpPr/>
              <p:nvPr/>
            </p:nvSpPr>
            <p:spPr>
              <a:xfrm>
                <a:off x="3128068" y="1519462"/>
                <a:ext cx="1021576" cy="1021576"/>
              </a:xfrm>
              <a:prstGeom prst="ellipse">
                <a:avLst/>
              </a:prstGeom>
              <a:solidFill>
                <a:srgbClr val="CA2C3B"/>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微软雅黑 Light"/>
                  <a:ea typeface="微软雅黑 Light"/>
                </a:endParaRPr>
              </a:p>
            </p:txBody>
          </p:sp>
          <p:sp>
            <p:nvSpPr>
              <p:cNvPr id="262" name="椭圆 261"/>
              <p:cNvSpPr/>
              <p:nvPr/>
            </p:nvSpPr>
            <p:spPr>
              <a:xfrm>
                <a:off x="2994311" y="1385705"/>
                <a:ext cx="1289090" cy="1289090"/>
              </a:xfrm>
              <a:prstGeom prst="ellipse">
                <a:avLst/>
              </a:prstGeom>
              <a:noFill/>
              <a:ln w="12700" cap="flat" cmpd="sng" algn="ctr">
                <a:solidFill>
                  <a:srgbClr val="CA2C3B"/>
                </a:solidFill>
                <a:prstDash val="solid"/>
                <a:miter lim="800000"/>
              </a:ln>
              <a:effectLst/>
            </p:spPr>
            <p:txBody>
              <a:bodyPr rtlCol="0" anchor="ctr"/>
              <a:lstStyle/>
              <a:p>
                <a:pPr algn="ctr">
                  <a:defRPr/>
                </a:pPr>
                <a:endParaRPr lang="zh-CN" altLang="en-US" kern="0" dirty="0">
                  <a:solidFill>
                    <a:prstClr val="white"/>
                  </a:solidFill>
                  <a:latin typeface="微软雅黑 Light"/>
                  <a:ea typeface="微软雅黑 Light"/>
                </a:endParaRPr>
              </a:p>
            </p:txBody>
          </p:sp>
        </p:grpSp>
        <p:grpSp>
          <p:nvGrpSpPr>
            <p:cNvPr id="253" name="Group 245"/>
            <p:cNvGrpSpPr/>
            <p:nvPr/>
          </p:nvGrpSpPr>
          <p:grpSpPr>
            <a:xfrm>
              <a:off x="3412380" y="1813112"/>
              <a:ext cx="446087" cy="414338"/>
              <a:chOff x="3767138" y="6329363"/>
              <a:chExt cx="446087" cy="414338"/>
            </a:xfrm>
            <a:solidFill>
              <a:sysClr val="window" lastClr="FFFFFF"/>
            </a:solidFill>
          </p:grpSpPr>
          <p:sp>
            <p:nvSpPr>
              <p:cNvPr id="254" name="Freeform 229"/>
              <p:cNvSpPr>
                <a:spLocks/>
              </p:cNvSpPr>
              <p:nvPr/>
            </p:nvSpPr>
            <p:spPr bwMode="auto">
              <a:xfrm>
                <a:off x="3767138" y="6329363"/>
                <a:ext cx="382588" cy="414338"/>
              </a:xfrm>
              <a:custGeom>
                <a:avLst/>
                <a:gdLst>
                  <a:gd name="T0" fmla="*/ 476 w 497"/>
                  <a:gd name="T1" fmla="*/ 422 h 538"/>
                  <a:gd name="T2" fmla="*/ 497 w 497"/>
                  <a:gd name="T3" fmla="*/ 440 h 538"/>
                  <a:gd name="T4" fmla="*/ 497 w 497"/>
                  <a:gd name="T5" fmla="*/ 470 h 538"/>
                  <a:gd name="T6" fmla="*/ 430 w 497"/>
                  <a:gd name="T7" fmla="*/ 538 h 538"/>
                  <a:gd name="T8" fmla="*/ 67 w 497"/>
                  <a:gd name="T9" fmla="*/ 538 h 538"/>
                  <a:gd name="T10" fmla="*/ 0 w 497"/>
                  <a:gd name="T11" fmla="*/ 470 h 538"/>
                  <a:gd name="T12" fmla="*/ 0 w 497"/>
                  <a:gd name="T13" fmla="*/ 125 h 538"/>
                  <a:gd name="T14" fmla="*/ 0 w 497"/>
                  <a:gd name="T15" fmla="*/ 125 h 538"/>
                  <a:gd name="T16" fmla="*/ 5 w 497"/>
                  <a:gd name="T17" fmla="*/ 113 h 538"/>
                  <a:gd name="T18" fmla="*/ 107 w 497"/>
                  <a:gd name="T19" fmla="*/ 6 h 538"/>
                  <a:gd name="T20" fmla="*/ 120 w 497"/>
                  <a:gd name="T21" fmla="*/ 0 h 538"/>
                  <a:gd name="T22" fmla="*/ 120 w 497"/>
                  <a:gd name="T23" fmla="*/ 0 h 538"/>
                  <a:gd name="T24" fmla="*/ 430 w 497"/>
                  <a:gd name="T25" fmla="*/ 0 h 538"/>
                  <a:gd name="T26" fmla="*/ 497 w 497"/>
                  <a:gd name="T27" fmla="*/ 68 h 538"/>
                  <a:gd name="T28" fmla="*/ 497 w 497"/>
                  <a:gd name="T29" fmla="*/ 137 h 538"/>
                  <a:gd name="T30" fmla="*/ 475 w 497"/>
                  <a:gd name="T31" fmla="*/ 134 h 538"/>
                  <a:gd name="T32" fmla="*/ 462 w 497"/>
                  <a:gd name="T33" fmla="*/ 135 h 538"/>
                  <a:gd name="T34" fmla="*/ 462 w 497"/>
                  <a:gd name="T35" fmla="*/ 68 h 538"/>
                  <a:gd name="T36" fmla="*/ 430 w 497"/>
                  <a:gd name="T37" fmla="*/ 35 h 538"/>
                  <a:gd name="T38" fmla="*/ 137 w 497"/>
                  <a:gd name="T39" fmla="*/ 35 h 538"/>
                  <a:gd name="T40" fmla="*/ 137 w 497"/>
                  <a:gd name="T41" fmla="*/ 75 h 538"/>
                  <a:gd name="T42" fmla="*/ 70 w 497"/>
                  <a:gd name="T43" fmla="*/ 143 h 538"/>
                  <a:gd name="T44" fmla="*/ 35 w 497"/>
                  <a:gd name="T45" fmla="*/ 143 h 538"/>
                  <a:gd name="T46" fmla="*/ 35 w 497"/>
                  <a:gd name="T47" fmla="*/ 470 h 538"/>
                  <a:gd name="T48" fmla="*/ 67 w 497"/>
                  <a:gd name="T49" fmla="*/ 503 h 538"/>
                  <a:gd name="T50" fmla="*/ 430 w 497"/>
                  <a:gd name="T51" fmla="*/ 503 h 538"/>
                  <a:gd name="T52" fmla="*/ 462 w 497"/>
                  <a:gd name="T53" fmla="*/ 470 h 538"/>
                  <a:gd name="T54" fmla="*/ 462 w 497"/>
                  <a:gd name="T55" fmla="*/ 433 h 538"/>
                  <a:gd name="T56" fmla="*/ 476 w 497"/>
                  <a:gd name="T57" fmla="*/ 422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7" h="538">
                    <a:moveTo>
                      <a:pt x="476" y="422"/>
                    </a:moveTo>
                    <a:cubicBezTo>
                      <a:pt x="497" y="440"/>
                      <a:pt x="497" y="440"/>
                      <a:pt x="497" y="440"/>
                    </a:cubicBezTo>
                    <a:cubicBezTo>
                      <a:pt x="497" y="470"/>
                      <a:pt x="497" y="470"/>
                      <a:pt x="497" y="470"/>
                    </a:cubicBezTo>
                    <a:cubicBezTo>
                      <a:pt x="497" y="507"/>
                      <a:pt x="467" y="538"/>
                      <a:pt x="430" y="538"/>
                    </a:cubicBezTo>
                    <a:cubicBezTo>
                      <a:pt x="67" y="538"/>
                      <a:pt x="67" y="538"/>
                      <a:pt x="67" y="538"/>
                    </a:cubicBezTo>
                    <a:cubicBezTo>
                      <a:pt x="30" y="538"/>
                      <a:pt x="0" y="507"/>
                      <a:pt x="0" y="470"/>
                    </a:cubicBezTo>
                    <a:cubicBezTo>
                      <a:pt x="0" y="125"/>
                      <a:pt x="0" y="125"/>
                      <a:pt x="0" y="125"/>
                    </a:cubicBezTo>
                    <a:cubicBezTo>
                      <a:pt x="0" y="125"/>
                      <a:pt x="0" y="125"/>
                      <a:pt x="0" y="125"/>
                    </a:cubicBezTo>
                    <a:cubicBezTo>
                      <a:pt x="0" y="121"/>
                      <a:pt x="2" y="117"/>
                      <a:pt x="5" y="113"/>
                    </a:cubicBezTo>
                    <a:cubicBezTo>
                      <a:pt x="107" y="6"/>
                      <a:pt x="107" y="6"/>
                      <a:pt x="107" y="6"/>
                    </a:cubicBezTo>
                    <a:cubicBezTo>
                      <a:pt x="111" y="2"/>
                      <a:pt x="115" y="0"/>
                      <a:pt x="120" y="0"/>
                    </a:cubicBezTo>
                    <a:cubicBezTo>
                      <a:pt x="120" y="0"/>
                      <a:pt x="120" y="0"/>
                      <a:pt x="120" y="0"/>
                    </a:cubicBezTo>
                    <a:cubicBezTo>
                      <a:pt x="430" y="0"/>
                      <a:pt x="430" y="0"/>
                      <a:pt x="430" y="0"/>
                    </a:cubicBezTo>
                    <a:cubicBezTo>
                      <a:pt x="467" y="0"/>
                      <a:pt x="497" y="31"/>
                      <a:pt x="497" y="68"/>
                    </a:cubicBezTo>
                    <a:cubicBezTo>
                      <a:pt x="497" y="137"/>
                      <a:pt x="497" y="137"/>
                      <a:pt x="497" y="137"/>
                    </a:cubicBezTo>
                    <a:cubicBezTo>
                      <a:pt x="490" y="135"/>
                      <a:pt x="483" y="134"/>
                      <a:pt x="475" y="134"/>
                    </a:cubicBezTo>
                    <a:cubicBezTo>
                      <a:pt x="471" y="134"/>
                      <a:pt x="467" y="135"/>
                      <a:pt x="462" y="135"/>
                    </a:cubicBezTo>
                    <a:cubicBezTo>
                      <a:pt x="462" y="68"/>
                      <a:pt x="462" y="68"/>
                      <a:pt x="462" y="68"/>
                    </a:cubicBezTo>
                    <a:cubicBezTo>
                      <a:pt x="462" y="50"/>
                      <a:pt x="448" y="35"/>
                      <a:pt x="430" y="35"/>
                    </a:cubicBezTo>
                    <a:cubicBezTo>
                      <a:pt x="137" y="35"/>
                      <a:pt x="137" y="35"/>
                      <a:pt x="137" y="35"/>
                    </a:cubicBezTo>
                    <a:cubicBezTo>
                      <a:pt x="137" y="75"/>
                      <a:pt x="137" y="75"/>
                      <a:pt x="137" y="75"/>
                    </a:cubicBezTo>
                    <a:cubicBezTo>
                      <a:pt x="137" y="113"/>
                      <a:pt x="107" y="143"/>
                      <a:pt x="70" y="143"/>
                    </a:cubicBezTo>
                    <a:cubicBezTo>
                      <a:pt x="35" y="143"/>
                      <a:pt x="35" y="143"/>
                      <a:pt x="35" y="143"/>
                    </a:cubicBezTo>
                    <a:cubicBezTo>
                      <a:pt x="35" y="470"/>
                      <a:pt x="35" y="470"/>
                      <a:pt x="35" y="470"/>
                    </a:cubicBezTo>
                    <a:cubicBezTo>
                      <a:pt x="35" y="488"/>
                      <a:pt x="50" y="503"/>
                      <a:pt x="67" y="503"/>
                    </a:cubicBezTo>
                    <a:cubicBezTo>
                      <a:pt x="430" y="503"/>
                      <a:pt x="430" y="503"/>
                      <a:pt x="430" y="503"/>
                    </a:cubicBezTo>
                    <a:cubicBezTo>
                      <a:pt x="448" y="503"/>
                      <a:pt x="462" y="488"/>
                      <a:pt x="462" y="470"/>
                    </a:cubicBezTo>
                    <a:cubicBezTo>
                      <a:pt x="462" y="433"/>
                      <a:pt x="462" y="433"/>
                      <a:pt x="462" y="433"/>
                    </a:cubicBezTo>
                    <a:lnTo>
                      <a:pt x="476" y="422"/>
                    </a:ln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55" name="Freeform 230"/>
              <p:cNvSpPr>
                <a:spLocks/>
              </p:cNvSpPr>
              <p:nvPr/>
            </p:nvSpPr>
            <p:spPr bwMode="auto">
              <a:xfrm>
                <a:off x="3844925" y="6446838"/>
                <a:ext cx="187325" cy="22225"/>
              </a:xfrm>
              <a:custGeom>
                <a:avLst/>
                <a:gdLst>
                  <a:gd name="T0" fmla="*/ 229 w 243"/>
                  <a:gd name="T1" fmla="*/ 0 h 28"/>
                  <a:gd name="T2" fmla="*/ 14 w 243"/>
                  <a:gd name="T3" fmla="*/ 0 h 28"/>
                  <a:gd name="T4" fmla="*/ 0 w 243"/>
                  <a:gd name="T5" fmla="*/ 14 h 28"/>
                  <a:gd name="T6" fmla="*/ 14 w 243"/>
                  <a:gd name="T7" fmla="*/ 28 h 28"/>
                  <a:gd name="T8" fmla="*/ 229 w 243"/>
                  <a:gd name="T9" fmla="*/ 28 h 28"/>
                  <a:gd name="T10" fmla="*/ 243 w 243"/>
                  <a:gd name="T11" fmla="*/ 14 h 28"/>
                  <a:gd name="T12" fmla="*/ 229 w 243"/>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243" h="28">
                    <a:moveTo>
                      <a:pt x="229" y="0"/>
                    </a:moveTo>
                    <a:cubicBezTo>
                      <a:pt x="14" y="0"/>
                      <a:pt x="14" y="0"/>
                      <a:pt x="14" y="0"/>
                    </a:cubicBezTo>
                    <a:cubicBezTo>
                      <a:pt x="6" y="0"/>
                      <a:pt x="0" y="6"/>
                      <a:pt x="0" y="14"/>
                    </a:cubicBezTo>
                    <a:cubicBezTo>
                      <a:pt x="0" y="22"/>
                      <a:pt x="6" y="28"/>
                      <a:pt x="14" y="28"/>
                    </a:cubicBezTo>
                    <a:cubicBezTo>
                      <a:pt x="229" y="28"/>
                      <a:pt x="229" y="28"/>
                      <a:pt x="229" y="28"/>
                    </a:cubicBezTo>
                    <a:cubicBezTo>
                      <a:pt x="237" y="28"/>
                      <a:pt x="243" y="22"/>
                      <a:pt x="243" y="14"/>
                    </a:cubicBezTo>
                    <a:cubicBezTo>
                      <a:pt x="243" y="6"/>
                      <a:pt x="237" y="0"/>
                      <a:pt x="229" y="0"/>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56" name="Freeform 231"/>
              <p:cNvSpPr>
                <a:spLocks/>
              </p:cNvSpPr>
              <p:nvPr/>
            </p:nvSpPr>
            <p:spPr bwMode="auto">
              <a:xfrm>
                <a:off x="3844925" y="6497638"/>
                <a:ext cx="187325" cy="22225"/>
              </a:xfrm>
              <a:custGeom>
                <a:avLst/>
                <a:gdLst>
                  <a:gd name="T0" fmla="*/ 14 w 243"/>
                  <a:gd name="T1" fmla="*/ 29 h 29"/>
                  <a:gd name="T2" fmla="*/ 229 w 243"/>
                  <a:gd name="T3" fmla="*/ 29 h 29"/>
                  <a:gd name="T4" fmla="*/ 243 w 243"/>
                  <a:gd name="T5" fmla="*/ 15 h 29"/>
                  <a:gd name="T6" fmla="*/ 229 w 243"/>
                  <a:gd name="T7" fmla="*/ 0 h 29"/>
                  <a:gd name="T8" fmla="*/ 14 w 243"/>
                  <a:gd name="T9" fmla="*/ 0 h 29"/>
                  <a:gd name="T10" fmla="*/ 0 w 243"/>
                  <a:gd name="T11" fmla="*/ 15 h 29"/>
                  <a:gd name="T12" fmla="*/ 14 w 243"/>
                  <a:gd name="T13" fmla="*/ 29 h 29"/>
                </a:gdLst>
                <a:ahLst/>
                <a:cxnLst>
                  <a:cxn ang="0">
                    <a:pos x="T0" y="T1"/>
                  </a:cxn>
                  <a:cxn ang="0">
                    <a:pos x="T2" y="T3"/>
                  </a:cxn>
                  <a:cxn ang="0">
                    <a:pos x="T4" y="T5"/>
                  </a:cxn>
                  <a:cxn ang="0">
                    <a:pos x="T6" y="T7"/>
                  </a:cxn>
                  <a:cxn ang="0">
                    <a:pos x="T8" y="T9"/>
                  </a:cxn>
                  <a:cxn ang="0">
                    <a:pos x="T10" y="T11"/>
                  </a:cxn>
                  <a:cxn ang="0">
                    <a:pos x="T12" y="T13"/>
                  </a:cxn>
                </a:cxnLst>
                <a:rect l="0" t="0" r="r" b="b"/>
                <a:pathLst>
                  <a:path w="243" h="29">
                    <a:moveTo>
                      <a:pt x="14" y="29"/>
                    </a:moveTo>
                    <a:cubicBezTo>
                      <a:pt x="229" y="29"/>
                      <a:pt x="229" y="29"/>
                      <a:pt x="229" y="29"/>
                    </a:cubicBezTo>
                    <a:cubicBezTo>
                      <a:pt x="237" y="29"/>
                      <a:pt x="243" y="22"/>
                      <a:pt x="243" y="15"/>
                    </a:cubicBezTo>
                    <a:cubicBezTo>
                      <a:pt x="243" y="7"/>
                      <a:pt x="237" y="0"/>
                      <a:pt x="229" y="0"/>
                    </a:cubicBezTo>
                    <a:cubicBezTo>
                      <a:pt x="14" y="0"/>
                      <a:pt x="14" y="0"/>
                      <a:pt x="14" y="0"/>
                    </a:cubicBezTo>
                    <a:cubicBezTo>
                      <a:pt x="6" y="0"/>
                      <a:pt x="0" y="7"/>
                      <a:pt x="0" y="15"/>
                    </a:cubicBezTo>
                    <a:cubicBezTo>
                      <a:pt x="0" y="22"/>
                      <a:pt x="6" y="29"/>
                      <a:pt x="14" y="29"/>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57" name="Freeform 232"/>
              <p:cNvSpPr>
                <a:spLocks/>
              </p:cNvSpPr>
              <p:nvPr/>
            </p:nvSpPr>
            <p:spPr bwMode="auto">
              <a:xfrm>
                <a:off x="3844925" y="6550025"/>
                <a:ext cx="187325" cy="22225"/>
              </a:xfrm>
              <a:custGeom>
                <a:avLst/>
                <a:gdLst>
                  <a:gd name="T0" fmla="*/ 14 w 243"/>
                  <a:gd name="T1" fmla="*/ 28 h 28"/>
                  <a:gd name="T2" fmla="*/ 229 w 243"/>
                  <a:gd name="T3" fmla="*/ 28 h 28"/>
                  <a:gd name="T4" fmla="*/ 243 w 243"/>
                  <a:gd name="T5" fmla="*/ 14 h 28"/>
                  <a:gd name="T6" fmla="*/ 229 w 243"/>
                  <a:gd name="T7" fmla="*/ 0 h 28"/>
                  <a:gd name="T8" fmla="*/ 14 w 243"/>
                  <a:gd name="T9" fmla="*/ 0 h 28"/>
                  <a:gd name="T10" fmla="*/ 0 w 243"/>
                  <a:gd name="T11" fmla="*/ 14 h 28"/>
                  <a:gd name="T12" fmla="*/ 14 w 243"/>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243" h="28">
                    <a:moveTo>
                      <a:pt x="14" y="28"/>
                    </a:moveTo>
                    <a:cubicBezTo>
                      <a:pt x="229" y="28"/>
                      <a:pt x="229" y="28"/>
                      <a:pt x="229" y="28"/>
                    </a:cubicBezTo>
                    <a:cubicBezTo>
                      <a:pt x="237" y="28"/>
                      <a:pt x="243" y="22"/>
                      <a:pt x="243" y="14"/>
                    </a:cubicBezTo>
                    <a:cubicBezTo>
                      <a:pt x="243" y="6"/>
                      <a:pt x="237" y="0"/>
                      <a:pt x="229" y="0"/>
                    </a:cubicBezTo>
                    <a:cubicBezTo>
                      <a:pt x="14" y="0"/>
                      <a:pt x="14" y="0"/>
                      <a:pt x="14" y="0"/>
                    </a:cubicBezTo>
                    <a:cubicBezTo>
                      <a:pt x="6" y="0"/>
                      <a:pt x="0" y="6"/>
                      <a:pt x="0" y="14"/>
                    </a:cubicBezTo>
                    <a:cubicBezTo>
                      <a:pt x="0" y="22"/>
                      <a:pt x="6" y="28"/>
                      <a:pt x="14" y="28"/>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58" name="Freeform 233"/>
              <p:cNvSpPr>
                <a:spLocks/>
              </p:cNvSpPr>
              <p:nvPr/>
            </p:nvSpPr>
            <p:spPr bwMode="auto">
              <a:xfrm>
                <a:off x="3844925" y="6602413"/>
                <a:ext cx="225425" cy="22225"/>
              </a:xfrm>
              <a:custGeom>
                <a:avLst/>
                <a:gdLst>
                  <a:gd name="T0" fmla="*/ 279 w 293"/>
                  <a:gd name="T1" fmla="*/ 0 h 29"/>
                  <a:gd name="T2" fmla="*/ 14 w 293"/>
                  <a:gd name="T3" fmla="*/ 0 h 29"/>
                  <a:gd name="T4" fmla="*/ 0 w 293"/>
                  <a:gd name="T5" fmla="*/ 15 h 29"/>
                  <a:gd name="T6" fmla="*/ 14 w 293"/>
                  <a:gd name="T7" fmla="*/ 29 h 29"/>
                  <a:gd name="T8" fmla="*/ 279 w 293"/>
                  <a:gd name="T9" fmla="*/ 29 h 29"/>
                  <a:gd name="T10" fmla="*/ 293 w 293"/>
                  <a:gd name="T11" fmla="*/ 15 h 29"/>
                  <a:gd name="T12" fmla="*/ 279 w 293"/>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293" h="29">
                    <a:moveTo>
                      <a:pt x="279" y="0"/>
                    </a:moveTo>
                    <a:cubicBezTo>
                      <a:pt x="14" y="0"/>
                      <a:pt x="14" y="0"/>
                      <a:pt x="14" y="0"/>
                    </a:cubicBezTo>
                    <a:cubicBezTo>
                      <a:pt x="6" y="0"/>
                      <a:pt x="0" y="7"/>
                      <a:pt x="0" y="15"/>
                    </a:cubicBezTo>
                    <a:cubicBezTo>
                      <a:pt x="0" y="22"/>
                      <a:pt x="6" y="29"/>
                      <a:pt x="14" y="29"/>
                    </a:cubicBezTo>
                    <a:cubicBezTo>
                      <a:pt x="279" y="29"/>
                      <a:pt x="279" y="29"/>
                      <a:pt x="279" y="29"/>
                    </a:cubicBezTo>
                    <a:cubicBezTo>
                      <a:pt x="287" y="29"/>
                      <a:pt x="293" y="22"/>
                      <a:pt x="293" y="15"/>
                    </a:cubicBezTo>
                    <a:cubicBezTo>
                      <a:pt x="293" y="7"/>
                      <a:pt x="287" y="0"/>
                      <a:pt x="279" y="0"/>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59" name="Freeform 234"/>
              <p:cNvSpPr>
                <a:spLocks/>
              </p:cNvSpPr>
              <p:nvPr/>
            </p:nvSpPr>
            <p:spPr bwMode="auto">
              <a:xfrm>
                <a:off x="3844925" y="6654800"/>
                <a:ext cx="225425" cy="20638"/>
              </a:xfrm>
              <a:custGeom>
                <a:avLst/>
                <a:gdLst>
                  <a:gd name="T0" fmla="*/ 279 w 293"/>
                  <a:gd name="T1" fmla="*/ 0 h 28"/>
                  <a:gd name="T2" fmla="*/ 14 w 293"/>
                  <a:gd name="T3" fmla="*/ 0 h 28"/>
                  <a:gd name="T4" fmla="*/ 0 w 293"/>
                  <a:gd name="T5" fmla="*/ 14 h 28"/>
                  <a:gd name="T6" fmla="*/ 14 w 293"/>
                  <a:gd name="T7" fmla="*/ 28 h 28"/>
                  <a:gd name="T8" fmla="*/ 279 w 293"/>
                  <a:gd name="T9" fmla="*/ 28 h 28"/>
                  <a:gd name="T10" fmla="*/ 293 w 293"/>
                  <a:gd name="T11" fmla="*/ 14 h 28"/>
                  <a:gd name="T12" fmla="*/ 279 w 293"/>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293" h="28">
                    <a:moveTo>
                      <a:pt x="279" y="0"/>
                    </a:moveTo>
                    <a:cubicBezTo>
                      <a:pt x="14" y="0"/>
                      <a:pt x="14" y="0"/>
                      <a:pt x="14" y="0"/>
                    </a:cubicBezTo>
                    <a:cubicBezTo>
                      <a:pt x="6" y="0"/>
                      <a:pt x="0" y="6"/>
                      <a:pt x="0" y="14"/>
                    </a:cubicBezTo>
                    <a:cubicBezTo>
                      <a:pt x="0" y="22"/>
                      <a:pt x="6" y="28"/>
                      <a:pt x="14" y="28"/>
                    </a:cubicBezTo>
                    <a:cubicBezTo>
                      <a:pt x="279" y="28"/>
                      <a:pt x="279" y="28"/>
                      <a:pt x="279" y="28"/>
                    </a:cubicBezTo>
                    <a:cubicBezTo>
                      <a:pt x="287" y="28"/>
                      <a:pt x="293" y="22"/>
                      <a:pt x="293" y="14"/>
                    </a:cubicBezTo>
                    <a:cubicBezTo>
                      <a:pt x="293" y="6"/>
                      <a:pt x="287" y="0"/>
                      <a:pt x="279" y="0"/>
                    </a:cubicBez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60" name="Freeform 235"/>
              <p:cNvSpPr>
                <a:spLocks noEditPoints="1"/>
              </p:cNvSpPr>
              <p:nvPr/>
            </p:nvSpPr>
            <p:spPr bwMode="auto">
              <a:xfrm>
                <a:off x="4051300" y="6445250"/>
                <a:ext cx="161925" cy="227013"/>
              </a:xfrm>
              <a:custGeom>
                <a:avLst/>
                <a:gdLst>
                  <a:gd name="T0" fmla="*/ 105 w 211"/>
                  <a:gd name="T1" fmla="*/ 0 h 296"/>
                  <a:gd name="T2" fmla="*/ 0 w 211"/>
                  <a:gd name="T3" fmla="*/ 106 h 296"/>
                  <a:gd name="T4" fmla="*/ 52 w 211"/>
                  <a:gd name="T5" fmla="*/ 197 h 296"/>
                  <a:gd name="T6" fmla="*/ 52 w 211"/>
                  <a:gd name="T7" fmla="*/ 296 h 296"/>
                  <a:gd name="T8" fmla="*/ 106 w 211"/>
                  <a:gd name="T9" fmla="*/ 254 h 296"/>
                  <a:gd name="T10" fmla="*/ 159 w 211"/>
                  <a:gd name="T11" fmla="*/ 296 h 296"/>
                  <a:gd name="T12" fmla="*/ 159 w 211"/>
                  <a:gd name="T13" fmla="*/ 197 h 296"/>
                  <a:gd name="T14" fmla="*/ 211 w 211"/>
                  <a:gd name="T15" fmla="*/ 106 h 296"/>
                  <a:gd name="T16" fmla="*/ 105 w 211"/>
                  <a:gd name="T17" fmla="*/ 0 h 296"/>
                  <a:gd name="T18" fmla="*/ 105 w 211"/>
                  <a:gd name="T19" fmla="*/ 196 h 296"/>
                  <a:gd name="T20" fmla="*/ 15 w 211"/>
                  <a:gd name="T21" fmla="*/ 106 h 296"/>
                  <a:gd name="T22" fmla="*/ 105 w 211"/>
                  <a:gd name="T23" fmla="*/ 16 h 296"/>
                  <a:gd name="T24" fmla="*/ 195 w 211"/>
                  <a:gd name="T25" fmla="*/ 106 h 296"/>
                  <a:gd name="T26" fmla="*/ 105 w 211"/>
                  <a:gd name="T27" fmla="*/ 19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1" h="296">
                    <a:moveTo>
                      <a:pt x="105" y="0"/>
                    </a:moveTo>
                    <a:cubicBezTo>
                      <a:pt x="47" y="0"/>
                      <a:pt x="0" y="48"/>
                      <a:pt x="0" y="106"/>
                    </a:cubicBezTo>
                    <a:cubicBezTo>
                      <a:pt x="0" y="145"/>
                      <a:pt x="21" y="179"/>
                      <a:pt x="52" y="197"/>
                    </a:cubicBezTo>
                    <a:cubicBezTo>
                      <a:pt x="52" y="296"/>
                      <a:pt x="52" y="296"/>
                      <a:pt x="52" y="296"/>
                    </a:cubicBezTo>
                    <a:cubicBezTo>
                      <a:pt x="106" y="254"/>
                      <a:pt x="106" y="254"/>
                      <a:pt x="106" y="254"/>
                    </a:cubicBezTo>
                    <a:cubicBezTo>
                      <a:pt x="159" y="296"/>
                      <a:pt x="159" y="296"/>
                      <a:pt x="159" y="296"/>
                    </a:cubicBezTo>
                    <a:cubicBezTo>
                      <a:pt x="159" y="197"/>
                      <a:pt x="159" y="197"/>
                      <a:pt x="159" y="197"/>
                    </a:cubicBezTo>
                    <a:cubicBezTo>
                      <a:pt x="190" y="179"/>
                      <a:pt x="211" y="145"/>
                      <a:pt x="211" y="106"/>
                    </a:cubicBezTo>
                    <a:cubicBezTo>
                      <a:pt x="211" y="48"/>
                      <a:pt x="164" y="0"/>
                      <a:pt x="105" y="0"/>
                    </a:cubicBezTo>
                    <a:close/>
                    <a:moveTo>
                      <a:pt x="105" y="196"/>
                    </a:moveTo>
                    <a:cubicBezTo>
                      <a:pt x="56" y="196"/>
                      <a:pt x="16" y="156"/>
                      <a:pt x="15" y="106"/>
                    </a:cubicBezTo>
                    <a:cubicBezTo>
                      <a:pt x="16" y="56"/>
                      <a:pt x="56" y="16"/>
                      <a:pt x="105" y="16"/>
                    </a:cubicBezTo>
                    <a:cubicBezTo>
                      <a:pt x="155" y="16"/>
                      <a:pt x="195" y="56"/>
                      <a:pt x="195" y="106"/>
                    </a:cubicBezTo>
                    <a:cubicBezTo>
                      <a:pt x="195" y="156"/>
                      <a:pt x="155" y="196"/>
                      <a:pt x="105" y="196"/>
                    </a:cubicBezTo>
                    <a:close/>
                  </a:path>
                </a:pathLst>
              </a:custGeom>
              <a:grpFill/>
              <a:ln>
                <a:noFill/>
              </a:ln>
            </p:spPr>
            <p:txBody>
              <a:bodyPr/>
              <a:lstStyle/>
              <a:p>
                <a:pPr>
                  <a:defRPr/>
                </a:pPr>
                <a:endParaRPr lang="en-AU" kern="0">
                  <a:solidFill>
                    <a:srgbClr val="000000"/>
                  </a:solidFill>
                  <a:latin typeface="微软雅黑"/>
                  <a:ea typeface="Microsoft YaHei UI"/>
                </a:endParaRPr>
              </a:p>
            </p:txBody>
          </p:sp>
        </p:grpSp>
      </p:grpSp>
      <p:grpSp>
        <p:nvGrpSpPr>
          <p:cNvPr id="263" name="组合 262"/>
          <p:cNvGrpSpPr/>
          <p:nvPr/>
        </p:nvGrpSpPr>
        <p:grpSpPr>
          <a:xfrm>
            <a:off x="4630417" y="1385887"/>
            <a:ext cx="1398878" cy="1398878"/>
            <a:chOff x="5145190" y="1385705"/>
            <a:chExt cx="1289090" cy="1289090"/>
          </a:xfrm>
        </p:grpSpPr>
        <p:grpSp>
          <p:nvGrpSpPr>
            <p:cNvPr id="264" name="组合 263"/>
            <p:cNvGrpSpPr/>
            <p:nvPr/>
          </p:nvGrpSpPr>
          <p:grpSpPr>
            <a:xfrm>
              <a:off x="5145190" y="1385705"/>
              <a:ext cx="1289090" cy="1289090"/>
              <a:chOff x="5164381" y="1385708"/>
              <a:chExt cx="1289090" cy="1289090"/>
            </a:xfrm>
          </p:grpSpPr>
          <p:sp>
            <p:nvSpPr>
              <p:cNvPr id="269" name="椭圆 268"/>
              <p:cNvSpPr/>
              <p:nvPr/>
            </p:nvSpPr>
            <p:spPr>
              <a:xfrm>
                <a:off x="5298138" y="1519465"/>
                <a:ext cx="1021576" cy="1021576"/>
              </a:xfrm>
              <a:prstGeom prst="ellipse">
                <a:avLst/>
              </a:prstGeom>
              <a:solidFill>
                <a:srgbClr val="CA2C3B"/>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微软雅黑 Light"/>
                  <a:ea typeface="微软雅黑 Light"/>
                </a:endParaRPr>
              </a:p>
            </p:txBody>
          </p:sp>
          <p:sp>
            <p:nvSpPr>
              <p:cNvPr id="270" name="椭圆 269"/>
              <p:cNvSpPr/>
              <p:nvPr/>
            </p:nvSpPr>
            <p:spPr>
              <a:xfrm>
                <a:off x="5164381" y="1385708"/>
                <a:ext cx="1289090" cy="1289090"/>
              </a:xfrm>
              <a:prstGeom prst="ellipse">
                <a:avLst/>
              </a:prstGeom>
              <a:noFill/>
              <a:ln w="12700" cap="flat" cmpd="sng" algn="ctr">
                <a:solidFill>
                  <a:srgbClr val="CA2C3B"/>
                </a:solidFill>
                <a:prstDash val="solid"/>
                <a:miter lim="800000"/>
              </a:ln>
              <a:effectLst/>
            </p:spPr>
            <p:txBody>
              <a:bodyPr rtlCol="0" anchor="ctr"/>
              <a:lstStyle/>
              <a:p>
                <a:pPr algn="ctr">
                  <a:defRPr/>
                </a:pPr>
                <a:endParaRPr lang="zh-CN" altLang="en-US" kern="0" dirty="0">
                  <a:solidFill>
                    <a:prstClr val="white"/>
                  </a:solidFill>
                  <a:latin typeface="微软雅黑 Light"/>
                  <a:ea typeface="微软雅黑 Light"/>
                </a:endParaRPr>
              </a:p>
            </p:txBody>
          </p:sp>
        </p:grpSp>
        <p:grpSp>
          <p:nvGrpSpPr>
            <p:cNvPr id="265" name="Group 259"/>
            <p:cNvGrpSpPr/>
            <p:nvPr/>
          </p:nvGrpSpPr>
          <p:grpSpPr>
            <a:xfrm>
              <a:off x="5595266" y="1807206"/>
              <a:ext cx="388938" cy="446088"/>
              <a:chOff x="4638675" y="4654550"/>
              <a:chExt cx="388938" cy="446088"/>
            </a:xfrm>
            <a:solidFill>
              <a:sysClr val="window" lastClr="FFFFFF"/>
            </a:solidFill>
          </p:grpSpPr>
          <p:sp>
            <p:nvSpPr>
              <p:cNvPr id="266" name="Freeform 241"/>
              <p:cNvSpPr>
                <a:spLocks noEditPoints="1"/>
              </p:cNvSpPr>
              <p:nvPr/>
            </p:nvSpPr>
            <p:spPr bwMode="auto">
              <a:xfrm>
                <a:off x="4638675" y="4654550"/>
                <a:ext cx="388938" cy="446088"/>
              </a:xfrm>
              <a:custGeom>
                <a:avLst/>
                <a:gdLst>
                  <a:gd name="T0" fmla="*/ 507 w 507"/>
                  <a:gd name="T1" fmla="*/ 118 h 581"/>
                  <a:gd name="T2" fmla="*/ 507 w 507"/>
                  <a:gd name="T3" fmla="*/ 143 h 581"/>
                  <a:gd name="T4" fmla="*/ 506 w 507"/>
                  <a:gd name="T5" fmla="*/ 229 h 581"/>
                  <a:gd name="T6" fmla="*/ 496 w 507"/>
                  <a:gd name="T7" fmla="*/ 296 h 581"/>
                  <a:gd name="T8" fmla="*/ 268 w 507"/>
                  <a:gd name="T9" fmla="*/ 576 h 581"/>
                  <a:gd name="T10" fmla="*/ 257 w 507"/>
                  <a:gd name="T11" fmla="*/ 580 h 581"/>
                  <a:gd name="T12" fmla="*/ 253 w 507"/>
                  <a:gd name="T13" fmla="*/ 581 h 581"/>
                  <a:gd name="T14" fmla="*/ 250 w 507"/>
                  <a:gd name="T15" fmla="*/ 580 h 581"/>
                  <a:gd name="T16" fmla="*/ 239 w 507"/>
                  <a:gd name="T17" fmla="*/ 576 h 581"/>
                  <a:gd name="T18" fmla="*/ 10 w 507"/>
                  <a:gd name="T19" fmla="*/ 296 h 581"/>
                  <a:gd name="T20" fmla="*/ 1 w 507"/>
                  <a:gd name="T21" fmla="*/ 229 h 581"/>
                  <a:gd name="T22" fmla="*/ 0 w 507"/>
                  <a:gd name="T23" fmla="*/ 143 h 581"/>
                  <a:gd name="T24" fmla="*/ 0 w 507"/>
                  <a:gd name="T25" fmla="*/ 118 h 581"/>
                  <a:gd name="T26" fmla="*/ 7 w 507"/>
                  <a:gd name="T27" fmla="*/ 109 h 581"/>
                  <a:gd name="T28" fmla="*/ 31 w 507"/>
                  <a:gd name="T29" fmla="*/ 102 h 581"/>
                  <a:gd name="T30" fmla="*/ 148 w 507"/>
                  <a:gd name="T31" fmla="*/ 44 h 581"/>
                  <a:gd name="T32" fmla="*/ 253 w 507"/>
                  <a:gd name="T33" fmla="*/ 0 h 581"/>
                  <a:gd name="T34" fmla="*/ 359 w 507"/>
                  <a:gd name="T35" fmla="*/ 44 h 581"/>
                  <a:gd name="T36" fmla="*/ 476 w 507"/>
                  <a:gd name="T37" fmla="*/ 102 h 581"/>
                  <a:gd name="T38" fmla="*/ 500 w 507"/>
                  <a:gd name="T39" fmla="*/ 109 h 581"/>
                  <a:gd name="T40" fmla="*/ 507 w 507"/>
                  <a:gd name="T41" fmla="*/ 118 h 581"/>
                  <a:gd name="T42" fmla="*/ 488 w 507"/>
                  <a:gd name="T43" fmla="*/ 125 h 581"/>
                  <a:gd name="T44" fmla="*/ 471 w 507"/>
                  <a:gd name="T45" fmla="*/ 120 h 581"/>
                  <a:gd name="T46" fmla="*/ 349 w 507"/>
                  <a:gd name="T47" fmla="*/ 59 h 581"/>
                  <a:gd name="T48" fmla="*/ 253 w 507"/>
                  <a:gd name="T49" fmla="*/ 19 h 581"/>
                  <a:gd name="T50" fmla="*/ 158 w 507"/>
                  <a:gd name="T51" fmla="*/ 59 h 581"/>
                  <a:gd name="T52" fmla="*/ 36 w 507"/>
                  <a:gd name="T53" fmla="*/ 120 h 581"/>
                  <a:gd name="T54" fmla="*/ 19 w 507"/>
                  <a:gd name="T55" fmla="*/ 125 h 581"/>
                  <a:gd name="T56" fmla="*/ 19 w 507"/>
                  <a:gd name="T57" fmla="*/ 143 h 581"/>
                  <a:gd name="T58" fmla="*/ 20 w 507"/>
                  <a:gd name="T59" fmla="*/ 228 h 581"/>
                  <a:gd name="T60" fmla="*/ 29 w 507"/>
                  <a:gd name="T61" fmla="*/ 292 h 581"/>
                  <a:gd name="T62" fmla="*/ 245 w 507"/>
                  <a:gd name="T63" fmla="*/ 559 h 581"/>
                  <a:gd name="T64" fmla="*/ 253 w 507"/>
                  <a:gd name="T65" fmla="*/ 562 h 581"/>
                  <a:gd name="T66" fmla="*/ 262 w 507"/>
                  <a:gd name="T67" fmla="*/ 559 h 581"/>
                  <a:gd name="T68" fmla="*/ 478 w 507"/>
                  <a:gd name="T69" fmla="*/ 292 h 581"/>
                  <a:gd name="T70" fmla="*/ 487 w 507"/>
                  <a:gd name="T71" fmla="*/ 228 h 581"/>
                  <a:gd name="T72" fmla="*/ 488 w 507"/>
                  <a:gd name="T73" fmla="*/ 143 h 581"/>
                  <a:gd name="T74" fmla="*/ 488 w 507"/>
                  <a:gd name="T75" fmla="*/ 125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7" h="581">
                    <a:moveTo>
                      <a:pt x="507" y="118"/>
                    </a:moveTo>
                    <a:cubicBezTo>
                      <a:pt x="507" y="143"/>
                      <a:pt x="507" y="143"/>
                      <a:pt x="507" y="143"/>
                    </a:cubicBezTo>
                    <a:cubicBezTo>
                      <a:pt x="507" y="151"/>
                      <a:pt x="507" y="217"/>
                      <a:pt x="506" y="229"/>
                    </a:cubicBezTo>
                    <a:cubicBezTo>
                      <a:pt x="504" y="252"/>
                      <a:pt x="501" y="275"/>
                      <a:pt x="496" y="296"/>
                    </a:cubicBezTo>
                    <a:cubicBezTo>
                      <a:pt x="451" y="505"/>
                      <a:pt x="276" y="573"/>
                      <a:pt x="268" y="576"/>
                    </a:cubicBezTo>
                    <a:cubicBezTo>
                      <a:pt x="257" y="580"/>
                      <a:pt x="257" y="580"/>
                      <a:pt x="257" y="580"/>
                    </a:cubicBezTo>
                    <a:cubicBezTo>
                      <a:pt x="256" y="581"/>
                      <a:pt x="255" y="581"/>
                      <a:pt x="253" y="581"/>
                    </a:cubicBezTo>
                    <a:cubicBezTo>
                      <a:pt x="252" y="581"/>
                      <a:pt x="251" y="581"/>
                      <a:pt x="250" y="580"/>
                    </a:cubicBezTo>
                    <a:cubicBezTo>
                      <a:pt x="239" y="576"/>
                      <a:pt x="239" y="576"/>
                      <a:pt x="239" y="576"/>
                    </a:cubicBezTo>
                    <a:cubicBezTo>
                      <a:pt x="231" y="573"/>
                      <a:pt x="56" y="505"/>
                      <a:pt x="10" y="296"/>
                    </a:cubicBezTo>
                    <a:cubicBezTo>
                      <a:pt x="6" y="275"/>
                      <a:pt x="3" y="252"/>
                      <a:pt x="1" y="229"/>
                    </a:cubicBezTo>
                    <a:cubicBezTo>
                      <a:pt x="0" y="217"/>
                      <a:pt x="0" y="151"/>
                      <a:pt x="0" y="143"/>
                    </a:cubicBezTo>
                    <a:cubicBezTo>
                      <a:pt x="0" y="118"/>
                      <a:pt x="0" y="118"/>
                      <a:pt x="0" y="118"/>
                    </a:cubicBezTo>
                    <a:cubicBezTo>
                      <a:pt x="0" y="114"/>
                      <a:pt x="3" y="110"/>
                      <a:pt x="7" y="109"/>
                    </a:cubicBezTo>
                    <a:cubicBezTo>
                      <a:pt x="31" y="102"/>
                      <a:pt x="31" y="102"/>
                      <a:pt x="31" y="102"/>
                    </a:cubicBezTo>
                    <a:cubicBezTo>
                      <a:pt x="79" y="88"/>
                      <a:pt x="116" y="65"/>
                      <a:pt x="148" y="44"/>
                    </a:cubicBezTo>
                    <a:cubicBezTo>
                      <a:pt x="185" y="20"/>
                      <a:pt x="216" y="0"/>
                      <a:pt x="253" y="0"/>
                    </a:cubicBezTo>
                    <a:cubicBezTo>
                      <a:pt x="291" y="0"/>
                      <a:pt x="322" y="20"/>
                      <a:pt x="359" y="44"/>
                    </a:cubicBezTo>
                    <a:cubicBezTo>
                      <a:pt x="391" y="65"/>
                      <a:pt x="428" y="88"/>
                      <a:pt x="476" y="102"/>
                    </a:cubicBezTo>
                    <a:cubicBezTo>
                      <a:pt x="500" y="109"/>
                      <a:pt x="500" y="109"/>
                      <a:pt x="500" y="109"/>
                    </a:cubicBezTo>
                    <a:cubicBezTo>
                      <a:pt x="504" y="110"/>
                      <a:pt x="507" y="114"/>
                      <a:pt x="507" y="118"/>
                    </a:cubicBezTo>
                    <a:close/>
                    <a:moveTo>
                      <a:pt x="488" y="125"/>
                    </a:moveTo>
                    <a:cubicBezTo>
                      <a:pt x="471" y="120"/>
                      <a:pt x="471" y="120"/>
                      <a:pt x="471" y="120"/>
                    </a:cubicBezTo>
                    <a:cubicBezTo>
                      <a:pt x="420" y="105"/>
                      <a:pt x="382" y="81"/>
                      <a:pt x="349" y="59"/>
                    </a:cubicBezTo>
                    <a:cubicBezTo>
                      <a:pt x="315" y="38"/>
                      <a:pt x="286" y="19"/>
                      <a:pt x="253" y="19"/>
                    </a:cubicBezTo>
                    <a:cubicBezTo>
                      <a:pt x="221" y="19"/>
                      <a:pt x="192" y="38"/>
                      <a:pt x="158" y="59"/>
                    </a:cubicBezTo>
                    <a:cubicBezTo>
                      <a:pt x="125" y="81"/>
                      <a:pt x="87" y="105"/>
                      <a:pt x="36" y="120"/>
                    </a:cubicBezTo>
                    <a:cubicBezTo>
                      <a:pt x="19" y="125"/>
                      <a:pt x="19" y="125"/>
                      <a:pt x="19" y="125"/>
                    </a:cubicBezTo>
                    <a:cubicBezTo>
                      <a:pt x="19" y="143"/>
                      <a:pt x="19" y="143"/>
                      <a:pt x="19" y="143"/>
                    </a:cubicBezTo>
                    <a:cubicBezTo>
                      <a:pt x="19" y="152"/>
                      <a:pt x="19" y="217"/>
                      <a:pt x="20" y="228"/>
                    </a:cubicBezTo>
                    <a:cubicBezTo>
                      <a:pt x="21" y="250"/>
                      <a:pt x="24" y="272"/>
                      <a:pt x="29" y="292"/>
                    </a:cubicBezTo>
                    <a:cubicBezTo>
                      <a:pt x="72" y="492"/>
                      <a:pt x="238" y="556"/>
                      <a:pt x="245" y="559"/>
                    </a:cubicBezTo>
                    <a:cubicBezTo>
                      <a:pt x="253" y="562"/>
                      <a:pt x="253" y="562"/>
                      <a:pt x="253" y="562"/>
                    </a:cubicBezTo>
                    <a:cubicBezTo>
                      <a:pt x="262" y="559"/>
                      <a:pt x="262" y="559"/>
                      <a:pt x="262" y="559"/>
                    </a:cubicBezTo>
                    <a:cubicBezTo>
                      <a:pt x="269" y="556"/>
                      <a:pt x="435" y="492"/>
                      <a:pt x="478" y="292"/>
                    </a:cubicBezTo>
                    <a:cubicBezTo>
                      <a:pt x="483" y="272"/>
                      <a:pt x="486" y="250"/>
                      <a:pt x="487" y="228"/>
                    </a:cubicBezTo>
                    <a:cubicBezTo>
                      <a:pt x="488" y="217"/>
                      <a:pt x="488" y="152"/>
                      <a:pt x="488" y="143"/>
                    </a:cubicBezTo>
                    <a:lnTo>
                      <a:pt x="488" y="125"/>
                    </a:ln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67" name="Freeform 242"/>
              <p:cNvSpPr>
                <a:spLocks/>
              </p:cNvSpPr>
              <p:nvPr/>
            </p:nvSpPr>
            <p:spPr bwMode="auto">
              <a:xfrm>
                <a:off x="4670425" y="4686300"/>
                <a:ext cx="161925" cy="188913"/>
              </a:xfrm>
              <a:custGeom>
                <a:avLst/>
                <a:gdLst>
                  <a:gd name="T0" fmla="*/ 211 w 211"/>
                  <a:gd name="T1" fmla="*/ 183 h 244"/>
                  <a:gd name="T2" fmla="*/ 211 w 211"/>
                  <a:gd name="T3" fmla="*/ 244 h 244"/>
                  <a:gd name="T4" fmla="*/ 10 w 211"/>
                  <a:gd name="T5" fmla="*/ 244 h 244"/>
                  <a:gd name="T6" fmla="*/ 2 w 211"/>
                  <a:gd name="T7" fmla="*/ 183 h 244"/>
                  <a:gd name="T8" fmla="*/ 0 w 211"/>
                  <a:gd name="T9" fmla="*/ 100 h 244"/>
                  <a:gd name="T10" fmla="*/ 211 w 211"/>
                  <a:gd name="T11" fmla="*/ 0 h 244"/>
                  <a:gd name="T12" fmla="*/ 211 w 211"/>
                  <a:gd name="T13" fmla="*/ 183 h 244"/>
                </a:gdLst>
                <a:ahLst/>
                <a:cxnLst>
                  <a:cxn ang="0">
                    <a:pos x="T0" y="T1"/>
                  </a:cxn>
                  <a:cxn ang="0">
                    <a:pos x="T2" y="T3"/>
                  </a:cxn>
                  <a:cxn ang="0">
                    <a:pos x="T4" y="T5"/>
                  </a:cxn>
                  <a:cxn ang="0">
                    <a:pos x="T6" y="T7"/>
                  </a:cxn>
                  <a:cxn ang="0">
                    <a:pos x="T8" y="T9"/>
                  </a:cxn>
                  <a:cxn ang="0">
                    <a:pos x="T10" y="T11"/>
                  </a:cxn>
                  <a:cxn ang="0">
                    <a:pos x="T12" y="T13"/>
                  </a:cxn>
                </a:cxnLst>
                <a:rect l="0" t="0" r="r" b="b"/>
                <a:pathLst>
                  <a:path w="211" h="244">
                    <a:moveTo>
                      <a:pt x="211" y="183"/>
                    </a:moveTo>
                    <a:cubicBezTo>
                      <a:pt x="211" y="244"/>
                      <a:pt x="211" y="244"/>
                      <a:pt x="211" y="244"/>
                    </a:cubicBezTo>
                    <a:cubicBezTo>
                      <a:pt x="10" y="244"/>
                      <a:pt x="10" y="244"/>
                      <a:pt x="10" y="244"/>
                    </a:cubicBezTo>
                    <a:cubicBezTo>
                      <a:pt x="6" y="225"/>
                      <a:pt x="3" y="205"/>
                      <a:pt x="2" y="183"/>
                    </a:cubicBezTo>
                    <a:cubicBezTo>
                      <a:pt x="1" y="174"/>
                      <a:pt x="0" y="110"/>
                      <a:pt x="0" y="100"/>
                    </a:cubicBezTo>
                    <a:cubicBezTo>
                      <a:pt x="106" y="70"/>
                      <a:pt x="160" y="0"/>
                      <a:pt x="211" y="0"/>
                    </a:cubicBezTo>
                    <a:lnTo>
                      <a:pt x="211" y="183"/>
                    </a:lnTo>
                    <a:close/>
                  </a:path>
                </a:pathLst>
              </a:custGeom>
              <a:grpFill/>
              <a:ln>
                <a:noFill/>
              </a:ln>
            </p:spPr>
            <p:txBody>
              <a:bodyPr/>
              <a:lstStyle/>
              <a:p>
                <a:pPr>
                  <a:defRPr/>
                </a:pPr>
                <a:endParaRPr lang="en-AU" kern="0">
                  <a:solidFill>
                    <a:srgbClr val="000000"/>
                  </a:solidFill>
                  <a:latin typeface="微软雅黑"/>
                  <a:ea typeface="Microsoft YaHei UI"/>
                </a:endParaRPr>
              </a:p>
            </p:txBody>
          </p:sp>
          <p:sp>
            <p:nvSpPr>
              <p:cNvPr id="268" name="Freeform 243"/>
              <p:cNvSpPr>
                <a:spLocks/>
              </p:cNvSpPr>
              <p:nvPr/>
            </p:nvSpPr>
            <p:spPr bwMode="auto">
              <a:xfrm>
                <a:off x="4832350" y="4875213"/>
                <a:ext cx="155575" cy="190500"/>
              </a:xfrm>
              <a:custGeom>
                <a:avLst/>
                <a:gdLst>
                  <a:gd name="T0" fmla="*/ 0 w 202"/>
                  <a:gd name="T1" fmla="*/ 249 h 249"/>
                  <a:gd name="T2" fmla="*/ 202 w 202"/>
                  <a:gd name="T3" fmla="*/ 0 h 249"/>
                  <a:gd name="T4" fmla="*/ 0 w 202"/>
                  <a:gd name="T5" fmla="*/ 0 h 249"/>
                  <a:gd name="T6" fmla="*/ 0 w 202"/>
                  <a:gd name="T7" fmla="*/ 249 h 249"/>
                </a:gdLst>
                <a:ahLst/>
                <a:cxnLst>
                  <a:cxn ang="0">
                    <a:pos x="T0" y="T1"/>
                  </a:cxn>
                  <a:cxn ang="0">
                    <a:pos x="T2" y="T3"/>
                  </a:cxn>
                  <a:cxn ang="0">
                    <a:pos x="T4" y="T5"/>
                  </a:cxn>
                  <a:cxn ang="0">
                    <a:pos x="T6" y="T7"/>
                  </a:cxn>
                </a:cxnLst>
                <a:rect l="0" t="0" r="r" b="b"/>
                <a:pathLst>
                  <a:path w="202" h="249">
                    <a:moveTo>
                      <a:pt x="0" y="249"/>
                    </a:moveTo>
                    <a:cubicBezTo>
                      <a:pt x="0" y="249"/>
                      <a:pt x="161" y="189"/>
                      <a:pt x="202" y="0"/>
                    </a:cubicBezTo>
                    <a:cubicBezTo>
                      <a:pt x="0" y="0"/>
                      <a:pt x="0" y="0"/>
                      <a:pt x="0" y="0"/>
                    </a:cubicBezTo>
                    <a:lnTo>
                      <a:pt x="0" y="249"/>
                    </a:lnTo>
                    <a:close/>
                  </a:path>
                </a:pathLst>
              </a:custGeom>
              <a:grpFill/>
              <a:ln>
                <a:noFill/>
              </a:ln>
            </p:spPr>
            <p:txBody>
              <a:bodyPr/>
              <a:lstStyle/>
              <a:p>
                <a:pPr>
                  <a:defRPr/>
                </a:pPr>
                <a:endParaRPr lang="en-AU" kern="0">
                  <a:solidFill>
                    <a:srgbClr val="000000"/>
                  </a:solidFill>
                  <a:latin typeface="微软雅黑"/>
                  <a:ea typeface="Microsoft YaHei UI"/>
                </a:endParaRPr>
              </a:p>
            </p:txBody>
          </p:sp>
        </p:grpSp>
      </p:grpSp>
    </p:spTree>
    <p:extLst>
      <p:ext uri="{BB962C8B-B14F-4D97-AF65-F5344CB8AC3E}">
        <p14:creationId xmlns:p14="http://schemas.microsoft.com/office/powerpoint/2010/main" val="90499721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7"/>
                                        </p:tgtEl>
                                        <p:attrNameLst>
                                          <p:attrName>style.visibility</p:attrName>
                                        </p:attrNameLst>
                                      </p:cBhvr>
                                      <p:to>
                                        <p:strVal val="visible"/>
                                      </p:to>
                                    </p:set>
                                    <p:anim calcmode="lin" valueType="num">
                                      <p:cBhvr additive="base">
                                        <p:cTn id="7" dur="500" fill="hold"/>
                                        <p:tgtEl>
                                          <p:spTgt spid="227"/>
                                        </p:tgtEl>
                                        <p:attrNameLst>
                                          <p:attrName>ppt_x</p:attrName>
                                        </p:attrNameLst>
                                      </p:cBhvr>
                                      <p:tavLst>
                                        <p:tav tm="0">
                                          <p:val>
                                            <p:strVal val="#ppt_x"/>
                                          </p:val>
                                        </p:tav>
                                        <p:tav tm="100000">
                                          <p:val>
                                            <p:strVal val="#ppt_x"/>
                                          </p:val>
                                        </p:tav>
                                      </p:tavLst>
                                    </p:anim>
                                    <p:anim calcmode="lin" valueType="num">
                                      <p:cBhvr additive="base">
                                        <p:cTn id="8" dur="500" fill="hold"/>
                                        <p:tgtEl>
                                          <p:spTgt spid="2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8"/>
                                        </p:tgtEl>
                                        <p:attrNameLst>
                                          <p:attrName>style.visibility</p:attrName>
                                        </p:attrNameLst>
                                      </p:cBhvr>
                                      <p:to>
                                        <p:strVal val="visible"/>
                                      </p:to>
                                    </p:set>
                                    <p:anim calcmode="lin" valueType="num">
                                      <p:cBhvr additive="base">
                                        <p:cTn id="11" dur="500" fill="hold"/>
                                        <p:tgtEl>
                                          <p:spTgt spid="228"/>
                                        </p:tgtEl>
                                        <p:attrNameLst>
                                          <p:attrName>ppt_x</p:attrName>
                                        </p:attrNameLst>
                                      </p:cBhvr>
                                      <p:tavLst>
                                        <p:tav tm="0">
                                          <p:val>
                                            <p:strVal val="#ppt_x"/>
                                          </p:val>
                                        </p:tav>
                                        <p:tav tm="100000">
                                          <p:val>
                                            <p:strVal val="#ppt_x"/>
                                          </p:val>
                                        </p:tav>
                                      </p:tavLst>
                                    </p:anim>
                                    <p:anim calcmode="lin" valueType="num">
                                      <p:cBhvr additive="base">
                                        <p:cTn id="12" dur="500" fill="hold"/>
                                        <p:tgtEl>
                                          <p:spTgt spid="22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
                                        </p:tgtEl>
                                        <p:attrNameLst>
                                          <p:attrName>style.visibility</p:attrName>
                                        </p:attrNameLst>
                                      </p:cBhvr>
                                      <p:to>
                                        <p:strVal val="visible"/>
                                      </p:to>
                                    </p:set>
                                    <p:anim calcmode="lin" valueType="num">
                                      <p:cBhvr additive="base">
                                        <p:cTn id="15" dur="500" fill="hold"/>
                                        <p:tgtEl>
                                          <p:spTgt spid="235"/>
                                        </p:tgtEl>
                                        <p:attrNameLst>
                                          <p:attrName>ppt_x</p:attrName>
                                        </p:attrNameLst>
                                      </p:cBhvr>
                                      <p:tavLst>
                                        <p:tav tm="0">
                                          <p:val>
                                            <p:strVal val="#ppt_x"/>
                                          </p:val>
                                        </p:tav>
                                        <p:tav tm="100000">
                                          <p:val>
                                            <p:strVal val="#ppt_x"/>
                                          </p:val>
                                        </p:tav>
                                      </p:tavLst>
                                    </p:anim>
                                    <p:anim calcmode="lin" valueType="num">
                                      <p:cBhvr additive="base">
                                        <p:cTn id="16" dur="500" fill="hold"/>
                                        <p:tgtEl>
                                          <p:spTgt spid="23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30"/>
                                        </p:tgtEl>
                                        <p:attrNameLst>
                                          <p:attrName>style.visibility</p:attrName>
                                        </p:attrNameLst>
                                      </p:cBhvr>
                                      <p:to>
                                        <p:strVal val="visible"/>
                                      </p:to>
                                    </p:set>
                                    <p:anim calcmode="lin" valueType="num">
                                      <p:cBhvr additive="base">
                                        <p:cTn id="21" dur="500" fill="hold"/>
                                        <p:tgtEl>
                                          <p:spTgt spid="230"/>
                                        </p:tgtEl>
                                        <p:attrNameLst>
                                          <p:attrName>ppt_x</p:attrName>
                                        </p:attrNameLst>
                                      </p:cBhvr>
                                      <p:tavLst>
                                        <p:tav tm="0">
                                          <p:val>
                                            <p:strVal val="#ppt_x"/>
                                          </p:val>
                                        </p:tav>
                                        <p:tav tm="100000">
                                          <p:val>
                                            <p:strVal val="#ppt_x"/>
                                          </p:val>
                                        </p:tav>
                                      </p:tavLst>
                                    </p:anim>
                                    <p:anim calcmode="lin" valueType="num">
                                      <p:cBhvr additive="base">
                                        <p:cTn id="22" dur="500" fill="hold"/>
                                        <p:tgtEl>
                                          <p:spTgt spid="23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51"/>
                                        </p:tgtEl>
                                        <p:attrNameLst>
                                          <p:attrName>style.visibility</p:attrName>
                                        </p:attrNameLst>
                                      </p:cBhvr>
                                      <p:to>
                                        <p:strVal val="visible"/>
                                      </p:to>
                                    </p:set>
                                    <p:anim calcmode="lin" valueType="num">
                                      <p:cBhvr additive="base">
                                        <p:cTn id="25" dur="500" fill="hold"/>
                                        <p:tgtEl>
                                          <p:spTgt spid="251"/>
                                        </p:tgtEl>
                                        <p:attrNameLst>
                                          <p:attrName>ppt_x</p:attrName>
                                        </p:attrNameLst>
                                      </p:cBhvr>
                                      <p:tavLst>
                                        <p:tav tm="0">
                                          <p:val>
                                            <p:strVal val="#ppt_x"/>
                                          </p:val>
                                        </p:tav>
                                        <p:tav tm="100000">
                                          <p:val>
                                            <p:strVal val="#ppt_x"/>
                                          </p:val>
                                        </p:tav>
                                      </p:tavLst>
                                    </p:anim>
                                    <p:anim calcmode="lin" valueType="num">
                                      <p:cBhvr additive="base">
                                        <p:cTn id="26" dur="500" fill="hold"/>
                                        <p:tgtEl>
                                          <p:spTgt spid="25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29"/>
                                        </p:tgtEl>
                                        <p:attrNameLst>
                                          <p:attrName>style.visibility</p:attrName>
                                        </p:attrNameLst>
                                      </p:cBhvr>
                                      <p:to>
                                        <p:strVal val="visible"/>
                                      </p:to>
                                    </p:set>
                                    <p:anim calcmode="lin" valueType="num">
                                      <p:cBhvr additive="base">
                                        <p:cTn id="29" dur="500" fill="hold"/>
                                        <p:tgtEl>
                                          <p:spTgt spid="229"/>
                                        </p:tgtEl>
                                        <p:attrNameLst>
                                          <p:attrName>ppt_x</p:attrName>
                                        </p:attrNameLst>
                                      </p:cBhvr>
                                      <p:tavLst>
                                        <p:tav tm="0">
                                          <p:val>
                                            <p:strVal val="#ppt_x"/>
                                          </p:val>
                                        </p:tav>
                                        <p:tav tm="100000">
                                          <p:val>
                                            <p:strVal val="#ppt_x"/>
                                          </p:val>
                                        </p:tav>
                                      </p:tavLst>
                                    </p:anim>
                                    <p:anim calcmode="lin" valueType="num">
                                      <p:cBhvr additive="base">
                                        <p:cTn id="30" dur="500" fill="hold"/>
                                        <p:tgtEl>
                                          <p:spTgt spid="2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31"/>
                                        </p:tgtEl>
                                        <p:attrNameLst>
                                          <p:attrName>style.visibility</p:attrName>
                                        </p:attrNameLst>
                                      </p:cBhvr>
                                      <p:to>
                                        <p:strVal val="visible"/>
                                      </p:to>
                                    </p:set>
                                    <p:anim calcmode="lin" valueType="num">
                                      <p:cBhvr additive="base">
                                        <p:cTn id="35" dur="500" fill="hold"/>
                                        <p:tgtEl>
                                          <p:spTgt spid="231"/>
                                        </p:tgtEl>
                                        <p:attrNameLst>
                                          <p:attrName>ppt_x</p:attrName>
                                        </p:attrNameLst>
                                      </p:cBhvr>
                                      <p:tavLst>
                                        <p:tav tm="0">
                                          <p:val>
                                            <p:strVal val="#ppt_x"/>
                                          </p:val>
                                        </p:tav>
                                        <p:tav tm="100000">
                                          <p:val>
                                            <p:strVal val="#ppt_x"/>
                                          </p:val>
                                        </p:tav>
                                      </p:tavLst>
                                    </p:anim>
                                    <p:anim calcmode="lin" valueType="num">
                                      <p:cBhvr additive="base">
                                        <p:cTn id="36" dur="500" fill="hold"/>
                                        <p:tgtEl>
                                          <p:spTgt spid="23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32"/>
                                        </p:tgtEl>
                                        <p:attrNameLst>
                                          <p:attrName>style.visibility</p:attrName>
                                        </p:attrNameLst>
                                      </p:cBhvr>
                                      <p:to>
                                        <p:strVal val="visible"/>
                                      </p:to>
                                    </p:set>
                                    <p:anim calcmode="lin" valueType="num">
                                      <p:cBhvr additive="base">
                                        <p:cTn id="39" dur="500" fill="hold"/>
                                        <p:tgtEl>
                                          <p:spTgt spid="232"/>
                                        </p:tgtEl>
                                        <p:attrNameLst>
                                          <p:attrName>ppt_x</p:attrName>
                                        </p:attrNameLst>
                                      </p:cBhvr>
                                      <p:tavLst>
                                        <p:tav tm="0">
                                          <p:val>
                                            <p:strVal val="#ppt_x"/>
                                          </p:val>
                                        </p:tav>
                                        <p:tav tm="100000">
                                          <p:val>
                                            <p:strVal val="#ppt_x"/>
                                          </p:val>
                                        </p:tav>
                                      </p:tavLst>
                                    </p:anim>
                                    <p:anim calcmode="lin" valueType="num">
                                      <p:cBhvr additive="base">
                                        <p:cTn id="40" dur="500" fill="hold"/>
                                        <p:tgtEl>
                                          <p:spTgt spid="23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63"/>
                                        </p:tgtEl>
                                        <p:attrNameLst>
                                          <p:attrName>style.visibility</p:attrName>
                                        </p:attrNameLst>
                                      </p:cBhvr>
                                      <p:to>
                                        <p:strVal val="visible"/>
                                      </p:to>
                                    </p:set>
                                    <p:anim calcmode="lin" valueType="num">
                                      <p:cBhvr additive="base">
                                        <p:cTn id="43" dur="500" fill="hold"/>
                                        <p:tgtEl>
                                          <p:spTgt spid="263"/>
                                        </p:tgtEl>
                                        <p:attrNameLst>
                                          <p:attrName>ppt_x</p:attrName>
                                        </p:attrNameLst>
                                      </p:cBhvr>
                                      <p:tavLst>
                                        <p:tav tm="0">
                                          <p:val>
                                            <p:strVal val="#ppt_x"/>
                                          </p:val>
                                        </p:tav>
                                        <p:tav tm="100000">
                                          <p:val>
                                            <p:strVal val="#ppt_x"/>
                                          </p:val>
                                        </p:tav>
                                      </p:tavLst>
                                    </p:anim>
                                    <p:anim calcmode="lin" valueType="num">
                                      <p:cBhvr additive="base">
                                        <p:cTn id="44" dur="500" fill="hold"/>
                                        <p:tgtEl>
                                          <p:spTgt spid="26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33"/>
                                        </p:tgtEl>
                                        <p:attrNameLst>
                                          <p:attrName>style.visibility</p:attrName>
                                        </p:attrNameLst>
                                      </p:cBhvr>
                                      <p:to>
                                        <p:strVal val="visible"/>
                                      </p:to>
                                    </p:set>
                                    <p:anim calcmode="lin" valueType="num">
                                      <p:cBhvr additive="base">
                                        <p:cTn id="49" dur="500" fill="hold"/>
                                        <p:tgtEl>
                                          <p:spTgt spid="233"/>
                                        </p:tgtEl>
                                        <p:attrNameLst>
                                          <p:attrName>ppt_x</p:attrName>
                                        </p:attrNameLst>
                                      </p:cBhvr>
                                      <p:tavLst>
                                        <p:tav tm="0">
                                          <p:val>
                                            <p:strVal val="#ppt_x"/>
                                          </p:val>
                                        </p:tav>
                                        <p:tav tm="100000">
                                          <p:val>
                                            <p:strVal val="#ppt_x"/>
                                          </p:val>
                                        </p:tav>
                                      </p:tavLst>
                                    </p:anim>
                                    <p:anim calcmode="lin" valueType="num">
                                      <p:cBhvr additive="base">
                                        <p:cTn id="50" dur="500" fill="hold"/>
                                        <p:tgtEl>
                                          <p:spTgt spid="23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34"/>
                                        </p:tgtEl>
                                        <p:attrNameLst>
                                          <p:attrName>style.visibility</p:attrName>
                                        </p:attrNameLst>
                                      </p:cBhvr>
                                      <p:to>
                                        <p:strVal val="visible"/>
                                      </p:to>
                                    </p:set>
                                    <p:anim calcmode="lin" valueType="num">
                                      <p:cBhvr additive="base">
                                        <p:cTn id="53" dur="500" fill="hold"/>
                                        <p:tgtEl>
                                          <p:spTgt spid="234"/>
                                        </p:tgtEl>
                                        <p:attrNameLst>
                                          <p:attrName>ppt_x</p:attrName>
                                        </p:attrNameLst>
                                      </p:cBhvr>
                                      <p:tavLst>
                                        <p:tav tm="0">
                                          <p:val>
                                            <p:strVal val="#ppt_x"/>
                                          </p:val>
                                        </p:tav>
                                        <p:tav tm="100000">
                                          <p:val>
                                            <p:strVal val="#ppt_x"/>
                                          </p:val>
                                        </p:tav>
                                      </p:tavLst>
                                    </p:anim>
                                    <p:anim calcmode="lin" valueType="num">
                                      <p:cBhvr additive="base">
                                        <p:cTn id="54" dur="500" fill="hold"/>
                                        <p:tgtEl>
                                          <p:spTgt spid="234"/>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46"/>
                                        </p:tgtEl>
                                        <p:attrNameLst>
                                          <p:attrName>style.visibility</p:attrName>
                                        </p:attrNameLst>
                                      </p:cBhvr>
                                      <p:to>
                                        <p:strVal val="visible"/>
                                      </p:to>
                                    </p:set>
                                    <p:anim calcmode="lin" valueType="num">
                                      <p:cBhvr additive="base">
                                        <p:cTn id="57" dur="500" fill="hold"/>
                                        <p:tgtEl>
                                          <p:spTgt spid="246"/>
                                        </p:tgtEl>
                                        <p:attrNameLst>
                                          <p:attrName>ppt_x</p:attrName>
                                        </p:attrNameLst>
                                      </p:cBhvr>
                                      <p:tavLst>
                                        <p:tav tm="0">
                                          <p:val>
                                            <p:strVal val="#ppt_x"/>
                                          </p:val>
                                        </p:tav>
                                        <p:tav tm="100000">
                                          <p:val>
                                            <p:strVal val="#ppt_x"/>
                                          </p:val>
                                        </p:tav>
                                      </p:tavLst>
                                    </p:anim>
                                    <p:anim calcmode="lin" valueType="num">
                                      <p:cBhvr additive="base">
                                        <p:cTn id="58" dur="500" fill="hold"/>
                                        <p:tgtEl>
                                          <p:spTgt spid="2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p:bldP spid="228" grpId="0"/>
      <p:bldP spid="229" grpId="0"/>
      <p:bldP spid="230" grpId="0"/>
      <p:bldP spid="231" grpId="0"/>
      <p:bldP spid="232" grpId="0"/>
      <p:bldP spid="233" grpId="0"/>
      <p:bldP spid="2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矩形 4"/>
          <p:cNvSpPr/>
          <p:nvPr/>
        </p:nvSpPr>
        <p:spPr>
          <a:xfrm>
            <a:off x="326708" y="964406"/>
            <a:ext cx="2667000" cy="1566000"/>
          </a:xfrm>
          <a:prstGeom prst="rect">
            <a:avLst/>
          </a:prstGeom>
          <a:blipFill rotWithShape="1">
            <a:blip r:embed="rId4"/>
            <a:stretch>
              <a:fillRect/>
            </a:stretch>
          </a:blipFill>
          <a:ln>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 name="矩形 5"/>
          <p:cNvSpPr/>
          <p:nvPr/>
        </p:nvSpPr>
        <p:spPr>
          <a:xfrm>
            <a:off x="6149816" y="956310"/>
            <a:ext cx="2667000" cy="1566000"/>
          </a:xfrm>
          <a:prstGeom prst="rect">
            <a:avLst/>
          </a:prstGeom>
          <a:blipFill rotWithShape="1">
            <a:blip r:embed="rId5"/>
            <a:stretch>
              <a:fillRect/>
            </a:stretch>
          </a:blipFill>
          <a:ln>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7" name="矩形 6"/>
          <p:cNvSpPr/>
          <p:nvPr/>
        </p:nvSpPr>
        <p:spPr>
          <a:xfrm>
            <a:off x="3250406" y="3264694"/>
            <a:ext cx="2667000" cy="1566000"/>
          </a:xfrm>
          <a:prstGeom prst="rect">
            <a:avLst/>
          </a:prstGeom>
          <a:blipFill rotWithShape="1">
            <a:blip r:embed="rId6"/>
            <a:stretch>
              <a:fillRect/>
            </a:stretch>
          </a:blipFill>
          <a:ln>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8" name="文本框 7"/>
          <p:cNvSpPr txBox="1"/>
          <p:nvPr/>
        </p:nvSpPr>
        <p:spPr>
          <a:xfrm flipH="1">
            <a:off x="3332798" y="1734027"/>
            <a:ext cx="2477929" cy="415498"/>
          </a:xfrm>
          <a:prstGeom prst="rect">
            <a:avLst/>
          </a:prstGeom>
          <a:noFill/>
          <a:ln w="9525">
            <a:noFill/>
            <a:miter/>
          </a:ln>
          <a:effectLst>
            <a:outerShdw sx="999" sy="999" algn="ctr" rotWithShape="0">
              <a:srgbClr val="000000"/>
            </a:outerShdw>
          </a:effectLst>
        </p:spPr>
        <p:txBody>
          <a:bodyPr wrap="square" anchor="t">
            <a:spAutoFit/>
          </a:bodyPr>
          <a:lstStyle/>
          <a:p>
            <a:pPr lvl="0"/>
            <a:r>
              <a:rPr lang="zh-CN" altLang="en-US" sz="105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a:t>
            </a:r>
          </a:p>
        </p:txBody>
      </p:sp>
      <p:sp>
        <p:nvSpPr>
          <p:cNvPr id="9" name="文本框 20"/>
          <p:cNvSpPr txBox="1"/>
          <p:nvPr/>
        </p:nvSpPr>
        <p:spPr>
          <a:xfrm flipH="1">
            <a:off x="3750469" y="1445419"/>
            <a:ext cx="1643063" cy="248209"/>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1013">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KEY WORDS </a:t>
            </a:r>
          </a:p>
        </p:txBody>
      </p:sp>
      <p:sp>
        <p:nvSpPr>
          <p:cNvPr id="10" name="文本框 9"/>
          <p:cNvSpPr txBox="1"/>
          <p:nvPr/>
        </p:nvSpPr>
        <p:spPr>
          <a:xfrm flipH="1">
            <a:off x="3823693" y="964406"/>
            <a:ext cx="1496615" cy="415498"/>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2100" dirty="0">
                <a:solidFill>
                  <a:schemeClr val="tx1">
                    <a:lumMod val="85000"/>
                    <a:lumOff val="15000"/>
                  </a:schemeClr>
                </a:solidFill>
                <a:latin typeface="Impact" panose="020B0806030902050204" charset="0"/>
                <a:ea typeface="微软雅黑" panose="020B0503020204020204" charset="-122"/>
                <a:sym typeface="Arial" panose="020B0604020202020204" pitchFamily="34" charset="0"/>
              </a:rPr>
              <a:t>标题</a:t>
            </a:r>
          </a:p>
        </p:txBody>
      </p:sp>
      <p:sp>
        <p:nvSpPr>
          <p:cNvPr id="11" name="文本框 10"/>
          <p:cNvSpPr txBox="1"/>
          <p:nvPr/>
        </p:nvSpPr>
        <p:spPr>
          <a:xfrm flipH="1">
            <a:off x="437674" y="4046220"/>
            <a:ext cx="2477929" cy="415498"/>
          </a:xfrm>
          <a:prstGeom prst="rect">
            <a:avLst/>
          </a:prstGeom>
          <a:noFill/>
          <a:ln w="9525">
            <a:noFill/>
            <a:miter/>
          </a:ln>
          <a:effectLst>
            <a:outerShdw sx="999" sy="999" algn="ctr" rotWithShape="0">
              <a:srgbClr val="000000"/>
            </a:outerShdw>
          </a:effectLst>
        </p:spPr>
        <p:txBody>
          <a:bodyPr wrap="square" anchor="t">
            <a:spAutoFit/>
          </a:bodyPr>
          <a:lstStyle/>
          <a:p>
            <a:pPr lvl="0"/>
            <a:r>
              <a:rPr lang="zh-CN" altLang="en-US" sz="105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a:t>
            </a:r>
          </a:p>
        </p:txBody>
      </p:sp>
      <p:sp>
        <p:nvSpPr>
          <p:cNvPr id="12" name="文本框 20"/>
          <p:cNvSpPr txBox="1"/>
          <p:nvPr/>
        </p:nvSpPr>
        <p:spPr>
          <a:xfrm flipH="1">
            <a:off x="855345" y="3757613"/>
            <a:ext cx="1643063" cy="248209"/>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1013">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KEY WORDS </a:t>
            </a:r>
          </a:p>
        </p:txBody>
      </p:sp>
      <p:sp>
        <p:nvSpPr>
          <p:cNvPr id="13" name="文本框 12"/>
          <p:cNvSpPr txBox="1"/>
          <p:nvPr/>
        </p:nvSpPr>
        <p:spPr>
          <a:xfrm flipH="1">
            <a:off x="928570" y="3333274"/>
            <a:ext cx="1496615" cy="415498"/>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2100" dirty="0">
                <a:solidFill>
                  <a:schemeClr val="tx1">
                    <a:lumMod val="85000"/>
                    <a:lumOff val="15000"/>
                  </a:schemeClr>
                </a:solidFill>
                <a:latin typeface="Impact" panose="020B0806030902050204" charset="0"/>
                <a:ea typeface="微软雅黑" panose="020B0503020204020204" charset="-122"/>
                <a:sym typeface="Arial" panose="020B0604020202020204" pitchFamily="34" charset="0"/>
              </a:rPr>
              <a:t>标题</a:t>
            </a:r>
          </a:p>
        </p:txBody>
      </p:sp>
      <p:sp>
        <p:nvSpPr>
          <p:cNvPr id="14" name="文本框 13"/>
          <p:cNvSpPr txBox="1"/>
          <p:nvPr/>
        </p:nvSpPr>
        <p:spPr>
          <a:xfrm flipH="1">
            <a:off x="6260307" y="4074795"/>
            <a:ext cx="2477929" cy="415498"/>
          </a:xfrm>
          <a:prstGeom prst="rect">
            <a:avLst/>
          </a:prstGeom>
          <a:noFill/>
          <a:ln w="9525">
            <a:noFill/>
            <a:miter/>
          </a:ln>
          <a:effectLst>
            <a:outerShdw sx="999" sy="999" algn="ctr" rotWithShape="0">
              <a:srgbClr val="000000"/>
            </a:outerShdw>
          </a:effectLst>
        </p:spPr>
        <p:txBody>
          <a:bodyPr wrap="square" anchor="t">
            <a:spAutoFit/>
          </a:bodyPr>
          <a:lstStyle/>
          <a:p>
            <a:pPr lvl="0"/>
            <a:r>
              <a:rPr lang="zh-CN" altLang="en-US" sz="105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a:t>
            </a:r>
          </a:p>
        </p:txBody>
      </p:sp>
      <p:sp>
        <p:nvSpPr>
          <p:cNvPr id="15" name="文本框 20"/>
          <p:cNvSpPr txBox="1"/>
          <p:nvPr/>
        </p:nvSpPr>
        <p:spPr>
          <a:xfrm flipH="1">
            <a:off x="6677977" y="3786188"/>
            <a:ext cx="1643063" cy="248209"/>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1013">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KEY WORDS </a:t>
            </a:r>
          </a:p>
        </p:txBody>
      </p:sp>
      <p:sp>
        <p:nvSpPr>
          <p:cNvPr id="16" name="文本框 15"/>
          <p:cNvSpPr txBox="1"/>
          <p:nvPr/>
        </p:nvSpPr>
        <p:spPr>
          <a:xfrm flipH="1">
            <a:off x="6751202" y="3337560"/>
            <a:ext cx="1496615" cy="415498"/>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2100" dirty="0">
                <a:solidFill>
                  <a:schemeClr val="tx1">
                    <a:lumMod val="85000"/>
                    <a:lumOff val="15000"/>
                  </a:schemeClr>
                </a:solidFill>
                <a:latin typeface="Impact" panose="020B0806030902050204" charset="0"/>
                <a:ea typeface="微软雅黑" panose="020B0503020204020204" charset="-122"/>
                <a:sym typeface="Arial" panose="020B0604020202020204" pitchFamily="34" charset="0"/>
              </a:rPr>
              <a:t>标题</a:t>
            </a:r>
          </a:p>
        </p:txBody>
      </p:sp>
      <p:sp>
        <p:nvSpPr>
          <p:cNvPr id="17" name="箭头"/>
          <p:cNvSpPr/>
          <p:nvPr/>
        </p:nvSpPr>
        <p:spPr bwMode="auto">
          <a:xfrm rot="5400000">
            <a:off x="4412456" y="2699385"/>
            <a:ext cx="342900" cy="342900"/>
          </a:xfrm>
          <a:custGeom>
            <a:avLst/>
            <a:gdLst>
              <a:gd name="T0" fmla="*/ 381143354 w 7455"/>
              <a:gd name="T1" fmla="*/ 381770775 h 6500"/>
              <a:gd name="T2" fmla="*/ 381143354 w 7455"/>
              <a:gd name="T3" fmla="*/ 381770775 h 6500"/>
              <a:gd name="T4" fmla="*/ 381143354 w 7455"/>
              <a:gd name="T5" fmla="*/ 381770775 h 6500"/>
              <a:gd name="T6" fmla="*/ 381143354 w 7455"/>
              <a:gd name="T7" fmla="*/ 381770775 h 6500"/>
              <a:gd name="T8" fmla="*/ 381143354 w 7455"/>
              <a:gd name="T9" fmla="*/ 381770775 h 6500"/>
              <a:gd name="T10" fmla="*/ 381143354 w 7455"/>
              <a:gd name="T11" fmla="*/ 381770775 h 6500"/>
              <a:gd name="T12" fmla="*/ 381143354 w 7455"/>
              <a:gd name="T13" fmla="*/ 381770775 h 6500"/>
              <a:gd name="T14" fmla="*/ 381143354 w 7455"/>
              <a:gd name="T15" fmla="*/ 381770775 h 6500"/>
              <a:gd name="T16" fmla="*/ 381143354 w 7455"/>
              <a:gd name="T17" fmla="*/ 381770775 h 6500"/>
              <a:gd name="T18" fmla="*/ 381143354 w 7455"/>
              <a:gd name="T19" fmla="*/ 381770775 h 6500"/>
              <a:gd name="T20" fmla="*/ 381143354 w 7455"/>
              <a:gd name="T21" fmla="*/ 381770775 h 6500"/>
              <a:gd name="T22" fmla="*/ 381143354 w 7455"/>
              <a:gd name="T23" fmla="*/ 381770775 h 6500"/>
              <a:gd name="T24" fmla="*/ 381143354 w 7455"/>
              <a:gd name="T25" fmla="*/ 381770775 h 6500"/>
              <a:gd name="T26" fmla="*/ 381143354 w 7455"/>
              <a:gd name="T27" fmla="*/ 381770775 h 6500"/>
              <a:gd name="T28" fmla="*/ 381143354 w 7455"/>
              <a:gd name="T29" fmla="*/ 381770775 h 6500"/>
              <a:gd name="T30" fmla="*/ 381143354 w 7455"/>
              <a:gd name="T31" fmla="*/ 381770775 h 6500"/>
              <a:gd name="T32" fmla="*/ 381143354 w 7455"/>
              <a:gd name="T33" fmla="*/ 381770775 h 6500"/>
              <a:gd name="T34" fmla="*/ 381143354 w 7455"/>
              <a:gd name="T35" fmla="*/ 381770775 h 6500"/>
              <a:gd name="T36" fmla="*/ 381143354 w 7455"/>
              <a:gd name="T37" fmla="*/ 381770775 h 6500"/>
              <a:gd name="T38" fmla="*/ 381143354 w 7455"/>
              <a:gd name="T39" fmla="*/ 381770775 h 6500"/>
              <a:gd name="T40" fmla="*/ 381143354 w 7455"/>
              <a:gd name="T41" fmla="*/ 381770775 h 6500"/>
              <a:gd name="T42" fmla="*/ 381143354 w 7455"/>
              <a:gd name="T43" fmla="*/ 381770775 h 6500"/>
              <a:gd name="T44" fmla="*/ 381143354 w 7455"/>
              <a:gd name="T45" fmla="*/ 381770775 h 6500"/>
              <a:gd name="T46" fmla="*/ 381143354 w 7455"/>
              <a:gd name="T47" fmla="*/ 381770775 h 6500"/>
              <a:gd name="T48" fmla="*/ 381143354 w 7455"/>
              <a:gd name="T49" fmla="*/ 381770775 h 6500"/>
              <a:gd name="T50" fmla="*/ 381143354 w 7455"/>
              <a:gd name="T51" fmla="*/ 381770775 h 6500"/>
              <a:gd name="T52" fmla="*/ 381143354 w 7455"/>
              <a:gd name="T53" fmla="*/ 381770775 h 6500"/>
              <a:gd name="T54" fmla="*/ 381143354 w 7455"/>
              <a:gd name="T55" fmla="*/ 381770775 h 6500"/>
              <a:gd name="T56" fmla="*/ 381143354 w 7455"/>
              <a:gd name="T57" fmla="*/ 381770775 h 6500"/>
              <a:gd name="T58" fmla="*/ 381143354 w 7455"/>
              <a:gd name="T59" fmla="*/ 381770775 h 6500"/>
              <a:gd name="T60" fmla="*/ 381143354 w 7455"/>
              <a:gd name="T61" fmla="*/ 381770775 h 6500"/>
              <a:gd name="T62" fmla="*/ 381143354 w 7455"/>
              <a:gd name="T63" fmla="*/ 381770775 h 6500"/>
              <a:gd name="T64" fmla="*/ 381143354 w 7455"/>
              <a:gd name="T65" fmla="*/ 381770775 h 6500"/>
              <a:gd name="T66" fmla="*/ 381143354 w 7455"/>
              <a:gd name="T67" fmla="*/ 381770775 h 6500"/>
              <a:gd name="T68" fmla="*/ 381143354 w 7455"/>
              <a:gd name="T69" fmla="*/ 381770775 h 6500"/>
              <a:gd name="T70" fmla="*/ 381143354 w 7455"/>
              <a:gd name="T71" fmla="*/ 381770775 h 6500"/>
              <a:gd name="T72" fmla="*/ 381143354 w 7455"/>
              <a:gd name="T73" fmla="*/ 381770775 h 6500"/>
              <a:gd name="T74" fmla="*/ 381143354 w 7455"/>
              <a:gd name="T75" fmla="*/ 381770775 h 6500"/>
              <a:gd name="T76" fmla="*/ 381143354 w 7455"/>
              <a:gd name="T77" fmla="*/ 381770775 h 6500"/>
              <a:gd name="T78" fmla="*/ 381143354 w 7455"/>
              <a:gd name="T79" fmla="*/ 381770775 h 6500"/>
              <a:gd name="T80" fmla="*/ 381143354 w 7455"/>
              <a:gd name="T81" fmla="*/ 381770775 h 6500"/>
              <a:gd name="T82" fmla="*/ 381143354 w 7455"/>
              <a:gd name="T83" fmla="*/ 381770775 h 6500"/>
              <a:gd name="T84" fmla="*/ 381143354 w 7455"/>
              <a:gd name="T85" fmla="*/ 381770775 h 6500"/>
              <a:gd name="T86" fmla="*/ 381143354 w 7455"/>
              <a:gd name="T87" fmla="*/ 381770775 h 6500"/>
              <a:gd name="T88" fmla="*/ 381143354 w 7455"/>
              <a:gd name="T89" fmla="*/ 381770775 h 6500"/>
              <a:gd name="T90" fmla="*/ 381143354 w 7455"/>
              <a:gd name="T91" fmla="*/ 381770775 h 6500"/>
              <a:gd name="T92" fmla="*/ 381143354 w 7455"/>
              <a:gd name="T93" fmla="*/ 381770775 h 6500"/>
              <a:gd name="T94" fmla="*/ 381143354 w 7455"/>
              <a:gd name="T95" fmla="*/ 381770775 h 6500"/>
              <a:gd name="T96" fmla="*/ 381143354 w 7455"/>
              <a:gd name="T97" fmla="*/ 381770775 h 6500"/>
              <a:gd name="T98" fmla="*/ 381143354 w 7455"/>
              <a:gd name="T99" fmla="*/ 381770775 h 6500"/>
              <a:gd name="T100" fmla="*/ 381143354 w 7455"/>
              <a:gd name="T101" fmla="*/ 381770775 h 6500"/>
              <a:gd name="T102" fmla="*/ 381143354 w 7455"/>
              <a:gd name="T103" fmla="*/ 381770775 h 6500"/>
              <a:gd name="T104" fmla="*/ 381143354 w 7455"/>
              <a:gd name="T105" fmla="*/ 381770775 h 6500"/>
              <a:gd name="T106" fmla="*/ 381143354 w 7455"/>
              <a:gd name="T107" fmla="*/ 381770775 h 6500"/>
              <a:gd name="T108" fmla="*/ 381143354 w 7455"/>
              <a:gd name="T109" fmla="*/ 381770775 h 6500"/>
              <a:gd name="T110" fmla="*/ 381143354 w 7455"/>
              <a:gd name="T111" fmla="*/ 381770775 h 6500"/>
              <a:gd name="T112" fmla="*/ 381143354 w 7455"/>
              <a:gd name="T113" fmla="*/ 381770775 h 6500"/>
              <a:gd name="T114" fmla="*/ 381143354 w 7455"/>
              <a:gd name="T115" fmla="*/ 381770775 h 6500"/>
              <a:gd name="T116" fmla="*/ 381143354 w 7455"/>
              <a:gd name="T117" fmla="*/ 381770775 h 6500"/>
              <a:gd name="T118" fmla="*/ 381143354 w 7455"/>
              <a:gd name="T119" fmla="*/ 381770775 h 6500"/>
              <a:gd name="T120" fmla="*/ 381143354 w 7455"/>
              <a:gd name="T121" fmla="*/ 381770775 h 6500"/>
              <a:gd name="T122" fmla="*/ 381143354 w 7455"/>
              <a:gd name="T123" fmla="*/ 381770775 h 6500"/>
              <a:gd name="T124" fmla="*/ 381143354 w 7455"/>
              <a:gd name="T125" fmla="*/ 381770775 h 65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455" h="6500">
                <a:moveTo>
                  <a:pt x="226" y="5176"/>
                </a:moveTo>
                <a:lnTo>
                  <a:pt x="226" y="5176"/>
                </a:lnTo>
                <a:lnTo>
                  <a:pt x="198" y="5204"/>
                </a:lnTo>
                <a:lnTo>
                  <a:pt x="172" y="5234"/>
                </a:lnTo>
                <a:lnTo>
                  <a:pt x="149" y="5266"/>
                </a:lnTo>
                <a:lnTo>
                  <a:pt x="126" y="5296"/>
                </a:lnTo>
                <a:lnTo>
                  <a:pt x="106" y="5330"/>
                </a:lnTo>
                <a:lnTo>
                  <a:pt x="87" y="5363"/>
                </a:lnTo>
                <a:lnTo>
                  <a:pt x="71" y="5397"/>
                </a:lnTo>
                <a:lnTo>
                  <a:pt x="55" y="5433"/>
                </a:lnTo>
                <a:lnTo>
                  <a:pt x="42" y="5467"/>
                </a:lnTo>
                <a:lnTo>
                  <a:pt x="31" y="5504"/>
                </a:lnTo>
                <a:lnTo>
                  <a:pt x="21" y="5539"/>
                </a:lnTo>
                <a:lnTo>
                  <a:pt x="14" y="5576"/>
                </a:lnTo>
                <a:lnTo>
                  <a:pt x="7" y="5612"/>
                </a:lnTo>
                <a:lnTo>
                  <a:pt x="3" y="5650"/>
                </a:lnTo>
                <a:lnTo>
                  <a:pt x="0" y="5687"/>
                </a:lnTo>
                <a:lnTo>
                  <a:pt x="0" y="5725"/>
                </a:lnTo>
                <a:lnTo>
                  <a:pt x="0" y="5762"/>
                </a:lnTo>
                <a:lnTo>
                  <a:pt x="3" y="5799"/>
                </a:lnTo>
                <a:lnTo>
                  <a:pt x="7" y="5836"/>
                </a:lnTo>
                <a:lnTo>
                  <a:pt x="14" y="5873"/>
                </a:lnTo>
                <a:lnTo>
                  <a:pt x="21" y="5909"/>
                </a:lnTo>
                <a:lnTo>
                  <a:pt x="31" y="5946"/>
                </a:lnTo>
                <a:lnTo>
                  <a:pt x="42" y="5982"/>
                </a:lnTo>
                <a:lnTo>
                  <a:pt x="55" y="6017"/>
                </a:lnTo>
                <a:lnTo>
                  <a:pt x="71" y="6051"/>
                </a:lnTo>
                <a:lnTo>
                  <a:pt x="87" y="6086"/>
                </a:lnTo>
                <a:lnTo>
                  <a:pt x="106" y="6120"/>
                </a:lnTo>
                <a:lnTo>
                  <a:pt x="126" y="6152"/>
                </a:lnTo>
                <a:lnTo>
                  <a:pt x="149" y="6184"/>
                </a:lnTo>
                <a:lnTo>
                  <a:pt x="172" y="6215"/>
                </a:lnTo>
                <a:lnTo>
                  <a:pt x="198" y="6244"/>
                </a:lnTo>
                <a:lnTo>
                  <a:pt x="226" y="6274"/>
                </a:lnTo>
                <a:lnTo>
                  <a:pt x="254" y="6301"/>
                </a:lnTo>
                <a:lnTo>
                  <a:pt x="285" y="6327"/>
                </a:lnTo>
                <a:lnTo>
                  <a:pt x="316" y="6351"/>
                </a:lnTo>
                <a:lnTo>
                  <a:pt x="347" y="6373"/>
                </a:lnTo>
                <a:lnTo>
                  <a:pt x="379" y="6393"/>
                </a:lnTo>
                <a:lnTo>
                  <a:pt x="413" y="6411"/>
                </a:lnTo>
                <a:lnTo>
                  <a:pt x="447" y="6429"/>
                </a:lnTo>
                <a:lnTo>
                  <a:pt x="482" y="6443"/>
                </a:lnTo>
                <a:lnTo>
                  <a:pt x="518" y="6457"/>
                </a:lnTo>
                <a:lnTo>
                  <a:pt x="553" y="6468"/>
                </a:lnTo>
                <a:lnTo>
                  <a:pt x="589" y="6478"/>
                </a:lnTo>
                <a:lnTo>
                  <a:pt x="626" y="6486"/>
                </a:lnTo>
                <a:lnTo>
                  <a:pt x="663" y="6492"/>
                </a:lnTo>
                <a:lnTo>
                  <a:pt x="700" y="6496"/>
                </a:lnTo>
                <a:lnTo>
                  <a:pt x="737" y="6499"/>
                </a:lnTo>
                <a:lnTo>
                  <a:pt x="775" y="6500"/>
                </a:lnTo>
                <a:lnTo>
                  <a:pt x="811" y="6499"/>
                </a:lnTo>
                <a:lnTo>
                  <a:pt x="849" y="6496"/>
                </a:lnTo>
                <a:lnTo>
                  <a:pt x="886" y="6492"/>
                </a:lnTo>
                <a:lnTo>
                  <a:pt x="923" y="6486"/>
                </a:lnTo>
                <a:lnTo>
                  <a:pt x="959" y="6478"/>
                </a:lnTo>
                <a:lnTo>
                  <a:pt x="996" y="6468"/>
                </a:lnTo>
                <a:lnTo>
                  <a:pt x="1032" y="6457"/>
                </a:lnTo>
                <a:lnTo>
                  <a:pt x="1067" y="6443"/>
                </a:lnTo>
                <a:lnTo>
                  <a:pt x="1103" y="6429"/>
                </a:lnTo>
                <a:lnTo>
                  <a:pt x="1136" y="6411"/>
                </a:lnTo>
                <a:lnTo>
                  <a:pt x="1170" y="6393"/>
                </a:lnTo>
                <a:lnTo>
                  <a:pt x="1202" y="6373"/>
                </a:lnTo>
                <a:lnTo>
                  <a:pt x="1234" y="6351"/>
                </a:lnTo>
                <a:lnTo>
                  <a:pt x="1265" y="6327"/>
                </a:lnTo>
                <a:lnTo>
                  <a:pt x="1295" y="6301"/>
                </a:lnTo>
                <a:lnTo>
                  <a:pt x="1324" y="6274"/>
                </a:lnTo>
                <a:lnTo>
                  <a:pt x="3768" y="3830"/>
                </a:lnTo>
                <a:lnTo>
                  <a:pt x="3800" y="3799"/>
                </a:lnTo>
                <a:lnTo>
                  <a:pt x="3826" y="3772"/>
                </a:lnTo>
                <a:lnTo>
                  <a:pt x="3850" y="3745"/>
                </a:lnTo>
                <a:lnTo>
                  <a:pt x="3873" y="3715"/>
                </a:lnTo>
                <a:lnTo>
                  <a:pt x="3893" y="3686"/>
                </a:lnTo>
                <a:lnTo>
                  <a:pt x="3913" y="3655"/>
                </a:lnTo>
                <a:lnTo>
                  <a:pt x="3931" y="3624"/>
                </a:lnTo>
                <a:lnTo>
                  <a:pt x="3948" y="3592"/>
                </a:lnTo>
                <a:lnTo>
                  <a:pt x="3963" y="3560"/>
                </a:lnTo>
                <a:lnTo>
                  <a:pt x="3976" y="3527"/>
                </a:lnTo>
                <a:lnTo>
                  <a:pt x="3988" y="3494"/>
                </a:lnTo>
                <a:lnTo>
                  <a:pt x="3997" y="3460"/>
                </a:lnTo>
                <a:lnTo>
                  <a:pt x="4007" y="3426"/>
                </a:lnTo>
                <a:lnTo>
                  <a:pt x="4014" y="3391"/>
                </a:lnTo>
                <a:lnTo>
                  <a:pt x="4019" y="3357"/>
                </a:lnTo>
                <a:lnTo>
                  <a:pt x="4024" y="3321"/>
                </a:lnTo>
                <a:lnTo>
                  <a:pt x="4026" y="3286"/>
                </a:lnTo>
                <a:lnTo>
                  <a:pt x="4026" y="3269"/>
                </a:lnTo>
                <a:lnTo>
                  <a:pt x="4026" y="3268"/>
                </a:lnTo>
                <a:lnTo>
                  <a:pt x="4027" y="3250"/>
                </a:lnTo>
                <a:lnTo>
                  <a:pt x="4027" y="3249"/>
                </a:lnTo>
                <a:lnTo>
                  <a:pt x="4026" y="3233"/>
                </a:lnTo>
                <a:lnTo>
                  <a:pt x="4026" y="3230"/>
                </a:lnTo>
                <a:lnTo>
                  <a:pt x="4026" y="3214"/>
                </a:lnTo>
                <a:lnTo>
                  <a:pt x="4024" y="3178"/>
                </a:lnTo>
                <a:lnTo>
                  <a:pt x="4019" y="3144"/>
                </a:lnTo>
                <a:lnTo>
                  <a:pt x="4014" y="3108"/>
                </a:lnTo>
                <a:lnTo>
                  <a:pt x="4007" y="3074"/>
                </a:lnTo>
                <a:lnTo>
                  <a:pt x="3997" y="3040"/>
                </a:lnTo>
                <a:lnTo>
                  <a:pt x="3988" y="3007"/>
                </a:lnTo>
                <a:lnTo>
                  <a:pt x="3976" y="2972"/>
                </a:lnTo>
                <a:lnTo>
                  <a:pt x="3963" y="2939"/>
                </a:lnTo>
                <a:lnTo>
                  <a:pt x="3948" y="2907"/>
                </a:lnTo>
                <a:lnTo>
                  <a:pt x="3931" y="2875"/>
                </a:lnTo>
                <a:lnTo>
                  <a:pt x="3913" y="2844"/>
                </a:lnTo>
                <a:lnTo>
                  <a:pt x="3893" y="2814"/>
                </a:lnTo>
                <a:lnTo>
                  <a:pt x="3873" y="2784"/>
                </a:lnTo>
                <a:lnTo>
                  <a:pt x="3850" y="2755"/>
                </a:lnTo>
                <a:lnTo>
                  <a:pt x="3826" y="2727"/>
                </a:lnTo>
                <a:lnTo>
                  <a:pt x="3800" y="2700"/>
                </a:lnTo>
                <a:lnTo>
                  <a:pt x="3769" y="2671"/>
                </a:lnTo>
                <a:lnTo>
                  <a:pt x="1324" y="226"/>
                </a:lnTo>
                <a:lnTo>
                  <a:pt x="1295" y="198"/>
                </a:lnTo>
                <a:lnTo>
                  <a:pt x="1265" y="172"/>
                </a:lnTo>
                <a:lnTo>
                  <a:pt x="1234" y="149"/>
                </a:lnTo>
                <a:lnTo>
                  <a:pt x="1202" y="126"/>
                </a:lnTo>
                <a:lnTo>
                  <a:pt x="1170" y="106"/>
                </a:lnTo>
                <a:lnTo>
                  <a:pt x="1136" y="88"/>
                </a:lnTo>
                <a:lnTo>
                  <a:pt x="1103" y="71"/>
                </a:lnTo>
                <a:lnTo>
                  <a:pt x="1067" y="56"/>
                </a:lnTo>
                <a:lnTo>
                  <a:pt x="1032" y="42"/>
                </a:lnTo>
                <a:lnTo>
                  <a:pt x="996" y="32"/>
                </a:lnTo>
                <a:lnTo>
                  <a:pt x="959" y="21"/>
                </a:lnTo>
                <a:lnTo>
                  <a:pt x="923" y="14"/>
                </a:lnTo>
                <a:lnTo>
                  <a:pt x="886" y="7"/>
                </a:lnTo>
                <a:lnTo>
                  <a:pt x="849" y="3"/>
                </a:lnTo>
                <a:lnTo>
                  <a:pt x="811" y="0"/>
                </a:lnTo>
                <a:lnTo>
                  <a:pt x="775" y="0"/>
                </a:lnTo>
                <a:lnTo>
                  <a:pt x="737" y="0"/>
                </a:lnTo>
                <a:lnTo>
                  <a:pt x="700" y="3"/>
                </a:lnTo>
                <a:lnTo>
                  <a:pt x="663" y="7"/>
                </a:lnTo>
                <a:lnTo>
                  <a:pt x="626" y="14"/>
                </a:lnTo>
                <a:lnTo>
                  <a:pt x="589" y="21"/>
                </a:lnTo>
                <a:lnTo>
                  <a:pt x="553" y="32"/>
                </a:lnTo>
                <a:lnTo>
                  <a:pt x="518" y="42"/>
                </a:lnTo>
                <a:lnTo>
                  <a:pt x="482" y="56"/>
                </a:lnTo>
                <a:lnTo>
                  <a:pt x="447" y="71"/>
                </a:lnTo>
                <a:lnTo>
                  <a:pt x="413" y="88"/>
                </a:lnTo>
                <a:lnTo>
                  <a:pt x="379" y="106"/>
                </a:lnTo>
                <a:lnTo>
                  <a:pt x="347" y="126"/>
                </a:lnTo>
                <a:lnTo>
                  <a:pt x="316" y="149"/>
                </a:lnTo>
                <a:lnTo>
                  <a:pt x="285" y="172"/>
                </a:lnTo>
                <a:lnTo>
                  <a:pt x="254" y="198"/>
                </a:lnTo>
                <a:lnTo>
                  <a:pt x="226" y="226"/>
                </a:lnTo>
                <a:lnTo>
                  <a:pt x="198" y="255"/>
                </a:lnTo>
                <a:lnTo>
                  <a:pt x="172" y="285"/>
                </a:lnTo>
                <a:lnTo>
                  <a:pt x="149" y="316"/>
                </a:lnTo>
                <a:lnTo>
                  <a:pt x="126" y="347"/>
                </a:lnTo>
                <a:lnTo>
                  <a:pt x="106" y="379"/>
                </a:lnTo>
                <a:lnTo>
                  <a:pt x="87" y="414"/>
                </a:lnTo>
                <a:lnTo>
                  <a:pt x="71" y="448"/>
                </a:lnTo>
                <a:lnTo>
                  <a:pt x="55" y="482"/>
                </a:lnTo>
                <a:lnTo>
                  <a:pt x="42" y="518"/>
                </a:lnTo>
                <a:lnTo>
                  <a:pt x="31" y="553"/>
                </a:lnTo>
                <a:lnTo>
                  <a:pt x="21" y="590"/>
                </a:lnTo>
                <a:lnTo>
                  <a:pt x="14" y="627"/>
                </a:lnTo>
                <a:lnTo>
                  <a:pt x="7" y="663"/>
                </a:lnTo>
                <a:lnTo>
                  <a:pt x="3" y="700"/>
                </a:lnTo>
                <a:lnTo>
                  <a:pt x="0" y="738"/>
                </a:lnTo>
                <a:lnTo>
                  <a:pt x="0" y="775"/>
                </a:lnTo>
                <a:lnTo>
                  <a:pt x="0" y="813"/>
                </a:lnTo>
                <a:lnTo>
                  <a:pt x="3" y="849"/>
                </a:lnTo>
                <a:lnTo>
                  <a:pt x="7" y="886"/>
                </a:lnTo>
                <a:lnTo>
                  <a:pt x="14" y="924"/>
                </a:lnTo>
                <a:lnTo>
                  <a:pt x="21" y="960"/>
                </a:lnTo>
                <a:lnTo>
                  <a:pt x="31" y="996"/>
                </a:lnTo>
                <a:lnTo>
                  <a:pt x="42" y="1031"/>
                </a:lnTo>
                <a:lnTo>
                  <a:pt x="55" y="1067"/>
                </a:lnTo>
                <a:lnTo>
                  <a:pt x="71" y="1103"/>
                </a:lnTo>
                <a:lnTo>
                  <a:pt x="87" y="1137"/>
                </a:lnTo>
                <a:lnTo>
                  <a:pt x="106" y="1170"/>
                </a:lnTo>
                <a:lnTo>
                  <a:pt x="126" y="1202"/>
                </a:lnTo>
                <a:lnTo>
                  <a:pt x="149" y="1234"/>
                </a:lnTo>
                <a:lnTo>
                  <a:pt x="172" y="1266"/>
                </a:lnTo>
                <a:lnTo>
                  <a:pt x="198" y="1295"/>
                </a:lnTo>
                <a:lnTo>
                  <a:pt x="226" y="1324"/>
                </a:lnTo>
                <a:lnTo>
                  <a:pt x="2151" y="3250"/>
                </a:lnTo>
                <a:lnTo>
                  <a:pt x="226" y="5176"/>
                </a:lnTo>
                <a:close/>
                <a:moveTo>
                  <a:pt x="3654" y="5176"/>
                </a:moveTo>
                <a:lnTo>
                  <a:pt x="3654" y="5176"/>
                </a:lnTo>
                <a:lnTo>
                  <a:pt x="3626" y="5204"/>
                </a:lnTo>
                <a:lnTo>
                  <a:pt x="3601" y="5234"/>
                </a:lnTo>
                <a:lnTo>
                  <a:pt x="3577" y="5266"/>
                </a:lnTo>
                <a:lnTo>
                  <a:pt x="3555" y="5296"/>
                </a:lnTo>
                <a:lnTo>
                  <a:pt x="3535" y="5330"/>
                </a:lnTo>
                <a:lnTo>
                  <a:pt x="3516" y="5363"/>
                </a:lnTo>
                <a:lnTo>
                  <a:pt x="3499" y="5397"/>
                </a:lnTo>
                <a:lnTo>
                  <a:pt x="3484" y="5433"/>
                </a:lnTo>
                <a:lnTo>
                  <a:pt x="3471" y="5467"/>
                </a:lnTo>
                <a:lnTo>
                  <a:pt x="3459" y="5504"/>
                </a:lnTo>
                <a:lnTo>
                  <a:pt x="3450" y="5539"/>
                </a:lnTo>
                <a:lnTo>
                  <a:pt x="3441" y="5576"/>
                </a:lnTo>
                <a:lnTo>
                  <a:pt x="3435" y="5612"/>
                </a:lnTo>
                <a:lnTo>
                  <a:pt x="3431" y="5650"/>
                </a:lnTo>
                <a:lnTo>
                  <a:pt x="3428" y="5687"/>
                </a:lnTo>
                <a:lnTo>
                  <a:pt x="3427" y="5725"/>
                </a:lnTo>
                <a:lnTo>
                  <a:pt x="3428" y="5762"/>
                </a:lnTo>
                <a:lnTo>
                  <a:pt x="3431" y="5799"/>
                </a:lnTo>
                <a:lnTo>
                  <a:pt x="3435" y="5836"/>
                </a:lnTo>
                <a:lnTo>
                  <a:pt x="3441" y="5873"/>
                </a:lnTo>
                <a:lnTo>
                  <a:pt x="3450" y="5909"/>
                </a:lnTo>
                <a:lnTo>
                  <a:pt x="3459" y="5946"/>
                </a:lnTo>
                <a:lnTo>
                  <a:pt x="3471" y="5982"/>
                </a:lnTo>
                <a:lnTo>
                  <a:pt x="3484" y="6017"/>
                </a:lnTo>
                <a:lnTo>
                  <a:pt x="3499" y="6051"/>
                </a:lnTo>
                <a:lnTo>
                  <a:pt x="3516" y="6086"/>
                </a:lnTo>
                <a:lnTo>
                  <a:pt x="3535" y="6120"/>
                </a:lnTo>
                <a:lnTo>
                  <a:pt x="3555" y="6152"/>
                </a:lnTo>
                <a:lnTo>
                  <a:pt x="3577" y="6184"/>
                </a:lnTo>
                <a:lnTo>
                  <a:pt x="3601" y="6215"/>
                </a:lnTo>
                <a:lnTo>
                  <a:pt x="3626" y="6244"/>
                </a:lnTo>
                <a:lnTo>
                  <a:pt x="3654" y="6274"/>
                </a:lnTo>
                <a:lnTo>
                  <a:pt x="3683" y="6301"/>
                </a:lnTo>
                <a:lnTo>
                  <a:pt x="3712" y="6327"/>
                </a:lnTo>
                <a:lnTo>
                  <a:pt x="3743" y="6351"/>
                </a:lnTo>
                <a:lnTo>
                  <a:pt x="3775" y="6373"/>
                </a:lnTo>
                <a:lnTo>
                  <a:pt x="3808" y="6393"/>
                </a:lnTo>
                <a:lnTo>
                  <a:pt x="3841" y="6411"/>
                </a:lnTo>
                <a:lnTo>
                  <a:pt x="3876" y="6429"/>
                </a:lnTo>
                <a:lnTo>
                  <a:pt x="3910" y="6443"/>
                </a:lnTo>
                <a:lnTo>
                  <a:pt x="3945" y="6457"/>
                </a:lnTo>
                <a:lnTo>
                  <a:pt x="3981" y="6468"/>
                </a:lnTo>
                <a:lnTo>
                  <a:pt x="4018" y="6478"/>
                </a:lnTo>
                <a:lnTo>
                  <a:pt x="4054" y="6486"/>
                </a:lnTo>
                <a:lnTo>
                  <a:pt x="4091" y="6492"/>
                </a:lnTo>
                <a:lnTo>
                  <a:pt x="4129" y="6496"/>
                </a:lnTo>
                <a:lnTo>
                  <a:pt x="4166" y="6499"/>
                </a:lnTo>
                <a:lnTo>
                  <a:pt x="4203" y="6500"/>
                </a:lnTo>
                <a:lnTo>
                  <a:pt x="4240" y="6499"/>
                </a:lnTo>
                <a:lnTo>
                  <a:pt x="4278" y="6496"/>
                </a:lnTo>
                <a:lnTo>
                  <a:pt x="4315" y="6492"/>
                </a:lnTo>
                <a:lnTo>
                  <a:pt x="4351" y="6486"/>
                </a:lnTo>
                <a:lnTo>
                  <a:pt x="4388" y="6478"/>
                </a:lnTo>
                <a:lnTo>
                  <a:pt x="4425" y="6468"/>
                </a:lnTo>
                <a:lnTo>
                  <a:pt x="4460" y="6457"/>
                </a:lnTo>
                <a:lnTo>
                  <a:pt x="4496" y="6443"/>
                </a:lnTo>
                <a:lnTo>
                  <a:pt x="4530" y="6429"/>
                </a:lnTo>
                <a:lnTo>
                  <a:pt x="4564" y="6411"/>
                </a:lnTo>
                <a:lnTo>
                  <a:pt x="4598" y="6393"/>
                </a:lnTo>
                <a:lnTo>
                  <a:pt x="4631" y="6373"/>
                </a:lnTo>
                <a:lnTo>
                  <a:pt x="4663" y="6351"/>
                </a:lnTo>
                <a:lnTo>
                  <a:pt x="4693" y="6327"/>
                </a:lnTo>
                <a:lnTo>
                  <a:pt x="4723" y="6301"/>
                </a:lnTo>
                <a:lnTo>
                  <a:pt x="4753" y="6274"/>
                </a:lnTo>
                <a:lnTo>
                  <a:pt x="7197" y="3830"/>
                </a:lnTo>
                <a:lnTo>
                  <a:pt x="7229" y="3799"/>
                </a:lnTo>
                <a:lnTo>
                  <a:pt x="7255" y="3772"/>
                </a:lnTo>
                <a:lnTo>
                  <a:pt x="7278" y="3745"/>
                </a:lnTo>
                <a:lnTo>
                  <a:pt x="7301" y="3715"/>
                </a:lnTo>
                <a:lnTo>
                  <a:pt x="7322" y="3686"/>
                </a:lnTo>
                <a:lnTo>
                  <a:pt x="7342" y="3655"/>
                </a:lnTo>
                <a:lnTo>
                  <a:pt x="7360" y="3624"/>
                </a:lnTo>
                <a:lnTo>
                  <a:pt x="7376" y="3592"/>
                </a:lnTo>
                <a:lnTo>
                  <a:pt x="7391" y="3560"/>
                </a:lnTo>
                <a:lnTo>
                  <a:pt x="7405" y="3527"/>
                </a:lnTo>
                <a:lnTo>
                  <a:pt x="7417" y="3494"/>
                </a:lnTo>
                <a:lnTo>
                  <a:pt x="7426" y="3460"/>
                </a:lnTo>
                <a:lnTo>
                  <a:pt x="7434" y="3426"/>
                </a:lnTo>
                <a:lnTo>
                  <a:pt x="7442" y="3391"/>
                </a:lnTo>
                <a:lnTo>
                  <a:pt x="7447" y="3357"/>
                </a:lnTo>
                <a:lnTo>
                  <a:pt x="7451" y="3321"/>
                </a:lnTo>
                <a:lnTo>
                  <a:pt x="7453" y="3286"/>
                </a:lnTo>
                <a:lnTo>
                  <a:pt x="7455" y="3269"/>
                </a:lnTo>
                <a:lnTo>
                  <a:pt x="7455" y="3268"/>
                </a:lnTo>
                <a:lnTo>
                  <a:pt x="7455" y="3250"/>
                </a:lnTo>
                <a:lnTo>
                  <a:pt x="7455" y="3249"/>
                </a:lnTo>
                <a:lnTo>
                  <a:pt x="7455" y="3233"/>
                </a:lnTo>
                <a:lnTo>
                  <a:pt x="7455" y="3230"/>
                </a:lnTo>
                <a:lnTo>
                  <a:pt x="7453" y="3214"/>
                </a:lnTo>
                <a:lnTo>
                  <a:pt x="7451" y="3178"/>
                </a:lnTo>
                <a:lnTo>
                  <a:pt x="7447" y="3144"/>
                </a:lnTo>
                <a:lnTo>
                  <a:pt x="7442" y="3108"/>
                </a:lnTo>
                <a:lnTo>
                  <a:pt x="7434" y="3074"/>
                </a:lnTo>
                <a:lnTo>
                  <a:pt x="7426" y="3040"/>
                </a:lnTo>
                <a:lnTo>
                  <a:pt x="7417" y="3007"/>
                </a:lnTo>
                <a:lnTo>
                  <a:pt x="7405" y="2972"/>
                </a:lnTo>
                <a:lnTo>
                  <a:pt x="7391" y="2939"/>
                </a:lnTo>
                <a:lnTo>
                  <a:pt x="7376" y="2907"/>
                </a:lnTo>
                <a:lnTo>
                  <a:pt x="7360" y="2875"/>
                </a:lnTo>
                <a:lnTo>
                  <a:pt x="7342" y="2844"/>
                </a:lnTo>
                <a:lnTo>
                  <a:pt x="7322" y="2814"/>
                </a:lnTo>
                <a:lnTo>
                  <a:pt x="7301" y="2784"/>
                </a:lnTo>
                <a:lnTo>
                  <a:pt x="7278" y="2755"/>
                </a:lnTo>
                <a:lnTo>
                  <a:pt x="7255" y="2727"/>
                </a:lnTo>
                <a:lnTo>
                  <a:pt x="7229" y="2700"/>
                </a:lnTo>
                <a:lnTo>
                  <a:pt x="7197" y="2671"/>
                </a:lnTo>
                <a:lnTo>
                  <a:pt x="4753" y="226"/>
                </a:lnTo>
                <a:lnTo>
                  <a:pt x="4723" y="198"/>
                </a:lnTo>
                <a:lnTo>
                  <a:pt x="4693" y="172"/>
                </a:lnTo>
                <a:lnTo>
                  <a:pt x="4663" y="149"/>
                </a:lnTo>
                <a:lnTo>
                  <a:pt x="4631" y="126"/>
                </a:lnTo>
                <a:lnTo>
                  <a:pt x="4598" y="106"/>
                </a:lnTo>
                <a:lnTo>
                  <a:pt x="4564" y="88"/>
                </a:lnTo>
                <a:lnTo>
                  <a:pt x="4530" y="71"/>
                </a:lnTo>
                <a:lnTo>
                  <a:pt x="4496" y="56"/>
                </a:lnTo>
                <a:lnTo>
                  <a:pt x="4460" y="42"/>
                </a:lnTo>
                <a:lnTo>
                  <a:pt x="4425" y="32"/>
                </a:lnTo>
                <a:lnTo>
                  <a:pt x="4388" y="21"/>
                </a:lnTo>
                <a:lnTo>
                  <a:pt x="4351" y="14"/>
                </a:lnTo>
                <a:lnTo>
                  <a:pt x="4315" y="7"/>
                </a:lnTo>
                <a:lnTo>
                  <a:pt x="4278" y="3"/>
                </a:lnTo>
                <a:lnTo>
                  <a:pt x="4240" y="0"/>
                </a:lnTo>
                <a:lnTo>
                  <a:pt x="4203" y="0"/>
                </a:lnTo>
                <a:lnTo>
                  <a:pt x="4166" y="0"/>
                </a:lnTo>
                <a:lnTo>
                  <a:pt x="4129" y="3"/>
                </a:lnTo>
                <a:lnTo>
                  <a:pt x="4091" y="7"/>
                </a:lnTo>
                <a:lnTo>
                  <a:pt x="4054" y="14"/>
                </a:lnTo>
                <a:lnTo>
                  <a:pt x="4018" y="21"/>
                </a:lnTo>
                <a:lnTo>
                  <a:pt x="3981" y="32"/>
                </a:lnTo>
                <a:lnTo>
                  <a:pt x="3945" y="42"/>
                </a:lnTo>
                <a:lnTo>
                  <a:pt x="3910" y="56"/>
                </a:lnTo>
                <a:lnTo>
                  <a:pt x="3876" y="71"/>
                </a:lnTo>
                <a:lnTo>
                  <a:pt x="3841" y="88"/>
                </a:lnTo>
                <a:lnTo>
                  <a:pt x="3808" y="106"/>
                </a:lnTo>
                <a:lnTo>
                  <a:pt x="3775" y="126"/>
                </a:lnTo>
                <a:lnTo>
                  <a:pt x="3743" y="149"/>
                </a:lnTo>
                <a:lnTo>
                  <a:pt x="3712" y="172"/>
                </a:lnTo>
                <a:lnTo>
                  <a:pt x="3683" y="198"/>
                </a:lnTo>
                <a:lnTo>
                  <a:pt x="3654" y="226"/>
                </a:lnTo>
                <a:lnTo>
                  <a:pt x="3626" y="255"/>
                </a:lnTo>
                <a:lnTo>
                  <a:pt x="3601" y="285"/>
                </a:lnTo>
                <a:lnTo>
                  <a:pt x="3577" y="316"/>
                </a:lnTo>
                <a:lnTo>
                  <a:pt x="3555" y="347"/>
                </a:lnTo>
                <a:lnTo>
                  <a:pt x="3535" y="379"/>
                </a:lnTo>
                <a:lnTo>
                  <a:pt x="3516" y="414"/>
                </a:lnTo>
                <a:lnTo>
                  <a:pt x="3499" y="448"/>
                </a:lnTo>
                <a:lnTo>
                  <a:pt x="3484" y="482"/>
                </a:lnTo>
                <a:lnTo>
                  <a:pt x="3471" y="518"/>
                </a:lnTo>
                <a:lnTo>
                  <a:pt x="3459" y="553"/>
                </a:lnTo>
                <a:lnTo>
                  <a:pt x="3450" y="590"/>
                </a:lnTo>
                <a:lnTo>
                  <a:pt x="3441" y="627"/>
                </a:lnTo>
                <a:lnTo>
                  <a:pt x="3435" y="663"/>
                </a:lnTo>
                <a:lnTo>
                  <a:pt x="3431" y="700"/>
                </a:lnTo>
                <a:lnTo>
                  <a:pt x="3428" y="738"/>
                </a:lnTo>
                <a:lnTo>
                  <a:pt x="3427" y="775"/>
                </a:lnTo>
                <a:lnTo>
                  <a:pt x="3428" y="813"/>
                </a:lnTo>
                <a:lnTo>
                  <a:pt x="3431" y="849"/>
                </a:lnTo>
                <a:lnTo>
                  <a:pt x="3435" y="886"/>
                </a:lnTo>
                <a:lnTo>
                  <a:pt x="3441" y="924"/>
                </a:lnTo>
                <a:lnTo>
                  <a:pt x="3450" y="960"/>
                </a:lnTo>
                <a:lnTo>
                  <a:pt x="3459" y="996"/>
                </a:lnTo>
                <a:lnTo>
                  <a:pt x="3471" y="1031"/>
                </a:lnTo>
                <a:lnTo>
                  <a:pt x="3484" y="1067"/>
                </a:lnTo>
                <a:lnTo>
                  <a:pt x="3499" y="1103"/>
                </a:lnTo>
                <a:lnTo>
                  <a:pt x="3516" y="1137"/>
                </a:lnTo>
                <a:lnTo>
                  <a:pt x="3535" y="1170"/>
                </a:lnTo>
                <a:lnTo>
                  <a:pt x="3555" y="1202"/>
                </a:lnTo>
                <a:lnTo>
                  <a:pt x="3577" y="1234"/>
                </a:lnTo>
                <a:lnTo>
                  <a:pt x="3601" y="1266"/>
                </a:lnTo>
                <a:lnTo>
                  <a:pt x="3626" y="1295"/>
                </a:lnTo>
                <a:lnTo>
                  <a:pt x="3654" y="1324"/>
                </a:lnTo>
                <a:lnTo>
                  <a:pt x="5580" y="3250"/>
                </a:lnTo>
                <a:lnTo>
                  <a:pt x="3654" y="5176"/>
                </a:lnTo>
                <a:close/>
              </a:path>
            </a:pathLst>
          </a:custGeom>
          <a:solidFill>
            <a:srgbClr val="CA2C3B"/>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sz="1013"/>
          </a:p>
        </p:txBody>
      </p:sp>
      <p:sp>
        <p:nvSpPr>
          <p:cNvPr id="18" name="箭头"/>
          <p:cNvSpPr/>
          <p:nvPr/>
        </p:nvSpPr>
        <p:spPr bwMode="auto">
          <a:xfrm rot="16200000" flipV="1">
            <a:off x="1505426" y="2699385"/>
            <a:ext cx="342900" cy="342900"/>
          </a:xfrm>
          <a:custGeom>
            <a:avLst/>
            <a:gdLst>
              <a:gd name="T0" fmla="*/ 381143354 w 7455"/>
              <a:gd name="T1" fmla="*/ 381770775 h 6500"/>
              <a:gd name="T2" fmla="*/ 381143354 w 7455"/>
              <a:gd name="T3" fmla="*/ 381770775 h 6500"/>
              <a:gd name="T4" fmla="*/ 381143354 w 7455"/>
              <a:gd name="T5" fmla="*/ 381770775 h 6500"/>
              <a:gd name="T6" fmla="*/ 381143354 w 7455"/>
              <a:gd name="T7" fmla="*/ 381770775 h 6500"/>
              <a:gd name="T8" fmla="*/ 381143354 w 7455"/>
              <a:gd name="T9" fmla="*/ 381770775 h 6500"/>
              <a:gd name="T10" fmla="*/ 381143354 w 7455"/>
              <a:gd name="T11" fmla="*/ 381770775 h 6500"/>
              <a:gd name="T12" fmla="*/ 381143354 w 7455"/>
              <a:gd name="T13" fmla="*/ 381770775 h 6500"/>
              <a:gd name="T14" fmla="*/ 381143354 w 7455"/>
              <a:gd name="T15" fmla="*/ 381770775 h 6500"/>
              <a:gd name="T16" fmla="*/ 381143354 w 7455"/>
              <a:gd name="T17" fmla="*/ 381770775 h 6500"/>
              <a:gd name="T18" fmla="*/ 381143354 w 7455"/>
              <a:gd name="T19" fmla="*/ 381770775 h 6500"/>
              <a:gd name="T20" fmla="*/ 381143354 w 7455"/>
              <a:gd name="T21" fmla="*/ 381770775 h 6500"/>
              <a:gd name="T22" fmla="*/ 381143354 w 7455"/>
              <a:gd name="T23" fmla="*/ 381770775 h 6500"/>
              <a:gd name="T24" fmla="*/ 381143354 w 7455"/>
              <a:gd name="T25" fmla="*/ 381770775 h 6500"/>
              <a:gd name="T26" fmla="*/ 381143354 w 7455"/>
              <a:gd name="T27" fmla="*/ 381770775 h 6500"/>
              <a:gd name="T28" fmla="*/ 381143354 w 7455"/>
              <a:gd name="T29" fmla="*/ 381770775 h 6500"/>
              <a:gd name="T30" fmla="*/ 381143354 w 7455"/>
              <a:gd name="T31" fmla="*/ 381770775 h 6500"/>
              <a:gd name="T32" fmla="*/ 381143354 w 7455"/>
              <a:gd name="T33" fmla="*/ 381770775 h 6500"/>
              <a:gd name="T34" fmla="*/ 381143354 w 7455"/>
              <a:gd name="T35" fmla="*/ 381770775 h 6500"/>
              <a:gd name="T36" fmla="*/ 381143354 w 7455"/>
              <a:gd name="T37" fmla="*/ 381770775 h 6500"/>
              <a:gd name="T38" fmla="*/ 381143354 w 7455"/>
              <a:gd name="T39" fmla="*/ 381770775 h 6500"/>
              <a:gd name="T40" fmla="*/ 381143354 w 7455"/>
              <a:gd name="T41" fmla="*/ 381770775 h 6500"/>
              <a:gd name="T42" fmla="*/ 381143354 w 7455"/>
              <a:gd name="T43" fmla="*/ 381770775 h 6500"/>
              <a:gd name="T44" fmla="*/ 381143354 w 7455"/>
              <a:gd name="T45" fmla="*/ 381770775 h 6500"/>
              <a:gd name="T46" fmla="*/ 381143354 w 7455"/>
              <a:gd name="T47" fmla="*/ 381770775 h 6500"/>
              <a:gd name="T48" fmla="*/ 381143354 w 7455"/>
              <a:gd name="T49" fmla="*/ 381770775 h 6500"/>
              <a:gd name="T50" fmla="*/ 381143354 w 7455"/>
              <a:gd name="T51" fmla="*/ 381770775 h 6500"/>
              <a:gd name="T52" fmla="*/ 381143354 w 7455"/>
              <a:gd name="T53" fmla="*/ 381770775 h 6500"/>
              <a:gd name="T54" fmla="*/ 381143354 w 7455"/>
              <a:gd name="T55" fmla="*/ 381770775 h 6500"/>
              <a:gd name="T56" fmla="*/ 381143354 w 7455"/>
              <a:gd name="T57" fmla="*/ 381770775 h 6500"/>
              <a:gd name="T58" fmla="*/ 381143354 w 7455"/>
              <a:gd name="T59" fmla="*/ 381770775 h 6500"/>
              <a:gd name="T60" fmla="*/ 381143354 w 7455"/>
              <a:gd name="T61" fmla="*/ 381770775 h 6500"/>
              <a:gd name="T62" fmla="*/ 381143354 w 7455"/>
              <a:gd name="T63" fmla="*/ 381770775 h 6500"/>
              <a:gd name="T64" fmla="*/ 381143354 w 7455"/>
              <a:gd name="T65" fmla="*/ 381770775 h 6500"/>
              <a:gd name="T66" fmla="*/ 381143354 w 7455"/>
              <a:gd name="T67" fmla="*/ 381770775 h 6500"/>
              <a:gd name="T68" fmla="*/ 381143354 w 7455"/>
              <a:gd name="T69" fmla="*/ 381770775 h 6500"/>
              <a:gd name="T70" fmla="*/ 381143354 w 7455"/>
              <a:gd name="T71" fmla="*/ 381770775 h 6500"/>
              <a:gd name="T72" fmla="*/ 381143354 w 7455"/>
              <a:gd name="T73" fmla="*/ 381770775 h 6500"/>
              <a:gd name="T74" fmla="*/ 381143354 w 7455"/>
              <a:gd name="T75" fmla="*/ 381770775 h 6500"/>
              <a:gd name="T76" fmla="*/ 381143354 w 7455"/>
              <a:gd name="T77" fmla="*/ 381770775 h 6500"/>
              <a:gd name="T78" fmla="*/ 381143354 w 7455"/>
              <a:gd name="T79" fmla="*/ 381770775 h 6500"/>
              <a:gd name="T80" fmla="*/ 381143354 w 7455"/>
              <a:gd name="T81" fmla="*/ 381770775 h 6500"/>
              <a:gd name="T82" fmla="*/ 381143354 w 7455"/>
              <a:gd name="T83" fmla="*/ 381770775 h 6500"/>
              <a:gd name="T84" fmla="*/ 381143354 w 7455"/>
              <a:gd name="T85" fmla="*/ 381770775 h 6500"/>
              <a:gd name="T86" fmla="*/ 381143354 w 7455"/>
              <a:gd name="T87" fmla="*/ 381770775 h 6500"/>
              <a:gd name="T88" fmla="*/ 381143354 w 7455"/>
              <a:gd name="T89" fmla="*/ 381770775 h 6500"/>
              <a:gd name="T90" fmla="*/ 381143354 w 7455"/>
              <a:gd name="T91" fmla="*/ 381770775 h 6500"/>
              <a:gd name="T92" fmla="*/ 381143354 w 7455"/>
              <a:gd name="T93" fmla="*/ 381770775 h 6500"/>
              <a:gd name="T94" fmla="*/ 381143354 w 7455"/>
              <a:gd name="T95" fmla="*/ 381770775 h 6500"/>
              <a:gd name="T96" fmla="*/ 381143354 w 7455"/>
              <a:gd name="T97" fmla="*/ 381770775 h 6500"/>
              <a:gd name="T98" fmla="*/ 381143354 w 7455"/>
              <a:gd name="T99" fmla="*/ 381770775 h 6500"/>
              <a:gd name="T100" fmla="*/ 381143354 w 7455"/>
              <a:gd name="T101" fmla="*/ 381770775 h 6500"/>
              <a:gd name="T102" fmla="*/ 381143354 w 7455"/>
              <a:gd name="T103" fmla="*/ 381770775 h 6500"/>
              <a:gd name="T104" fmla="*/ 381143354 w 7455"/>
              <a:gd name="T105" fmla="*/ 381770775 h 6500"/>
              <a:gd name="T106" fmla="*/ 381143354 w 7455"/>
              <a:gd name="T107" fmla="*/ 381770775 h 6500"/>
              <a:gd name="T108" fmla="*/ 381143354 w 7455"/>
              <a:gd name="T109" fmla="*/ 381770775 h 6500"/>
              <a:gd name="T110" fmla="*/ 381143354 w 7455"/>
              <a:gd name="T111" fmla="*/ 381770775 h 6500"/>
              <a:gd name="T112" fmla="*/ 381143354 w 7455"/>
              <a:gd name="T113" fmla="*/ 381770775 h 6500"/>
              <a:gd name="T114" fmla="*/ 381143354 w 7455"/>
              <a:gd name="T115" fmla="*/ 381770775 h 6500"/>
              <a:gd name="T116" fmla="*/ 381143354 w 7455"/>
              <a:gd name="T117" fmla="*/ 381770775 h 6500"/>
              <a:gd name="T118" fmla="*/ 381143354 w 7455"/>
              <a:gd name="T119" fmla="*/ 381770775 h 6500"/>
              <a:gd name="T120" fmla="*/ 381143354 w 7455"/>
              <a:gd name="T121" fmla="*/ 381770775 h 6500"/>
              <a:gd name="T122" fmla="*/ 381143354 w 7455"/>
              <a:gd name="T123" fmla="*/ 381770775 h 6500"/>
              <a:gd name="T124" fmla="*/ 381143354 w 7455"/>
              <a:gd name="T125" fmla="*/ 381770775 h 65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455" h="6500">
                <a:moveTo>
                  <a:pt x="226" y="5176"/>
                </a:moveTo>
                <a:lnTo>
                  <a:pt x="226" y="5176"/>
                </a:lnTo>
                <a:lnTo>
                  <a:pt x="198" y="5204"/>
                </a:lnTo>
                <a:lnTo>
                  <a:pt x="172" y="5234"/>
                </a:lnTo>
                <a:lnTo>
                  <a:pt x="149" y="5266"/>
                </a:lnTo>
                <a:lnTo>
                  <a:pt x="126" y="5296"/>
                </a:lnTo>
                <a:lnTo>
                  <a:pt x="106" y="5330"/>
                </a:lnTo>
                <a:lnTo>
                  <a:pt x="87" y="5363"/>
                </a:lnTo>
                <a:lnTo>
                  <a:pt x="71" y="5397"/>
                </a:lnTo>
                <a:lnTo>
                  <a:pt x="55" y="5433"/>
                </a:lnTo>
                <a:lnTo>
                  <a:pt x="42" y="5467"/>
                </a:lnTo>
                <a:lnTo>
                  <a:pt x="31" y="5504"/>
                </a:lnTo>
                <a:lnTo>
                  <a:pt x="21" y="5539"/>
                </a:lnTo>
                <a:lnTo>
                  <a:pt x="14" y="5576"/>
                </a:lnTo>
                <a:lnTo>
                  <a:pt x="7" y="5612"/>
                </a:lnTo>
                <a:lnTo>
                  <a:pt x="3" y="5650"/>
                </a:lnTo>
                <a:lnTo>
                  <a:pt x="0" y="5687"/>
                </a:lnTo>
                <a:lnTo>
                  <a:pt x="0" y="5725"/>
                </a:lnTo>
                <a:lnTo>
                  <a:pt x="0" y="5762"/>
                </a:lnTo>
                <a:lnTo>
                  <a:pt x="3" y="5799"/>
                </a:lnTo>
                <a:lnTo>
                  <a:pt x="7" y="5836"/>
                </a:lnTo>
                <a:lnTo>
                  <a:pt x="14" y="5873"/>
                </a:lnTo>
                <a:lnTo>
                  <a:pt x="21" y="5909"/>
                </a:lnTo>
                <a:lnTo>
                  <a:pt x="31" y="5946"/>
                </a:lnTo>
                <a:lnTo>
                  <a:pt x="42" y="5982"/>
                </a:lnTo>
                <a:lnTo>
                  <a:pt x="55" y="6017"/>
                </a:lnTo>
                <a:lnTo>
                  <a:pt x="71" y="6051"/>
                </a:lnTo>
                <a:lnTo>
                  <a:pt x="87" y="6086"/>
                </a:lnTo>
                <a:lnTo>
                  <a:pt x="106" y="6120"/>
                </a:lnTo>
                <a:lnTo>
                  <a:pt x="126" y="6152"/>
                </a:lnTo>
                <a:lnTo>
                  <a:pt x="149" y="6184"/>
                </a:lnTo>
                <a:lnTo>
                  <a:pt x="172" y="6215"/>
                </a:lnTo>
                <a:lnTo>
                  <a:pt x="198" y="6244"/>
                </a:lnTo>
                <a:lnTo>
                  <a:pt x="226" y="6274"/>
                </a:lnTo>
                <a:lnTo>
                  <a:pt x="254" y="6301"/>
                </a:lnTo>
                <a:lnTo>
                  <a:pt x="285" y="6327"/>
                </a:lnTo>
                <a:lnTo>
                  <a:pt x="316" y="6351"/>
                </a:lnTo>
                <a:lnTo>
                  <a:pt x="347" y="6373"/>
                </a:lnTo>
                <a:lnTo>
                  <a:pt x="379" y="6393"/>
                </a:lnTo>
                <a:lnTo>
                  <a:pt x="413" y="6411"/>
                </a:lnTo>
                <a:lnTo>
                  <a:pt x="447" y="6429"/>
                </a:lnTo>
                <a:lnTo>
                  <a:pt x="482" y="6443"/>
                </a:lnTo>
                <a:lnTo>
                  <a:pt x="518" y="6457"/>
                </a:lnTo>
                <a:lnTo>
                  <a:pt x="553" y="6468"/>
                </a:lnTo>
                <a:lnTo>
                  <a:pt x="589" y="6478"/>
                </a:lnTo>
                <a:lnTo>
                  <a:pt x="626" y="6486"/>
                </a:lnTo>
                <a:lnTo>
                  <a:pt x="663" y="6492"/>
                </a:lnTo>
                <a:lnTo>
                  <a:pt x="700" y="6496"/>
                </a:lnTo>
                <a:lnTo>
                  <a:pt x="737" y="6499"/>
                </a:lnTo>
                <a:lnTo>
                  <a:pt x="775" y="6500"/>
                </a:lnTo>
                <a:lnTo>
                  <a:pt x="811" y="6499"/>
                </a:lnTo>
                <a:lnTo>
                  <a:pt x="849" y="6496"/>
                </a:lnTo>
                <a:lnTo>
                  <a:pt x="886" y="6492"/>
                </a:lnTo>
                <a:lnTo>
                  <a:pt x="923" y="6486"/>
                </a:lnTo>
                <a:lnTo>
                  <a:pt x="959" y="6478"/>
                </a:lnTo>
                <a:lnTo>
                  <a:pt x="996" y="6468"/>
                </a:lnTo>
                <a:lnTo>
                  <a:pt x="1032" y="6457"/>
                </a:lnTo>
                <a:lnTo>
                  <a:pt x="1067" y="6443"/>
                </a:lnTo>
                <a:lnTo>
                  <a:pt x="1103" y="6429"/>
                </a:lnTo>
                <a:lnTo>
                  <a:pt x="1136" y="6411"/>
                </a:lnTo>
                <a:lnTo>
                  <a:pt x="1170" y="6393"/>
                </a:lnTo>
                <a:lnTo>
                  <a:pt x="1202" y="6373"/>
                </a:lnTo>
                <a:lnTo>
                  <a:pt x="1234" y="6351"/>
                </a:lnTo>
                <a:lnTo>
                  <a:pt x="1265" y="6327"/>
                </a:lnTo>
                <a:lnTo>
                  <a:pt x="1295" y="6301"/>
                </a:lnTo>
                <a:lnTo>
                  <a:pt x="1324" y="6274"/>
                </a:lnTo>
                <a:lnTo>
                  <a:pt x="3768" y="3830"/>
                </a:lnTo>
                <a:lnTo>
                  <a:pt x="3800" y="3799"/>
                </a:lnTo>
                <a:lnTo>
                  <a:pt x="3826" y="3772"/>
                </a:lnTo>
                <a:lnTo>
                  <a:pt x="3850" y="3745"/>
                </a:lnTo>
                <a:lnTo>
                  <a:pt x="3873" y="3715"/>
                </a:lnTo>
                <a:lnTo>
                  <a:pt x="3893" y="3686"/>
                </a:lnTo>
                <a:lnTo>
                  <a:pt x="3913" y="3655"/>
                </a:lnTo>
                <a:lnTo>
                  <a:pt x="3931" y="3624"/>
                </a:lnTo>
                <a:lnTo>
                  <a:pt x="3948" y="3592"/>
                </a:lnTo>
                <a:lnTo>
                  <a:pt x="3963" y="3560"/>
                </a:lnTo>
                <a:lnTo>
                  <a:pt x="3976" y="3527"/>
                </a:lnTo>
                <a:lnTo>
                  <a:pt x="3988" y="3494"/>
                </a:lnTo>
                <a:lnTo>
                  <a:pt x="3997" y="3460"/>
                </a:lnTo>
                <a:lnTo>
                  <a:pt x="4007" y="3426"/>
                </a:lnTo>
                <a:lnTo>
                  <a:pt x="4014" y="3391"/>
                </a:lnTo>
                <a:lnTo>
                  <a:pt x="4019" y="3357"/>
                </a:lnTo>
                <a:lnTo>
                  <a:pt x="4024" y="3321"/>
                </a:lnTo>
                <a:lnTo>
                  <a:pt x="4026" y="3286"/>
                </a:lnTo>
                <a:lnTo>
                  <a:pt x="4026" y="3269"/>
                </a:lnTo>
                <a:lnTo>
                  <a:pt x="4026" y="3268"/>
                </a:lnTo>
                <a:lnTo>
                  <a:pt x="4027" y="3250"/>
                </a:lnTo>
                <a:lnTo>
                  <a:pt x="4027" y="3249"/>
                </a:lnTo>
                <a:lnTo>
                  <a:pt x="4026" y="3233"/>
                </a:lnTo>
                <a:lnTo>
                  <a:pt x="4026" y="3230"/>
                </a:lnTo>
                <a:lnTo>
                  <a:pt x="4026" y="3214"/>
                </a:lnTo>
                <a:lnTo>
                  <a:pt x="4024" y="3178"/>
                </a:lnTo>
                <a:lnTo>
                  <a:pt x="4019" y="3144"/>
                </a:lnTo>
                <a:lnTo>
                  <a:pt x="4014" y="3108"/>
                </a:lnTo>
                <a:lnTo>
                  <a:pt x="4007" y="3074"/>
                </a:lnTo>
                <a:lnTo>
                  <a:pt x="3997" y="3040"/>
                </a:lnTo>
                <a:lnTo>
                  <a:pt x="3988" y="3007"/>
                </a:lnTo>
                <a:lnTo>
                  <a:pt x="3976" y="2972"/>
                </a:lnTo>
                <a:lnTo>
                  <a:pt x="3963" y="2939"/>
                </a:lnTo>
                <a:lnTo>
                  <a:pt x="3948" y="2907"/>
                </a:lnTo>
                <a:lnTo>
                  <a:pt x="3931" y="2875"/>
                </a:lnTo>
                <a:lnTo>
                  <a:pt x="3913" y="2844"/>
                </a:lnTo>
                <a:lnTo>
                  <a:pt x="3893" y="2814"/>
                </a:lnTo>
                <a:lnTo>
                  <a:pt x="3873" y="2784"/>
                </a:lnTo>
                <a:lnTo>
                  <a:pt x="3850" y="2755"/>
                </a:lnTo>
                <a:lnTo>
                  <a:pt x="3826" y="2727"/>
                </a:lnTo>
                <a:lnTo>
                  <a:pt x="3800" y="2700"/>
                </a:lnTo>
                <a:lnTo>
                  <a:pt x="3769" y="2671"/>
                </a:lnTo>
                <a:lnTo>
                  <a:pt x="1324" y="226"/>
                </a:lnTo>
                <a:lnTo>
                  <a:pt x="1295" y="198"/>
                </a:lnTo>
                <a:lnTo>
                  <a:pt x="1265" y="172"/>
                </a:lnTo>
                <a:lnTo>
                  <a:pt x="1234" y="149"/>
                </a:lnTo>
                <a:lnTo>
                  <a:pt x="1202" y="126"/>
                </a:lnTo>
                <a:lnTo>
                  <a:pt x="1170" y="106"/>
                </a:lnTo>
                <a:lnTo>
                  <a:pt x="1136" y="88"/>
                </a:lnTo>
                <a:lnTo>
                  <a:pt x="1103" y="71"/>
                </a:lnTo>
                <a:lnTo>
                  <a:pt x="1067" y="56"/>
                </a:lnTo>
                <a:lnTo>
                  <a:pt x="1032" y="42"/>
                </a:lnTo>
                <a:lnTo>
                  <a:pt x="996" y="32"/>
                </a:lnTo>
                <a:lnTo>
                  <a:pt x="959" y="21"/>
                </a:lnTo>
                <a:lnTo>
                  <a:pt x="923" y="14"/>
                </a:lnTo>
                <a:lnTo>
                  <a:pt x="886" y="7"/>
                </a:lnTo>
                <a:lnTo>
                  <a:pt x="849" y="3"/>
                </a:lnTo>
                <a:lnTo>
                  <a:pt x="811" y="0"/>
                </a:lnTo>
                <a:lnTo>
                  <a:pt x="775" y="0"/>
                </a:lnTo>
                <a:lnTo>
                  <a:pt x="737" y="0"/>
                </a:lnTo>
                <a:lnTo>
                  <a:pt x="700" y="3"/>
                </a:lnTo>
                <a:lnTo>
                  <a:pt x="663" y="7"/>
                </a:lnTo>
                <a:lnTo>
                  <a:pt x="626" y="14"/>
                </a:lnTo>
                <a:lnTo>
                  <a:pt x="589" y="21"/>
                </a:lnTo>
                <a:lnTo>
                  <a:pt x="553" y="32"/>
                </a:lnTo>
                <a:lnTo>
                  <a:pt x="518" y="42"/>
                </a:lnTo>
                <a:lnTo>
                  <a:pt x="482" y="56"/>
                </a:lnTo>
                <a:lnTo>
                  <a:pt x="447" y="71"/>
                </a:lnTo>
                <a:lnTo>
                  <a:pt x="413" y="88"/>
                </a:lnTo>
                <a:lnTo>
                  <a:pt x="379" y="106"/>
                </a:lnTo>
                <a:lnTo>
                  <a:pt x="347" y="126"/>
                </a:lnTo>
                <a:lnTo>
                  <a:pt x="316" y="149"/>
                </a:lnTo>
                <a:lnTo>
                  <a:pt x="285" y="172"/>
                </a:lnTo>
                <a:lnTo>
                  <a:pt x="254" y="198"/>
                </a:lnTo>
                <a:lnTo>
                  <a:pt x="226" y="226"/>
                </a:lnTo>
                <a:lnTo>
                  <a:pt x="198" y="255"/>
                </a:lnTo>
                <a:lnTo>
                  <a:pt x="172" y="285"/>
                </a:lnTo>
                <a:lnTo>
                  <a:pt x="149" y="316"/>
                </a:lnTo>
                <a:lnTo>
                  <a:pt x="126" y="347"/>
                </a:lnTo>
                <a:lnTo>
                  <a:pt x="106" y="379"/>
                </a:lnTo>
                <a:lnTo>
                  <a:pt x="87" y="414"/>
                </a:lnTo>
                <a:lnTo>
                  <a:pt x="71" y="448"/>
                </a:lnTo>
                <a:lnTo>
                  <a:pt x="55" y="482"/>
                </a:lnTo>
                <a:lnTo>
                  <a:pt x="42" y="518"/>
                </a:lnTo>
                <a:lnTo>
                  <a:pt x="31" y="553"/>
                </a:lnTo>
                <a:lnTo>
                  <a:pt x="21" y="590"/>
                </a:lnTo>
                <a:lnTo>
                  <a:pt x="14" y="627"/>
                </a:lnTo>
                <a:lnTo>
                  <a:pt x="7" y="663"/>
                </a:lnTo>
                <a:lnTo>
                  <a:pt x="3" y="700"/>
                </a:lnTo>
                <a:lnTo>
                  <a:pt x="0" y="738"/>
                </a:lnTo>
                <a:lnTo>
                  <a:pt x="0" y="775"/>
                </a:lnTo>
                <a:lnTo>
                  <a:pt x="0" y="813"/>
                </a:lnTo>
                <a:lnTo>
                  <a:pt x="3" y="849"/>
                </a:lnTo>
                <a:lnTo>
                  <a:pt x="7" y="886"/>
                </a:lnTo>
                <a:lnTo>
                  <a:pt x="14" y="924"/>
                </a:lnTo>
                <a:lnTo>
                  <a:pt x="21" y="960"/>
                </a:lnTo>
                <a:lnTo>
                  <a:pt x="31" y="996"/>
                </a:lnTo>
                <a:lnTo>
                  <a:pt x="42" y="1031"/>
                </a:lnTo>
                <a:lnTo>
                  <a:pt x="55" y="1067"/>
                </a:lnTo>
                <a:lnTo>
                  <a:pt x="71" y="1103"/>
                </a:lnTo>
                <a:lnTo>
                  <a:pt x="87" y="1137"/>
                </a:lnTo>
                <a:lnTo>
                  <a:pt x="106" y="1170"/>
                </a:lnTo>
                <a:lnTo>
                  <a:pt x="126" y="1202"/>
                </a:lnTo>
                <a:lnTo>
                  <a:pt x="149" y="1234"/>
                </a:lnTo>
                <a:lnTo>
                  <a:pt x="172" y="1266"/>
                </a:lnTo>
                <a:lnTo>
                  <a:pt x="198" y="1295"/>
                </a:lnTo>
                <a:lnTo>
                  <a:pt x="226" y="1324"/>
                </a:lnTo>
                <a:lnTo>
                  <a:pt x="2151" y="3250"/>
                </a:lnTo>
                <a:lnTo>
                  <a:pt x="226" y="5176"/>
                </a:lnTo>
                <a:close/>
                <a:moveTo>
                  <a:pt x="3654" y="5176"/>
                </a:moveTo>
                <a:lnTo>
                  <a:pt x="3654" y="5176"/>
                </a:lnTo>
                <a:lnTo>
                  <a:pt x="3626" y="5204"/>
                </a:lnTo>
                <a:lnTo>
                  <a:pt x="3601" y="5234"/>
                </a:lnTo>
                <a:lnTo>
                  <a:pt x="3577" y="5266"/>
                </a:lnTo>
                <a:lnTo>
                  <a:pt x="3555" y="5296"/>
                </a:lnTo>
                <a:lnTo>
                  <a:pt x="3535" y="5330"/>
                </a:lnTo>
                <a:lnTo>
                  <a:pt x="3516" y="5363"/>
                </a:lnTo>
                <a:lnTo>
                  <a:pt x="3499" y="5397"/>
                </a:lnTo>
                <a:lnTo>
                  <a:pt x="3484" y="5433"/>
                </a:lnTo>
                <a:lnTo>
                  <a:pt x="3471" y="5467"/>
                </a:lnTo>
                <a:lnTo>
                  <a:pt x="3459" y="5504"/>
                </a:lnTo>
                <a:lnTo>
                  <a:pt x="3450" y="5539"/>
                </a:lnTo>
                <a:lnTo>
                  <a:pt x="3441" y="5576"/>
                </a:lnTo>
                <a:lnTo>
                  <a:pt x="3435" y="5612"/>
                </a:lnTo>
                <a:lnTo>
                  <a:pt x="3431" y="5650"/>
                </a:lnTo>
                <a:lnTo>
                  <a:pt x="3428" y="5687"/>
                </a:lnTo>
                <a:lnTo>
                  <a:pt x="3427" y="5725"/>
                </a:lnTo>
                <a:lnTo>
                  <a:pt x="3428" y="5762"/>
                </a:lnTo>
                <a:lnTo>
                  <a:pt x="3431" y="5799"/>
                </a:lnTo>
                <a:lnTo>
                  <a:pt x="3435" y="5836"/>
                </a:lnTo>
                <a:lnTo>
                  <a:pt x="3441" y="5873"/>
                </a:lnTo>
                <a:lnTo>
                  <a:pt x="3450" y="5909"/>
                </a:lnTo>
                <a:lnTo>
                  <a:pt x="3459" y="5946"/>
                </a:lnTo>
                <a:lnTo>
                  <a:pt x="3471" y="5982"/>
                </a:lnTo>
                <a:lnTo>
                  <a:pt x="3484" y="6017"/>
                </a:lnTo>
                <a:lnTo>
                  <a:pt x="3499" y="6051"/>
                </a:lnTo>
                <a:lnTo>
                  <a:pt x="3516" y="6086"/>
                </a:lnTo>
                <a:lnTo>
                  <a:pt x="3535" y="6120"/>
                </a:lnTo>
                <a:lnTo>
                  <a:pt x="3555" y="6152"/>
                </a:lnTo>
                <a:lnTo>
                  <a:pt x="3577" y="6184"/>
                </a:lnTo>
                <a:lnTo>
                  <a:pt x="3601" y="6215"/>
                </a:lnTo>
                <a:lnTo>
                  <a:pt x="3626" y="6244"/>
                </a:lnTo>
                <a:lnTo>
                  <a:pt x="3654" y="6274"/>
                </a:lnTo>
                <a:lnTo>
                  <a:pt x="3683" y="6301"/>
                </a:lnTo>
                <a:lnTo>
                  <a:pt x="3712" y="6327"/>
                </a:lnTo>
                <a:lnTo>
                  <a:pt x="3743" y="6351"/>
                </a:lnTo>
                <a:lnTo>
                  <a:pt x="3775" y="6373"/>
                </a:lnTo>
                <a:lnTo>
                  <a:pt x="3808" y="6393"/>
                </a:lnTo>
                <a:lnTo>
                  <a:pt x="3841" y="6411"/>
                </a:lnTo>
                <a:lnTo>
                  <a:pt x="3876" y="6429"/>
                </a:lnTo>
                <a:lnTo>
                  <a:pt x="3910" y="6443"/>
                </a:lnTo>
                <a:lnTo>
                  <a:pt x="3945" y="6457"/>
                </a:lnTo>
                <a:lnTo>
                  <a:pt x="3981" y="6468"/>
                </a:lnTo>
                <a:lnTo>
                  <a:pt x="4018" y="6478"/>
                </a:lnTo>
                <a:lnTo>
                  <a:pt x="4054" y="6486"/>
                </a:lnTo>
                <a:lnTo>
                  <a:pt x="4091" y="6492"/>
                </a:lnTo>
                <a:lnTo>
                  <a:pt x="4129" y="6496"/>
                </a:lnTo>
                <a:lnTo>
                  <a:pt x="4166" y="6499"/>
                </a:lnTo>
                <a:lnTo>
                  <a:pt x="4203" y="6500"/>
                </a:lnTo>
                <a:lnTo>
                  <a:pt x="4240" y="6499"/>
                </a:lnTo>
                <a:lnTo>
                  <a:pt x="4278" y="6496"/>
                </a:lnTo>
                <a:lnTo>
                  <a:pt x="4315" y="6492"/>
                </a:lnTo>
                <a:lnTo>
                  <a:pt x="4351" y="6486"/>
                </a:lnTo>
                <a:lnTo>
                  <a:pt x="4388" y="6478"/>
                </a:lnTo>
                <a:lnTo>
                  <a:pt x="4425" y="6468"/>
                </a:lnTo>
                <a:lnTo>
                  <a:pt x="4460" y="6457"/>
                </a:lnTo>
                <a:lnTo>
                  <a:pt x="4496" y="6443"/>
                </a:lnTo>
                <a:lnTo>
                  <a:pt x="4530" y="6429"/>
                </a:lnTo>
                <a:lnTo>
                  <a:pt x="4564" y="6411"/>
                </a:lnTo>
                <a:lnTo>
                  <a:pt x="4598" y="6393"/>
                </a:lnTo>
                <a:lnTo>
                  <a:pt x="4631" y="6373"/>
                </a:lnTo>
                <a:lnTo>
                  <a:pt x="4663" y="6351"/>
                </a:lnTo>
                <a:lnTo>
                  <a:pt x="4693" y="6327"/>
                </a:lnTo>
                <a:lnTo>
                  <a:pt x="4723" y="6301"/>
                </a:lnTo>
                <a:lnTo>
                  <a:pt x="4753" y="6274"/>
                </a:lnTo>
                <a:lnTo>
                  <a:pt x="7197" y="3830"/>
                </a:lnTo>
                <a:lnTo>
                  <a:pt x="7229" y="3799"/>
                </a:lnTo>
                <a:lnTo>
                  <a:pt x="7255" y="3772"/>
                </a:lnTo>
                <a:lnTo>
                  <a:pt x="7278" y="3745"/>
                </a:lnTo>
                <a:lnTo>
                  <a:pt x="7301" y="3715"/>
                </a:lnTo>
                <a:lnTo>
                  <a:pt x="7322" y="3686"/>
                </a:lnTo>
                <a:lnTo>
                  <a:pt x="7342" y="3655"/>
                </a:lnTo>
                <a:lnTo>
                  <a:pt x="7360" y="3624"/>
                </a:lnTo>
                <a:lnTo>
                  <a:pt x="7376" y="3592"/>
                </a:lnTo>
                <a:lnTo>
                  <a:pt x="7391" y="3560"/>
                </a:lnTo>
                <a:lnTo>
                  <a:pt x="7405" y="3527"/>
                </a:lnTo>
                <a:lnTo>
                  <a:pt x="7417" y="3494"/>
                </a:lnTo>
                <a:lnTo>
                  <a:pt x="7426" y="3460"/>
                </a:lnTo>
                <a:lnTo>
                  <a:pt x="7434" y="3426"/>
                </a:lnTo>
                <a:lnTo>
                  <a:pt x="7442" y="3391"/>
                </a:lnTo>
                <a:lnTo>
                  <a:pt x="7447" y="3357"/>
                </a:lnTo>
                <a:lnTo>
                  <a:pt x="7451" y="3321"/>
                </a:lnTo>
                <a:lnTo>
                  <a:pt x="7453" y="3286"/>
                </a:lnTo>
                <a:lnTo>
                  <a:pt x="7455" y="3269"/>
                </a:lnTo>
                <a:lnTo>
                  <a:pt x="7455" y="3268"/>
                </a:lnTo>
                <a:lnTo>
                  <a:pt x="7455" y="3250"/>
                </a:lnTo>
                <a:lnTo>
                  <a:pt x="7455" y="3249"/>
                </a:lnTo>
                <a:lnTo>
                  <a:pt x="7455" y="3233"/>
                </a:lnTo>
                <a:lnTo>
                  <a:pt x="7455" y="3230"/>
                </a:lnTo>
                <a:lnTo>
                  <a:pt x="7453" y="3214"/>
                </a:lnTo>
                <a:lnTo>
                  <a:pt x="7451" y="3178"/>
                </a:lnTo>
                <a:lnTo>
                  <a:pt x="7447" y="3144"/>
                </a:lnTo>
                <a:lnTo>
                  <a:pt x="7442" y="3108"/>
                </a:lnTo>
                <a:lnTo>
                  <a:pt x="7434" y="3074"/>
                </a:lnTo>
                <a:lnTo>
                  <a:pt x="7426" y="3040"/>
                </a:lnTo>
                <a:lnTo>
                  <a:pt x="7417" y="3007"/>
                </a:lnTo>
                <a:lnTo>
                  <a:pt x="7405" y="2972"/>
                </a:lnTo>
                <a:lnTo>
                  <a:pt x="7391" y="2939"/>
                </a:lnTo>
                <a:lnTo>
                  <a:pt x="7376" y="2907"/>
                </a:lnTo>
                <a:lnTo>
                  <a:pt x="7360" y="2875"/>
                </a:lnTo>
                <a:lnTo>
                  <a:pt x="7342" y="2844"/>
                </a:lnTo>
                <a:lnTo>
                  <a:pt x="7322" y="2814"/>
                </a:lnTo>
                <a:lnTo>
                  <a:pt x="7301" y="2784"/>
                </a:lnTo>
                <a:lnTo>
                  <a:pt x="7278" y="2755"/>
                </a:lnTo>
                <a:lnTo>
                  <a:pt x="7255" y="2727"/>
                </a:lnTo>
                <a:lnTo>
                  <a:pt x="7229" y="2700"/>
                </a:lnTo>
                <a:lnTo>
                  <a:pt x="7197" y="2671"/>
                </a:lnTo>
                <a:lnTo>
                  <a:pt x="4753" y="226"/>
                </a:lnTo>
                <a:lnTo>
                  <a:pt x="4723" y="198"/>
                </a:lnTo>
                <a:lnTo>
                  <a:pt x="4693" y="172"/>
                </a:lnTo>
                <a:lnTo>
                  <a:pt x="4663" y="149"/>
                </a:lnTo>
                <a:lnTo>
                  <a:pt x="4631" y="126"/>
                </a:lnTo>
                <a:lnTo>
                  <a:pt x="4598" y="106"/>
                </a:lnTo>
                <a:lnTo>
                  <a:pt x="4564" y="88"/>
                </a:lnTo>
                <a:lnTo>
                  <a:pt x="4530" y="71"/>
                </a:lnTo>
                <a:lnTo>
                  <a:pt x="4496" y="56"/>
                </a:lnTo>
                <a:lnTo>
                  <a:pt x="4460" y="42"/>
                </a:lnTo>
                <a:lnTo>
                  <a:pt x="4425" y="32"/>
                </a:lnTo>
                <a:lnTo>
                  <a:pt x="4388" y="21"/>
                </a:lnTo>
                <a:lnTo>
                  <a:pt x="4351" y="14"/>
                </a:lnTo>
                <a:lnTo>
                  <a:pt x="4315" y="7"/>
                </a:lnTo>
                <a:lnTo>
                  <a:pt x="4278" y="3"/>
                </a:lnTo>
                <a:lnTo>
                  <a:pt x="4240" y="0"/>
                </a:lnTo>
                <a:lnTo>
                  <a:pt x="4203" y="0"/>
                </a:lnTo>
                <a:lnTo>
                  <a:pt x="4166" y="0"/>
                </a:lnTo>
                <a:lnTo>
                  <a:pt x="4129" y="3"/>
                </a:lnTo>
                <a:lnTo>
                  <a:pt x="4091" y="7"/>
                </a:lnTo>
                <a:lnTo>
                  <a:pt x="4054" y="14"/>
                </a:lnTo>
                <a:lnTo>
                  <a:pt x="4018" y="21"/>
                </a:lnTo>
                <a:lnTo>
                  <a:pt x="3981" y="32"/>
                </a:lnTo>
                <a:lnTo>
                  <a:pt x="3945" y="42"/>
                </a:lnTo>
                <a:lnTo>
                  <a:pt x="3910" y="56"/>
                </a:lnTo>
                <a:lnTo>
                  <a:pt x="3876" y="71"/>
                </a:lnTo>
                <a:lnTo>
                  <a:pt x="3841" y="88"/>
                </a:lnTo>
                <a:lnTo>
                  <a:pt x="3808" y="106"/>
                </a:lnTo>
                <a:lnTo>
                  <a:pt x="3775" y="126"/>
                </a:lnTo>
                <a:lnTo>
                  <a:pt x="3743" y="149"/>
                </a:lnTo>
                <a:lnTo>
                  <a:pt x="3712" y="172"/>
                </a:lnTo>
                <a:lnTo>
                  <a:pt x="3683" y="198"/>
                </a:lnTo>
                <a:lnTo>
                  <a:pt x="3654" y="226"/>
                </a:lnTo>
                <a:lnTo>
                  <a:pt x="3626" y="255"/>
                </a:lnTo>
                <a:lnTo>
                  <a:pt x="3601" y="285"/>
                </a:lnTo>
                <a:lnTo>
                  <a:pt x="3577" y="316"/>
                </a:lnTo>
                <a:lnTo>
                  <a:pt x="3555" y="347"/>
                </a:lnTo>
                <a:lnTo>
                  <a:pt x="3535" y="379"/>
                </a:lnTo>
                <a:lnTo>
                  <a:pt x="3516" y="414"/>
                </a:lnTo>
                <a:lnTo>
                  <a:pt x="3499" y="448"/>
                </a:lnTo>
                <a:lnTo>
                  <a:pt x="3484" y="482"/>
                </a:lnTo>
                <a:lnTo>
                  <a:pt x="3471" y="518"/>
                </a:lnTo>
                <a:lnTo>
                  <a:pt x="3459" y="553"/>
                </a:lnTo>
                <a:lnTo>
                  <a:pt x="3450" y="590"/>
                </a:lnTo>
                <a:lnTo>
                  <a:pt x="3441" y="627"/>
                </a:lnTo>
                <a:lnTo>
                  <a:pt x="3435" y="663"/>
                </a:lnTo>
                <a:lnTo>
                  <a:pt x="3431" y="700"/>
                </a:lnTo>
                <a:lnTo>
                  <a:pt x="3428" y="738"/>
                </a:lnTo>
                <a:lnTo>
                  <a:pt x="3427" y="775"/>
                </a:lnTo>
                <a:lnTo>
                  <a:pt x="3428" y="813"/>
                </a:lnTo>
                <a:lnTo>
                  <a:pt x="3431" y="849"/>
                </a:lnTo>
                <a:lnTo>
                  <a:pt x="3435" y="886"/>
                </a:lnTo>
                <a:lnTo>
                  <a:pt x="3441" y="924"/>
                </a:lnTo>
                <a:lnTo>
                  <a:pt x="3450" y="960"/>
                </a:lnTo>
                <a:lnTo>
                  <a:pt x="3459" y="996"/>
                </a:lnTo>
                <a:lnTo>
                  <a:pt x="3471" y="1031"/>
                </a:lnTo>
                <a:lnTo>
                  <a:pt x="3484" y="1067"/>
                </a:lnTo>
                <a:lnTo>
                  <a:pt x="3499" y="1103"/>
                </a:lnTo>
                <a:lnTo>
                  <a:pt x="3516" y="1137"/>
                </a:lnTo>
                <a:lnTo>
                  <a:pt x="3535" y="1170"/>
                </a:lnTo>
                <a:lnTo>
                  <a:pt x="3555" y="1202"/>
                </a:lnTo>
                <a:lnTo>
                  <a:pt x="3577" y="1234"/>
                </a:lnTo>
                <a:lnTo>
                  <a:pt x="3601" y="1266"/>
                </a:lnTo>
                <a:lnTo>
                  <a:pt x="3626" y="1295"/>
                </a:lnTo>
                <a:lnTo>
                  <a:pt x="3654" y="1324"/>
                </a:lnTo>
                <a:lnTo>
                  <a:pt x="5580" y="3250"/>
                </a:lnTo>
                <a:lnTo>
                  <a:pt x="3654" y="5176"/>
                </a:lnTo>
                <a:close/>
              </a:path>
            </a:pathLst>
          </a:custGeom>
          <a:solidFill>
            <a:srgbClr val="CA2C3B"/>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sz="1013"/>
          </a:p>
        </p:txBody>
      </p:sp>
      <p:sp>
        <p:nvSpPr>
          <p:cNvPr id="19" name="箭头"/>
          <p:cNvSpPr/>
          <p:nvPr/>
        </p:nvSpPr>
        <p:spPr bwMode="auto">
          <a:xfrm rot="16200000" flipV="1">
            <a:off x="7328059" y="2699385"/>
            <a:ext cx="342900" cy="342900"/>
          </a:xfrm>
          <a:custGeom>
            <a:avLst/>
            <a:gdLst>
              <a:gd name="T0" fmla="*/ 381143354 w 7455"/>
              <a:gd name="T1" fmla="*/ 381770775 h 6500"/>
              <a:gd name="T2" fmla="*/ 381143354 w 7455"/>
              <a:gd name="T3" fmla="*/ 381770775 h 6500"/>
              <a:gd name="T4" fmla="*/ 381143354 w 7455"/>
              <a:gd name="T5" fmla="*/ 381770775 h 6500"/>
              <a:gd name="T6" fmla="*/ 381143354 w 7455"/>
              <a:gd name="T7" fmla="*/ 381770775 h 6500"/>
              <a:gd name="T8" fmla="*/ 381143354 w 7455"/>
              <a:gd name="T9" fmla="*/ 381770775 h 6500"/>
              <a:gd name="T10" fmla="*/ 381143354 w 7455"/>
              <a:gd name="T11" fmla="*/ 381770775 h 6500"/>
              <a:gd name="T12" fmla="*/ 381143354 w 7455"/>
              <a:gd name="T13" fmla="*/ 381770775 h 6500"/>
              <a:gd name="T14" fmla="*/ 381143354 w 7455"/>
              <a:gd name="T15" fmla="*/ 381770775 h 6500"/>
              <a:gd name="T16" fmla="*/ 381143354 w 7455"/>
              <a:gd name="T17" fmla="*/ 381770775 h 6500"/>
              <a:gd name="T18" fmla="*/ 381143354 w 7455"/>
              <a:gd name="T19" fmla="*/ 381770775 h 6500"/>
              <a:gd name="T20" fmla="*/ 381143354 w 7455"/>
              <a:gd name="T21" fmla="*/ 381770775 h 6500"/>
              <a:gd name="T22" fmla="*/ 381143354 w 7455"/>
              <a:gd name="T23" fmla="*/ 381770775 h 6500"/>
              <a:gd name="T24" fmla="*/ 381143354 w 7455"/>
              <a:gd name="T25" fmla="*/ 381770775 h 6500"/>
              <a:gd name="T26" fmla="*/ 381143354 w 7455"/>
              <a:gd name="T27" fmla="*/ 381770775 h 6500"/>
              <a:gd name="T28" fmla="*/ 381143354 w 7455"/>
              <a:gd name="T29" fmla="*/ 381770775 h 6500"/>
              <a:gd name="T30" fmla="*/ 381143354 w 7455"/>
              <a:gd name="T31" fmla="*/ 381770775 h 6500"/>
              <a:gd name="T32" fmla="*/ 381143354 w 7455"/>
              <a:gd name="T33" fmla="*/ 381770775 h 6500"/>
              <a:gd name="T34" fmla="*/ 381143354 w 7455"/>
              <a:gd name="T35" fmla="*/ 381770775 h 6500"/>
              <a:gd name="T36" fmla="*/ 381143354 w 7455"/>
              <a:gd name="T37" fmla="*/ 381770775 h 6500"/>
              <a:gd name="T38" fmla="*/ 381143354 w 7455"/>
              <a:gd name="T39" fmla="*/ 381770775 h 6500"/>
              <a:gd name="T40" fmla="*/ 381143354 w 7455"/>
              <a:gd name="T41" fmla="*/ 381770775 h 6500"/>
              <a:gd name="T42" fmla="*/ 381143354 w 7455"/>
              <a:gd name="T43" fmla="*/ 381770775 h 6500"/>
              <a:gd name="T44" fmla="*/ 381143354 w 7455"/>
              <a:gd name="T45" fmla="*/ 381770775 h 6500"/>
              <a:gd name="T46" fmla="*/ 381143354 w 7455"/>
              <a:gd name="T47" fmla="*/ 381770775 h 6500"/>
              <a:gd name="T48" fmla="*/ 381143354 w 7455"/>
              <a:gd name="T49" fmla="*/ 381770775 h 6500"/>
              <a:gd name="T50" fmla="*/ 381143354 w 7455"/>
              <a:gd name="T51" fmla="*/ 381770775 h 6500"/>
              <a:gd name="T52" fmla="*/ 381143354 w 7455"/>
              <a:gd name="T53" fmla="*/ 381770775 h 6500"/>
              <a:gd name="T54" fmla="*/ 381143354 w 7455"/>
              <a:gd name="T55" fmla="*/ 381770775 h 6500"/>
              <a:gd name="T56" fmla="*/ 381143354 w 7455"/>
              <a:gd name="T57" fmla="*/ 381770775 h 6500"/>
              <a:gd name="T58" fmla="*/ 381143354 w 7455"/>
              <a:gd name="T59" fmla="*/ 381770775 h 6500"/>
              <a:gd name="T60" fmla="*/ 381143354 w 7455"/>
              <a:gd name="T61" fmla="*/ 381770775 h 6500"/>
              <a:gd name="T62" fmla="*/ 381143354 w 7455"/>
              <a:gd name="T63" fmla="*/ 381770775 h 6500"/>
              <a:gd name="T64" fmla="*/ 381143354 w 7455"/>
              <a:gd name="T65" fmla="*/ 381770775 h 6500"/>
              <a:gd name="T66" fmla="*/ 381143354 w 7455"/>
              <a:gd name="T67" fmla="*/ 381770775 h 6500"/>
              <a:gd name="T68" fmla="*/ 381143354 w 7455"/>
              <a:gd name="T69" fmla="*/ 381770775 h 6500"/>
              <a:gd name="T70" fmla="*/ 381143354 w 7455"/>
              <a:gd name="T71" fmla="*/ 381770775 h 6500"/>
              <a:gd name="T72" fmla="*/ 381143354 w 7455"/>
              <a:gd name="T73" fmla="*/ 381770775 h 6500"/>
              <a:gd name="T74" fmla="*/ 381143354 w 7455"/>
              <a:gd name="T75" fmla="*/ 381770775 h 6500"/>
              <a:gd name="T76" fmla="*/ 381143354 w 7455"/>
              <a:gd name="T77" fmla="*/ 381770775 h 6500"/>
              <a:gd name="T78" fmla="*/ 381143354 w 7455"/>
              <a:gd name="T79" fmla="*/ 381770775 h 6500"/>
              <a:gd name="T80" fmla="*/ 381143354 w 7455"/>
              <a:gd name="T81" fmla="*/ 381770775 h 6500"/>
              <a:gd name="T82" fmla="*/ 381143354 w 7455"/>
              <a:gd name="T83" fmla="*/ 381770775 h 6500"/>
              <a:gd name="T84" fmla="*/ 381143354 w 7455"/>
              <a:gd name="T85" fmla="*/ 381770775 h 6500"/>
              <a:gd name="T86" fmla="*/ 381143354 w 7455"/>
              <a:gd name="T87" fmla="*/ 381770775 h 6500"/>
              <a:gd name="T88" fmla="*/ 381143354 w 7455"/>
              <a:gd name="T89" fmla="*/ 381770775 h 6500"/>
              <a:gd name="T90" fmla="*/ 381143354 w 7455"/>
              <a:gd name="T91" fmla="*/ 381770775 h 6500"/>
              <a:gd name="T92" fmla="*/ 381143354 w 7455"/>
              <a:gd name="T93" fmla="*/ 381770775 h 6500"/>
              <a:gd name="T94" fmla="*/ 381143354 w 7455"/>
              <a:gd name="T95" fmla="*/ 381770775 h 6500"/>
              <a:gd name="T96" fmla="*/ 381143354 w 7455"/>
              <a:gd name="T97" fmla="*/ 381770775 h 6500"/>
              <a:gd name="T98" fmla="*/ 381143354 w 7455"/>
              <a:gd name="T99" fmla="*/ 381770775 h 6500"/>
              <a:gd name="T100" fmla="*/ 381143354 w 7455"/>
              <a:gd name="T101" fmla="*/ 381770775 h 6500"/>
              <a:gd name="T102" fmla="*/ 381143354 w 7455"/>
              <a:gd name="T103" fmla="*/ 381770775 h 6500"/>
              <a:gd name="T104" fmla="*/ 381143354 w 7455"/>
              <a:gd name="T105" fmla="*/ 381770775 h 6500"/>
              <a:gd name="T106" fmla="*/ 381143354 w 7455"/>
              <a:gd name="T107" fmla="*/ 381770775 h 6500"/>
              <a:gd name="T108" fmla="*/ 381143354 w 7455"/>
              <a:gd name="T109" fmla="*/ 381770775 h 6500"/>
              <a:gd name="T110" fmla="*/ 381143354 w 7455"/>
              <a:gd name="T111" fmla="*/ 381770775 h 6500"/>
              <a:gd name="T112" fmla="*/ 381143354 w 7455"/>
              <a:gd name="T113" fmla="*/ 381770775 h 6500"/>
              <a:gd name="T114" fmla="*/ 381143354 w 7455"/>
              <a:gd name="T115" fmla="*/ 381770775 h 6500"/>
              <a:gd name="T116" fmla="*/ 381143354 w 7455"/>
              <a:gd name="T117" fmla="*/ 381770775 h 6500"/>
              <a:gd name="T118" fmla="*/ 381143354 w 7455"/>
              <a:gd name="T119" fmla="*/ 381770775 h 6500"/>
              <a:gd name="T120" fmla="*/ 381143354 w 7455"/>
              <a:gd name="T121" fmla="*/ 381770775 h 6500"/>
              <a:gd name="T122" fmla="*/ 381143354 w 7455"/>
              <a:gd name="T123" fmla="*/ 381770775 h 6500"/>
              <a:gd name="T124" fmla="*/ 381143354 w 7455"/>
              <a:gd name="T125" fmla="*/ 381770775 h 65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455" h="6500">
                <a:moveTo>
                  <a:pt x="226" y="5176"/>
                </a:moveTo>
                <a:lnTo>
                  <a:pt x="226" y="5176"/>
                </a:lnTo>
                <a:lnTo>
                  <a:pt x="198" y="5204"/>
                </a:lnTo>
                <a:lnTo>
                  <a:pt x="172" y="5234"/>
                </a:lnTo>
                <a:lnTo>
                  <a:pt x="149" y="5266"/>
                </a:lnTo>
                <a:lnTo>
                  <a:pt x="126" y="5296"/>
                </a:lnTo>
                <a:lnTo>
                  <a:pt x="106" y="5330"/>
                </a:lnTo>
                <a:lnTo>
                  <a:pt x="87" y="5363"/>
                </a:lnTo>
                <a:lnTo>
                  <a:pt x="71" y="5397"/>
                </a:lnTo>
                <a:lnTo>
                  <a:pt x="55" y="5433"/>
                </a:lnTo>
                <a:lnTo>
                  <a:pt x="42" y="5467"/>
                </a:lnTo>
                <a:lnTo>
                  <a:pt x="31" y="5504"/>
                </a:lnTo>
                <a:lnTo>
                  <a:pt x="21" y="5539"/>
                </a:lnTo>
                <a:lnTo>
                  <a:pt x="14" y="5576"/>
                </a:lnTo>
                <a:lnTo>
                  <a:pt x="7" y="5612"/>
                </a:lnTo>
                <a:lnTo>
                  <a:pt x="3" y="5650"/>
                </a:lnTo>
                <a:lnTo>
                  <a:pt x="0" y="5687"/>
                </a:lnTo>
                <a:lnTo>
                  <a:pt x="0" y="5725"/>
                </a:lnTo>
                <a:lnTo>
                  <a:pt x="0" y="5762"/>
                </a:lnTo>
                <a:lnTo>
                  <a:pt x="3" y="5799"/>
                </a:lnTo>
                <a:lnTo>
                  <a:pt x="7" y="5836"/>
                </a:lnTo>
                <a:lnTo>
                  <a:pt x="14" y="5873"/>
                </a:lnTo>
                <a:lnTo>
                  <a:pt x="21" y="5909"/>
                </a:lnTo>
                <a:lnTo>
                  <a:pt x="31" y="5946"/>
                </a:lnTo>
                <a:lnTo>
                  <a:pt x="42" y="5982"/>
                </a:lnTo>
                <a:lnTo>
                  <a:pt x="55" y="6017"/>
                </a:lnTo>
                <a:lnTo>
                  <a:pt x="71" y="6051"/>
                </a:lnTo>
                <a:lnTo>
                  <a:pt x="87" y="6086"/>
                </a:lnTo>
                <a:lnTo>
                  <a:pt x="106" y="6120"/>
                </a:lnTo>
                <a:lnTo>
                  <a:pt x="126" y="6152"/>
                </a:lnTo>
                <a:lnTo>
                  <a:pt x="149" y="6184"/>
                </a:lnTo>
                <a:lnTo>
                  <a:pt x="172" y="6215"/>
                </a:lnTo>
                <a:lnTo>
                  <a:pt x="198" y="6244"/>
                </a:lnTo>
                <a:lnTo>
                  <a:pt x="226" y="6274"/>
                </a:lnTo>
                <a:lnTo>
                  <a:pt x="254" y="6301"/>
                </a:lnTo>
                <a:lnTo>
                  <a:pt x="285" y="6327"/>
                </a:lnTo>
                <a:lnTo>
                  <a:pt x="316" y="6351"/>
                </a:lnTo>
                <a:lnTo>
                  <a:pt x="347" y="6373"/>
                </a:lnTo>
                <a:lnTo>
                  <a:pt x="379" y="6393"/>
                </a:lnTo>
                <a:lnTo>
                  <a:pt x="413" y="6411"/>
                </a:lnTo>
                <a:lnTo>
                  <a:pt x="447" y="6429"/>
                </a:lnTo>
                <a:lnTo>
                  <a:pt x="482" y="6443"/>
                </a:lnTo>
                <a:lnTo>
                  <a:pt x="518" y="6457"/>
                </a:lnTo>
                <a:lnTo>
                  <a:pt x="553" y="6468"/>
                </a:lnTo>
                <a:lnTo>
                  <a:pt x="589" y="6478"/>
                </a:lnTo>
                <a:lnTo>
                  <a:pt x="626" y="6486"/>
                </a:lnTo>
                <a:lnTo>
                  <a:pt x="663" y="6492"/>
                </a:lnTo>
                <a:lnTo>
                  <a:pt x="700" y="6496"/>
                </a:lnTo>
                <a:lnTo>
                  <a:pt x="737" y="6499"/>
                </a:lnTo>
                <a:lnTo>
                  <a:pt x="775" y="6500"/>
                </a:lnTo>
                <a:lnTo>
                  <a:pt x="811" y="6499"/>
                </a:lnTo>
                <a:lnTo>
                  <a:pt x="849" y="6496"/>
                </a:lnTo>
                <a:lnTo>
                  <a:pt x="886" y="6492"/>
                </a:lnTo>
                <a:lnTo>
                  <a:pt x="923" y="6486"/>
                </a:lnTo>
                <a:lnTo>
                  <a:pt x="959" y="6478"/>
                </a:lnTo>
                <a:lnTo>
                  <a:pt x="996" y="6468"/>
                </a:lnTo>
                <a:lnTo>
                  <a:pt x="1032" y="6457"/>
                </a:lnTo>
                <a:lnTo>
                  <a:pt x="1067" y="6443"/>
                </a:lnTo>
                <a:lnTo>
                  <a:pt x="1103" y="6429"/>
                </a:lnTo>
                <a:lnTo>
                  <a:pt x="1136" y="6411"/>
                </a:lnTo>
                <a:lnTo>
                  <a:pt x="1170" y="6393"/>
                </a:lnTo>
                <a:lnTo>
                  <a:pt x="1202" y="6373"/>
                </a:lnTo>
                <a:lnTo>
                  <a:pt x="1234" y="6351"/>
                </a:lnTo>
                <a:lnTo>
                  <a:pt x="1265" y="6327"/>
                </a:lnTo>
                <a:lnTo>
                  <a:pt x="1295" y="6301"/>
                </a:lnTo>
                <a:lnTo>
                  <a:pt x="1324" y="6274"/>
                </a:lnTo>
                <a:lnTo>
                  <a:pt x="3768" y="3830"/>
                </a:lnTo>
                <a:lnTo>
                  <a:pt x="3800" y="3799"/>
                </a:lnTo>
                <a:lnTo>
                  <a:pt x="3826" y="3772"/>
                </a:lnTo>
                <a:lnTo>
                  <a:pt x="3850" y="3745"/>
                </a:lnTo>
                <a:lnTo>
                  <a:pt x="3873" y="3715"/>
                </a:lnTo>
                <a:lnTo>
                  <a:pt x="3893" y="3686"/>
                </a:lnTo>
                <a:lnTo>
                  <a:pt x="3913" y="3655"/>
                </a:lnTo>
                <a:lnTo>
                  <a:pt x="3931" y="3624"/>
                </a:lnTo>
                <a:lnTo>
                  <a:pt x="3948" y="3592"/>
                </a:lnTo>
                <a:lnTo>
                  <a:pt x="3963" y="3560"/>
                </a:lnTo>
                <a:lnTo>
                  <a:pt x="3976" y="3527"/>
                </a:lnTo>
                <a:lnTo>
                  <a:pt x="3988" y="3494"/>
                </a:lnTo>
                <a:lnTo>
                  <a:pt x="3997" y="3460"/>
                </a:lnTo>
                <a:lnTo>
                  <a:pt x="4007" y="3426"/>
                </a:lnTo>
                <a:lnTo>
                  <a:pt x="4014" y="3391"/>
                </a:lnTo>
                <a:lnTo>
                  <a:pt x="4019" y="3357"/>
                </a:lnTo>
                <a:lnTo>
                  <a:pt x="4024" y="3321"/>
                </a:lnTo>
                <a:lnTo>
                  <a:pt x="4026" y="3286"/>
                </a:lnTo>
                <a:lnTo>
                  <a:pt x="4026" y="3269"/>
                </a:lnTo>
                <a:lnTo>
                  <a:pt x="4026" y="3268"/>
                </a:lnTo>
                <a:lnTo>
                  <a:pt x="4027" y="3250"/>
                </a:lnTo>
                <a:lnTo>
                  <a:pt x="4027" y="3249"/>
                </a:lnTo>
                <a:lnTo>
                  <a:pt x="4026" y="3233"/>
                </a:lnTo>
                <a:lnTo>
                  <a:pt x="4026" y="3230"/>
                </a:lnTo>
                <a:lnTo>
                  <a:pt x="4026" y="3214"/>
                </a:lnTo>
                <a:lnTo>
                  <a:pt x="4024" y="3178"/>
                </a:lnTo>
                <a:lnTo>
                  <a:pt x="4019" y="3144"/>
                </a:lnTo>
                <a:lnTo>
                  <a:pt x="4014" y="3108"/>
                </a:lnTo>
                <a:lnTo>
                  <a:pt x="4007" y="3074"/>
                </a:lnTo>
                <a:lnTo>
                  <a:pt x="3997" y="3040"/>
                </a:lnTo>
                <a:lnTo>
                  <a:pt x="3988" y="3007"/>
                </a:lnTo>
                <a:lnTo>
                  <a:pt x="3976" y="2972"/>
                </a:lnTo>
                <a:lnTo>
                  <a:pt x="3963" y="2939"/>
                </a:lnTo>
                <a:lnTo>
                  <a:pt x="3948" y="2907"/>
                </a:lnTo>
                <a:lnTo>
                  <a:pt x="3931" y="2875"/>
                </a:lnTo>
                <a:lnTo>
                  <a:pt x="3913" y="2844"/>
                </a:lnTo>
                <a:lnTo>
                  <a:pt x="3893" y="2814"/>
                </a:lnTo>
                <a:lnTo>
                  <a:pt x="3873" y="2784"/>
                </a:lnTo>
                <a:lnTo>
                  <a:pt x="3850" y="2755"/>
                </a:lnTo>
                <a:lnTo>
                  <a:pt x="3826" y="2727"/>
                </a:lnTo>
                <a:lnTo>
                  <a:pt x="3800" y="2700"/>
                </a:lnTo>
                <a:lnTo>
                  <a:pt x="3769" y="2671"/>
                </a:lnTo>
                <a:lnTo>
                  <a:pt x="1324" y="226"/>
                </a:lnTo>
                <a:lnTo>
                  <a:pt x="1295" y="198"/>
                </a:lnTo>
                <a:lnTo>
                  <a:pt x="1265" y="172"/>
                </a:lnTo>
                <a:lnTo>
                  <a:pt x="1234" y="149"/>
                </a:lnTo>
                <a:lnTo>
                  <a:pt x="1202" y="126"/>
                </a:lnTo>
                <a:lnTo>
                  <a:pt x="1170" y="106"/>
                </a:lnTo>
                <a:lnTo>
                  <a:pt x="1136" y="88"/>
                </a:lnTo>
                <a:lnTo>
                  <a:pt x="1103" y="71"/>
                </a:lnTo>
                <a:lnTo>
                  <a:pt x="1067" y="56"/>
                </a:lnTo>
                <a:lnTo>
                  <a:pt x="1032" y="42"/>
                </a:lnTo>
                <a:lnTo>
                  <a:pt x="996" y="32"/>
                </a:lnTo>
                <a:lnTo>
                  <a:pt x="959" y="21"/>
                </a:lnTo>
                <a:lnTo>
                  <a:pt x="923" y="14"/>
                </a:lnTo>
                <a:lnTo>
                  <a:pt x="886" y="7"/>
                </a:lnTo>
                <a:lnTo>
                  <a:pt x="849" y="3"/>
                </a:lnTo>
                <a:lnTo>
                  <a:pt x="811" y="0"/>
                </a:lnTo>
                <a:lnTo>
                  <a:pt x="775" y="0"/>
                </a:lnTo>
                <a:lnTo>
                  <a:pt x="737" y="0"/>
                </a:lnTo>
                <a:lnTo>
                  <a:pt x="700" y="3"/>
                </a:lnTo>
                <a:lnTo>
                  <a:pt x="663" y="7"/>
                </a:lnTo>
                <a:lnTo>
                  <a:pt x="626" y="14"/>
                </a:lnTo>
                <a:lnTo>
                  <a:pt x="589" y="21"/>
                </a:lnTo>
                <a:lnTo>
                  <a:pt x="553" y="32"/>
                </a:lnTo>
                <a:lnTo>
                  <a:pt x="518" y="42"/>
                </a:lnTo>
                <a:lnTo>
                  <a:pt x="482" y="56"/>
                </a:lnTo>
                <a:lnTo>
                  <a:pt x="447" y="71"/>
                </a:lnTo>
                <a:lnTo>
                  <a:pt x="413" y="88"/>
                </a:lnTo>
                <a:lnTo>
                  <a:pt x="379" y="106"/>
                </a:lnTo>
                <a:lnTo>
                  <a:pt x="347" y="126"/>
                </a:lnTo>
                <a:lnTo>
                  <a:pt x="316" y="149"/>
                </a:lnTo>
                <a:lnTo>
                  <a:pt x="285" y="172"/>
                </a:lnTo>
                <a:lnTo>
                  <a:pt x="254" y="198"/>
                </a:lnTo>
                <a:lnTo>
                  <a:pt x="226" y="226"/>
                </a:lnTo>
                <a:lnTo>
                  <a:pt x="198" y="255"/>
                </a:lnTo>
                <a:lnTo>
                  <a:pt x="172" y="285"/>
                </a:lnTo>
                <a:lnTo>
                  <a:pt x="149" y="316"/>
                </a:lnTo>
                <a:lnTo>
                  <a:pt x="126" y="347"/>
                </a:lnTo>
                <a:lnTo>
                  <a:pt x="106" y="379"/>
                </a:lnTo>
                <a:lnTo>
                  <a:pt x="87" y="414"/>
                </a:lnTo>
                <a:lnTo>
                  <a:pt x="71" y="448"/>
                </a:lnTo>
                <a:lnTo>
                  <a:pt x="55" y="482"/>
                </a:lnTo>
                <a:lnTo>
                  <a:pt x="42" y="518"/>
                </a:lnTo>
                <a:lnTo>
                  <a:pt x="31" y="553"/>
                </a:lnTo>
                <a:lnTo>
                  <a:pt x="21" y="590"/>
                </a:lnTo>
                <a:lnTo>
                  <a:pt x="14" y="627"/>
                </a:lnTo>
                <a:lnTo>
                  <a:pt x="7" y="663"/>
                </a:lnTo>
                <a:lnTo>
                  <a:pt x="3" y="700"/>
                </a:lnTo>
                <a:lnTo>
                  <a:pt x="0" y="738"/>
                </a:lnTo>
                <a:lnTo>
                  <a:pt x="0" y="775"/>
                </a:lnTo>
                <a:lnTo>
                  <a:pt x="0" y="813"/>
                </a:lnTo>
                <a:lnTo>
                  <a:pt x="3" y="849"/>
                </a:lnTo>
                <a:lnTo>
                  <a:pt x="7" y="886"/>
                </a:lnTo>
                <a:lnTo>
                  <a:pt x="14" y="924"/>
                </a:lnTo>
                <a:lnTo>
                  <a:pt x="21" y="960"/>
                </a:lnTo>
                <a:lnTo>
                  <a:pt x="31" y="996"/>
                </a:lnTo>
                <a:lnTo>
                  <a:pt x="42" y="1031"/>
                </a:lnTo>
                <a:lnTo>
                  <a:pt x="55" y="1067"/>
                </a:lnTo>
                <a:lnTo>
                  <a:pt x="71" y="1103"/>
                </a:lnTo>
                <a:lnTo>
                  <a:pt x="87" y="1137"/>
                </a:lnTo>
                <a:lnTo>
                  <a:pt x="106" y="1170"/>
                </a:lnTo>
                <a:lnTo>
                  <a:pt x="126" y="1202"/>
                </a:lnTo>
                <a:lnTo>
                  <a:pt x="149" y="1234"/>
                </a:lnTo>
                <a:lnTo>
                  <a:pt x="172" y="1266"/>
                </a:lnTo>
                <a:lnTo>
                  <a:pt x="198" y="1295"/>
                </a:lnTo>
                <a:lnTo>
                  <a:pt x="226" y="1324"/>
                </a:lnTo>
                <a:lnTo>
                  <a:pt x="2151" y="3250"/>
                </a:lnTo>
                <a:lnTo>
                  <a:pt x="226" y="5176"/>
                </a:lnTo>
                <a:close/>
                <a:moveTo>
                  <a:pt x="3654" y="5176"/>
                </a:moveTo>
                <a:lnTo>
                  <a:pt x="3654" y="5176"/>
                </a:lnTo>
                <a:lnTo>
                  <a:pt x="3626" y="5204"/>
                </a:lnTo>
                <a:lnTo>
                  <a:pt x="3601" y="5234"/>
                </a:lnTo>
                <a:lnTo>
                  <a:pt x="3577" y="5266"/>
                </a:lnTo>
                <a:lnTo>
                  <a:pt x="3555" y="5296"/>
                </a:lnTo>
                <a:lnTo>
                  <a:pt x="3535" y="5330"/>
                </a:lnTo>
                <a:lnTo>
                  <a:pt x="3516" y="5363"/>
                </a:lnTo>
                <a:lnTo>
                  <a:pt x="3499" y="5397"/>
                </a:lnTo>
                <a:lnTo>
                  <a:pt x="3484" y="5433"/>
                </a:lnTo>
                <a:lnTo>
                  <a:pt x="3471" y="5467"/>
                </a:lnTo>
                <a:lnTo>
                  <a:pt x="3459" y="5504"/>
                </a:lnTo>
                <a:lnTo>
                  <a:pt x="3450" y="5539"/>
                </a:lnTo>
                <a:lnTo>
                  <a:pt x="3441" y="5576"/>
                </a:lnTo>
                <a:lnTo>
                  <a:pt x="3435" y="5612"/>
                </a:lnTo>
                <a:lnTo>
                  <a:pt x="3431" y="5650"/>
                </a:lnTo>
                <a:lnTo>
                  <a:pt x="3428" y="5687"/>
                </a:lnTo>
                <a:lnTo>
                  <a:pt x="3427" y="5725"/>
                </a:lnTo>
                <a:lnTo>
                  <a:pt x="3428" y="5762"/>
                </a:lnTo>
                <a:lnTo>
                  <a:pt x="3431" y="5799"/>
                </a:lnTo>
                <a:lnTo>
                  <a:pt x="3435" y="5836"/>
                </a:lnTo>
                <a:lnTo>
                  <a:pt x="3441" y="5873"/>
                </a:lnTo>
                <a:lnTo>
                  <a:pt x="3450" y="5909"/>
                </a:lnTo>
                <a:lnTo>
                  <a:pt x="3459" y="5946"/>
                </a:lnTo>
                <a:lnTo>
                  <a:pt x="3471" y="5982"/>
                </a:lnTo>
                <a:lnTo>
                  <a:pt x="3484" y="6017"/>
                </a:lnTo>
                <a:lnTo>
                  <a:pt x="3499" y="6051"/>
                </a:lnTo>
                <a:lnTo>
                  <a:pt x="3516" y="6086"/>
                </a:lnTo>
                <a:lnTo>
                  <a:pt x="3535" y="6120"/>
                </a:lnTo>
                <a:lnTo>
                  <a:pt x="3555" y="6152"/>
                </a:lnTo>
                <a:lnTo>
                  <a:pt x="3577" y="6184"/>
                </a:lnTo>
                <a:lnTo>
                  <a:pt x="3601" y="6215"/>
                </a:lnTo>
                <a:lnTo>
                  <a:pt x="3626" y="6244"/>
                </a:lnTo>
                <a:lnTo>
                  <a:pt x="3654" y="6274"/>
                </a:lnTo>
                <a:lnTo>
                  <a:pt x="3683" y="6301"/>
                </a:lnTo>
                <a:lnTo>
                  <a:pt x="3712" y="6327"/>
                </a:lnTo>
                <a:lnTo>
                  <a:pt x="3743" y="6351"/>
                </a:lnTo>
                <a:lnTo>
                  <a:pt x="3775" y="6373"/>
                </a:lnTo>
                <a:lnTo>
                  <a:pt x="3808" y="6393"/>
                </a:lnTo>
                <a:lnTo>
                  <a:pt x="3841" y="6411"/>
                </a:lnTo>
                <a:lnTo>
                  <a:pt x="3876" y="6429"/>
                </a:lnTo>
                <a:lnTo>
                  <a:pt x="3910" y="6443"/>
                </a:lnTo>
                <a:lnTo>
                  <a:pt x="3945" y="6457"/>
                </a:lnTo>
                <a:lnTo>
                  <a:pt x="3981" y="6468"/>
                </a:lnTo>
                <a:lnTo>
                  <a:pt x="4018" y="6478"/>
                </a:lnTo>
                <a:lnTo>
                  <a:pt x="4054" y="6486"/>
                </a:lnTo>
                <a:lnTo>
                  <a:pt x="4091" y="6492"/>
                </a:lnTo>
                <a:lnTo>
                  <a:pt x="4129" y="6496"/>
                </a:lnTo>
                <a:lnTo>
                  <a:pt x="4166" y="6499"/>
                </a:lnTo>
                <a:lnTo>
                  <a:pt x="4203" y="6500"/>
                </a:lnTo>
                <a:lnTo>
                  <a:pt x="4240" y="6499"/>
                </a:lnTo>
                <a:lnTo>
                  <a:pt x="4278" y="6496"/>
                </a:lnTo>
                <a:lnTo>
                  <a:pt x="4315" y="6492"/>
                </a:lnTo>
                <a:lnTo>
                  <a:pt x="4351" y="6486"/>
                </a:lnTo>
                <a:lnTo>
                  <a:pt x="4388" y="6478"/>
                </a:lnTo>
                <a:lnTo>
                  <a:pt x="4425" y="6468"/>
                </a:lnTo>
                <a:lnTo>
                  <a:pt x="4460" y="6457"/>
                </a:lnTo>
                <a:lnTo>
                  <a:pt x="4496" y="6443"/>
                </a:lnTo>
                <a:lnTo>
                  <a:pt x="4530" y="6429"/>
                </a:lnTo>
                <a:lnTo>
                  <a:pt x="4564" y="6411"/>
                </a:lnTo>
                <a:lnTo>
                  <a:pt x="4598" y="6393"/>
                </a:lnTo>
                <a:lnTo>
                  <a:pt x="4631" y="6373"/>
                </a:lnTo>
                <a:lnTo>
                  <a:pt x="4663" y="6351"/>
                </a:lnTo>
                <a:lnTo>
                  <a:pt x="4693" y="6327"/>
                </a:lnTo>
                <a:lnTo>
                  <a:pt x="4723" y="6301"/>
                </a:lnTo>
                <a:lnTo>
                  <a:pt x="4753" y="6274"/>
                </a:lnTo>
                <a:lnTo>
                  <a:pt x="7197" y="3830"/>
                </a:lnTo>
                <a:lnTo>
                  <a:pt x="7229" y="3799"/>
                </a:lnTo>
                <a:lnTo>
                  <a:pt x="7255" y="3772"/>
                </a:lnTo>
                <a:lnTo>
                  <a:pt x="7278" y="3745"/>
                </a:lnTo>
                <a:lnTo>
                  <a:pt x="7301" y="3715"/>
                </a:lnTo>
                <a:lnTo>
                  <a:pt x="7322" y="3686"/>
                </a:lnTo>
                <a:lnTo>
                  <a:pt x="7342" y="3655"/>
                </a:lnTo>
                <a:lnTo>
                  <a:pt x="7360" y="3624"/>
                </a:lnTo>
                <a:lnTo>
                  <a:pt x="7376" y="3592"/>
                </a:lnTo>
                <a:lnTo>
                  <a:pt x="7391" y="3560"/>
                </a:lnTo>
                <a:lnTo>
                  <a:pt x="7405" y="3527"/>
                </a:lnTo>
                <a:lnTo>
                  <a:pt x="7417" y="3494"/>
                </a:lnTo>
                <a:lnTo>
                  <a:pt x="7426" y="3460"/>
                </a:lnTo>
                <a:lnTo>
                  <a:pt x="7434" y="3426"/>
                </a:lnTo>
                <a:lnTo>
                  <a:pt x="7442" y="3391"/>
                </a:lnTo>
                <a:lnTo>
                  <a:pt x="7447" y="3357"/>
                </a:lnTo>
                <a:lnTo>
                  <a:pt x="7451" y="3321"/>
                </a:lnTo>
                <a:lnTo>
                  <a:pt x="7453" y="3286"/>
                </a:lnTo>
                <a:lnTo>
                  <a:pt x="7455" y="3269"/>
                </a:lnTo>
                <a:lnTo>
                  <a:pt x="7455" y="3268"/>
                </a:lnTo>
                <a:lnTo>
                  <a:pt x="7455" y="3250"/>
                </a:lnTo>
                <a:lnTo>
                  <a:pt x="7455" y="3249"/>
                </a:lnTo>
                <a:lnTo>
                  <a:pt x="7455" y="3233"/>
                </a:lnTo>
                <a:lnTo>
                  <a:pt x="7455" y="3230"/>
                </a:lnTo>
                <a:lnTo>
                  <a:pt x="7453" y="3214"/>
                </a:lnTo>
                <a:lnTo>
                  <a:pt x="7451" y="3178"/>
                </a:lnTo>
                <a:lnTo>
                  <a:pt x="7447" y="3144"/>
                </a:lnTo>
                <a:lnTo>
                  <a:pt x="7442" y="3108"/>
                </a:lnTo>
                <a:lnTo>
                  <a:pt x="7434" y="3074"/>
                </a:lnTo>
                <a:lnTo>
                  <a:pt x="7426" y="3040"/>
                </a:lnTo>
                <a:lnTo>
                  <a:pt x="7417" y="3007"/>
                </a:lnTo>
                <a:lnTo>
                  <a:pt x="7405" y="2972"/>
                </a:lnTo>
                <a:lnTo>
                  <a:pt x="7391" y="2939"/>
                </a:lnTo>
                <a:lnTo>
                  <a:pt x="7376" y="2907"/>
                </a:lnTo>
                <a:lnTo>
                  <a:pt x="7360" y="2875"/>
                </a:lnTo>
                <a:lnTo>
                  <a:pt x="7342" y="2844"/>
                </a:lnTo>
                <a:lnTo>
                  <a:pt x="7322" y="2814"/>
                </a:lnTo>
                <a:lnTo>
                  <a:pt x="7301" y="2784"/>
                </a:lnTo>
                <a:lnTo>
                  <a:pt x="7278" y="2755"/>
                </a:lnTo>
                <a:lnTo>
                  <a:pt x="7255" y="2727"/>
                </a:lnTo>
                <a:lnTo>
                  <a:pt x="7229" y="2700"/>
                </a:lnTo>
                <a:lnTo>
                  <a:pt x="7197" y="2671"/>
                </a:lnTo>
                <a:lnTo>
                  <a:pt x="4753" y="226"/>
                </a:lnTo>
                <a:lnTo>
                  <a:pt x="4723" y="198"/>
                </a:lnTo>
                <a:lnTo>
                  <a:pt x="4693" y="172"/>
                </a:lnTo>
                <a:lnTo>
                  <a:pt x="4663" y="149"/>
                </a:lnTo>
                <a:lnTo>
                  <a:pt x="4631" y="126"/>
                </a:lnTo>
                <a:lnTo>
                  <a:pt x="4598" y="106"/>
                </a:lnTo>
                <a:lnTo>
                  <a:pt x="4564" y="88"/>
                </a:lnTo>
                <a:lnTo>
                  <a:pt x="4530" y="71"/>
                </a:lnTo>
                <a:lnTo>
                  <a:pt x="4496" y="56"/>
                </a:lnTo>
                <a:lnTo>
                  <a:pt x="4460" y="42"/>
                </a:lnTo>
                <a:lnTo>
                  <a:pt x="4425" y="32"/>
                </a:lnTo>
                <a:lnTo>
                  <a:pt x="4388" y="21"/>
                </a:lnTo>
                <a:lnTo>
                  <a:pt x="4351" y="14"/>
                </a:lnTo>
                <a:lnTo>
                  <a:pt x="4315" y="7"/>
                </a:lnTo>
                <a:lnTo>
                  <a:pt x="4278" y="3"/>
                </a:lnTo>
                <a:lnTo>
                  <a:pt x="4240" y="0"/>
                </a:lnTo>
                <a:lnTo>
                  <a:pt x="4203" y="0"/>
                </a:lnTo>
                <a:lnTo>
                  <a:pt x="4166" y="0"/>
                </a:lnTo>
                <a:lnTo>
                  <a:pt x="4129" y="3"/>
                </a:lnTo>
                <a:lnTo>
                  <a:pt x="4091" y="7"/>
                </a:lnTo>
                <a:lnTo>
                  <a:pt x="4054" y="14"/>
                </a:lnTo>
                <a:lnTo>
                  <a:pt x="4018" y="21"/>
                </a:lnTo>
                <a:lnTo>
                  <a:pt x="3981" y="32"/>
                </a:lnTo>
                <a:lnTo>
                  <a:pt x="3945" y="42"/>
                </a:lnTo>
                <a:lnTo>
                  <a:pt x="3910" y="56"/>
                </a:lnTo>
                <a:lnTo>
                  <a:pt x="3876" y="71"/>
                </a:lnTo>
                <a:lnTo>
                  <a:pt x="3841" y="88"/>
                </a:lnTo>
                <a:lnTo>
                  <a:pt x="3808" y="106"/>
                </a:lnTo>
                <a:lnTo>
                  <a:pt x="3775" y="126"/>
                </a:lnTo>
                <a:lnTo>
                  <a:pt x="3743" y="149"/>
                </a:lnTo>
                <a:lnTo>
                  <a:pt x="3712" y="172"/>
                </a:lnTo>
                <a:lnTo>
                  <a:pt x="3683" y="198"/>
                </a:lnTo>
                <a:lnTo>
                  <a:pt x="3654" y="226"/>
                </a:lnTo>
                <a:lnTo>
                  <a:pt x="3626" y="255"/>
                </a:lnTo>
                <a:lnTo>
                  <a:pt x="3601" y="285"/>
                </a:lnTo>
                <a:lnTo>
                  <a:pt x="3577" y="316"/>
                </a:lnTo>
                <a:lnTo>
                  <a:pt x="3555" y="347"/>
                </a:lnTo>
                <a:lnTo>
                  <a:pt x="3535" y="379"/>
                </a:lnTo>
                <a:lnTo>
                  <a:pt x="3516" y="414"/>
                </a:lnTo>
                <a:lnTo>
                  <a:pt x="3499" y="448"/>
                </a:lnTo>
                <a:lnTo>
                  <a:pt x="3484" y="482"/>
                </a:lnTo>
                <a:lnTo>
                  <a:pt x="3471" y="518"/>
                </a:lnTo>
                <a:lnTo>
                  <a:pt x="3459" y="553"/>
                </a:lnTo>
                <a:lnTo>
                  <a:pt x="3450" y="590"/>
                </a:lnTo>
                <a:lnTo>
                  <a:pt x="3441" y="627"/>
                </a:lnTo>
                <a:lnTo>
                  <a:pt x="3435" y="663"/>
                </a:lnTo>
                <a:lnTo>
                  <a:pt x="3431" y="700"/>
                </a:lnTo>
                <a:lnTo>
                  <a:pt x="3428" y="738"/>
                </a:lnTo>
                <a:lnTo>
                  <a:pt x="3427" y="775"/>
                </a:lnTo>
                <a:lnTo>
                  <a:pt x="3428" y="813"/>
                </a:lnTo>
                <a:lnTo>
                  <a:pt x="3431" y="849"/>
                </a:lnTo>
                <a:lnTo>
                  <a:pt x="3435" y="886"/>
                </a:lnTo>
                <a:lnTo>
                  <a:pt x="3441" y="924"/>
                </a:lnTo>
                <a:lnTo>
                  <a:pt x="3450" y="960"/>
                </a:lnTo>
                <a:lnTo>
                  <a:pt x="3459" y="996"/>
                </a:lnTo>
                <a:lnTo>
                  <a:pt x="3471" y="1031"/>
                </a:lnTo>
                <a:lnTo>
                  <a:pt x="3484" y="1067"/>
                </a:lnTo>
                <a:lnTo>
                  <a:pt x="3499" y="1103"/>
                </a:lnTo>
                <a:lnTo>
                  <a:pt x="3516" y="1137"/>
                </a:lnTo>
                <a:lnTo>
                  <a:pt x="3535" y="1170"/>
                </a:lnTo>
                <a:lnTo>
                  <a:pt x="3555" y="1202"/>
                </a:lnTo>
                <a:lnTo>
                  <a:pt x="3577" y="1234"/>
                </a:lnTo>
                <a:lnTo>
                  <a:pt x="3601" y="1266"/>
                </a:lnTo>
                <a:lnTo>
                  <a:pt x="3626" y="1295"/>
                </a:lnTo>
                <a:lnTo>
                  <a:pt x="3654" y="1324"/>
                </a:lnTo>
                <a:lnTo>
                  <a:pt x="5580" y="3250"/>
                </a:lnTo>
                <a:lnTo>
                  <a:pt x="3654" y="5176"/>
                </a:lnTo>
                <a:close/>
              </a:path>
            </a:pathLst>
          </a:custGeom>
          <a:solidFill>
            <a:srgbClr val="CA2C3B"/>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sz="1013"/>
          </a:p>
        </p:txBody>
      </p:sp>
    </p:spTree>
    <p:extLst>
      <p:ext uri="{BB962C8B-B14F-4D97-AF65-F5344CB8AC3E}">
        <p14:creationId xmlns:p14="http://schemas.microsoft.com/office/powerpoint/2010/main" val="202736939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par>
                                <p:cTn id="31" presetID="2" presetClass="entr" presetSubtype="1"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0-#ppt_h/2"/>
                                          </p:val>
                                        </p:tav>
                                        <p:tav tm="100000">
                                          <p:val>
                                            <p:strVal val="#ppt_y"/>
                                          </p:val>
                                        </p:tav>
                                      </p:tavLst>
                                    </p:anim>
                                  </p:childTnLst>
                                </p:cTn>
                              </p:par>
                              <p:par>
                                <p:cTn id="35" presetID="2" presetClass="entr" presetSubtype="1"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0-#ppt_h/2"/>
                                          </p:val>
                                        </p:tav>
                                        <p:tav tm="100000">
                                          <p:val>
                                            <p:strVal val="#ppt_y"/>
                                          </p:val>
                                        </p:tav>
                                      </p:tavLst>
                                    </p:anim>
                                  </p:childTnLst>
                                </p:cTn>
                              </p:par>
                              <p:par>
                                <p:cTn id="39" presetID="2" presetClass="entr" presetSubtype="1"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0-#ppt_h/2"/>
                                          </p:val>
                                        </p:tav>
                                        <p:tav tm="100000">
                                          <p:val>
                                            <p:strVal val="#ppt_y"/>
                                          </p:val>
                                        </p:tav>
                                      </p:tavLst>
                                    </p:anim>
                                  </p:childTnLst>
                                </p:cTn>
                              </p:par>
                              <p:par>
                                <p:cTn id="43" presetID="2" presetClass="entr" presetSubtype="1"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ppt_x"/>
                                          </p:val>
                                        </p:tav>
                                        <p:tav tm="100000">
                                          <p:val>
                                            <p:strVal val="#ppt_x"/>
                                          </p:val>
                                        </p:tav>
                                      </p:tavLst>
                                    </p:anim>
                                    <p:anim calcmode="lin" valueType="num">
                                      <p:cBhvr additive="base">
                                        <p:cTn id="6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1" grpId="0"/>
      <p:bldP spid="12" grpId="0"/>
      <p:bldP spid="13" grpId="0"/>
      <p:bldP spid="14" grpId="0"/>
      <p:bldP spid="15" grpId="0"/>
      <p:bldP spid="16" grpId="0"/>
      <p:bldP spid="17" grpId="0"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圆角矩形 2"/>
          <p:cNvSpPr/>
          <p:nvPr/>
        </p:nvSpPr>
        <p:spPr>
          <a:xfrm>
            <a:off x="408385" y="2363391"/>
            <a:ext cx="1051322" cy="467916"/>
          </a:xfrm>
          <a:prstGeom prst="roundRect">
            <a:avLst/>
          </a:pr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6" name="圆角矩形 3"/>
          <p:cNvSpPr/>
          <p:nvPr/>
        </p:nvSpPr>
        <p:spPr>
          <a:xfrm>
            <a:off x="2060973" y="909638"/>
            <a:ext cx="1051322" cy="46791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7" name="圆角矩形 4"/>
          <p:cNvSpPr/>
          <p:nvPr/>
        </p:nvSpPr>
        <p:spPr>
          <a:xfrm>
            <a:off x="2060973" y="1895475"/>
            <a:ext cx="1051322" cy="46791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8" name="圆角矩形 5"/>
          <p:cNvSpPr/>
          <p:nvPr/>
        </p:nvSpPr>
        <p:spPr>
          <a:xfrm>
            <a:off x="2060973" y="2881313"/>
            <a:ext cx="1051322" cy="46791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9" name="圆角矩形 6"/>
          <p:cNvSpPr/>
          <p:nvPr/>
        </p:nvSpPr>
        <p:spPr>
          <a:xfrm>
            <a:off x="2060973" y="3867150"/>
            <a:ext cx="1051322" cy="46791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10" name="圆角矩形 8"/>
          <p:cNvSpPr/>
          <p:nvPr/>
        </p:nvSpPr>
        <p:spPr>
          <a:xfrm>
            <a:off x="3640932" y="1662113"/>
            <a:ext cx="1051322" cy="46791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11" name="圆角矩形 9"/>
          <p:cNvSpPr/>
          <p:nvPr/>
        </p:nvSpPr>
        <p:spPr>
          <a:xfrm>
            <a:off x="3640932" y="2245519"/>
            <a:ext cx="1051322" cy="46672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12" name="圆角矩形 10"/>
          <p:cNvSpPr/>
          <p:nvPr/>
        </p:nvSpPr>
        <p:spPr>
          <a:xfrm>
            <a:off x="3640932" y="3633788"/>
            <a:ext cx="1051322" cy="46791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sp>
        <p:nvSpPr>
          <p:cNvPr id="13" name="圆角矩形 11"/>
          <p:cNvSpPr/>
          <p:nvPr/>
        </p:nvSpPr>
        <p:spPr>
          <a:xfrm>
            <a:off x="3640932" y="4217194"/>
            <a:ext cx="1051322" cy="46672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13" noProof="1"/>
          </a:p>
        </p:txBody>
      </p:sp>
      <p:cxnSp>
        <p:nvCxnSpPr>
          <p:cNvPr id="14" name="直接连接符 13"/>
          <p:cNvCxnSpPr>
            <a:stCxn id="5" idx="3"/>
            <a:endCxn id="6" idx="1"/>
          </p:cNvCxnSpPr>
          <p:nvPr/>
        </p:nvCxnSpPr>
        <p:spPr>
          <a:xfrm flipV="1">
            <a:off x="1459706" y="1154906"/>
            <a:ext cx="601266" cy="145375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7" idx="1"/>
          </p:cNvCxnSpPr>
          <p:nvPr/>
        </p:nvCxnSpPr>
        <p:spPr>
          <a:xfrm flipV="1">
            <a:off x="1459706" y="2140744"/>
            <a:ext cx="601266" cy="46791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endCxn id="8" idx="1"/>
          </p:cNvCxnSpPr>
          <p:nvPr/>
        </p:nvCxnSpPr>
        <p:spPr>
          <a:xfrm>
            <a:off x="1459706" y="2608660"/>
            <a:ext cx="601266" cy="5179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5" idx="3"/>
            <a:endCxn id="9" idx="1"/>
          </p:cNvCxnSpPr>
          <p:nvPr/>
        </p:nvCxnSpPr>
        <p:spPr>
          <a:xfrm>
            <a:off x="1459706" y="2608660"/>
            <a:ext cx="601266" cy="150376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endCxn id="10" idx="1"/>
          </p:cNvCxnSpPr>
          <p:nvPr/>
        </p:nvCxnSpPr>
        <p:spPr>
          <a:xfrm flipV="1">
            <a:off x="3112294" y="1907381"/>
            <a:ext cx="528638" cy="233363"/>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endCxn id="11" idx="1"/>
          </p:cNvCxnSpPr>
          <p:nvPr/>
        </p:nvCxnSpPr>
        <p:spPr>
          <a:xfrm>
            <a:off x="3112294" y="2140744"/>
            <a:ext cx="528638" cy="35004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112294" y="4101703"/>
            <a:ext cx="528638" cy="34885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3112294" y="3867150"/>
            <a:ext cx="528638" cy="23455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文本框 20"/>
          <p:cNvSpPr txBox="1"/>
          <p:nvPr/>
        </p:nvSpPr>
        <p:spPr>
          <a:xfrm flipH="1">
            <a:off x="2176463" y="1015842"/>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23" name="文本框 20"/>
          <p:cNvSpPr txBox="1"/>
          <p:nvPr/>
        </p:nvSpPr>
        <p:spPr>
          <a:xfrm flipH="1">
            <a:off x="518636" y="2470786"/>
            <a:ext cx="820103"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dirty="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24" name="文本框 20"/>
          <p:cNvSpPr txBox="1"/>
          <p:nvPr/>
        </p:nvSpPr>
        <p:spPr>
          <a:xfrm flipH="1">
            <a:off x="2176463" y="1996917"/>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25" name="文本框 20"/>
          <p:cNvSpPr txBox="1"/>
          <p:nvPr/>
        </p:nvSpPr>
        <p:spPr>
          <a:xfrm flipH="1">
            <a:off x="2176463" y="2987517"/>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26" name="文本框 20"/>
          <p:cNvSpPr txBox="1"/>
          <p:nvPr/>
        </p:nvSpPr>
        <p:spPr>
          <a:xfrm flipH="1">
            <a:off x="2176463" y="3973354"/>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27" name="文本框 20"/>
          <p:cNvSpPr txBox="1"/>
          <p:nvPr/>
        </p:nvSpPr>
        <p:spPr>
          <a:xfrm flipH="1">
            <a:off x="3767138" y="3739992"/>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28" name="文本框 20"/>
          <p:cNvSpPr txBox="1"/>
          <p:nvPr/>
        </p:nvSpPr>
        <p:spPr>
          <a:xfrm flipH="1">
            <a:off x="3767138" y="4323398"/>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29" name="文本框 20"/>
          <p:cNvSpPr txBox="1"/>
          <p:nvPr/>
        </p:nvSpPr>
        <p:spPr>
          <a:xfrm flipH="1">
            <a:off x="3767138" y="2355533"/>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30" name="文本框 20"/>
          <p:cNvSpPr txBox="1"/>
          <p:nvPr/>
        </p:nvSpPr>
        <p:spPr>
          <a:xfrm flipH="1">
            <a:off x="3767138" y="1768317"/>
            <a:ext cx="821055" cy="27699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200">
                <a:solidFill>
                  <a:schemeClr val="bg1"/>
                </a:solidFill>
                <a:latin typeface="微软雅黑" panose="020B0503020204020204" charset="-122"/>
                <a:ea typeface="微软雅黑" panose="020B0503020204020204" charset="-122"/>
                <a:sym typeface="Arial" panose="020B0604020202020204" pitchFamily="34" charset="0"/>
              </a:rPr>
              <a:t>键入标题 </a:t>
            </a:r>
          </a:p>
        </p:txBody>
      </p:sp>
      <p:sp>
        <p:nvSpPr>
          <p:cNvPr id="31" name="文本框 22"/>
          <p:cNvSpPr txBox="1"/>
          <p:nvPr/>
        </p:nvSpPr>
        <p:spPr>
          <a:xfrm flipH="1">
            <a:off x="5130403" y="1525191"/>
            <a:ext cx="3823097" cy="1200329"/>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sp>
        <p:nvSpPr>
          <p:cNvPr id="32" name="文本框 22"/>
          <p:cNvSpPr txBox="1"/>
          <p:nvPr/>
        </p:nvSpPr>
        <p:spPr>
          <a:xfrm flipH="1">
            <a:off x="5131594" y="2976562"/>
            <a:ext cx="3813572" cy="830997"/>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cxnSp>
        <p:nvCxnSpPr>
          <p:cNvPr id="33" name="直接连接符 32"/>
          <p:cNvCxnSpPr/>
          <p:nvPr/>
        </p:nvCxnSpPr>
        <p:spPr>
          <a:xfrm>
            <a:off x="5131594" y="2818448"/>
            <a:ext cx="3861197" cy="0"/>
          </a:xfrm>
          <a:prstGeom prst="line">
            <a:avLst/>
          </a:prstGeom>
          <a:ln w="15875">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34" name="文本框 20"/>
          <p:cNvSpPr txBox="1"/>
          <p:nvPr/>
        </p:nvSpPr>
        <p:spPr>
          <a:xfrm flipH="1">
            <a:off x="6400087" y="1017985"/>
            <a:ext cx="1496615" cy="248209"/>
          </a:xfrm>
          <a:prstGeom prst="rect">
            <a:avLst/>
          </a:prstGeom>
          <a:noFill/>
          <a:ln w="9525">
            <a:noFill/>
          </a:ln>
          <a:effectLst>
            <a:outerShdw sx="999" sy="999" algn="ctr" rotWithShape="0">
              <a:srgbClr val="000000"/>
            </a:outerShdw>
          </a:effectLst>
        </p:spPr>
        <p:txBody>
          <a:bodyPr wrap="square" anchor="t">
            <a:spAutoFit/>
          </a:bodyPr>
          <a:lstStyle/>
          <a:p>
            <a:pPr lvl="0"/>
            <a:r>
              <a:rPr lang="zh-CN" altLang="en-US" sz="1013" b="1">
                <a:solidFill>
                  <a:srgbClr val="0D0D0D"/>
                </a:solidFill>
                <a:latin typeface="微软雅黑" panose="020B0503020204020204" charset="-122"/>
                <a:ea typeface="微软雅黑" panose="020B0503020204020204" charset="-122"/>
                <a:sym typeface="Arial" panose="020B0604020202020204" pitchFamily="34" charset="0"/>
              </a:rPr>
              <a:t>单击键入标题 </a:t>
            </a:r>
          </a:p>
        </p:txBody>
      </p:sp>
      <p:sp>
        <p:nvSpPr>
          <p:cNvPr id="35" name="文本框 22"/>
          <p:cNvSpPr txBox="1"/>
          <p:nvPr/>
        </p:nvSpPr>
        <p:spPr>
          <a:xfrm flipH="1">
            <a:off x="5122069" y="4063366"/>
            <a:ext cx="3823097" cy="461665"/>
          </a:xfrm>
          <a:prstGeom prst="rect">
            <a:avLst/>
          </a:prstGeom>
          <a:noFill/>
          <a:ln w="9525">
            <a:noFill/>
            <a:miter/>
          </a:ln>
          <a:effectLst>
            <a:outerShdw sx="999" sy="999" algn="ctr" rotWithShape="0">
              <a:srgbClr val="000000"/>
            </a:outerShdw>
          </a:effectLst>
        </p:spPr>
        <p:txBody>
          <a:bodyPr wrap="square" rtlCol="0" anchor="t">
            <a:spAutoFit/>
          </a:bodyPr>
          <a:lstStyle/>
          <a:p>
            <a:pPr lvl="0"/>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a:t>
            </a:r>
          </a:p>
        </p:txBody>
      </p:sp>
      <p:sp>
        <p:nvSpPr>
          <p:cNvPr id="36" name="文本框 20"/>
          <p:cNvSpPr txBox="1"/>
          <p:nvPr/>
        </p:nvSpPr>
        <p:spPr>
          <a:xfrm flipH="1">
            <a:off x="5180410" y="3771662"/>
            <a:ext cx="1496615" cy="248209"/>
          </a:xfrm>
          <a:prstGeom prst="rect">
            <a:avLst/>
          </a:prstGeom>
          <a:noFill/>
          <a:ln w="9525">
            <a:noFill/>
          </a:ln>
          <a:effectLst>
            <a:outerShdw sx="999" sy="999" algn="ctr" rotWithShape="0">
              <a:srgbClr val="000000"/>
            </a:outerShdw>
          </a:effectLst>
        </p:spPr>
        <p:txBody>
          <a:bodyPr wrap="square" anchor="t">
            <a:spAutoFit/>
          </a:bodyPr>
          <a:lstStyle/>
          <a:p>
            <a:pPr lvl="0" algn="l"/>
            <a:r>
              <a:rPr lang="zh-CN" altLang="en-US" sz="1013" b="1">
                <a:solidFill>
                  <a:srgbClr val="0D0D0D"/>
                </a:solidFill>
                <a:latin typeface="微软雅黑" panose="020B0503020204020204" charset="-122"/>
                <a:ea typeface="微软雅黑" panose="020B0503020204020204" charset="-122"/>
                <a:sym typeface="Arial" panose="020B0604020202020204" pitchFamily="34" charset="0"/>
              </a:rPr>
              <a:t>单击键入标题 </a:t>
            </a:r>
          </a:p>
        </p:txBody>
      </p:sp>
      <p:sp>
        <p:nvSpPr>
          <p:cNvPr id="37" name="团队"/>
          <p:cNvSpPr/>
          <p:nvPr/>
        </p:nvSpPr>
        <p:spPr bwMode="auto">
          <a:xfrm>
            <a:off x="5262563" y="807720"/>
            <a:ext cx="954405" cy="685800"/>
          </a:xfrm>
          <a:custGeom>
            <a:avLst/>
            <a:gdLst/>
            <a:ahLst/>
            <a:cxnLst/>
            <a:rect l="0" t="0" r="r" b="b"/>
            <a:pathLst>
              <a:path w="2608263" h="1778000">
                <a:moveTo>
                  <a:pt x="1956693" y="381000"/>
                </a:moveTo>
                <a:lnTo>
                  <a:pt x="1966217" y="381397"/>
                </a:lnTo>
                <a:lnTo>
                  <a:pt x="1975740" y="382192"/>
                </a:lnTo>
                <a:lnTo>
                  <a:pt x="1986057" y="382986"/>
                </a:lnTo>
                <a:lnTo>
                  <a:pt x="1995581" y="384575"/>
                </a:lnTo>
                <a:lnTo>
                  <a:pt x="2005501" y="386562"/>
                </a:lnTo>
                <a:lnTo>
                  <a:pt x="2015819" y="388548"/>
                </a:lnTo>
                <a:lnTo>
                  <a:pt x="2025739" y="391726"/>
                </a:lnTo>
                <a:lnTo>
                  <a:pt x="2035263" y="394904"/>
                </a:lnTo>
                <a:lnTo>
                  <a:pt x="2045580" y="398876"/>
                </a:lnTo>
                <a:lnTo>
                  <a:pt x="2055500" y="403246"/>
                </a:lnTo>
                <a:lnTo>
                  <a:pt x="2065421" y="408807"/>
                </a:lnTo>
                <a:lnTo>
                  <a:pt x="2075738" y="414766"/>
                </a:lnTo>
                <a:lnTo>
                  <a:pt x="2101927" y="438998"/>
                </a:lnTo>
                <a:lnTo>
                  <a:pt x="2143990" y="446149"/>
                </a:lnTo>
                <a:lnTo>
                  <a:pt x="2147958" y="448929"/>
                </a:lnTo>
                <a:lnTo>
                  <a:pt x="2151926" y="452107"/>
                </a:lnTo>
                <a:lnTo>
                  <a:pt x="2155497" y="455683"/>
                </a:lnTo>
                <a:lnTo>
                  <a:pt x="2158672" y="459655"/>
                </a:lnTo>
                <a:lnTo>
                  <a:pt x="2161847" y="464025"/>
                </a:lnTo>
                <a:lnTo>
                  <a:pt x="2164624" y="468395"/>
                </a:lnTo>
                <a:lnTo>
                  <a:pt x="2169783" y="477531"/>
                </a:lnTo>
                <a:lnTo>
                  <a:pt x="2173751" y="485874"/>
                </a:lnTo>
                <a:lnTo>
                  <a:pt x="2176529" y="493024"/>
                </a:lnTo>
                <a:lnTo>
                  <a:pt x="2179306" y="499380"/>
                </a:lnTo>
                <a:lnTo>
                  <a:pt x="2182878" y="516064"/>
                </a:lnTo>
                <a:lnTo>
                  <a:pt x="2186052" y="532749"/>
                </a:lnTo>
                <a:lnTo>
                  <a:pt x="2188036" y="549433"/>
                </a:lnTo>
                <a:lnTo>
                  <a:pt x="2189623" y="565720"/>
                </a:lnTo>
                <a:lnTo>
                  <a:pt x="2190417" y="582008"/>
                </a:lnTo>
                <a:lnTo>
                  <a:pt x="2190814" y="598692"/>
                </a:lnTo>
                <a:lnTo>
                  <a:pt x="2190814" y="615376"/>
                </a:lnTo>
                <a:lnTo>
                  <a:pt x="2190417" y="632855"/>
                </a:lnTo>
                <a:lnTo>
                  <a:pt x="2190020" y="642389"/>
                </a:lnTo>
                <a:lnTo>
                  <a:pt x="2188830" y="656293"/>
                </a:lnTo>
                <a:lnTo>
                  <a:pt x="2185259" y="692840"/>
                </a:lnTo>
                <a:lnTo>
                  <a:pt x="2183671" y="711908"/>
                </a:lnTo>
                <a:lnTo>
                  <a:pt x="2182878" y="730578"/>
                </a:lnTo>
                <a:lnTo>
                  <a:pt x="2182084" y="746468"/>
                </a:lnTo>
                <a:lnTo>
                  <a:pt x="2182481" y="753221"/>
                </a:lnTo>
                <a:lnTo>
                  <a:pt x="2182878" y="758386"/>
                </a:lnTo>
                <a:lnTo>
                  <a:pt x="2183671" y="765139"/>
                </a:lnTo>
                <a:lnTo>
                  <a:pt x="2184862" y="771098"/>
                </a:lnTo>
                <a:lnTo>
                  <a:pt x="2186449" y="775865"/>
                </a:lnTo>
                <a:lnTo>
                  <a:pt x="2188433" y="779837"/>
                </a:lnTo>
                <a:lnTo>
                  <a:pt x="2192798" y="787782"/>
                </a:lnTo>
                <a:lnTo>
                  <a:pt x="2195179" y="792152"/>
                </a:lnTo>
                <a:lnTo>
                  <a:pt x="2198353" y="798508"/>
                </a:lnTo>
                <a:lnTo>
                  <a:pt x="2200734" y="804069"/>
                </a:lnTo>
                <a:lnTo>
                  <a:pt x="2202719" y="810028"/>
                </a:lnTo>
                <a:lnTo>
                  <a:pt x="2204306" y="815987"/>
                </a:lnTo>
                <a:lnTo>
                  <a:pt x="2205496" y="822343"/>
                </a:lnTo>
                <a:lnTo>
                  <a:pt x="2206687" y="829096"/>
                </a:lnTo>
                <a:lnTo>
                  <a:pt x="2207480" y="835452"/>
                </a:lnTo>
                <a:lnTo>
                  <a:pt x="2207877" y="842205"/>
                </a:lnTo>
                <a:lnTo>
                  <a:pt x="2207877" y="848561"/>
                </a:lnTo>
                <a:lnTo>
                  <a:pt x="2207480" y="862465"/>
                </a:lnTo>
                <a:lnTo>
                  <a:pt x="2206290" y="875177"/>
                </a:lnTo>
                <a:lnTo>
                  <a:pt x="2204306" y="887889"/>
                </a:lnTo>
                <a:lnTo>
                  <a:pt x="2202321" y="899806"/>
                </a:lnTo>
                <a:lnTo>
                  <a:pt x="2199544" y="913312"/>
                </a:lnTo>
                <a:lnTo>
                  <a:pt x="2197560" y="920463"/>
                </a:lnTo>
                <a:lnTo>
                  <a:pt x="2195179" y="927613"/>
                </a:lnTo>
                <a:lnTo>
                  <a:pt x="2192798" y="934367"/>
                </a:lnTo>
                <a:lnTo>
                  <a:pt x="2190020" y="941517"/>
                </a:lnTo>
                <a:lnTo>
                  <a:pt x="2186846" y="947873"/>
                </a:lnTo>
                <a:lnTo>
                  <a:pt x="2183275" y="953037"/>
                </a:lnTo>
                <a:lnTo>
                  <a:pt x="2181291" y="955818"/>
                </a:lnTo>
                <a:lnTo>
                  <a:pt x="2178909" y="958201"/>
                </a:lnTo>
                <a:lnTo>
                  <a:pt x="2176132" y="960188"/>
                </a:lnTo>
                <a:lnTo>
                  <a:pt x="2173354" y="961777"/>
                </a:lnTo>
                <a:lnTo>
                  <a:pt x="2167799" y="965749"/>
                </a:lnTo>
                <a:lnTo>
                  <a:pt x="2162243" y="968530"/>
                </a:lnTo>
                <a:lnTo>
                  <a:pt x="2156291" y="971708"/>
                </a:lnTo>
                <a:lnTo>
                  <a:pt x="2151133" y="975283"/>
                </a:lnTo>
                <a:lnTo>
                  <a:pt x="2147958" y="977269"/>
                </a:lnTo>
                <a:lnTo>
                  <a:pt x="2145974" y="979653"/>
                </a:lnTo>
                <a:lnTo>
                  <a:pt x="2143593" y="982434"/>
                </a:lnTo>
                <a:lnTo>
                  <a:pt x="2142006" y="985612"/>
                </a:lnTo>
                <a:lnTo>
                  <a:pt x="2139625" y="990379"/>
                </a:lnTo>
                <a:lnTo>
                  <a:pt x="2137641" y="995543"/>
                </a:lnTo>
                <a:lnTo>
                  <a:pt x="2136450" y="1000707"/>
                </a:lnTo>
                <a:lnTo>
                  <a:pt x="2135260" y="1005871"/>
                </a:lnTo>
                <a:lnTo>
                  <a:pt x="2134466" y="1011433"/>
                </a:lnTo>
                <a:lnTo>
                  <a:pt x="2133673" y="1016597"/>
                </a:lnTo>
                <a:lnTo>
                  <a:pt x="2132879" y="1028514"/>
                </a:lnTo>
                <a:lnTo>
                  <a:pt x="2132085" y="1039637"/>
                </a:lnTo>
                <a:lnTo>
                  <a:pt x="2131292" y="1051158"/>
                </a:lnTo>
                <a:lnTo>
                  <a:pt x="2130895" y="1056719"/>
                </a:lnTo>
                <a:lnTo>
                  <a:pt x="2130101" y="1061883"/>
                </a:lnTo>
                <a:lnTo>
                  <a:pt x="2128911" y="1067445"/>
                </a:lnTo>
                <a:lnTo>
                  <a:pt x="2127721" y="1072212"/>
                </a:lnTo>
                <a:lnTo>
                  <a:pt x="2125736" y="1078170"/>
                </a:lnTo>
                <a:lnTo>
                  <a:pt x="2123355" y="1082937"/>
                </a:lnTo>
                <a:lnTo>
                  <a:pt x="2120578" y="1087307"/>
                </a:lnTo>
                <a:lnTo>
                  <a:pt x="2117800" y="1091280"/>
                </a:lnTo>
                <a:lnTo>
                  <a:pt x="2112245" y="1098430"/>
                </a:lnTo>
                <a:lnTo>
                  <a:pt x="2106293" y="1105183"/>
                </a:lnTo>
                <a:lnTo>
                  <a:pt x="2103515" y="1109156"/>
                </a:lnTo>
                <a:lnTo>
                  <a:pt x="2101134" y="1112731"/>
                </a:lnTo>
                <a:lnTo>
                  <a:pt x="2098356" y="1116703"/>
                </a:lnTo>
                <a:lnTo>
                  <a:pt x="2096372" y="1121470"/>
                </a:lnTo>
                <a:lnTo>
                  <a:pt x="2093991" y="1126237"/>
                </a:lnTo>
                <a:lnTo>
                  <a:pt x="2092801" y="1131799"/>
                </a:lnTo>
                <a:lnTo>
                  <a:pt x="2091610" y="1138155"/>
                </a:lnTo>
                <a:lnTo>
                  <a:pt x="2090817" y="1145305"/>
                </a:lnTo>
                <a:lnTo>
                  <a:pt x="2127721" y="1150470"/>
                </a:lnTo>
                <a:lnTo>
                  <a:pt x="2138435" y="1173907"/>
                </a:lnTo>
                <a:lnTo>
                  <a:pt x="2144783" y="1187016"/>
                </a:lnTo>
                <a:lnTo>
                  <a:pt x="2152323" y="1201317"/>
                </a:lnTo>
                <a:lnTo>
                  <a:pt x="2159863" y="1214426"/>
                </a:lnTo>
                <a:lnTo>
                  <a:pt x="2163831" y="1220782"/>
                </a:lnTo>
                <a:lnTo>
                  <a:pt x="2167799" y="1226741"/>
                </a:lnTo>
                <a:lnTo>
                  <a:pt x="2171767" y="1231905"/>
                </a:lnTo>
                <a:lnTo>
                  <a:pt x="2175735" y="1236672"/>
                </a:lnTo>
                <a:lnTo>
                  <a:pt x="2180497" y="1240645"/>
                </a:lnTo>
                <a:lnTo>
                  <a:pt x="2184862" y="1243823"/>
                </a:lnTo>
                <a:lnTo>
                  <a:pt x="2241606" y="1259713"/>
                </a:lnTo>
                <a:lnTo>
                  <a:pt x="2293192" y="1281164"/>
                </a:lnTo>
                <a:lnTo>
                  <a:pt x="2345572" y="1303807"/>
                </a:lnTo>
                <a:lnTo>
                  <a:pt x="2397951" y="1326053"/>
                </a:lnTo>
                <a:lnTo>
                  <a:pt x="2449140" y="1347902"/>
                </a:lnTo>
                <a:lnTo>
                  <a:pt x="2461045" y="1352669"/>
                </a:lnTo>
                <a:lnTo>
                  <a:pt x="2472552" y="1356641"/>
                </a:lnTo>
                <a:lnTo>
                  <a:pt x="2496361" y="1365381"/>
                </a:lnTo>
                <a:lnTo>
                  <a:pt x="2519773" y="1373723"/>
                </a:lnTo>
                <a:lnTo>
                  <a:pt x="2530884" y="1378093"/>
                </a:lnTo>
                <a:lnTo>
                  <a:pt x="2541995" y="1382860"/>
                </a:lnTo>
                <a:lnTo>
                  <a:pt x="2552312" y="1388421"/>
                </a:lnTo>
                <a:lnTo>
                  <a:pt x="2562233" y="1394380"/>
                </a:lnTo>
                <a:lnTo>
                  <a:pt x="2566597" y="1397558"/>
                </a:lnTo>
                <a:lnTo>
                  <a:pt x="2571756" y="1400736"/>
                </a:lnTo>
                <a:lnTo>
                  <a:pt x="2576121" y="1404311"/>
                </a:lnTo>
                <a:lnTo>
                  <a:pt x="2580089" y="1407886"/>
                </a:lnTo>
                <a:lnTo>
                  <a:pt x="2584057" y="1411859"/>
                </a:lnTo>
                <a:lnTo>
                  <a:pt x="2587629" y="1416228"/>
                </a:lnTo>
                <a:lnTo>
                  <a:pt x="2591200" y="1420598"/>
                </a:lnTo>
                <a:lnTo>
                  <a:pt x="2594375" y="1425365"/>
                </a:lnTo>
                <a:lnTo>
                  <a:pt x="2597946" y="1430132"/>
                </a:lnTo>
                <a:lnTo>
                  <a:pt x="2600723" y="1435296"/>
                </a:lnTo>
                <a:lnTo>
                  <a:pt x="2603105" y="1440858"/>
                </a:lnTo>
                <a:lnTo>
                  <a:pt x="2605089" y="1446817"/>
                </a:lnTo>
                <a:lnTo>
                  <a:pt x="2605485" y="1465487"/>
                </a:lnTo>
                <a:lnTo>
                  <a:pt x="2605882" y="1488528"/>
                </a:lnTo>
                <a:lnTo>
                  <a:pt x="2607073" y="1542951"/>
                </a:lnTo>
                <a:lnTo>
                  <a:pt x="2608263" y="1599757"/>
                </a:lnTo>
                <a:lnTo>
                  <a:pt x="2608263" y="1625975"/>
                </a:lnTo>
                <a:lnTo>
                  <a:pt x="2608263" y="1649413"/>
                </a:lnTo>
                <a:lnTo>
                  <a:pt x="2308271" y="1649413"/>
                </a:lnTo>
                <a:lnTo>
                  <a:pt x="2307081" y="1594196"/>
                </a:lnTo>
                <a:lnTo>
                  <a:pt x="2305493" y="1538581"/>
                </a:lnTo>
                <a:lnTo>
                  <a:pt x="2305097" y="1494486"/>
                </a:lnTo>
                <a:lnTo>
                  <a:pt x="2305097" y="1482172"/>
                </a:lnTo>
                <a:lnTo>
                  <a:pt x="2301129" y="1470651"/>
                </a:lnTo>
                <a:lnTo>
                  <a:pt x="2297557" y="1461117"/>
                </a:lnTo>
                <a:lnTo>
                  <a:pt x="2293986" y="1451981"/>
                </a:lnTo>
                <a:lnTo>
                  <a:pt x="2289224" y="1443241"/>
                </a:lnTo>
                <a:lnTo>
                  <a:pt x="2284859" y="1434899"/>
                </a:lnTo>
                <a:lnTo>
                  <a:pt x="2280097" y="1426954"/>
                </a:lnTo>
                <a:lnTo>
                  <a:pt x="2275335" y="1419406"/>
                </a:lnTo>
                <a:lnTo>
                  <a:pt x="2270177" y="1411859"/>
                </a:lnTo>
                <a:lnTo>
                  <a:pt x="2264621" y="1405106"/>
                </a:lnTo>
                <a:lnTo>
                  <a:pt x="2258669" y="1398352"/>
                </a:lnTo>
                <a:lnTo>
                  <a:pt x="2252717" y="1391996"/>
                </a:lnTo>
                <a:lnTo>
                  <a:pt x="2246765" y="1386435"/>
                </a:lnTo>
                <a:lnTo>
                  <a:pt x="2240416" y="1380079"/>
                </a:lnTo>
                <a:lnTo>
                  <a:pt x="2234067" y="1374915"/>
                </a:lnTo>
                <a:lnTo>
                  <a:pt x="2226924" y="1369750"/>
                </a:lnTo>
                <a:lnTo>
                  <a:pt x="2220178" y="1364983"/>
                </a:lnTo>
                <a:lnTo>
                  <a:pt x="2213433" y="1360217"/>
                </a:lnTo>
                <a:lnTo>
                  <a:pt x="2206290" y="1355450"/>
                </a:lnTo>
                <a:lnTo>
                  <a:pt x="2198750" y="1351080"/>
                </a:lnTo>
                <a:lnTo>
                  <a:pt x="2184465" y="1343532"/>
                </a:lnTo>
                <a:lnTo>
                  <a:pt x="2169386" y="1336382"/>
                </a:lnTo>
                <a:lnTo>
                  <a:pt x="2154307" y="1330026"/>
                </a:lnTo>
                <a:lnTo>
                  <a:pt x="2139228" y="1323670"/>
                </a:lnTo>
                <a:lnTo>
                  <a:pt x="2124546" y="1318108"/>
                </a:lnTo>
                <a:lnTo>
                  <a:pt x="2095578" y="1307780"/>
                </a:lnTo>
                <a:lnTo>
                  <a:pt x="2067405" y="1297849"/>
                </a:lnTo>
                <a:lnTo>
                  <a:pt x="2053913" y="1293082"/>
                </a:lnTo>
                <a:lnTo>
                  <a:pt x="2041215" y="1287917"/>
                </a:lnTo>
                <a:lnTo>
                  <a:pt x="1985264" y="1263685"/>
                </a:lnTo>
                <a:lnTo>
                  <a:pt x="1926932" y="1239056"/>
                </a:lnTo>
                <a:lnTo>
                  <a:pt x="1840427" y="1202112"/>
                </a:lnTo>
                <a:lnTo>
                  <a:pt x="1797571" y="1183441"/>
                </a:lnTo>
                <a:lnTo>
                  <a:pt x="1755111" y="1166359"/>
                </a:lnTo>
                <a:lnTo>
                  <a:pt x="1762651" y="1150470"/>
                </a:lnTo>
                <a:lnTo>
                  <a:pt x="1790031" y="1143716"/>
                </a:lnTo>
                <a:lnTo>
                  <a:pt x="1788047" y="1138155"/>
                </a:lnTo>
                <a:lnTo>
                  <a:pt x="1786460" y="1132196"/>
                </a:lnTo>
                <a:lnTo>
                  <a:pt x="1784873" y="1127429"/>
                </a:lnTo>
                <a:lnTo>
                  <a:pt x="1782492" y="1123457"/>
                </a:lnTo>
                <a:lnTo>
                  <a:pt x="1780111" y="1119484"/>
                </a:lnTo>
                <a:lnTo>
                  <a:pt x="1777730" y="1115909"/>
                </a:lnTo>
                <a:lnTo>
                  <a:pt x="1772571" y="1109950"/>
                </a:lnTo>
                <a:lnTo>
                  <a:pt x="1767413" y="1103594"/>
                </a:lnTo>
                <a:lnTo>
                  <a:pt x="1762254" y="1097636"/>
                </a:lnTo>
                <a:lnTo>
                  <a:pt x="1759476" y="1094458"/>
                </a:lnTo>
                <a:lnTo>
                  <a:pt x="1757095" y="1091280"/>
                </a:lnTo>
                <a:lnTo>
                  <a:pt x="1755111" y="1087307"/>
                </a:lnTo>
                <a:lnTo>
                  <a:pt x="1753524" y="1082937"/>
                </a:lnTo>
                <a:lnTo>
                  <a:pt x="1743207" y="973694"/>
                </a:lnTo>
                <a:lnTo>
                  <a:pt x="1743207" y="974091"/>
                </a:lnTo>
                <a:lnTo>
                  <a:pt x="1742413" y="974091"/>
                </a:lnTo>
                <a:lnTo>
                  <a:pt x="1739636" y="973694"/>
                </a:lnTo>
                <a:lnTo>
                  <a:pt x="1730112" y="972105"/>
                </a:lnTo>
                <a:lnTo>
                  <a:pt x="1720985" y="969324"/>
                </a:lnTo>
                <a:lnTo>
                  <a:pt x="1717414" y="968133"/>
                </a:lnTo>
                <a:lnTo>
                  <a:pt x="1715033" y="967338"/>
                </a:lnTo>
                <a:lnTo>
                  <a:pt x="1711065" y="963763"/>
                </a:lnTo>
                <a:lnTo>
                  <a:pt x="1707097" y="960188"/>
                </a:lnTo>
                <a:lnTo>
                  <a:pt x="1703129" y="955818"/>
                </a:lnTo>
                <a:lnTo>
                  <a:pt x="1699954" y="950654"/>
                </a:lnTo>
                <a:lnTo>
                  <a:pt x="1697177" y="945490"/>
                </a:lnTo>
                <a:lnTo>
                  <a:pt x="1694399" y="939531"/>
                </a:lnTo>
                <a:lnTo>
                  <a:pt x="1692018" y="932778"/>
                </a:lnTo>
                <a:lnTo>
                  <a:pt x="1689637" y="926422"/>
                </a:lnTo>
                <a:lnTo>
                  <a:pt x="1688050" y="919668"/>
                </a:lnTo>
                <a:lnTo>
                  <a:pt x="1686066" y="912518"/>
                </a:lnTo>
                <a:lnTo>
                  <a:pt x="1683288" y="897423"/>
                </a:lnTo>
                <a:lnTo>
                  <a:pt x="1681304" y="882327"/>
                </a:lnTo>
                <a:lnTo>
                  <a:pt x="1679717" y="867232"/>
                </a:lnTo>
                <a:lnTo>
                  <a:pt x="1684875" y="862465"/>
                </a:lnTo>
                <a:lnTo>
                  <a:pt x="1689637" y="857698"/>
                </a:lnTo>
                <a:lnTo>
                  <a:pt x="1694796" y="851739"/>
                </a:lnTo>
                <a:lnTo>
                  <a:pt x="1699161" y="845780"/>
                </a:lnTo>
                <a:lnTo>
                  <a:pt x="1703525" y="839424"/>
                </a:lnTo>
                <a:lnTo>
                  <a:pt x="1707891" y="832671"/>
                </a:lnTo>
                <a:lnTo>
                  <a:pt x="1711462" y="825918"/>
                </a:lnTo>
                <a:lnTo>
                  <a:pt x="1715033" y="818767"/>
                </a:lnTo>
                <a:lnTo>
                  <a:pt x="1718208" y="811617"/>
                </a:lnTo>
                <a:lnTo>
                  <a:pt x="1720985" y="804466"/>
                </a:lnTo>
                <a:lnTo>
                  <a:pt x="1726144" y="790166"/>
                </a:lnTo>
                <a:lnTo>
                  <a:pt x="1730509" y="776262"/>
                </a:lnTo>
                <a:lnTo>
                  <a:pt x="1734080" y="762755"/>
                </a:lnTo>
                <a:lnTo>
                  <a:pt x="1736858" y="750838"/>
                </a:lnTo>
                <a:lnTo>
                  <a:pt x="1738842" y="740510"/>
                </a:lnTo>
                <a:lnTo>
                  <a:pt x="1742413" y="720647"/>
                </a:lnTo>
                <a:lnTo>
                  <a:pt x="1743604" y="709524"/>
                </a:lnTo>
                <a:lnTo>
                  <a:pt x="1745191" y="698798"/>
                </a:lnTo>
                <a:lnTo>
                  <a:pt x="1746381" y="687278"/>
                </a:lnTo>
                <a:lnTo>
                  <a:pt x="1747175" y="675361"/>
                </a:lnTo>
                <a:lnTo>
                  <a:pt x="1747572" y="663443"/>
                </a:lnTo>
                <a:lnTo>
                  <a:pt x="1747572" y="651129"/>
                </a:lnTo>
                <a:lnTo>
                  <a:pt x="1747175" y="638814"/>
                </a:lnTo>
                <a:lnTo>
                  <a:pt x="1746381" y="626102"/>
                </a:lnTo>
                <a:lnTo>
                  <a:pt x="1744794" y="613787"/>
                </a:lnTo>
                <a:lnTo>
                  <a:pt x="1742810" y="601473"/>
                </a:lnTo>
                <a:lnTo>
                  <a:pt x="1740033" y="589158"/>
                </a:lnTo>
                <a:lnTo>
                  <a:pt x="1736461" y="576843"/>
                </a:lnTo>
                <a:lnTo>
                  <a:pt x="1732096" y="564529"/>
                </a:lnTo>
                <a:lnTo>
                  <a:pt x="1726937" y="553008"/>
                </a:lnTo>
                <a:lnTo>
                  <a:pt x="1723366" y="546255"/>
                </a:lnTo>
                <a:lnTo>
                  <a:pt x="1720192" y="539899"/>
                </a:lnTo>
                <a:lnTo>
                  <a:pt x="1715033" y="530365"/>
                </a:lnTo>
                <a:lnTo>
                  <a:pt x="1712652" y="526393"/>
                </a:lnTo>
                <a:lnTo>
                  <a:pt x="1711859" y="521229"/>
                </a:lnTo>
                <a:lnTo>
                  <a:pt x="1711859" y="516064"/>
                </a:lnTo>
                <a:lnTo>
                  <a:pt x="1711462" y="509708"/>
                </a:lnTo>
                <a:lnTo>
                  <a:pt x="1712255" y="493421"/>
                </a:lnTo>
                <a:lnTo>
                  <a:pt x="1716223" y="486271"/>
                </a:lnTo>
                <a:lnTo>
                  <a:pt x="1720192" y="479915"/>
                </a:lnTo>
                <a:lnTo>
                  <a:pt x="1724557" y="473559"/>
                </a:lnTo>
                <a:lnTo>
                  <a:pt x="1728922" y="467600"/>
                </a:lnTo>
                <a:lnTo>
                  <a:pt x="1734080" y="462039"/>
                </a:lnTo>
                <a:lnTo>
                  <a:pt x="1738842" y="456477"/>
                </a:lnTo>
                <a:lnTo>
                  <a:pt x="1743604" y="451313"/>
                </a:lnTo>
                <a:lnTo>
                  <a:pt x="1748762" y="446546"/>
                </a:lnTo>
                <a:lnTo>
                  <a:pt x="1754318" y="442176"/>
                </a:lnTo>
                <a:lnTo>
                  <a:pt x="1759476" y="438204"/>
                </a:lnTo>
                <a:lnTo>
                  <a:pt x="1765429" y="434231"/>
                </a:lnTo>
                <a:lnTo>
                  <a:pt x="1771381" y="430259"/>
                </a:lnTo>
                <a:lnTo>
                  <a:pt x="1776936" y="427081"/>
                </a:lnTo>
                <a:lnTo>
                  <a:pt x="1782888" y="424300"/>
                </a:lnTo>
                <a:lnTo>
                  <a:pt x="1789634" y="421917"/>
                </a:lnTo>
                <a:lnTo>
                  <a:pt x="1795587" y="419533"/>
                </a:lnTo>
                <a:lnTo>
                  <a:pt x="1820983" y="409999"/>
                </a:lnTo>
                <a:lnTo>
                  <a:pt x="1834871" y="404438"/>
                </a:lnTo>
                <a:lnTo>
                  <a:pt x="1849950" y="399273"/>
                </a:lnTo>
                <a:lnTo>
                  <a:pt x="1865823" y="394506"/>
                </a:lnTo>
                <a:lnTo>
                  <a:pt x="1882886" y="390137"/>
                </a:lnTo>
                <a:lnTo>
                  <a:pt x="1900742" y="386562"/>
                </a:lnTo>
                <a:lnTo>
                  <a:pt x="1909472" y="384973"/>
                </a:lnTo>
                <a:lnTo>
                  <a:pt x="1918599" y="383384"/>
                </a:lnTo>
                <a:lnTo>
                  <a:pt x="1927726" y="382589"/>
                </a:lnTo>
                <a:lnTo>
                  <a:pt x="1937249" y="381795"/>
                </a:lnTo>
                <a:lnTo>
                  <a:pt x="1946773" y="381397"/>
                </a:lnTo>
                <a:lnTo>
                  <a:pt x="1956693" y="381000"/>
                </a:lnTo>
                <a:close/>
                <a:moveTo>
                  <a:pt x="674585" y="381000"/>
                </a:moveTo>
                <a:lnTo>
                  <a:pt x="684505" y="381397"/>
                </a:lnTo>
                <a:lnTo>
                  <a:pt x="694029" y="382192"/>
                </a:lnTo>
                <a:lnTo>
                  <a:pt x="703552" y="382986"/>
                </a:lnTo>
                <a:lnTo>
                  <a:pt x="713870" y="384575"/>
                </a:lnTo>
                <a:lnTo>
                  <a:pt x="723790" y="386562"/>
                </a:lnTo>
                <a:lnTo>
                  <a:pt x="733710" y="388548"/>
                </a:lnTo>
                <a:lnTo>
                  <a:pt x="743631" y="391726"/>
                </a:lnTo>
                <a:lnTo>
                  <a:pt x="753551" y="394904"/>
                </a:lnTo>
                <a:lnTo>
                  <a:pt x="763868" y="398876"/>
                </a:lnTo>
                <a:lnTo>
                  <a:pt x="773789" y="403246"/>
                </a:lnTo>
                <a:lnTo>
                  <a:pt x="783709" y="408807"/>
                </a:lnTo>
                <a:lnTo>
                  <a:pt x="793629" y="414766"/>
                </a:lnTo>
                <a:lnTo>
                  <a:pt x="820216" y="438998"/>
                </a:lnTo>
                <a:lnTo>
                  <a:pt x="861088" y="446149"/>
                </a:lnTo>
                <a:lnTo>
                  <a:pt x="863866" y="468792"/>
                </a:lnTo>
                <a:lnTo>
                  <a:pt x="867040" y="491832"/>
                </a:lnTo>
                <a:lnTo>
                  <a:pt x="871008" y="514873"/>
                </a:lnTo>
                <a:lnTo>
                  <a:pt x="876167" y="539105"/>
                </a:lnTo>
                <a:lnTo>
                  <a:pt x="871405" y="548241"/>
                </a:lnTo>
                <a:lnTo>
                  <a:pt x="868231" y="554200"/>
                </a:lnTo>
                <a:lnTo>
                  <a:pt x="864659" y="560556"/>
                </a:lnTo>
                <a:lnTo>
                  <a:pt x="861088" y="568501"/>
                </a:lnTo>
                <a:lnTo>
                  <a:pt x="858310" y="577241"/>
                </a:lnTo>
                <a:lnTo>
                  <a:pt x="855533" y="586377"/>
                </a:lnTo>
                <a:lnTo>
                  <a:pt x="854342" y="591144"/>
                </a:lnTo>
                <a:lnTo>
                  <a:pt x="853548" y="596309"/>
                </a:lnTo>
                <a:lnTo>
                  <a:pt x="853152" y="602267"/>
                </a:lnTo>
                <a:lnTo>
                  <a:pt x="852755" y="607431"/>
                </a:lnTo>
                <a:lnTo>
                  <a:pt x="852755" y="613390"/>
                </a:lnTo>
                <a:lnTo>
                  <a:pt x="853152" y="619349"/>
                </a:lnTo>
                <a:lnTo>
                  <a:pt x="854739" y="642786"/>
                </a:lnTo>
                <a:lnTo>
                  <a:pt x="856723" y="670991"/>
                </a:lnTo>
                <a:lnTo>
                  <a:pt x="857913" y="686087"/>
                </a:lnTo>
                <a:lnTo>
                  <a:pt x="859501" y="700785"/>
                </a:lnTo>
                <a:lnTo>
                  <a:pt x="861485" y="716675"/>
                </a:lnTo>
                <a:lnTo>
                  <a:pt x="863469" y="732167"/>
                </a:lnTo>
                <a:lnTo>
                  <a:pt x="866247" y="748057"/>
                </a:lnTo>
                <a:lnTo>
                  <a:pt x="869818" y="763153"/>
                </a:lnTo>
                <a:lnTo>
                  <a:pt x="873786" y="779043"/>
                </a:lnTo>
                <a:lnTo>
                  <a:pt x="878548" y="793741"/>
                </a:lnTo>
                <a:lnTo>
                  <a:pt x="883706" y="808439"/>
                </a:lnTo>
                <a:lnTo>
                  <a:pt x="886881" y="815589"/>
                </a:lnTo>
                <a:lnTo>
                  <a:pt x="890055" y="822343"/>
                </a:lnTo>
                <a:lnTo>
                  <a:pt x="893230" y="829493"/>
                </a:lnTo>
                <a:lnTo>
                  <a:pt x="896801" y="835849"/>
                </a:lnTo>
                <a:lnTo>
                  <a:pt x="901166" y="842205"/>
                </a:lnTo>
                <a:lnTo>
                  <a:pt x="905134" y="848561"/>
                </a:lnTo>
                <a:lnTo>
                  <a:pt x="909896" y="854520"/>
                </a:lnTo>
                <a:lnTo>
                  <a:pt x="914261" y="860081"/>
                </a:lnTo>
                <a:lnTo>
                  <a:pt x="919420" y="865643"/>
                </a:lnTo>
                <a:lnTo>
                  <a:pt x="924578" y="870807"/>
                </a:lnTo>
                <a:lnTo>
                  <a:pt x="922594" y="885902"/>
                </a:lnTo>
                <a:lnTo>
                  <a:pt x="920213" y="899806"/>
                </a:lnTo>
                <a:lnTo>
                  <a:pt x="917436" y="913312"/>
                </a:lnTo>
                <a:lnTo>
                  <a:pt x="915451" y="920463"/>
                </a:lnTo>
                <a:lnTo>
                  <a:pt x="913467" y="927613"/>
                </a:lnTo>
                <a:lnTo>
                  <a:pt x="911087" y="934367"/>
                </a:lnTo>
                <a:lnTo>
                  <a:pt x="908309" y="941517"/>
                </a:lnTo>
                <a:lnTo>
                  <a:pt x="905134" y="947873"/>
                </a:lnTo>
                <a:lnTo>
                  <a:pt x="901563" y="953037"/>
                </a:lnTo>
                <a:lnTo>
                  <a:pt x="899182" y="955818"/>
                </a:lnTo>
                <a:lnTo>
                  <a:pt x="896801" y="958201"/>
                </a:lnTo>
                <a:lnTo>
                  <a:pt x="894420" y="960188"/>
                </a:lnTo>
                <a:lnTo>
                  <a:pt x="891643" y="961777"/>
                </a:lnTo>
                <a:lnTo>
                  <a:pt x="886087" y="965749"/>
                </a:lnTo>
                <a:lnTo>
                  <a:pt x="880532" y="968530"/>
                </a:lnTo>
                <a:lnTo>
                  <a:pt x="874580" y="971708"/>
                </a:lnTo>
                <a:lnTo>
                  <a:pt x="869024" y="975283"/>
                </a:lnTo>
                <a:lnTo>
                  <a:pt x="866247" y="977269"/>
                </a:lnTo>
                <a:lnTo>
                  <a:pt x="863866" y="979653"/>
                </a:lnTo>
                <a:lnTo>
                  <a:pt x="861881" y="982434"/>
                </a:lnTo>
                <a:lnTo>
                  <a:pt x="859897" y="985612"/>
                </a:lnTo>
                <a:lnTo>
                  <a:pt x="857913" y="990379"/>
                </a:lnTo>
                <a:lnTo>
                  <a:pt x="855929" y="995543"/>
                </a:lnTo>
                <a:lnTo>
                  <a:pt x="854342" y="1000707"/>
                </a:lnTo>
                <a:lnTo>
                  <a:pt x="853152" y="1005871"/>
                </a:lnTo>
                <a:lnTo>
                  <a:pt x="852358" y="1011433"/>
                </a:lnTo>
                <a:lnTo>
                  <a:pt x="851961" y="1016597"/>
                </a:lnTo>
                <a:lnTo>
                  <a:pt x="851167" y="1028514"/>
                </a:lnTo>
                <a:lnTo>
                  <a:pt x="850374" y="1039637"/>
                </a:lnTo>
                <a:lnTo>
                  <a:pt x="849580" y="1051158"/>
                </a:lnTo>
                <a:lnTo>
                  <a:pt x="849183" y="1056719"/>
                </a:lnTo>
                <a:lnTo>
                  <a:pt x="848390" y="1061883"/>
                </a:lnTo>
                <a:lnTo>
                  <a:pt x="847199" y="1067445"/>
                </a:lnTo>
                <a:lnTo>
                  <a:pt x="845612" y="1072212"/>
                </a:lnTo>
                <a:lnTo>
                  <a:pt x="843231" y="1078170"/>
                </a:lnTo>
                <a:lnTo>
                  <a:pt x="841247" y="1082937"/>
                </a:lnTo>
                <a:lnTo>
                  <a:pt x="838469" y="1087307"/>
                </a:lnTo>
                <a:lnTo>
                  <a:pt x="836089" y="1091280"/>
                </a:lnTo>
                <a:lnTo>
                  <a:pt x="830136" y="1098430"/>
                </a:lnTo>
                <a:lnTo>
                  <a:pt x="824581" y="1105183"/>
                </a:lnTo>
                <a:lnTo>
                  <a:pt x="821803" y="1109156"/>
                </a:lnTo>
                <a:lnTo>
                  <a:pt x="819026" y="1112731"/>
                </a:lnTo>
                <a:lnTo>
                  <a:pt x="816248" y="1116703"/>
                </a:lnTo>
                <a:lnTo>
                  <a:pt x="814264" y="1121470"/>
                </a:lnTo>
                <a:lnTo>
                  <a:pt x="812280" y="1126237"/>
                </a:lnTo>
                <a:lnTo>
                  <a:pt x="810692" y="1131799"/>
                </a:lnTo>
                <a:lnTo>
                  <a:pt x="809899" y="1138155"/>
                </a:lnTo>
                <a:lnTo>
                  <a:pt x="809105" y="1145305"/>
                </a:lnTo>
                <a:lnTo>
                  <a:pt x="845612" y="1150470"/>
                </a:lnTo>
                <a:lnTo>
                  <a:pt x="853152" y="1166757"/>
                </a:lnTo>
                <a:lnTo>
                  <a:pt x="811089" y="1183838"/>
                </a:lnTo>
                <a:lnTo>
                  <a:pt x="768233" y="1202112"/>
                </a:lnTo>
                <a:lnTo>
                  <a:pt x="682521" y="1239056"/>
                </a:lnTo>
                <a:lnTo>
                  <a:pt x="624586" y="1263685"/>
                </a:lnTo>
                <a:lnTo>
                  <a:pt x="568635" y="1287917"/>
                </a:lnTo>
                <a:lnTo>
                  <a:pt x="555541" y="1293082"/>
                </a:lnTo>
                <a:lnTo>
                  <a:pt x="542446" y="1297849"/>
                </a:lnTo>
                <a:lnTo>
                  <a:pt x="514669" y="1307780"/>
                </a:lnTo>
                <a:lnTo>
                  <a:pt x="485304" y="1318108"/>
                </a:lnTo>
                <a:lnTo>
                  <a:pt x="470225" y="1323670"/>
                </a:lnTo>
                <a:lnTo>
                  <a:pt x="455146" y="1330026"/>
                </a:lnTo>
                <a:lnTo>
                  <a:pt x="440464" y="1336382"/>
                </a:lnTo>
                <a:lnTo>
                  <a:pt x="425385" y="1343532"/>
                </a:lnTo>
                <a:lnTo>
                  <a:pt x="410703" y="1351080"/>
                </a:lnTo>
                <a:lnTo>
                  <a:pt x="403561" y="1355450"/>
                </a:lnTo>
                <a:lnTo>
                  <a:pt x="396418" y="1360217"/>
                </a:lnTo>
                <a:lnTo>
                  <a:pt x="389275" y="1364983"/>
                </a:lnTo>
                <a:lnTo>
                  <a:pt x="382529" y="1369750"/>
                </a:lnTo>
                <a:lnTo>
                  <a:pt x="376180" y="1374915"/>
                </a:lnTo>
                <a:lnTo>
                  <a:pt x="369038" y="1380079"/>
                </a:lnTo>
                <a:lnTo>
                  <a:pt x="363085" y="1386435"/>
                </a:lnTo>
                <a:lnTo>
                  <a:pt x="356736" y="1391996"/>
                </a:lnTo>
                <a:lnTo>
                  <a:pt x="350784" y="1398352"/>
                </a:lnTo>
                <a:lnTo>
                  <a:pt x="345229" y="1405106"/>
                </a:lnTo>
                <a:lnTo>
                  <a:pt x="339277" y="1411859"/>
                </a:lnTo>
                <a:lnTo>
                  <a:pt x="334118" y="1419406"/>
                </a:lnTo>
                <a:lnTo>
                  <a:pt x="329356" y="1426954"/>
                </a:lnTo>
                <a:lnTo>
                  <a:pt x="324594" y="1434899"/>
                </a:lnTo>
                <a:lnTo>
                  <a:pt x="320229" y="1443241"/>
                </a:lnTo>
                <a:lnTo>
                  <a:pt x="315865" y="1451981"/>
                </a:lnTo>
                <a:lnTo>
                  <a:pt x="311896" y="1461117"/>
                </a:lnTo>
                <a:lnTo>
                  <a:pt x="308325" y="1470651"/>
                </a:lnTo>
                <a:lnTo>
                  <a:pt x="304357" y="1482172"/>
                </a:lnTo>
                <a:lnTo>
                  <a:pt x="304357" y="1494486"/>
                </a:lnTo>
                <a:lnTo>
                  <a:pt x="303960" y="1538581"/>
                </a:lnTo>
                <a:lnTo>
                  <a:pt x="302770" y="1594196"/>
                </a:lnTo>
                <a:lnTo>
                  <a:pt x="301182" y="1649413"/>
                </a:lnTo>
                <a:lnTo>
                  <a:pt x="0" y="1649413"/>
                </a:lnTo>
                <a:lnTo>
                  <a:pt x="0" y="1625975"/>
                </a:lnTo>
                <a:lnTo>
                  <a:pt x="0" y="1599757"/>
                </a:lnTo>
                <a:lnTo>
                  <a:pt x="1190" y="1542951"/>
                </a:lnTo>
                <a:lnTo>
                  <a:pt x="2381" y="1488528"/>
                </a:lnTo>
                <a:lnTo>
                  <a:pt x="2778" y="1465487"/>
                </a:lnTo>
                <a:lnTo>
                  <a:pt x="2778" y="1446817"/>
                </a:lnTo>
                <a:lnTo>
                  <a:pt x="5159" y="1440858"/>
                </a:lnTo>
                <a:lnTo>
                  <a:pt x="7539" y="1435296"/>
                </a:lnTo>
                <a:lnTo>
                  <a:pt x="10317" y="1430132"/>
                </a:lnTo>
                <a:lnTo>
                  <a:pt x="13889" y="1425365"/>
                </a:lnTo>
                <a:lnTo>
                  <a:pt x="17063" y="1420598"/>
                </a:lnTo>
                <a:lnTo>
                  <a:pt x="20634" y="1416228"/>
                </a:lnTo>
                <a:lnTo>
                  <a:pt x="24206" y="1411859"/>
                </a:lnTo>
                <a:lnTo>
                  <a:pt x="28174" y="1407886"/>
                </a:lnTo>
                <a:lnTo>
                  <a:pt x="32142" y="1404311"/>
                </a:lnTo>
                <a:lnTo>
                  <a:pt x="36507" y="1400736"/>
                </a:lnTo>
                <a:lnTo>
                  <a:pt x="41269" y="1397558"/>
                </a:lnTo>
                <a:lnTo>
                  <a:pt x="46031" y="1394380"/>
                </a:lnTo>
                <a:lnTo>
                  <a:pt x="55951" y="1388421"/>
                </a:lnTo>
                <a:lnTo>
                  <a:pt x="66665" y="1382860"/>
                </a:lnTo>
                <a:lnTo>
                  <a:pt x="77379" y="1378093"/>
                </a:lnTo>
                <a:lnTo>
                  <a:pt x="88490" y="1373723"/>
                </a:lnTo>
                <a:lnTo>
                  <a:pt x="111902" y="1365381"/>
                </a:lnTo>
                <a:lnTo>
                  <a:pt x="135711" y="1356641"/>
                </a:lnTo>
                <a:lnTo>
                  <a:pt x="147218" y="1352669"/>
                </a:lnTo>
                <a:lnTo>
                  <a:pt x="158726" y="1347902"/>
                </a:lnTo>
                <a:lnTo>
                  <a:pt x="210312" y="1326053"/>
                </a:lnTo>
                <a:lnTo>
                  <a:pt x="263088" y="1303807"/>
                </a:lnTo>
                <a:lnTo>
                  <a:pt x="315071" y="1281164"/>
                </a:lnTo>
                <a:lnTo>
                  <a:pt x="366260" y="1259713"/>
                </a:lnTo>
                <a:lnTo>
                  <a:pt x="423401" y="1243823"/>
                </a:lnTo>
                <a:lnTo>
                  <a:pt x="428163" y="1240645"/>
                </a:lnTo>
                <a:lnTo>
                  <a:pt x="432131" y="1236672"/>
                </a:lnTo>
                <a:lnTo>
                  <a:pt x="436496" y="1231905"/>
                </a:lnTo>
                <a:lnTo>
                  <a:pt x="440464" y="1226741"/>
                </a:lnTo>
                <a:lnTo>
                  <a:pt x="444432" y="1220782"/>
                </a:lnTo>
                <a:lnTo>
                  <a:pt x="448401" y="1214426"/>
                </a:lnTo>
                <a:lnTo>
                  <a:pt x="456337" y="1201317"/>
                </a:lnTo>
                <a:lnTo>
                  <a:pt x="463480" y="1187016"/>
                </a:lnTo>
                <a:lnTo>
                  <a:pt x="469829" y="1173907"/>
                </a:lnTo>
                <a:lnTo>
                  <a:pt x="480543" y="1150470"/>
                </a:lnTo>
                <a:lnTo>
                  <a:pt x="507526" y="1143716"/>
                </a:lnTo>
                <a:lnTo>
                  <a:pt x="506336" y="1138155"/>
                </a:lnTo>
                <a:lnTo>
                  <a:pt x="504748" y="1132196"/>
                </a:lnTo>
                <a:lnTo>
                  <a:pt x="502764" y="1127429"/>
                </a:lnTo>
                <a:lnTo>
                  <a:pt x="500780" y="1123457"/>
                </a:lnTo>
                <a:lnTo>
                  <a:pt x="498399" y="1119484"/>
                </a:lnTo>
                <a:lnTo>
                  <a:pt x="496018" y="1115909"/>
                </a:lnTo>
                <a:lnTo>
                  <a:pt x="490860" y="1109950"/>
                </a:lnTo>
                <a:lnTo>
                  <a:pt x="485701" y="1103594"/>
                </a:lnTo>
                <a:lnTo>
                  <a:pt x="480146" y="1097636"/>
                </a:lnTo>
                <a:lnTo>
                  <a:pt x="477765" y="1094458"/>
                </a:lnTo>
                <a:lnTo>
                  <a:pt x="475384" y="1091280"/>
                </a:lnTo>
                <a:lnTo>
                  <a:pt x="473400" y="1087307"/>
                </a:lnTo>
                <a:lnTo>
                  <a:pt x="471813" y="1082937"/>
                </a:lnTo>
                <a:lnTo>
                  <a:pt x="461495" y="973694"/>
                </a:lnTo>
                <a:lnTo>
                  <a:pt x="461099" y="974091"/>
                </a:lnTo>
                <a:lnTo>
                  <a:pt x="460305" y="974091"/>
                </a:lnTo>
                <a:lnTo>
                  <a:pt x="457527" y="973694"/>
                </a:lnTo>
                <a:lnTo>
                  <a:pt x="448401" y="972105"/>
                </a:lnTo>
                <a:lnTo>
                  <a:pt x="438877" y="969324"/>
                </a:lnTo>
                <a:lnTo>
                  <a:pt x="435306" y="968133"/>
                </a:lnTo>
                <a:lnTo>
                  <a:pt x="433322" y="967338"/>
                </a:lnTo>
                <a:lnTo>
                  <a:pt x="430147" y="964557"/>
                </a:lnTo>
                <a:lnTo>
                  <a:pt x="426973" y="962174"/>
                </a:lnTo>
                <a:lnTo>
                  <a:pt x="424195" y="958996"/>
                </a:lnTo>
                <a:lnTo>
                  <a:pt x="421417" y="955818"/>
                </a:lnTo>
                <a:lnTo>
                  <a:pt x="419036" y="952243"/>
                </a:lnTo>
                <a:lnTo>
                  <a:pt x="416655" y="948270"/>
                </a:lnTo>
                <a:lnTo>
                  <a:pt x="414671" y="944298"/>
                </a:lnTo>
                <a:lnTo>
                  <a:pt x="412687" y="939928"/>
                </a:lnTo>
                <a:lnTo>
                  <a:pt x="409116" y="929997"/>
                </a:lnTo>
                <a:lnTo>
                  <a:pt x="406338" y="920066"/>
                </a:lnTo>
                <a:lnTo>
                  <a:pt x="403957" y="908943"/>
                </a:lnTo>
                <a:lnTo>
                  <a:pt x="401576" y="898217"/>
                </a:lnTo>
                <a:lnTo>
                  <a:pt x="399989" y="887094"/>
                </a:lnTo>
                <a:lnTo>
                  <a:pt x="398402" y="875574"/>
                </a:lnTo>
                <a:lnTo>
                  <a:pt x="396418" y="854122"/>
                </a:lnTo>
                <a:lnTo>
                  <a:pt x="394831" y="834260"/>
                </a:lnTo>
                <a:lnTo>
                  <a:pt x="393640" y="817576"/>
                </a:lnTo>
                <a:lnTo>
                  <a:pt x="393640" y="814795"/>
                </a:lnTo>
                <a:lnTo>
                  <a:pt x="394037" y="811617"/>
                </a:lnTo>
                <a:lnTo>
                  <a:pt x="395227" y="808439"/>
                </a:lnTo>
                <a:lnTo>
                  <a:pt x="396418" y="805261"/>
                </a:lnTo>
                <a:lnTo>
                  <a:pt x="399989" y="798905"/>
                </a:lnTo>
                <a:lnTo>
                  <a:pt x="403561" y="791755"/>
                </a:lnTo>
                <a:lnTo>
                  <a:pt x="407132" y="784604"/>
                </a:lnTo>
                <a:lnTo>
                  <a:pt x="408322" y="780234"/>
                </a:lnTo>
                <a:lnTo>
                  <a:pt x="409513" y="776262"/>
                </a:lnTo>
                <a:lnTo>
                  <a:pt x="410306" y="771495"/>
                </a:lnTo>
                <a:lnTo>
                  <a:pt x="410703" y="766331"/>
                </a:lnTo>
                <a:lnTo>
                  <a:pt x="410306" y="761166"/>
                </a:lnTo>
                <a:lnTo>
                  <a:pt x="409513" y="755605"/>
                </a:lnTo>
                <a:lnTo>
                  <a:pt x="406338" y="738126"/>
                </a:lnTo>
                <a:lnTo>
                  <a:pt x="403561" y="721839"/>
                </a:lnTo>
                <a:lnTo>
                  <a:pt x="401180" y="705552"/>
                </a:lnTo>
                <a:lnTo>
                  <a:pt x="399196" y="689662"/>
                </a:lnTo>
                <a:lnTo>
                  <a:pt x="397608" y="673772"/>
                </a:lnTo>
                <a:lnTo>
                  <a:pt x="397211" y="659074"/>
                </a:lnTo>
                <a:lnTo>
                  <a:pt x="396815" y="643978"/>
                </a:lnTo>
                <a:lnTo>
                  <a:pt x="396815" y="629677"/>
                </a:lnTo>
                <a:lnTo>
                  <a:pt x="397608" y="615774"/>
                </a:lnTo>
                <a:lnTo>
                  <a:pt x="398799" y="602267"/>
                </a:lnTo>
                <a:lnTo>
                  <a:pt x="400386" y="588761"/>
                </a:lnTo>
                <a:lnTo>
                  <a:pt x="402370" y="576446"/>
                </a:lnTo>
                <a:lnTo>
                  <a:pt x="404751" y="563734"/>
                </a:lnTo>
                <a:lnTo>
                  <a:pt x="407529" y="552214"/>
                </a:lnTo>
                <a:lnTo>
                  <a:pt x="410703" y="540297"/>
                </a:lnTo>
                <a:lnTo>
                  <a:pt x="414275" y="529571"/>
                </a:lnTo>
                <a:lnTo>
                  <a:pt x="418243" y="519242"/>
                </a:lnTo>
                <a:lnTo>
                  <a:pt x="422211" y="508914"/>
                </a:lnTo>
                <a:lnTo>
                  <a:pt x="426973" y="499380"/>
                </a:lnTo>
                <a:lnTo>
                  <a:pt x="432131" y="490243"/>
                </a:lnTo>
                <a:lnTo>
                  <a:pt x="437290" y="481504"/>
                </a:lnTo>
                <a:lnTo>
                  <a:pt x="442845" y="473162"/>
                </a:lnTo>
                <a:lnTo>
                  <a:pt x="448797" y="465614"/>
                </a:lnTo>
                <a:lnTo>
                  <a:pt x="454750" y="458066"/>
                </a:lnTo>
                <a:lnTo>
                  <a:pt x="461495" y="451710"/>
                </a:lnTo>
                <a:lnTo>
                  <a:pt x="468241" y="445752"/>
                </a:lnTo>
                <a:lnTo>
                  <a:pt x="474987" y="440190"/>
                </a:lnTo>
                <a:lnTo>
                  <a:pt x="482130" y="435026"/>
                </a:lnTo>
                <a:lnTo>
                  <a:pt x="490066" y="429862"/>
                </a:lnTo>
                <a:lnTo>
                  <a:pt x="497606" y="425889"/>
                </a:lnTo>
                <a:lnTo>
                  <a:pt x="505542" y="422711"/>
                </a:lnTo>
                <a:lnTo>
                  <a:pt x="513875" y="419533"/>
                </a:lnTo>
                <a:lnTo>
                  <a:pt x="538478" y="409999"/>
                </a:lnTo>
                <a:lnTo>
                  <a:pt x="553160" y="404438"/>
                </a:lnTo>
                <a:lnTo>
                  <a:pt x="568239" y="399273"/>
                </a:lnTo>
                <a:lnTo>
                  <a:pt x="584111" y="394506"/>
                </a:lnTo>
                <a:lnTo>
                  <a:pt x="601174" y="390137"/>
                </a:lnTo>
                <a:lnTo>
                  <a:pt x="618634" y="386562"/>
                </a:lnTo>
                <a:lnTo>
                  <a:pt x="627761" y="384973"/>
                </a:lnTo>
                <a:lnTo>
                  <a:pt x="636888" y="383384"/>
                </a:lnTo>
                <a:lnTo>
                  <a:pt x="646014" y="382589"/>
                </a:lnTo>
                <a:lnTo>
                  <a:pt x="655538" y="381795"/>
                </a:lnTo>
                <a:lnTo>
                  <a:pt x="665061" y="381397"/>
                </a:lnTo>
                <a:lnTo>
                  <a:pt x="674585" y="381000"/>
                </a:lnTo>
                <a:close/>
                <a:moveTo>
                  <a:pt x="1307704" y="0"/>
                </a:moveTo>
                <a:lnTo>
                  <a:pt x="1321601" y="0"/>
                </a:lnTo>
                <a:lnTo>
                  <a:pt x="1335100" y="0"/>
                </a:lnTo>
                <a:lnTo>
                  <a:pt x="1348997" y="1191"/>
                </a:lnTo>
                <a:lnTo>
                  <a:pt x="1362496" y="2381"/>
                </a:lnTo>
                <a:lnTo>
                  <a:pt x="1376790" y="4366"/>
                </a:lnTo>
                <a:lnTo>
                  <a:pt x="1390289" y="7144"/>
                </a:lnTo>
                <a:lnTo>
                  <a:pt x="1404583" y="10319"/>
                </a:lnTo>
                <a:lnTo>
                  <a:pt x="1418480" y="14684"/>
                </a:lnTo>
                <a:lnTo>
                  <a:pt x="1432773" y="19447"/>
                </a:lnTo>
                <a:lnTo>
                  <a:pt x="1446670" y="25003"/>
                </a:lnTo>
                <a:lnTo>
                  <a:pt x="1460566" y="31353"/>
                </a:lnTo>
                <a:lnTo>
                  <a:pt x="1474463" y="38497"/>
                </a:lnTo>
                <a:lnTo>
                  <a:pt x="1488757" y="46831"/>
                </a:lnTo>
                <a:lnTo>
                  <a:pt x="1525285" y="80963"/>
                </a:lnTo>
                <a:lnTo>
                  <a:pt x="1584841" y="90884"/>
                </a:lnTo>
                <a:lnTo>
                  <a:pt x="1590400" y="94853"/>
                </a:lnTo>
                <a:lnTo>
                  <a:pt x="1595958" y="99616"/>
                </a:lnTo>
                <a:lnTo>
                  <a:pt x="1600723" y="104775"/>
                </a:lnTo>
                <a:lnTo>
                  <a:pt x="1605487" y="110331"/>
                </a:lnTo>
                <a:lnTo>
                  <a:pt x="1609855" y="115888"/>
                </a:lnTo>
                <a:lnTo>
                  <a:pt x="1613825" y="122238"/>
                </a:lnTo>
                <a:lnTo>
                  <a:pt x="1617399" y="128984"/>
                </a:lnTo>
                <a:lnTo>
                  <a:pt x="1620575" y="134938"/>
                </a:lnTo>
                <a:lnTo>
                  <a:pt x="1626531" y="146447"/>
                </a:lnTo>
                <a:lnTo>
                  <a:pt x="1630898" y="156766"/>
                </a:lnTo>
                <a:lnTo>
                  <a:pt x="1634075" y="165894"/>
                </a:lnTo>
                <a:lnTo>
                  <a:pt x="1636854" y="177403"/>
                </a:lnTo>
                <a:lnTo>
                  <a:pt x="1639236" y="189309"/>
                </a:lnTo>
                <a:lnTo>
                  <a:pt x="1641619" y="200819"/>
                </a:lnTo>
                <a:lnTo>
                  <a:pt x="1643207" y="212725"/>
                </a:lnTo>
                <a:lnTo>
                  <a:pt x="1644795" y="223838"/>
                </a:lnTo>
                <a:lnTo>
                  <a:pt x="1646383" y="235347"/>
                </a:lnTo>
                <a:lnTo>
                  <a:pt x="1648368" y="258366"/>
                </a:lnTo>
                <a:lnTo>
                  <a:pt x="1649559" y="281781"/>
                </a:lnTo>
                <a:lnTo>
                  <a:pt x="1649957" y="304800"/>
                </a:lnTo>
                <a:lnTo>
                  <a:pt x="1649957" y="328613"/>
                </a:lnTo>
                <a:lnTo>
                  <a:pt x="1649559" y="352822"/>
                </a:lnTo>
                <a:lnTo>
                  <a:pt x="1648765" y="365919"/>
                </a:lnTo>
                <a:lnTo>
                  <a:pt x="1647177" y="385763"/>
                </a:lnTo>
                <a:lnTo>
                  <a:pt x="1642413" y="436959"/>
                </a:lnTo>
                <a:lnTo>
                  <a:pt x="1640427" y="464344"/>
                </a:lnTo>
                <a:lnTo>
                  <a:pt x="1638839" y="490141"/>
                </a:lnTo>
                <a:lnTo>
                  <a:pt x="1638442" y="501650"/>
                </a:lnTo>
                <a:lnTo>
                  <a:pt x="1638045" y="511969"/>
                </a:lnTo>
                <a:lnTo>
                  <a:pt x="1638442" y="521494"/>
                </a:lnTo>
                <a:lnTo>
                  <a:pt x="1638839" y="529034"/>
                </a:lnTo>
                <a:lnTo>
                  <a:pt x="1640030" y="538559"/>
                </a:lnTo>
                <a:lnTo>
                  <a:pt x="1642016" y="546497"/>
                </a:lnTo>
                <a:lnTo>
                  <a:pt x="1644001" y="553244"/>
                </a:lnTo>
                <a:lnTo>
                  <a:pt x="1646780" y="558800"/>
                </a:lnTo>
                <a:lnTo>
                  <a:pt x="1649559" y="563959"/>
                </a:lnTo>
                <a:lnTo>
                  <a:pt x="1653133" y="569516"/>
                </a:lnTo>
                <a:lnTo>
                  <a:pt x="1656706" y="576659"/>
                </a:lnTo>
                <a:lnTo>
                  <a:pt x="1661074" y="584597"/>
                </a:lnTo>
                <a:lnTo>
                  <a:pt x="1664250" y="592534"/>
                </a:lnTo>
                <a:lnTo>
                  <a:pt x="1667029" y="600869"/>
                </a:lnTo>
                <a:lnTo>
                  <a:pt x="1669412" y="609600"/>
                </a:lnTo>
                <a:lnTo>
                  <a:pt x="1671397" y="618331"/>
                </a:lnTo>
                <a:lnTo>
                  <a:pt x="1672588" y="627459"/>
                </a:lnTo>
                <a:lnTo>
                  <a:pt x="1673382" y="636984"/>
                </a:lnTo>
                <a:lnTo>
                  <a:pt x="1673779" y="646113"/>
                </a:lnTo>
                <a:lnTo>
                  <a:pt x="1674176" y="655241"/>
                </a:lnTo>
                <a:lnTo>
                  <a:pt x="1673779" y="665163"/>
                </a:lnTo>
                <a:lnTo>
                  <a:pt x="1673382" y="674291"/>
                </a:lnTo>
                <a:lnTo>
                  <a:pt x="1671794" y="692547"/>
                </a:lnTo>
                <a:lnTo>
                  <a:pt x="1669412" y="710009"/>
                </a:lnTo>
                <a:lnTo>
                  <a:pt x="1666632" y="726678"/>
                </a:lnTo>
                <a:lnTo>
                  <a:pt x="1664647" y="735806"/>
                </a:lnTo>
                <a:lnTo>
                  <a:pt x="1662662" y="745728"/>
                </a:lnTo>
                <a:lnTo>
                  <a:pt x="1659883" y="755650"/>
                </a:lnTo>
                <a:lnTo>
                  <a:pt x="1656706" y="765572"/>
                </a:lnTo>
                <a:lnTo>
                  <a:pt x="1653133" y="775891"/>
                </a:lnTo>
                <a:lnTo>
                  <a:pt x="1649162" y="785416"/>
                </a:lnTo>
                <a:lnTo>
                  <a:pt x="1644795" y="793750"/>
                </a:lnTo>
                <a:lnTo>
                  <a:pt x="1642413" y="798116"/>
                </a:lnTo>
                <a:lnTo>
                  <a:pt x="1639633" y="802084"/>
                </a:lnTo>
                <a:lnTo>
                  <a:pt x="1636854" y="805656"/>
                </a:lnTo>
                <a:lnTo>
                  <a:pt x="1633678" y="808831"/>
                </a:lnTo>
                <a:lnTo>
                  <a:pt x="1630104" y="811609"/>
                </a:lnTo>
                <a:lnTo>
                  <a:pt x="1626531" y="814388"/>
                </a:lnTo>
                <a:lnTo>
                  <a:pt x="1618193" y="818753"/>
                </a:lnTo>
                <a:lnTo>
                  <a:pt x="1610252" y="823119"/>
                </a:lnTo>
                <a:lnTo>
                  <a:pt x="1602311" y="827881"/>
                </a:lnTo>
                <a:lnTo>
                  <a:pt x="1598341" y="830263"/>
                </a:lnTo>
                <a:lnTo>
                  <a:pt x="1593973" y="832644"/>
                </a:lnTo>
                <a:lnTo>
                  <a:pt x="1590797" y="835819"/>
                </a:lnTo>
                <a:lnTo>
                  <a:pt x="1587223" y="838994"/>
                </a:lnTo>
                <a:lnTo>
                  <a:pt x="1584444" y="842963"/>
                </a:lnTo>
                <a:lnTo>
                  <a:pt x="1581665" y="846931"/>
                </a:lnTo>
                <a:lnTo>
                  <a:pt x="1578489" y="854075"/>
                </a:lnTo>
                <a:lnTo>
                  <a:pt x="1576106" y="860822"/>
                </a:lnTo>
                <a:lnTo>
                  <a:pt x="1574121" y="867966"/>
                </a:lnTo>
                <a:lnTo>
                  <a:pt x="1572533" y="875506"/>
                </a:lnTo>
                <a:lnTo>
                  <a:pt x="1571342" y="883444"/>
                </a:lnTo>
                <a:lnTo>
                  <a:pt x="1570151" y="890984"/>
                </a:lnTo>
                <a:lnTo>
                  <a:pt x="1568959" y="906859"/>
                </a:lnTo>
                <a:lnTo>
                  <a:pt x="1568165" y="923131"/>
                </a:lnTo>
                <a:lnTo>
                  <a:pt x="1566974" y="939006"/>
                </a:lnTo>
                <a:lnTo>
                  <a:pt x="1565783" y="946944"/>
                </a:lnTo>
                <a:lnTo>
                  <a:pt x="1564989" y="954484"/>
                </a:lnTo>
                <a:lnTo>
                  <a:pt x="1563401" y="961628"/>
                </a:lnTo>
                <a:lnTo>
                  <a:pt x="1561415" y="969169"/>
                </a:lnTo>
                <a:lnTo>
                  <a:pt x="1558636" y="976709"/>
                </a:lnTo>
                <a:lnTo>
                  <a:pt x="1555460" y="983456"/>
                </a:lnTo>
                <a:lnTo>
                  <a:pt x="1551887" y="989409"/>
                </a:lnTo>
                <a:lnTo>
                  <a:pt x="1548313" y="995363"/>
                </a:lnTo>
                <a:lnTo>
                  <a:pt x="1544343" y="1000522"/>
                </a:lnTo>
                <a:lnTo>
                  <a:pt x="1539578" y="1005284"/>
                </a:lnTo>
                <a:lnTo>
                  <a:pt x="1531637" y="1014809"/>
                </a:lnTo>
                <a:lnTo>
                  <a:pt x="1527667" y="1019969"/>
                </a:lnTo>
                <a:lnTo>
                  <a:pt x="1524093" y="1025525"/>
                </a:lnTo>
                <a:lnTo>
                  <a:pt x="1520520" y="1031081"/>
                </a:lnTo>
                <a:lnTo>
                  <a:pt x="1517741" y="1037431"/>
                </a:lnTo>
                <a:lnTo>
                  <a:pt x="1514961" y="1044178"/>
                </a:lnTo>
                <a:lnTo>
                  <a:pt x="1512976" y="1052513"/>
                </a:lnTo>
                <a:lnTo>
                  <a:pt x="1510991" y="1061244"/>
                </a:lnTo>
                <a:lnTo>
                  <a:pt x="1510197" y="1070769"/>
                </a:lnTo>
                <a:lnTo>
                  <a:pt x="1561415" y="1078309"/>
                </a:lnTo>
                <a:lnTo>
                  <a:pt x="1576900" y="1111250"/>
                </a:lnTo>
                <a:lnTo>
                  <a:pt x="1585635" y="1129903"/>
                </a:lnTo>
                <a:lnTo>
                  <a:pt x="1596355" y="1149350"/>
                </a:lnTo>
                <a:lnTo>
                  <a:pt x="1601517" y="1158478"/>
                </a:lnTo>
                <a:lnTo>
                  <a:pt x="1606679" y="1168003"/>
                </a:lnTo>
                <a:lnTo>
                  <a:pt x="1612237" y="1176734"/>
                </a:lnTo>
                <a:lnTo>
                  <a:pt x="1617796" y="1184672"/>
                </a:lnTo>
                <a:lnTo>
                  <a:pt x="1624149" y="1192609"/>
                </a:lnTo>
                <a:lnTo>
                  <a:pt x="1629707" y="1198959"/>
                </a:lnTo>
                <a:lnTo>
                  <a:pt x="1635663" y="1204516"/>
                </a:lnTo>
                <a:lnTo>
                  <a:pt x="1641619" y="1209278"/>
                </a:lnTo>
                <a:lnTo>
                  <a:pt x="1721821" y="1231106"/>
                </a:lnTo>
                <a:lnTo>
                  <a:pt x="1793687" y="1261269"/>
                </a:lnTo>
                <a:lnTo>
                  <a:pt x="1867537" y="1292622"/>
                </a:lnTo>
                <a:lnTo>
                  <a:pt x="1941387" y="1324372"/>
                </a:lnTo>
                <a:lnTo>
                  <a:pt x="2013649" y="1354931"/>
                </a:lnTo>
                <a:lnTo>
                  <a:pt x="2029531" y="1361678"/>
                </a:lnTo>
                <a:lnTo>
                  <a:pt x="2046207" y="1367631"/>
                </a:lnTo>
                <a:lnTo>
                  <a:pt x="2079161" y="1379141"/>
                </a:lnTo>
                <a:lnTo>
                  <a:pt x="2095440" y="1385094"/>
                </a:lnTo>
                <a:lnTo>
                  <a:pt x="2112116" y="1391444"/>
                </a:lnTo>
                <a:lnTo>
                  <a:pt x="2127998" y="1397397"/>
                </a:lnTo>
                <a:lnTo>
                  <a:pt x="2143085" y="1404144"/>
                </a:lnTo>
                <a:lnTo>
                  <a:pt x="2150232" y="1407716"/>
                </a:lnTo>
                <a:lnTo>
                  <a:pt x="2157776" y="1411684"/>
                </a:lnTo>
                <a:lnTo>
                  <a:pt x="2164923" y="1416050"/>
                </a:lnTo>
                <a:lnTo>
                  <a:pt x="2171673" y="1420019"/>
                </a:lnTo>
                <a:lnTo>
                  <a:pt x="2178423" y="1424384"/>
                </a:lnTo>
                <a:lnTo>
                  <a:pt x="2184775" y="1429147"/>
                </a:lnTo>
                <a:lnTo>
                  <a:pt x="2191128" y="1433909"/>
                </a:lnTo>
                <a:lnTo>
                  <a:pt x="2196687" y="1439069"/>
                </a:lnTo>
                <a:lnTo>
                  <a:pt x="2202245" y="1445022"/>
                </a:lnTo>
                <a:lnTo>
                  <a:pt x="2207804" y="1450578"/>
                </a:lnTo>
                <a:lnTo>
                  <a:pt x="2212965" y="1456928"/>
                </a:lnTo>
                <a:lnTo>
                  <a:pt x="2217333" y="1463278"/>
                </a:lnTo>
                <a:lnTo>
                  <a:pt x="2221700" y="1470422"/>
                </a:lnTo>
                <a:lnTo>
                  <a:pt x="2225274" y="1477566"/>
                </a:lnTo>
                <a:lnTo>
                  <a:pt x="2228847" y="1485503"/>
                </a:lnTo>
                <a:lnTo>
                  <a:pt x="2232023" y="1493441"/>
                </a:lnTo>
                <a:lnTo>
                  <a:pt x="2232023" y="1519634"/>
                </a:lnTo>
                <a:lnTo>
                  <a:pt x="2232817" y="1552178"/>
                </a:lnTo>
                <a:lnTo>
                  <a:pt x="2234406" y="1628378"/>
                </a:lnTo>
                <a:lnTo>
                  <a:pt x="2235597" y="1668859"/>
                </a:lnTo>
                <a:lnTo>
                  <a:pt x="2236391" y="1708150"/>
                </a:lnTo>
                <a:lnTo>
                  <a:pt x="2236788" y="1745059"/>
                </a:lnTo>
                <a:lnTo>
                  <a:pt x="2236391" y="1778000"/>
                </a:lnTo>
                <a:lnTo>
                  <a:pt x="374650" y="1778000"/>
                </a:lnTo>
                <a:lnTo>
                  <a:pt x="374650" y="1745059"/>
                </a:lnTo>
                <a:lnTo>
                  <a:pt x="374650" y="1708150"/>
                </a:lnTo>
                <a:lnTo>
                  <a:pt x="375444" y="1668859"/>
                </a:lnTo>
                <a:lnTo>
                  <a:pt x="376238" y="1628378"/>
                </a:lnTo>
                <a:lnTo>
                  <a:pt x="377826" y="1552178"/>
                </a:lnTo>
                <a:lnTo>
                  <a:pt x="378620" y="1519634"/>
                </a:lnTo>
                <a:lnTo>
                  <a:pt x="379017" y="1493441"/>
                </a:lnTo>
                <a:lnTo>
                  <a:pt x="381797" y="1485503"/>
                </a:lnTo>
                <a:lnTo>
                  <a:pt x="385370" y="1477566"/>
                </a:lnTo>
                <a:lnTo>
                  <a:pt x="389341" y="1470422"/>
                </a:lnTo>
                <a:lnTo>
                  <a:pt x="393311" y="1463278"/>
                </a:lnTo>
                <a:lnTo>
                  <a:pt x="398076" y="1456928"/>
                </a:lnTo>
                <a:lnTo>
                  <a:pt x="403237" y="1450578"/>
                </a:lnTo>
                <a:lnTo>
                  <a:pt x="408399" y="1445022"/>
                </a:lnTo>
                <a:lnTo>
                  <a:pt x="413957" y="1439069"/>
                </a:lnTo>
                <a:lnTo>
                  <a:pt x="419516" y="1433909"/>
                </a:lnTo>
                <a:lnTo>
                  <a:pt x="425869" y="1429147"/>
                </a:lnTo>
                <a:lnTo>
                  <a:pt x="432618" y="1424384"/>
                </a:lnTo>
                <a:lnTo>
                  <a:pt x="438971" y="1420019"/>
                </a:lnTo>
                <a:lnTo>
                  <a:pt x="445721" y="1416050"/>
                </a:lnTo>
                <a:lnTo>
                  <a:pt x="452868" y="1411684"/>
                </a:lnTo>
                <a:lnTo>
                  <a:pt x="460412" y="1407716"/>
                </a:lnTo>
                <a:lnTo>
                  <a:pt x="467558" y="1404144"/>
                </a:lnTo>
                <a:lnTo>
                  <a:pt x="482646" y="1397397"/>
                </a:lnTo>
                <a:lnTo>
                  <a:pt x="498925" y="1391444"/>
                </a:lnTo>
                <a:lnTo>
                  <a:pt x="515204" y="1385094"/>
                </a:lnTo>
                <a:lnTo>
                  <a:pt x="531483" y="1379141"/>
                </a:lnTo>
                <a:lnTo>
                  <a:pt x="564437" y="1367631"/>
                </a:lnTo>
                <a:lnTo>
                  <a:pt x="581113" y="1361678"/>
                </a:lnTo>
                <a:lnTo>
                  <a:pt x="597392" y="1354931"/>
                </a:lnTo>
                <a:lnTo>
                  <a:pt x="669257" y="1324372"/>
                </a:lnTo>
                <a:lnTo>
                  <a:pt x="743504" y="1292622"/>
                </a:lnTo>
                <a:lnTo>
                  <a:pt x="817354" y="1261269"/>
                </a:lnTo>
                <a:lnTo>
                  <a:pt x="888822" y="1231106"/>
                </a:lnTo>
                <a:lnTo>
                  <a:pt x="969025" y="1209278"/>
                </a:lnTo>
                <a:lnTo>
                  <a:pt x="974981" y="1204516"/>
                </a:lnTo>
                <a:lnTo>
                  <a:pt x="980937" y="1198959"/>
                </a:lnTo>
                <a:lnTo>
                  <a:pt x="986892" y="1192609"/>
                </a:lnTo>
                <a:lnTo>
                  <a:pt x="992848" y="1184672"/>
                </a:lnTo>
                <a:lnTo>
                  <a:pt x="998407" y="1176734"/>
                </a:lnTo>
                <a:lnTo>
                  <a:pt x="1003965" y="1168003"/>
                </a:lnTo>
                <a:lnTo>
                  <a:pt x="1009524" y="1158478"/>
                </a:lnTo>
                <a:lnTo>
                  <a:pt x="1015083" y="1149350"/>
                </a:lnTo>
                <a:lnTo>
                  <a:pt x="1025009" y="1129903"/>
                </a:lnTo>
                <a:lnTo>
                  <a:pt x="1034141" y="1111250"/>
                </a:lnTo>
                <a:lnTo>
                  <a:pt x="1049228" y="1078309"/>
                </a:lnTo>
                <a:lnTo>
                  <a:pt x="1087345" y="1068784"/>
                </a:lnTo>
                <a:lnTo>
                  <a:pt x="1085359" y="1060450"/>
                </a:lnTo>
                <a:lnTo>
                  <a:pt x="1082977" y="1053306"/>
                </a:lnTo>
                <a:lnTo>
                  <a:pt x="1080595" y="1046163"/>
                </a:lnTo>
                <a:lnTo>
                  <a:pt x="1077419" y="1040209"/>
                </a:lnTo>
                <a:lnTo>
                  <a:pt x="1074242" y="1034653"/>
                </a:lnTo>
                <a:lnTo>
                  <a:pt x="1071066" y="1029891"/>
                </a:lnTo>
                <a:lnTo>
                  <a:pt x="1067492" y="1025525"/>
                </a:lnTo>
                <a:lnTo>
                  <a:pt x="1063125" y="1020763"/>
                </a:lnTo>
                <a:lnTo>
                  <a:pt x="1055978" y="1012825"/>
                </a:lnTo>
                <a:lnTo>
                  <a:pt x="1048434" y="1004491"/>
                </a:lnTo>
                <a:lnTo>
                  <a:pt x="1045258" y="1000125"/>
                </a:lnTo>
                <a:lnTo>
                  <a:pt x="1042082" y="995363"/>
                </a:lnTo>
                <a:lnTo>
                  <a:pt x="1038905" y="989409"/>
                </a:lnTo>
                <a:lnTo>
                  <a:pt x="1036523" y="983456"/>
                </a:lnTo>
                <a:lnTo>
                  <a:pt x="1022229" y="830659"/>
                </a:lnTo>
                <a:lnTo>
                  <a:pt x="1021832" y="831056"/>
                </a:lnTo>
                <a:lnTo>
                  <a:pt x="1020641" y="831056"/>
                </a:lnTo>
                <a:lnTo>
                  <a:pt x="1016671" y="830659"/>
                </a:lnTo>
                <a:lnTo>
                  <a:pt x="1010715" y="829469"/>
                </a:lnTo>
                <a:lnTo>
                  <a:pt x="1003965" y="828278"/>
                </a:lnTo>
                <a:lnTo>
                  <a:pt x="990863" y="824309"/>
                </a:lnTo>
                <a:lnTo>
                  <a:pt x="985701" y="822325"/>
                </a:lnTo>
                <a:lnTo>
                  <a:pt x="982525" y="821134"/>
                </a:lnTo>
                <a:lnTo>
                  <a:pt x="978157" y="817959"/>
                </a:lnTo>
                <a:lnTo>
                  <a:pt x="973790" y="814388"/>
                </a:lnTo>
                <a:lnTo>
                  <a:pt x="969819" y="810419"/>
                </a:lnTo>
                <a:lnTo>
                  <a:pt x="966246" y="805656"/>
                </a:lnTo>
                <a:lnTo>
                  <a:pt x="962673" y="800497"/>
                </a:lnTo>
                <a:lnTo>
                  <a:pt x="959496" y="794941"/>
                </a:lnTo>
                <a:lnTo>
                  <a:pt x="956717" y="788988"/>
                </a:lnTo>
                <a:lnTo>
                  <a:pt x="953541" y="783034"/>
                </a:lnTo>
                <a:lnTo>
                  <a:pt x="951158" y="776684"/>
                </a:lnTo>
                <a:lnTo>
                  <a:pt x="948776" y="769541"/>
                </a:lnTo>
                <a:lnTo>
                  <a:pt x="944409" y="755253"/>
                </a:lnTo>
                <a:lnTo>
                  <a:pt x="941232" y="740172"/>
                </a:lnTo>
                <a:lnTo>
                  <a:pt x="938056" y="724694"/>
                </a:lnTo>
                <a:lnTo>
                  <a:pt x="935674" y="708819"/>
                </a:lnTo>
                <a:lnTo>
                  <a:pt x="934085" y="693341"/>
                </a:lnTo>
                <a:lnTo>
                  <a:pt x="932497" y="677466"/>
                </a:lnTo>
                <a:lnTo>
                  <a:pt x="931306" y="662781"/>
                </a:lnTo>
                <a:lnTo>
                  <a:pt x="929321" y="635000"/>
                </a:lnTo>
                <a:lnTo>
                  <a:pt x="926939" y="611981"/>
                </a:lnTo>
                <a:lnTo>
                  <a:pt x="926939" y="607616"/>
                </a:lnTo>
                <a:lnTo>
                  <a:pt x="927733" y="603250"/>
                </a:lnTo>
                <a:lnTo>
                  <a:pt x="929321" y="598884"/>
                </a:lnTo>
                <a:lnTo>
                  <a:pt x="931306" y="594519"/>
                </a:lnTo>
                <a:lnTo>
                  <a:pt x="935674" y="585391"/>
                </a:lnTo>
                <a:lnTo>
                  <a:pt x="940835" y="575866"/>
                </a:lnTo>
                <a:lnTo>
                  <a:pt x="943217" y="570706"/>
                </a:lnTo>
                <a:lnTo>
                  <a:pt x="945600" y="565150"/>
                </a:lnTo>
                <a:lnTo>
                  <a:pt x="947585" y="559594"/>
                </a:lnTo>
                <a:lnTo>
                  <a:pt x="949173" y="553641"/>
                </a:lnTo>
                <a:lnTo>
                  <a:pt x="950364" y="547291"/>
                </a:lnTo>
                <a:lnTo>
                  <a:pt x="950761" y="539750"/>
                </a:lnTo>
                <a:lnTo>
                  <a:pt x="950364" y="532606"/>
                </a:lnTo>
                <a:lnTo>
                  <a:pt x="949173" y="524669"/>
                </a:lnTo>
                <a:lnTo>
                  <a:pt x="944409" y="500856"/>
                </a:lnTo>
                <a:lnTo>
                  <a:pt x="940438" y="477441"/>
                </a:lnTo>
                <a:lnTo>
                  <a:pt x="937262" y="454422"/>
                </a:lnTo>
                <a:lnTo>
                  <a:pt x="934880" y="432197"/>
                </a:lnTo>
                <a:lnTo>
                  <a:pt x="933291" y="410766"/>
                </a:lnTo>
                <a:lnTo>
                  <a:pt x="932100" y="389334"/>
                </a:lnTo>
                <a:lnTo>
                  <a:pt x="931703" y="368300"/>
                </a:lnTo>
                <a:lnTo>
                  <a:pt x="932100" y="348059"/>
                </a:lnTo>
                <a:lnTo>
                  <a:pt x="932894" y="328613"/>
                </a:lnTo>
                <a:lnTo>
                  <a:pt x="934483" y="309563"/>
                </a:lnTo>
                <a:lnTo>
                  <a:pt x="936468" y="290909"/>
                </a:lnTo>
                <a:lnTo>
                  <a:pt x="939247" y="273447"/>
                </a:lnTo>
                <a:lnTo>
                  <a:pt x="942423" y="255984"/>
                </a:lnTo>
                <a:lnTo>
                  <a:pt x="946394" y="239713"/>
                </a:lnTo>
                <a:lnTo>
                  <a:pt x="950761" y="223441"/>
                </a:lnTo>
                <a:lnTo>
                  <a:pt x="956320" y="207566"/>
                </a:lnTo>
                <a:lnTo>
                  <a:pt x="961482" y="193278"/>
                </a:lnTo>
                <a:lnTo>
                  <a:pt x="967437" y="178991"/>
                </a:lnTo>
                <a:lnTo>
                  <a:pt x="973790" y="165497"/>
                </a:lnTo>
                <a:lnTo>
                  <a:pt x="980937" y="152400"/>
                </a:lnTo>
                <a:lnTo>
                  <a:pt x="988481" y="140494"/>
                </a:lnTo>
                <a:lnTo>
                  <a:pt x="996421" y="129381"/>
                </a:lnTo>
                <a:lnTo>
                  <a:pt x="1004362" y="118269"/>
                </a:lnTo>
                <a:lnTo>
                  <a:pt x="1013494" y="108347"/>
                </a:lnTo>
                <a:lnTo>
                  <a:pt x="1022229" y="99219"/>
                </a:lnTo>
                <a:lnTo>
                  <a:pt x="1031758" y="90091"/>
                </a:lnTo>
                <a:lnTo>
                  <a:pt x="1041685" y="82550"/>
                </a:lnTo>
                <a:lnTo>
                  <a:pt x="1051611" y="75406"/>
                </a:lnTo>
                <a:lnTo>
                  <a:pt x="1061934" y="68659"/>
                </a:lnTo>
                <a:lnTo>
                  <a:pt x="1073051" y="63103"/>
                </a:lnTo>
                <a:lnTo>
                  <a:pt x="1084168" y="58341"/>
                </a:lnTo>
                <a:lnTo>
                  <a:pt x="1095683" y="53975"/>
                </a:lnTo>
                <a:lnTo>
                  <a:pt x="1112358" y="47228"/>
                </a:lnTo>
                <a:lnTo>
                  <a:pt x="1131019" y="40084"/>
                </a:lnTo>
                <a:lnTo>
                  <a:pt x="1150872" y="32544"/>
                </a:lnTo>
                <a:lnTo>
                  <a:pt x="1171915" y="25400"/>
                </a:lnTo>
                <a:lnTo>
                  <a:pt x="1194547" y="18653"/>
                </a:lnTo>
                <a:lnTo>
                  <a:pt x="1206458" y="15875"/>
                </a:lnTo>
                <a:lnTo>
                  <a:pt x="1218369" y="12303"/>
                </a:lnTo>
                <a:lnTo>
                  <a:pt x="1230281" y="9525"/>
                </a:lnTo>
                <a:lnTo>
                  <a:pt x="1242986" y="7144"/>
                </a:lnTo>
                <a:lnTo>
                  <a:pt x="1255294" y="5159"/>
                </a:lnTo>
                <a:lnTo>
                  <a:pt x="1268397" y="3175"/>
                </a:lnTo>
                <a:lnTo>
                  <a:pt x="1281102" y="1588"/>
                </a:lnTo>
                <a:lnTo>
                  <a:pt x="1294602" y="794"/>
                </a:lnTo>
                <a:lnTo>
                  <a:pt x="1307704" y="0"/>
                </a:lnTo>
                <a:close/>
              </a:path>
            </a:pathLst>
          </a:custGeom>
          <a:solidFill>
            <a:srgbClr val="CA2C3B"/>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1013">
              <a:solidFill>
                <a:srgbClr val="FFFFFF"/>
              </a:solidFill>
            </a:endParaRPr>
          </a:p>
        </p:txBody>
      </p:sp>
    </p:spTree>
    <p:extLst>
      <p:ext uri="{BB962C8B-B14F-4D97-AF65-F5344CB8AC3E}">
        <p14:creationId xmlns:p14="http://schemas.microsoft.com/office/powerpoint/2010/main" val="202757902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par>
                                <p:cTn id="20" presetID="53" presetClass="entr" presetSubtype="16"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par>
                                <p:cTn id="25" presetID="53" presetClass="entr" presetSubtype="16"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p:cTn id="39" dur="500" fill="hold"/>
                                        <p:tgtEl>
                                          <p:spTgt spid="22"/>
                                        </p:tgtEl>
                                        <p:attrNameLst>
                                          <p:attrName>ppt_w</p:attrName>
                                        </p:attrNameLst>
                                      </p:cBhvr>
                                      <p:tavLst>
                                        <p:tav tm="0">
                                          <p:val>
                                            <p:fltVal val="0"/>
                                          </p:val>
                                        </p:tav>
                                        <p:tav tm="100000">
                                          <p:val>
                                            <p:strVal val="#ppt_w"/>
                                          </p:val>
                                        </p:tav>
                                      </p:tavLst>
                                    </p:anim>
                                    <p:anim calcmode="lin" valueType="num">
                                      <p:cBhvr>
                                        <p:cTn id="40" dur="500" fill="hold"/>
                                        <p:tgtEl>
                                          <p:spTgt spid="22"/>
                                        </p:tgtEl>
                                        <p:attrNameLst>
                                          <p:attrName>ppt_h</p:attrName>
                                        </p:attrNameLst>
                                      </p:cBhvr>
                                      <p:tavLst>
                                        <p:tav tm="0">
                                          <p:val>
                                            <p:fltVal val="0"/>
                                          </p:val>
                                        </p:tav>
                                        <p:tav tm="100000">
                                          <p:val>
                                            <p:strVal val="#ppt_h"/>
                                          </p:val>
                                        </p:tav>
                                      </p:tavLst>
                                    </p:anim>
                                    <p:animEffect transition="in" filter="fade">
                                      <p:cBhvr>
                                        <p:cTn id="41" dur="500"/>
                                        <p:tgtEl>
                                          <p:spTgt spid="22"/>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p:cTn id="44" dur="500" fill="hold"/>
                                        <p:tgtEl>
                                          <p:spTgt spid="6"/>
                                        </p:tgtEl>
                                        <p:attrNameLst>
                                          <p:attrName>ppt_w</p:attrName>
                                        </p:attrNameLst>
                                      </p:cBhvr>
                                      <p:tavLst>
                                        <p:tav tm="0">
                                          <p:val>
                                            <p:fltVal val="0"/>
                                          </p:val>
                                        </p:tav>
                                        <p:tav tm="100000">
                                          <p:val>
                                            <p:strVal val="#ppt_w"/>
                                          </p:val>
                                        </p:tav>
                                      </p:tavLst>
                                    </p:anim>
                                    <p:anim calcmode="lin" valueType="num">
                                      <p:cBhvr>
                                        <p:cTn id="45" dur="500" fill="hold"/>
                                        <p:tgtEl>
                                          <p:spTgt spid="6"/>
                                        </p:tgtEl>
                                        <p:attrNameLst>
                                          <p:attrName>ppt_h</p:attrName>
                                        </p:attrNameLst>
                                      </p:cBhvr>
                                      <p:tavLst>
                                        <p:tav tm="0">
                                          <p:val>
                                            <p:fltVal val="0"/>
                                          </p:val>
                                        </p:tav>
                                        <p:tav tm="100000">
                                          <p:val>
                                            <p:strVal val="#ppt_h"/>
                                          </p:val>
                                        </p:tav>
                                      </p:tavLst>
                                    </p:anim>
                                    <p:animEffect transition="in" filter="fade">
                                      <p:cBhvr>
                                        <p:cTn id="46" dur="500"/>
                                        <p:tgtEl>
                                          <p:spTgt spid="6"/>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p:cTn id="49" dur="500" fill="hold"/>
                                        <p:tgtEl>
                                          <p:spTgt spid="24"/>
                                        </p:tgtEl>
                                        <p:attrNameLst>
                                          <p:attrName>ppt_w</p:attrName>
                                        </p:attrNameLst>
                                      </p:cBhvr>
                                      <p:tavLst>
                                        <p:tav tm="0">
                                          <p:val>
                                            <p:fltVal val="0"/>
                                          </p:val>
                                        </p:tav>
                                        <p:tav tm="100000">
                                          <p:val>
                                            <p:strVal val="#ppt_w"/>
                                          </p:val>
                                        </p:tav>
                                      </p:tavLst>
                                    </p:anim>
                                    <p:anim calcmode="lin" valueType="num">
                                      <p:cBhvr>
                                        <p:cTn id="50" dur="500" fill="hold"/>
                                        <p:tgtEl>
                                          <p:spTgt spid="24"/>
                                        </p:tgtEl>
                                        <p:attrNameLst>
                                          <p:attrName>ppt_h</p:attrName>
                                        </p:attrNameLst>
                                      </p:cBhvr>
                                      <p:tavLst>
                                        <p:tav tm="0">
                                          <p:val>
                                            <p:fltVal val="0"/>
                                          </p:val>
                                        </p:tav>
                                        <p:tav tm="100000">
                                          <p:val>
                                            <p:strVal val="#ppt_h"/>
                                          </p:val>
                                        </p:tav>
                                      </p:tavLst>
                                    </p:anim>
                                    <p:animEffect transition="in" filter="fade">
                                      <p:cBhvr>
                                        <p:cTn id="51" dur="500"/>
                                        <p:tgtEl>
                                          <p:spTgt spid="24"/>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7"/>
                                        </p:tgtEl>
                                        <p:attrNameLst>
                                          <p:attrName>style.visibility</p:attrName>
                                        </p:attrNameLst>
                                      </p:cBhvr>
                                      <p:to>
                                        <p:strVal val="visible"/>
                                      </p:to>
                                    </p:set>
                                    <p:anim calcmode="lin" valueType="num">
                                      <p:cBhvr>
                                        <p:cTn id="54" dur="500" fill="hold"/>
                                        <p:tgtEl>
                                          <p:spTgt spid="7"/>
                                        </p:tgtEl>
                                        <p:attrNameLst>
                                          <p:attrName>ppt_w</p:attrName>
                                        </p:attrNameLst>
                                      </p:cBhvr>
                                      <p:tavLst>
                                        <p:tav tm="0">
                                          <p:val>
                                            <p:fltVal val="0"/>
                                          </p:val>
                                        </p:tav>
                                        <p:tav tm="100000">
                                          <p:val>
                                            <p:strVal val="#ppt_w"/>
                                          </p:val>
                                        </p:tav>
                                      </p:tavLst>
                                    </p:anim>
                                    <p:anim calcmode="lin" valueType="num">
                                      <p:cBhvr>
                                        <p:cTn id="55" dur="500" fill="hold"/>
                                        <p:tgtEl>
                                          <p:spTgt spid="7"/>
                                        </p:tgtEl>
                                        <p:attrNameLst>
                                          <p:attrName>ppt_h</p:attrName>
                                        </p:attrNameLst>
                                      </p:cBhvr>
                                      <p:tavLst>
                                        <p:tav tm="0">
                                          <p:val>
                                            <p:fltVal val="0"/>
                                          </p:val>
                                        </p:tav>
                                        <p:tav tm="100000">
                                          <p:val>
                                            <p:strVal val="#ppt_h"/>
                                          </p:val>
                                        </p:tav>
                                      </p:tavLst>
                                    </p:anim>
                                    <p:animEffect transition="in" filter="fade">
                                      <p:cBhvr>
                                        <p:cTn id="56" dur="500"/>
                                        <p:tgtEl>
                                          <p:spTgt spid="7"/>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p:cTn id="59" dur="500" fill="hold"/>
                                        <p:tgtEl>
                                          <p:spTgt spid="25"/>
                                        </p:tgtEl>
                                        <p:attrNameLst>
                                          <p:attrName>ppt_w</p:attrName>
                                        </p:attrNameLst>
                                      </p:cBhvr>
                                      <p:tavLst>
                                        <p:tav tm="0">
                                          <p:val>
                                            <p:fltVal val="0"/>
                                          </p:val>
                                        </p:tav>
                                        <p:tav tm="100000">
                                          <p:val>
                                            <p:strVal val="#ppt_w"/>
                                          </p:val>
                                        </p:tav>
                                      </p:tavLst>
                                    </p:anim>
                                    <p:anim calcmode="lin" valueType="num">
                                      <p:cBhvr>
                                        <p:cTn id="60" dur="500" fill="hold"/>
                                        <p:tgtEl>
                                          <p:spTgt spid="25"/>
                                        </p:tgtEl>
                                        <p:attrNameLst>
                                          <p:attrName>ppt_h</p:attrName>
                                        </p:attrNameLst>
                                      </p:cBhvr>
                                      <p:tavLst>
                                        <p:tav tm="0">
                                          <p:val>
                                            <p:fltVal val="0"/>
                                          </p:val>
                                        </p:tav>
                                        <p:tav tm="100000">
                                          <p:val>
                                            <p:strVal val="#ppt_h"/>
                                          </p:val>
                                        </p:tav>
                                      </p:tavLst>
                                    </p:anim>
                                    <p:animEffect transition="in" filter="fade">
                                      <p:cBhvr>
                                        <p:cTn id="61" dur="500"/>
                                        <p:tgtEl>
                                          <p:spTgt spid="25"/>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 calcmode="lin" valueType="num">
                                      <p:cBhvr>
                                        <p:cTn id="64" dur="500" fill="hold"/>
                                        <p:tgtEl>
                                          <p:spTgt spid="8"/>
                                        </p:tgtEl>
                                        <p:attrNameLst>
                                          <p:attrName>ppt_w</p:attrName>
                                        </p:attrNameLst>
                                      </p:cBhvr>
                                      <p:tavLst>
                                        <p:tav tm="0">
                                          <p:val>
                                            <p:fltVal val="0"/>
                                          </p:val>
                                        </p:tav>
                                        <p:tav tm="100000">
                                          <p:val>
                                            <p:strVal val="#ppt_w"/>
                                          </p:val>
                                        </p:tav>
                                      </p:tavLst>
                                    </p:anim>
                                    <p:anim calcmode="lin" valueType="num">
                                      <p:cBhvr>
                                        <p:cTn id="65" dur="500" fill="hold"/>
                                        <p:tgtEl>
                                          <p:spTgt spid="8"/>
                                        </p:tgtEl>
                                        <p:attrNameLst>
                                          <p:attrName>ppt_h</p:attrName>
                                        </p:attrNameLst>
                                      </p:cBhvr>
                                      <p:tavLst>
                                        <p:tav tm="0">
                                          <p:val>
                                            <p:fltVal val="0"/>
                                          </p:val>
                                        </p:tav>
                                        <p:tav tm="100000">
                                          <p:val>
                                            <p:strVal val="#ppt_h"/>
                                          </p:val>
                                        </p:tav>
                                      </p:tavLst>
                                    </p:anim>
                                    <p:animEffect transition="in" filter="fade">
                                      <p:cBhvr>
                                        <p:cTn id="66" dur="500"/>
                                        <p:tgtEl>
                                          <p:spTgt spid="8"/>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p:cTn id="69" dur="500" fill="hold"/>
                                        <p:tgtEl>
                                          <p:spTgt spid="26"/>
                                        </p:tgtEl>
                                        <p:attrNameLst>
                                          <p:attrName>ppt_w</p:attrName>
                                        </p:attrNameLst>
                                      </p:cBhvr>
                                      <p:tavLst>
                                        <p:tav tm="0">
                                          <p:val>
                                            <p:fltVal val="0"/>
                                          </p:val>
                                        </p:tav>
                                        <p:tav tm="100000">
                                          <p:val>
                                            <p:strVal val="#ppt_w"/>
                                          </p:val>
                                        </p:tav>
                                      </p:tavLst>
                                    </p:anim>
                                    <p:anim calcmode="lin" valueType="num">
                                      <p:cBhvr>
                                        <p:cTn id="70" dur="500" fill="hold"/>
                                        <p:tgtEl>
                                          <p:spTgt spid="26"/>
                                        </p:tgtEl>
                                        <p:attrNameLst>
                                          <p:attrName>ppt_h</p:attrName>
                                        </p:attrNameLst>
                                      </p:cBhvr>
                                      <p:tavLst>
                                        <p:tav tm="0">
                                          <p:val>
                                            <p:fltVal val="0"/>
                                          </p:val>
                                        </p:tav>
                                        <p:tav tm="100000">
                                          <p:val>
                                            <p:strVal val="#ppt_h"/>
                                          </p:val>
                                        </p:tav>
                                      </p:tavLst>
                                    </p:anim>
                                    <p:animEffect transition="in" filter="fade">
                                      <p:cBhvr>
                                        <p:cTn id="71" dur="500"/>
                                        <p:tgtEl>
                                          <p:spTgt spid="26"/>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9"/>
                                        </p:tgtEl>
                                        <p:attrNameLst>
                                          <p:attrName>style.visibility</p:attrName>
                                        </p:attrNameLst>
                                      </p:cBhvr>
                                      <p:to>
                                        <p:strVal val="visible"/>
                                      </p:to>
                                    </p:set>
                                    <p:anim calcmode="lin" valueType="num">
                                      <p:cBhvr>
                                        <p:cTn id="74" dur="500" fill="hold"/>
                                        <p:tgtEl>
                                          <p:spTgt spid="9"/>
                                        </p:tgtEl>
                                        <p:attrNameLst>
                                          <p:attrName>ppt_w</p:attrName>
                                        </p:attrNameLst>
                                      </p:cBhvr>
                                      <p:tavLst>
                                        <p:tav tm="0">
                                          <p:val>
                                            <p:fltVal val="0"/>
                                          </p:val>
                                        </p:tav>
                                        <p:tav tm="100000">
                                          <p:val>
                                            <p:strVal val="#ppt_w"/>
                                          </p:val>
                                        </p:tav>
                                      </p:tavLst>
                                    </p:anim>
                                    <p:anim calcmode="lin" valueType="num">
                                      <p:cBhvr>
                                        <p:cTn id="75" dur="500" fill="hold"/>
                                        <p:tgtEl>
                                          <p:spTgt spid="9"/>
                                        </p:tgtEl>
                                        <p:attrNameLst>
                                          <p:attrName>ppt_h</p:attrName>
                                        </p:attrNameLst>
                                      </p:cBhvr>
                                      <p:tavLst>
                                        <p:tav tm="0">
                                          <p:val>
                                            <p:fltVal val="0"/>
                                          </p:val>
                                        </p:tav>
                                        <p:tav tm="100000">
                                          <p:val>
                                            <p:strVal val="#ppt_h"/>
                                          </p:val>
                                        </p:tav>
                                      </p:tavLst>
                                    </p:anim>
                                    <p:animEffect transition="in" filter="fade">
                                      <p:cBhvr>
                                        <p:cTn id="76" dur="500"/>
                                        <p:tgtEl>
                                          <p:spTgt spid="9"/>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nodeType="clickEffect">
                                  <p:stCondLst>
                                    <p:cond delay="0"/>
                                  </p:stCondLst>
                                  <p:childTnLst>
                                    <p:set>
                                      <p:cBhvr>
                                        <p:cTn id="80" dur="1" fill="hold">
                                          <p:stCondLst>
                                            <p:cond delay="0"/>
                                          </p:stCondLst>
                                        </p:cTn>
                                        <p:tgtEl>
                                          <p:spTgt spid="18"/>
                                        </p:tgtEl>
                                        <p:attrNameLst>
                                          <p:attrName>style.visibility</p:attrName>
                                        </p:attrNameLst>
                                      </p:cBhvr>
                                      <p:to>
                                        <p:strVal val="visible"/>
                                      </p:to>
                                    </p:set>
                                    <p:anim calcmode="lin" valueType="num">
                                      <p:cBhvr>
                                        <p:cTn id="81" dur="500" fill="hold"/>
                                        <p:tgtEl>
                                          <p:spTgt spid="18"/>
                                        </p:tgtEl>
                                        <p:attrNameLst>
                                          <p:attrName>ppt_w</p:attrName>
                                        </p:attrNameLst>
                                      </p:cBhvr>
                                      <p:tavLst>
                                        <p:tav tm="0">
                                          <p:val>
                                            <p:fltVal val="0"/>
                                          </p:val>
                                        </p:tav>
                                        <p:tav tm="100000">
                                          <p:val>
                                            <p:strVal val="#ppt_w"/>
                                          </p:val>
                                        </p:tav>
                                      </p:tavLst>
                                    </p:anim>
                                    <p:anim calcmode="lin" valueType="num">
                                      <p:cBhvr>
                                        <p:cTn id="82" dur="500" fill="hold"/>
                                        <p:tgtEl>
                                          <p:spTgt spid="18"/>
                                        </p:tgtEl>
                                        <p:attrNameLst>
                                          <p:attrName>ppt_h</p:attrName>
                                        </p:attrNameLst>
                                      </p:cBhvr>
                                      <p:tavLst>
                                        <p:tav tm="0">
                                          <p:val>
                                            <p:fltVal val="0"/>
                                          </p:val>
                                        </p:tav>
                                        <p:tav tm="100000">
                                          <p:val>
                                            <p:strVal val="#ppt_h"/>
                                          </p:val>
                                        </p:tav>
                                      </p:tavLst>
                                    </p:anim>
                                    <p:animEffect transition="in" filter="fade">
                                      <p:cBhvr>
                                        <p:cTn id="83" dur="500"/>
                                        <p:tgtEl>
                                          <p:spTgt spid="18"/>
                                        </p:tgtEl>
                                      </p:cBhvr>
                                    </p:animEffect>
                                  </p:childTnLst>
                                </p:cTn>
                              </p:par>
                              <p:par>
                                <p:cTn id="84" presetID="53" presetClass="entr" presetSubtype="16" fill="hold" nodeType="withEffect">
                                  <p:stCondLst>
                                    <p:cond delay="0"/>
                                  </p:stCondLst>
                                  <p:childTnLst>
                                    <p:set>
                                      <p:cBhvr>
                                        <p:cTn id="85" dur="1" fill="hold">
                                          <p:stCondLst>
                                            <p:cond delay="0"/>
                                          </p:stCondLst>
                                        </p:cTn>
                                        <p:tgtEl>
                                          <p:spTgt spid="19"/>
                                        </p:tgtEl>
                                        <p:attrNameLst>
                                          <p:attrName>style.visibility</p:attrName>
                                        </p:attrNameLst>
                                      </p:cBhvr>
                                      <p:to>
                                        <p:strVal val="visible"/>
                                      </p:to>
                                    </p:set>
                                    <p:anim calcmode="lin" valueType="num">
                                      <p:cBhvr>
                                        <p:cTn id="86" dur="500" fill="hold"/>
                                        <p:tgtEl>
                                          <p:spTgt spid="19"/>
                                        </p:tgtEl>
                                        <p:attrNameLst>
                                          <p:attrName>ppt_w</p:attrName>
                                        </p:attrNameLst>
                                      </p:cBhvr>
                                      <p:tavLst>
                                        <p:tav tm="0">
                                          <p:val>
                                            <p:fltVal val="0"/>
                                          </p:val>
                                        </p:tav>
                                        <p:tav tm="100000">
                                          <p:val>
                                            <p:strVal val="#ppt_w"/>
                                          </p:val>
                                        </p:tav>
                                      </p:tavLst>
                                    </p:anim>
                                    <p:anim calcmode="lin" valueType="num">
                                      <p:cBhvr>
                                        <p:cTn id="87" dur="500" fill="hold"/>
                                        <p:tgtEl>
                                          <p:spTgt spid="19"/>
                                        </p:tgtEl>
                                        <p:attrNameLst>
                                          <p:attrName>ppt_h</p:attrName>
                                        </p:attrNameLst>
                                      </p:cBhvr>
                                      <p:tavLst>
                                        <p:tav tm="0">
                                          <p:val>
                                            <p:fltVal val="0"/>
                                          </p:val>
                                        </p:tav>
                                        <p:tav tm="100000">
                                          <p:val>
                                            <p:strVal val="#ppt_h"/>
                                          </p:val>
                                        </p:tav>
                                      </p:tavLst>
                                    </p:anim>
                                    <p:animEffect transition="in" filter="fade">
                                      <p:cBhvr>
                                        <p:cTn id="88" dur="500"/>
                                        <p:tgtEl>
                                          <p:spTgt spid="19"/>
                                        </p:tgtEl>
                                      </p:cBhvr>
                                    </p:animEffect>
                                  </p:childTnLst>
                                </p:cTn>
                              </p:par>
                              <p:par>
                                <p:cTn id="89" presetID="53" presetClass="entr" presetSubtype="16" fill="hold" nodeType="withEffect">
                                  <p:stCondLst>
                                    <p:cond delay="0"/>
                                  </p:stCondLst>
                                  <p:childTnLst>
                                    <p:set>
                                      <p:cBhvr>
                                        <p:cTn id="90" dur="1" fill="hold">
                                          <p:stCondLst>
                                            <p:cond delay="0"/>
                                          </p:stCondLst>
                                        </p:cTn>
                                        <p:tgtEl>
                                          <p:spTgt spid="21"/>
                                        </p:tgtEl>
                                        <p:attrNameLst>
                                          <p:attrName>style.visibility</p:attrName>
                                        </p:attrNameLst>
                                      </p:cBhvr>
                                      <p:to>
                                        <p:strVal val="visible"/>
                                      </p:to>
                                    </p:set>
                                    <p:anim calcmode="lin" valueType="num">
                                      <p:cBhvr>
                                        <p:cTn id="91" dur="500" fill="hold"/>
                                        <p:tgtEl>
                                          <p:spTgt spid="21"/>
                                        </p:tgtEl>
                                        <p:attrNameLst>
                                          <p:attrName>ppt_w</p:attrName>
                                        </p:attrNameLst>
                                      </p:cBhvr>
                                      <p:tavLst>
                                        <p:tav tm="0">
                                          <p:val>
                                            <p:fltVal val="0"/>
                                          </p:val>
                                        </p:tav>
                                        <p:tav tm="100000">
                                          <p:val>
                                            <p:strVal val="#ppt_w"/>
                                          </p:val>
                                        </p:tav>
                                      </p:tavLst>
                                    </p:anim>
                                    <p:anim calcmode="lin" valueType="num">
                                      <p:cBhvr>
                                        <p:cTn id="92" dur="500" fill="hold"/>
                                        <p:tgtEl>
                                          <p:spTgt spid="21"/>
                                        </p:tgtEl>
                                        <p:attrNameLst>
                                          <p:attrName>ppt_h</p:attrName>
                                        </p:attrNameLst>
                                      </p:cBhvr>
                                      <p:tavLst>
                                        <p:tav tm="0">
                                          <p:val>
                                            <p:fltVal val="0"/>
                                          </p:val>
                                        </p:tav>
                                        <p:tav tm="100000">
                                          <p:val>
                                            <p:strVal val="#ppt_h"/>
                                          </p:val>
                                        </p:tav>
                                      </p:tavLst>
                                    </p:anim>
                                    <p:animEffect transition="in" filter="fade">
                                      <p:cBhvr>
                                        <p:cTn id="93" dur="500"/>
                                        <p:tgtEl>
                                          <p:spTgt spid="21"/>
                                        </p:tgtEl>
                                      </p:cBhvr>
                                    </p:animEffect>
                                  </p:childTnLst>
                                </p:cTn>
                              </p:par>
                              <p:par>
                                <p:cTn id="94" presetID="53" presetClass="entr" presetSubtype="16" fill="hold" nodeType="withEffect">
                                  <p:stCondLst>
                                    <p:cond delay="0"/>
                                  </p:stCondLst>
                                  <p:childTnLst>
                                    <p:set>
                                      <p:cBhvr>
                                        <p:cTn id="95" dur="1" fill="hold">
                                          <p:stCondLst>
                                            <p:cond delay="0"/>
                                          </p:stCondLst>
                                        </p:cTn>
                                        <p:tgtEl>
                                          <p:spTgt spid="20"/>
                                        </p:tgtEl>
                                        <p:attrNameLst>
                                          <p:attrName>style.visibility</p:attrName>
                                        </p:attrNameLst>
                                      </p:cBhvr>
                                      <p:to>
                                        <p:strVal val="visible"/>
                                      </p:to>
                                    </p:set>
                                    <p:anim calcmode="lin" valueType="num">
                                      <p:cBhvr>
                                        <p:cTn id="96" dur="500" fill="hold"/>
                                        <p:tgtEl>
                                          <p:spTgt spid="20"/>
                                        </p:tgtEl>
                                        <p:attrNameLst>
                                          <p:attrName>ppt_w</p:attrName>
                                        </p:attrNameLst>
                                      </p:cBhvr>
                                      <p:tavLst>
                                        <p:tav tm="0">
                                          <p:val>
                                            <p:fltVal val="0"/>
                                          </p:val>
                                        </p:tav>
                                        <p:tav tm="100000">
                                          <p:val>
                                            <p:strVal val="#ppt_w"/>
                                          </p:val>
                                        </p:tav>
                                      </p:tavLst>
                                    </p:anim>
                                    <p:anim calcmode="lin" valueType="num">
                                      <p:cBhvr>
                                        <p:cTn id="97" dur="500" fill="hold"/>
                                        <p:tgtEl>
                                          <p:spTgt spid="20"/>
                                        </p:tgtEl>
                                        <p:attrNameLst>
                                          <p:attrName>ppt_h</p:attrName>
                                        </p:attrNameLst>
                                      </p:cBhvr>
                                      <p:tavLst>
                                        <p:tav tm="0">
                                          <p:val>
                                            <p:fltVal val="0"/>
                                          </p:val>
                                        </p:tav>
                                        <p:tav tm="100000">
                                          <p:val>
                                            <p:strVal val="#ppt_h"/>
                                          </p:val>
                                        </p:tav>
                                      </p:tavLst>
                                    </p:anim>
                                    <p:animEffect transition="in" filter="fade">
                                      <p:cBhvr>
                                        <p:cTn id="98" dur="500"/>
                                        <p:tgtEl>
                                          <p:spTgt spid="20"/>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grpId="0" nodeType="clickEffect">
                                  <p:stCondLst>
                                    <p:cond delay="0"/>
                                  </p:stCondLst>
                                  <p:childTnLst>
                                    <p:set>
                                      <p:cBhvr>
                                        <p:cTn id="102" dur="1" fill="hold">
                                          <p:stCondLst>
                                            <p:cond delay="0"/>
                                          </p:stCondLst>
                                        </p:cTn>
                                        <p:tgtEl>
                                          <p:spTgt spid="10"/>
                                        </p:tgtEl>
                                        <p:attrNameLst>
                                          <p:attrName>style.visibility</p:attrName>
                                        </p:attrNameLst>
                                      </p:cBhvr>
                                      <p:to>
                                        <p:strVal val="visible"/>
                                      </p:to>
                                    </p:set>
                                    <p:anim calcmode="lin" valueType="num">
                                      <p:cBhvr>
                                        <p:cTn id="103" dur="500" fill="hold"/>
                                        <p:tgtEl>
                                          <p:spTgt spid="10"/>
                                        </p:tgtEl>
                                        <p:attrNameLst>
                                          <p:attrName>ppt_w</p:attrName>
                                        </p:attrNameLst>
                                      </p:cBhvr>
                                      <p:tavLst>
                                        <p:tav tm="0">
                                          <p:val>
                                            <p:fltVal val="0"/>
                                          </p:val>
                                        </p:tav>
                                        <p:tav tm="100000">
                                          <p:val>
                                            <p:strVal val="#ppt_w"/>
                                          </p:val>
                                        </p:tav>
                                      </p:tavLst>
                                    </p:anim>
                                    <p:anim calcmode="lin" valueType="num">
                                      <p:cBhvr>
                                        <p:cTn id="104" dur="500" fill="hold"/>
                                        <p:tgtEl>
                                          <p:spTgt spid="10"/>
                                        </p:tgtEl>
                                        <p:attrNameLst>
                                          <p:attrName>ppt_h</p:attrName>
                                        </p:attrNameLst>
                                      </p:cBhvr>
                                      <p:tavLst>
                                        <p:tav tm="0">
                                          <p:val>
                                            <p:fltVal val="0"/>
                                          </p:val>
                                        </p:tav>
                                        <p:tav tm="100000">
                                          <p:val>
                                            <p:strVal val="#ppt_h"/>
                                          </p:val>
                                        </p:tav>
                                      </p:tavLst>
                                    </p:anim>
                                    <p:animEffect transition="in" filter="fade">
                                      <p:cBhvr>
                                        <p:cTn id="105" dur="500"/>
                                        <p:tgtEl>
                                          <p:spTgt spid="10"/>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11"/>
                                        </p:tgtEl>
                                        <p:attrNameLst>
                                          <p:attrName>style.visibility</p:attrName>
                                        </p:attrNameLst>
                                      </p:cBhvr>
                                      <p:to>
                                        <p:strVal val="visible"/>
                                      </p:to>
                                    </p:set>
                                    <p:anim calcmode="lin" valueType="num">
                                      <p:cBhvr>
                                        <p:cTn id="108" dur="500" fill="hold"/>
                                        <p:tgtEl>
                                          <p:spTgt spid="11"/>
                                        </p:tgtEl>
                                        <p:attrNameLst>
                                          <p:attrName>ppt_w</p:attrName>
                                        </p:attrNameLst>
                                      </p:cBhvr>
                                      <p:tavLst>
                                        <p:tav tm="0">
                                          <p:val>
                                            <p:fltVal val="0"/>
                                          </p:val>
                                        </p:tav>
                                        <p:tav tm="100000">
                                          <p:val>
                                            <p:strVal val="#ppt_w"/>
                                          </p:val>
                                        </p:tav>
                                      </p:tavLst>
                                    </p:anim>
                                    <p:anim calcmode="lin" valueType="num">
                                      <p:cBhvr>
                                        <p:cTn id="109" dur="500" fill="hold"/>
                                        <p:tgtEl>
                                          <p:spTgt spid="11"/>
                                        </p:tgtEl>
                                        <p:attrNameLst>
                                          <p:attrName>ppt_h</p:attrName>
                                        </p:attrNameLst>
                                      </p:cBhvr>
                                      <p:tavLst>
                                        <p:tav tm="0">
                                          <p:val>
                                            <p:fltVal val="0"/>
                                          </p:val>
                                        </p:tav>
                                        <p:tav tm="100000">
                                          <p:val>
                                            <p:strVal val="#ppt_h"/>
                                          </p:val>
                                        </p:tav>
                                      </p:tavLst>
                                    </p:anim>
                                    <p:animEffect transition="in" filter="fade">
                                      <p:cBhvr>
                                        <p:cTn id="110" dur="500"/>
                                        <p:tgtEl>
                                          <p:spTgt spid="11"/>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12"/>
                                        </p:tgtEl>
                                        <p:attrNameLst>
                                          <p:attrName>style.visibility</p:attrName>
                                        </p:attrNameLst>
                                      </p:cBhvr>
                                      <p:to>
                                        <p:strVal val="visible"/>
                                      </p:to>
                                    </p:set>
                                    <p:anim calcmode="lin" valueType="num">
                                      <p:cBhvr>
                                        <p:cTn id="113" dur="500" fill="hold"/>
                                        <p:tgtEl>
                                          <p:spTgt spid="12"/>
                                        </p:tgtEl>
                                        <p:attrNameLst>
                                          <p:attrName>ppt_w</p:attrName>
                                        </p:attrNameLst>
                                      </p:cBhvr>
                                      <p:tavLst>
                                        <p:tav tm="0">
                                          <p:val>
                                            <p:fltVal val="0"/>
                                          </p:val>
                                        </p:tav>
                                        <p:tav tm="100000">
                                          <p:val>
                                            <p:strVal val="#ppt_w"/>
                                          </p:val>
                                        </p:tav>
                                      </p:tavLst>
                                    </p:anim>
                                    <p:anim calcmode="lin" valueType="num">
                                      <p:cBhvr>
                                        <p:cTn id="114" dur="500" fill="hold"/>
                                        <p:tgtEl>
                                          <p:spTgt spid="12"/>
                                        </p:tgtEl>
                                        <p:attrNameLst>
                                          <p:attrName>ppt_h</p:attrName>
                                        </p:attrNameLst>
                                      </p:cBhvr>
                                      <p:tavLst>
                                        <p:tav tm="0">
                                          <p:val>
                                            <p:fltVal val="0"/>
                                          </p:val>
                                        </p:tav>
                                        <p:tav tm="100000">
                                          <p:val>
                                            <p:strVal val="#ppt_h"/>
                                          </p:val>
                                        </p:tav>
                                      </p:tavLst>
                                    </p:anim>
                                    <p:animEffect transition="in" filter="fade">
                                      <p:cBhvr>
                                        <p:cTn id="115" dur="500"/>
                                        <p:tgtEl>
                                          <p:spTgt spid="12"/>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13"/>
                                        </p:tgtEl>
                                        <p:attrNameLst>
                                          <p:attrName>style.visibility</p:attrName>
                                        </p:attrNameLst>
                                      </p:cBhvr>
                                      <p:to>
                                        <p:strVal val="visible"/>
                                      </p:to>
                                    </p:set>
                                    <p:anim calcmode="lin" valueType="num">
                                      <p:cBhvr>
                                        <p:cTn id="118" dur="500" fill="hold"/>
                                        <p:tgtEl>
                                          <p:spTgt spid="13"/>
                                        </p:tgtEl>
                                        <p:attrNameLst>
                                          <p:attrName>ppt_w</p:attrName>
                                        </p:attrNameLst>
                                      </p:cBhvr>
                                      <p:tavLst>
                                        <p:tav tm="0">
                                          <p:val>
                                            <p:fltVal val="0"/>
                                          </p:val>
                                        </p:tav>
                                        <p:tav tm="100000">
                                          <p:val>
                                            <p:strVal val="#ppt_w"/>
                                          </p:val>
                                        </p:tav>
                                      </p:tavLst>
                                    </p:anim>
                                    <p:anim calcmode="lin" valueType="num">
                                      <p:cBhvr>
                                        <p:cTn id="119" dur="500" fill="hold"/>
                                        <p:tgtEl>
                                          <p:spTgt spid="13"/>
                                        </p:tgtEl>
                                        <p:attrNameLst>
                                          <p:attrName>ppt_h</p:attrName>
                                        </p:attrNameLst>
                                      </p:cBhvr>
                                      <p:tavLst>
                                        <p:tav tm="0">
                                          <p:val>
                                            <p:fltVal val="0"/>
                                          </p:val>
                                        </p:tav>
                                        <p:tav tm="100000">
                                          <p:val>
                                            <p:strVal val="#ppt_h"/>
                                          </p:val>
                                        </p:tav>
                                      </p:tavLst>
                                    </p:anim>
                                    <p:animEffect transition="in" filter="fade">
                                      <p:cBhvr>
                                        <p:cTn id="120" dur="500"/>
                                        <p:tgtEl>
                                          <p:spTgt spid="13"/>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27"/>
                                        </p:tgtEl>
                                        <p:attrNameLst>
                                          <p:attrName>style.visibility</p:attrName>
                                        </p:attrNameLst>
                                      </p:cBhvr>
                                      <p:to>
                                        <p:strVal val="visible"/>
                                      </p:to>
                                    </p:set>
                                    <p:anim calcmode="lin" valueType="num">
                                      <p:cBhvr>
                                        <p:cTn id="123" dur="500" fill="hold"/>
                                        <p:tgtEl>
                                          <p:spTgt spid="27"/>
                                        </p:tgtEl>
                                        <p:attrNameLst>
                                          <p:attrName>ppt_w</p:attrName>
                                        </p:attrNameLst>
                                      </p:cBhvr>
                                      <p:tavLst>
                                        <p:tav tm="0">
                                          <p:val>
                                            <p:fltVal val="0"/>
                                          </p:val>
                                        </p:tav>
                                        <p:tav tm="100000">
                                          <p:val>
                                            <p:strVal val="#ppt_w"/>
                                          </p:val>
                                        </p:tav>
                                      </p:tavLst>
                                    </p:anim>
                                    <p:anim calcmode="lin" valueType="num">
                                      <p:cBhvr>
                                        <p:cTn id="124" dur="500" fill="hold"/>
                                        <p:tgtEl>
                                          <p:spTgt spid="27"/>
                                        </p:tgtEl>
                                        <p:attrNameLst>
                                          <p:attrName>ppt_h</p:attrName>
                                        </p:attrNameLst>
                                      </p:cBhvr>
                                      <p:tavLst>
                                        <p:tav tm="0">
                                          <p:val>
                                            <p:fltVal val="0"/>
                                          </p:val>
                                        </p:tav>
                                        <p:tav tm="100000">
                                          <p:val>
                                            <p:strVal val="#ppt_h"/>
                                          </p:val>
                                        </p:tav>
                                      </p:tavLst>
                                    </p:anim>
                                    <p:animEffect transition="in" filter="fade">
                                      <p:cBhvr>
                                        <p:cTn id="125" dur="500"/>
                                        <p:tgtEl>
                                          <p:spTgt spid="27"/>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8"/>
                                        </p:tgtEl>
                                        <p:attrNameLst>
                                          <p:attrName>style.visibility</p:attrName>
                                        </p:attrNameLst>
                                      </p:cBhvr>
                                      <p:to>
                                        <p:strVal val="visible"/>
                                      </p:to>
                                    </p:set>
                                    <p:anim calcmode="lin" valueType="num">
                                      <p:cBhvr>
                                        <p:cTn id="128" dur="500" fill="hold"/>
                                        <p:tgtEl>
                                          <p:spTgt spid="28"/>
                                        </p:tgtEl>
                                        <p:attrNameLst>
                                          <p:attrName>ppt_w</p:attrName>
                                        </p:attrNameLst>
                                      </p:cBhvr>
                                      <p:tavLst>
                                        <p:tav tm="0">
                                          <p:val>
                                            <p:fltVal val="0"/>
                                          </p:val>
                                        </p:tav>
                                        <p:tav tm="100000">
                                          <p:val>
                                            <p:strVal val="#ppt_w"/>
                                          </p:val>
                                        </p:tav>
                                      </p:tavLst>
                                    </p:anim>
                                    <p:anim calcmode="lin" valueType="num">
                                      <p:cBhvr>
                                        <p:cTn id="129" dur="500" fill="hold"/>
                                        <p:tgtEl>
                                          <p:spTgt spid="28"/>
                                        </p:tgtEl>
                                        <p:attrNameLst>
                                          <p:attrName>ppt_h</p:attrName>
                                        </p:attrNameLst>
                                      </p:cBhvr>
                                      <p:tavLst>
                                        <p:tav tm="0">
                                          <p:val>
                                            <p:fltVal val="0"/>
                                          </p:val>
                                        </p:tav>
                                        <p:tav tm="100000">
                                          <p:val>
                                            <p:strVal val="#ppt_h"/>
                                          </p:val>
                                        </p:tav>
                                      </p:tavLst>
                                    </p:anim>
                                    <p:animEffect transition="in" filter="fade">
                                      <p:cBhvr>
                                        <p:cTn id="130" dur="500"/>
                                        <p:tgtEl>
                                          <p:spTgt spid="28"/>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9"/>
                                        </p:tgtEl>
                                        <p:attrNameLst>
                                          <p:attrName>style.visibility</p:attrName>
                                        </p:attrNameLst>
                                      </p:cBhvr>
                                      <p:to>
                                        <p:strVal val="visible"/>
                                      </p:to>
                                    </p:set>
                                    <p:anim calcmode="lin" valueType="num">
                                      <p:cBhvr>
                                        <p:cTn id="133" dur="500" fill="hold"/>
                                        <p:tgtEl>
                                          <p:spTgt spid="29"/>
                                        </p:tgtEl>
                                        <p:attrNameLst>
                                          <p:attrName>ppt_w</p:attrName>
                                        </p:attrNameLst>
                                      </p:cBhvr>
                                      <p:tavLst>
                                        <p:tav tm="0">
                                          <p:val>
                                            <p:fltVal val="0"/>
                                          </p:val>
                                        </p:tav>
                                        <p:tav tm="100000">
                                          <p:val>
                                            <p:strVal val="#ppt_w"/>
                                          </p:val>
                                        </p:tav>
                                      </p:tavLst>
                                    </p:anim>
                                    <p:anim calcmode="lin" valueType="num">
                                      <p:cBhvr>
                                        <p:cTn id="134" dur="500" fill="hold"/>
                                        <p:tgtEl>
                                          <p:spTgt spid="29"/>
                                        </p:tgtEl>
                                        <p:attrNameLst>
                                          <p:attrName>ppt_h</p:attrName>
                                        </p:attrNameLst>
                                      </p:cBhvr>
                                      <p:tavLst>
                                        <p:tav tm="0">
                                          <p:val>
                                            <p:fltVal val="0"/>
                                          </p:val>
                                        </p:tav>
                                        <p:tav tm="100000">
                                          <p:val>
                                            <p:strVal val="#ppt_h"/>
                                          </p:val>
                                        </p:tav>
                                      </p:tavLst>
                                    </p:anim>
                                    <p:animEffect transition="in" filter="fade">
                                      <p:cBhvr>
                                        <p:cTn id="135" dur="500"/>
                                        <p:tgtEl>
                                          <p:spTgt spid="29"/>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30"/>
                                        </p:tgtEl>
                                        <p:attrNameLst>
                                          <p:attrName>style.visibility</p:attrName>
                                        </p:attrNameLst>
                                      </p:cBhvr>
                                      <p:to>
                                        <p:strVal val="visible"/>
                                      </p:to>
                                    </p:set>
                                    <p:anim calcmode="lin" valueType="num">
                                      <p:cBhvr>
                                        <p:cTn id="138" dur="500" fill="hold"/>
                                        <p:tgtEl>
                                          <p:spTgt spid="30"/>
                                        </p:tgtEl>
                                        <p:attrNameLst>
                                          <p:attrName>ppt_w</p:attrName>
                                        </p:attrNameLst>
                                      </p:cBhvr>
                                      <p:tavLst>
                                        <p:tav tm="0">
                                          <p:val>
                                            <p:fltVal val="0"/>
                                          </p:val>
                                        </p:tav>
                                        <p:tav tm="100000">
                                          <p:val>
                                            <p:strVal val="#ppt_w"/>
                                          </p:val>
                                        </p:tav>
                                      </p:tavLst>
                                    </p:anim>
                                    <p:anim calcmode="lin" valueType="num">
                                      <p:cBhvr>
                                        <p:cTn id="139" dur="500" fill="hold"/>
                                        <p:tgtEl>
                                          <p:spTgt spid="30"/>
                                        </p:tgtEl>
                                        <p:attrNameLst>
                                          <p:attrName>ppt_h</p:attrName>
                                        </p:attrNameLst>
                                      </p:cBhvr>
                                      <p:tavLst>
                                        <p:tav tm="0">
                                          <p:val>
                                            <p:fltVal val="0"/>
                                          </p:val>
                                        </p:tav>
                                        <p:tav tm="100000">
                                          <p:val>
                                            <p:strVal val="#ppt_h"/>
                                          </p:val>
                                        </p:tav>
                                      </p:tavLst>
                                    </p:anim>
                                    <p:animEffect transition="in" filter="fade">
                                      <p:cBhvr>
                                        <p:cTn id="140" dur="500"/>
                                        <p:tgtEl>
                                          <p:spTgt spid="30"/>
                                        </p:tgtEl>
                                      </p:cBhvr>
                                    </p:animEffect>
                                  </p:childTnLst>
                                </p:cTn>
                              </p:par>
                            </p:childTnLst>
                          </p:cTn>
                        </p:par>
                      </p:childTnLst>
                    </p:cTn>
                  </p:par>
                  <p:par>
                    <p:cTn id="141" fill="hold">
                      <p:stCondLst>
                        <p:cond delay="indefinite"/>
                      </p:stCondLst>
                      <p:childTnLst>
                        <p:par>
                          <p:cTn id="142" fill="hold">
                            <p:stCondLst>
                              <p:cond delay="0"/>
                            </p:stCondLst>
                            <p:childTnLst>
                              <p:par>
                                <p:cTn id="143" presetID="42" presetClass="entr" presetSubtype="0" fill="hold" grpId="0" nodeType="clickEffect">
                                  <p:stCondLst>
                                    <p:cond delay="0"/>
                                  </p:stCondLst>
                                  <p:childTnLst>
                                    <p:set>
                                      <p:cBhvr>
                                        <p:cTn id="144" dur="1" fill="hold">
                                          <p:stCondLst>
                                            <p:cond delay="0"/>
                                          </p:stCondLst>
                                        </p:cTn>
                                        <p:tgtEl>
                                          <p:spTgt spid="31"/>
                                        </p:tgtEl>
                                        <p:attrNameLst>
                                          <p:attrName>style.visibility</p:attrName>
                                        </p:attrNameLst>
                                      </p:cBhvr>
                                      <p:to>
                                        <p:strVal val="visible"/>
                                      </p:to>
                                    </p:set>
                                    <p:animEffect transition="in" filter="fade">
                                      <p:cBhvr>
                                        <p:cTn id="145" dur="1000"/>
                                        <p:tgtEl>
                                          <p:spTgt spid="31"/>
                                        </p:tgtEl>
                                      </p:cBhvr>
                                    </p:animEffect>
                                    <p:anim calcmode="lin" valueType="num">
                                      <p:cBhvr>
                                        <p:cTn id="146" dur="1000" fill="hold"/>
                                        <p:tgtEl>
                                          <p:spTgt spid="31"/>
                                        </p:tgtEl>
                                        <p:attrNameLst>
                                          <p:attrName>ppt_x</p:attrName>
                                        </p:attrNameLst>
                                      </p:cBhvr>
                                      <p:tavLst>
                                        <p:tav tm="0">
                                          <p:val>
                                            <p:strVal val="#ppt_x"/>
                                          </p:val>
                                        </p:tav>
                                        <p:tav tm="100000">
                                          <p:val>
                                            <p:strVal val="#ppt_x"/>
                                          </p:val>
                                        </p:tav>
                                      </p:tavLst>
                                    </p:anim>
                                    <p:anim calcmode="lin" valueType="num">
                                      <p:cBhvr>
                                        <p:cTn id="147" dur="1000" fill="hold"/>
                                        <p:tgtEl>
                                          <p:spTgt spid="31"/>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1000"/>
                                        <p:tgtEl>
                                          <p:spTgt spid="32"/>
                                        </p:tgtEl>
                                      </p:cBhvr>
                                    </p:animEffect>
                                    <p:anim calcmode="lin" valueType="num">
                                      <p:cBhvr>
                                        <p:cTn id="151" dur="1000" fill="hold"/>
                                        <p:tgtEl>
                                          <p:spTgt spid="32"/>
                                        </p:tgtEl>
                                        <p:attrNameLst>
                                          <p:attrName>ppt_x</p:attrName>
                                        </p:attrNameLst>
                                      </p:cBhvr>
                                      <p:tavLst>
                                        <p:tav tm="0">
                                          <p:val>
                                            <p:strVal val="#ppt_x"/>
                                          </p:val>
                                        </p:tav>
                                        <p:tav tm="100000">
                                          <p:val>
                                            <p:strVal val="#ppt_x"/>
                                          </p:val>
                                        </p:tav>
                                      </p:tavLst>
                                    </p:anim>
                                    <p:anim calcmode="lin" valueType="num">
                                      <p:cBhvr>
                                        <p:cTn id="152" dur="1000" fill="hold"/>
                                        <p:tgtEl>
                                          <p:spTgt spid="32"/>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54" dur="1" fill="hold">
                                          <p:stCondLst>
                                            <p:cond delay="0"/>
                                          </p:stCondLst>
                                        </p:cTn>
                                        <p:tgtEl>
                                          <p:spTgt spid="33"/>
                                        </p:tgtEl>
                                        <p:attrNameLst>
                                          <p:attrName>style.visibility</p:attrName>
                                        </p:attrNameLst>
                                      </p:cBhvr>
                                      <p:to>
                                        <p:strVal val="visible"/>
                                      </p:to>
                                    </p:set>
                                    <p:animEffect transition="in" filter="fade">
                                      <p:cBhvr>
                                        <p:cTn id="155" dur="1000"/>
                                        <p:tgtEl>
                                          <p:spTgt spid="33"/>
                                        </p:tgtEl>
                                      </p:cBhvr>
                                    </p:animEffect>
                                    <p:anim calcmode="lin" valueType="num">
                                      <p:cBhvr>
                                        <p:cTn id="156" dur="1000" fill="hold"/>
                                        <p:tgtEl>
                                          <p:spTgt spid="33"/>
                                        </p:tgtEl>
                                        <p:attrNameLst>
                                          <p:attrName>ppt_x</p:attrName>
                                        </p:attrNameLst>
                                      </p:cBhvr>
                                      <p:tavLst>
                                        <p:tav tm="0">
                                          <p:val>
                                            <p:strVal val="#ppt_x"/>
                                          </p:val>
                                        </p:tav>
                                        <p:tav tm="100000">
                                          <p:val>
                                            <p:strVal val="#ppt_x"/>
                                          </p:val>
                                        </p:tav>
                                      </p:tavLst>
                                    </p:anim>
                                    <p:anim calcmode="lin" valueType="num">
                                      <p:cBhvr>
                                        <p:cTn id="157" dur="1000" fill="hold"/>
                                        <p:tgtEl>
                                          <p:spTgt spid="33"/>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4"/>
                                        </p:tgtEl>
                                        <p:attrNameLst>
                                          <p:attrName>style.visibility</p:attrName>
                                        </p:attrNameLst>
                                      </p:cBhvr>
                                      <p:to>
                                        <p:strVal val="visible"/>
                                      </p:to>
                                    </p:set>
                                    <p:animEffect transition="in" filter="fade">
                                      <p:cBhvr>
                                        <p:cTn id="160" dur="1000"/>
                                        <p:tgtEl>
                                          <p:spTgt spid="34"/>
                                        </p:tgtEl>
                                      </p:cBhvr>
                                    </p:animEffect>
                                    <p:anim calcmode="lin" valueType="num">
                                      <p:cBhvr>
                                        <p:cTn id="161" dur="1000" fill="hold"/>
                                        <p:tgtEl>
                                          <p:spTgt spid="34"/>
                                        </p:tgtEl>
                                        <p:attrNameLst>
                                          <p:attrName>ppt_x</p:attrName>
                                        </p:attrNameLst>
                                      </p:cBhvr>
                                      <p:tavLst>
                                        <p:tav tm="0">
                                          <p:val>
                                            <p:strVal val="#ppt_x"/>
                                          </p:val>
                                        </p:tav>
                                        <p:tav tm="100000">
                                          <p:val>
                                            <p:strVal val="#ppt_x"/>
                                          </p:val>
                                        </p:tav>
                                      </p:tavLst>
                                    </p:anim>
                                    <p:anim calcmode="lin" valueType="num">
                                      <p:cBhvr>
                                        <p:cTn id="162" dur="1000" fill="hold"/>
                                        <p:tgtEl>
                                          <p:spTgt spid="34"/>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35"/>
                                        </p:tgtEl>
                                        <p:attrNameLst>
                                          <p:attrName>style.visibility</p:attrName>
                                        </p:attrNameLst>
                                      </p:cBhvr>
                                      <p:to>
                                        <p:strVal val="visible"/>
                                      </p:to>
                                    </p:set>
                                    <p:animEffect transition="in" filter="fade">
                                      <p:cBhvr>
                                        <p:cTn id="165" dur="1000"/>
                                        <p:tgtEl>
                                          <p:spTgt spid="35"/>
                                        </p:tgtEl>
                                      </p:cBhvr>
                                    </p:animEffect>
                                    <p:anim calcmode="lin" valueType="num">
                                      <p:cBhvr>
                                        <p:cTn id="166" dur="1000" fill="hold"/>
                                        <p:tgtEl>
                                          <p:spTgt spid="35"/>
                                        </p:tgtEl>
                                        <p:attrNameLst>
                                          <p:attrName>ppt_x</p:attrName>
                                        </p:attrNameLst>
                                      </p:cBhvr>
                                      <p:tavLst>
                                        <p:tav tm="0">
                                          <p:val>
                                            <p:strVal val="#ppt_x"/>
                                          </p:val>
                                        </p:tav>
                                        <p:tav tm="100000">
                                          <p:val>
                                            <p:strVal val="#ppt_x"/>
                                          </p:val>
                                        </p:tav>
                                      </p:tavLst>
                                    </p:anim>
                                    <p:anim calcmode="lin" valueType="num">
                                      <p:cBhvr>
                                        <p:cTn id="167" dur="1000" fill="hold"/>
                                        <p:tgtEl>
                                          <p:spTgt spid="35"/>
                                        </p:tgtEl>
                                        <p:attrNameLst>
                                          <p:attrName>ppt_y</p:attrName>
                                        </p:attrNameLst>
                                      </p:cBhvr>
                                      <p:tavLst>
                                        <p:tav tm="0">
                                          <p:val>
                                            <p:strVal val="#ppt_y+.1"/>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36"/>
                                        </p:tgtEl>
                                        <p:attrNameLst>
                                          <p:attrName>style.visibility</p:attrName>
                                        </p:attrNameLst>
                                      </p:cBhvr>
                                      <p:to>
                                        <p:strVal val="visible"/>
                                      </p:to>
                                    </p:set>
                                    <p:animEffect transition="in" filter="fade">
                                      <p:cBhvr>
                                        <p:cTn id="170" dur="1000"/>
                                        <p:tgtEl>
                                          <p:spTgt spid="36"/>
                                        </p:tgtEl>
                                      </p:cBhvr>
                                    </p:animEffect>
                                    <p:anim calcmode="lin" valueType="num">
                                      <p:cBhvr>
                                        <p:cTn id="171" dur="1000" fill="hold"/>
                                        <p:tgtEl>
                                          <p:spTgt spid="36"/>
                                        </p:tgtEl>
                                        <p:attrNameLst>
                                          <p:attrName>ppt_x</p:attrName>
                                        </p:attrNameLst>
                                      </p:cBhvr>
                                      <p:tavLst>
                                        <p:tav tm="0">
                                          <p:val>
                                            <p:strVal val="#ppt_x"/>
                                          </p:val>
                                        </p:tav>
                                        <p:tav tm="100000">
                                          <p:val>
                                            <p:strVal val="#ppt_x"/>
                                          </p:val>
                                        </p:tav>
                                      </p:tavLst>
                                    </p:anim>
                                    <p:anim calcmode="lin" valueType="num">
                                      <p:cBhvr>
                                        <p:cTn id="172" dur="1000" fill="hold"/>
                                        <p:tgtEl>
                                          <p:spTgt spid="36"/>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1000"/>
                                        <p:tgtEl>
                                          <p:spTgt spid="37"/>
                                        </p:tgtEl>
                                      </p:cBhvr>
                                    </p:animEffect>
                                    <p:anim calcmode="lin" valueType="num">
                                      <p:cBhvr>
                                        <p:cTn id="176" dur="1000" fill="hold"/>
                                        <p:tgtEl>
                                          <p:spTgt spid="37"/>
                                        </p:tgtEl>
                                        <p:attrNameLst>
                                          <p:attrName>ppt_x</p:attrName>
                                        </p:attrNameLst>
                                      </p:cBhvr>
                                      <p:tavLst>
                                        <p:tav tm="0">
                                          <p:val>
                                            <p:strVal val="#ppt_x"/>
                                          </p:val>
                                        </p:tav>
                                        <p:tav tm="100000">
                                          <p:val>
                                            <p:strVal val="#ppt_x"/>
                                          </p:val>
                                        </p:tav>
                                      </p:tavLst>
                                    </p:anim>
                                    <p:anim calcmode="lin" valueType="num">
                                      <p:cBhvr>
                                        <p:cTn id="177"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22" grpId="0"/>
      <p:bldP spid="23" grpId="0"/>
      <p:bldP spid="24" grpId="0"/>
      <p:bldP spid="25" grpId="0"/>
      <p:bldP spid="26" grpId="0"/>
      <p:bldP spid="27" grpId="0"/>
      <p:bldP spid="28" grpId="0"/>
      <p:bldP spid="29" grpId="0"/>
      <p:bldP spid="30" grpId="0"/>
      <p:bldP spid="31" grpId="0"/>
      <p:bldP spid="32" grpId="0"/>
      <p:bldP spid="34" grpId="0"/>
      <p:bldP spid="35" grpId="0"/>
      <p:bldP spid="36" grpId="0"/>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矩形 4"/>
          <p:cNvSpPr/>
          <p:nvPr/>
        </p:nvSpPr>
        <p:spPr>
          <a:xfrm>
            <a:off x="145733" y="1268730"/>
            <a:ext cx="2079784" cy="2489835"/>
          </a:xfrm>
          <a:prstGeom prst="rect">
            <a:avLst/>
          </a:prstGeom>
          <a:noFill/>
          <a:ln w="19050">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 name="矩形 5"/>
          <p:cNvSpPr/>
          <p:nvPr/>
        </p:nvSpPr>
        <p:spPr>
          <a:xfrm>
            <a:off x="153829" y="1822133"/>
            <a:ext cx="2068354" cy="1802606"/>
          </a:xfrm>
          <a:prstGeom prst="rect">
            <a:avLst/>
          </a:prstGeom>
          <a:blipFill rotWithShape="1">
            <a:blip r:embed="rId4"/>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7" name="矩形 6"/>
          <p:cNvSpPr/>
          <p:nvPr/>
        </p:nvSpPr>
        <p:spPr>
          <a:xfrm>
            <a:off x="2397443" y="1268730"/>
            <a:ext cx="2079784" cy="2489835"/>
          </a:xfrm>
          <a:prstGeom prst="rect">
            <a:avLst/>
          </a:prstGeom>
          <a:noFill/>
          <a:ln w="19050">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8" name="矩形 7"/>
          <p:cNvSpPr/>
          <p:nvPr/>
        </p:nvSpPr>
        <p:spPr>
          <a:xfrm>
            <a:off x="2405539" y="1822133"/>
            <a:ext cx="2068354" cy="1802606"/>
          </a:xfrm>
          <a:prstGeom prst="rect">
            <a:avLst/>
          </a:prstGeom>
          <a:blipFill rotWithShape="1">
            <a:blip r:embed="rId5"/>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9" name="矩形 8"/>
          <p:cNvSpPr/>
          <p:nvPr/>
        </p:nvSpPr>
        <p:spPr>
          <a:xfrm>
            <a:off x="4649153" y="1268730"/>
            <a:ext cx="2079784" cy="2489835"/>
          </a:xfrm>
          <a:prstGeom prst="rect">
            <a:avLst/>
          </a:prstGeom>
          <a:noFill/>
          <a:ln w="19050">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0" name="矩形 9"/>
          <p:cNvSpPr/>
          <p:nvPr/>
        </p:nvSpPr>
        <p:spPr>
          <a:xfrm>
            <a:off x="4657249" y="1822133"/>
            <a:ext cx="2068354" cy="1802606"/>
          </a:xfrm>
          <a:prstGeom prst="rect">
            <a:avLst/>
          </a:prstGeom>
          <a:blipFill rotWithShape="1">
            <a:blip r:embed="rId6"/>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1" name="矩形 10"/>
          <p:cNvSpPr/>
          <p:nvPr/>
        </p:nvSpPr>
        <p:spPr>
          <a:xfrm>
            <a:off x="6900863" y="1268730"/>
            <a:ext cx="2079784" cy="2489835"/>
          </a:xfrm>
          <a:prstGeom prst="rect">
            <a:avLst/>
          </a:prstGeom>
          <a:noFill/>
          <a:ln w="19050">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2" name="矩形 11"/>
          <p:cNvSpPr/>
          <p:nvPr/>
        </p:nvSpPr>
        <p:spPr>
          <a:xfrm>
            <a:off x="6908959" y="1822133"/>
            <a:ext cx="2068354" cy="1802606"/>
          </a:xfrm>
          <a:prstGeom prst="rect">
            <a:avLst/>
          </a:prstGeom>
          <a:blipFill rotWithShape="1">
            <a:blip r:embed="rId7"/>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文本框 12"/>
          <p:cNvSpPr txBox="1"/>
          <p:nvPr/>
        </p:nvSpPr>
        <p:spPr>
          <a:xfrm>
            <a:off x="361474" y="1395413"/>
            <a:ext cx="1653064" cy="248209"/>
          </a:xfrm>
          <a:prstGeom prst="rect">
            <a:avLst/>
          </a:prstGeom>
          <a:noFill/>
        </p:spPr>
        <p:txBody>
          <a:bodyPr wrap="square" rtlCol="0" anchor="t">
            <a:spAutoFit/>
          </a:bodyPr>
          <a:lstStyle/>
          <a:p>
            <a:pPr algn="ctr"/>
            <a:r>
              <a:rPr lang="zh-CN" altLang="en-US" sz="1013" dirty="0">
                <a:solidFill>
                  <a:schemeClr val="tx1">
                    <a:lumMod val="75000"/>
                    <a:lumOff val="25000"/>
                  </a:schemeClr>
                </a:solidFill>
                <a:latin typeface="微软雅黑" panose="020B0503020204020204" charset="-122"/>
                <a:ea typeface="微软雅黑" panose="020B0503020204020204" charset="-122"/>
                <a:sym typeface="宋体" panose="02010600030101010101" pitchFamily="2" charset="-122"/>
              </a:rPr>
              <a:t>标题标题</a:t>
            </a:r>
          </a:p>
        </p:txBody>
      </p:sp>
      <p:sp>
        <p:nvSpPr>
          <p:cNvPr id="14" name="文本框 13"/>
          <p:cNvSpPr txBox="1"/>
          <p:nvPr/>
        </p:nvSpPr>
        <p:spPr>
          <a:xfrm>
            <a:off x="2610803" y="1395413"/>
            <a:ext cx="1653064" cy="248209"/>
          </a:xfrm>
          <a:prstGeom prst="rect">
            <a:avLst/>
          </a:prstGeom>
          <a:noFill/>
        </p:spPr>
        <p:txBody>
          <a:bodyPr wrap="square" rtlCol="0" anchor="t">
            <a:spAutoFit/>
          </a:bodyPr>
          <a:lstStyle/>
          <a:p>
            <a:pPr algn="ctr"/>
            <a:r>
              <a:rPr lang="zh-CN" altLang="en-US" sz="1013" dirty="0">
                <a:solidFill>
                  <a:schemeClr val="tx1">
                    <a:lumMod val="75000"/>
                    <a:lumOff val="25000"/>
                  </a:schemeClr>
                </a:solidFill>
                <a:latin typeface="微软雅黑" panose="020B0503020204020204" charset="-122"/>
                <a:ea typeface="微软雅黑" panose="020B0503020204020204" charset="-122"/>
                <a:sym typeface="宋体" panose="02010600030101010101" pitchFamily="2" charset="-122"/>
              </a:rPr>
              <a:t>标题标题</a:t>
            </a:r>
          </a:p>
        </p:txBody>
      </p:sp>
      <p:sp>
        <p:nvSpPr>
          <p:cNvPr id="15" name="文本框 14"/>
          <p:cNvSpPr txBox="1"/>
          <p:nvPr/>
        </p:nvSpPr>
        <p:spPr>
          <a:xfrm>
            <a:off x="4862513" y="1395413"/>
            <a:ext cx="1653064" cy="248209"/>
          </a:xfrm>
          <a:prstGeom prst="rect">
            <a:avLst/>
          </a:prstGeom>
          <a:noFill/>
        </p:spPr>
        <p:txBody>
          <a:bodyPr wrap="square" rtlCol="0" anchor="t">
            <a:spAutoFit/>
          </a:bodyPr>
          <a:lstStyle/>
          <a:p>
            <a:pPr algn="ctr"/>
            <a:r>
              <a:rPr lang="zh-CN" altLang="en-US" sz="1013" dirty="0">
                <a:solidFill>
                  <a:schemeClr val="tx1">
                    <a:lumMod val="75000"/>
                    <a:lumOff val="25000"/>
                  </a:schemeClr>
                </a:solidFill>
                <a:latin typeface="微软雅黑" panose="020B0503020204020204" charset="-122"/>
                <a:ea typeface="微软雅黑" panose="020B0503020204020204" charset="-122"/>
                <a:sym typeface="宋体" panose="02010600030101010101" pitchFamily="2" charset="-122"/>
              </a:rPr>
              <a:t>标题标题</a:t>
            </a:r>
          </a:p>
        </p:txBody>
      </p:sp>
      <p:sp>
        <p:nvSpPr>
          <p:cNvPr id="16" name="文本框 15"/>
          <p:cNvSpPr txBox="1"/>
          <p:nvPr/>
        </p:nvSpPr>
        <p:spPr>
          <a:xfrm>
            <a:off x="7114223" y="1395413"/>
            <a:ext cx="1653064" cy="248209"/>
          </a:xfrm>
          <a:prstGeom prst="rect">
            <a:avLst/>
          </a:prstGeom>
          <a:noFill/>
        </p:spPr>
        <p:txBody>
          <a:bodyPr wrap="square" rtlCol="0" anchor="t">
            <a:spAutoFit/>
          </a:bodyPr>
          <a:lstStyle/>
          <a:p>
            <a:pPr algn="ctr"/>
            <a:r>
              <a:rPr lang="zh-CN" altLang="en-US" sz="1013" dirty="0">
                <a:solidFill>
                  <a:schemeClr val="tx1">
                    <a:lumMod val="75000"/>
                    <a:lumOff val="25000"/>
                  </a:schemeClr>
                </a:solidFill>
                <a:latin typeface="微软雅黑" panose="020B0503020204020204" charset="-122"/>
                <a:ea typeface="微软雅黑" panose="020B0503020204020204" charset="-122"/>
                <a:sym typeface="宋体" panose="02010600030101010101" pitchFamily="2" charset="-122"/>
              </a:rPr>
              <a:t>标题标题</a:t>
            </a:r>
          </a:p>
        </p:txBody>
      </p:sp>
      <p:sp>
        <p:nvSpPr>
          <p:cNvPr id="17" name="文本框 22"/>
          <p:cNvSpPr txBox="1"/>
          <p:nvPr/>
        </p:nvSpPr>
        <p:spPr>
          <a:xfrm flipH="1">
            <a:off x="1009174" y="4087178"/>
            <a:ext cx="7238048" cy="646331"/>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spTree>
    <p:extLst>
      <p:ext uri="{BB962C8B-B14F-4D97-AF65-F5344CB8AC3E}">
        <p14:creationId xmlns:p14="http://schemas.microsoft.com/office/powerpoint/2010/main" val="165779793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p:cTn id="51" dur="500" fill="hold"/>
                                        <p:tgtEl>
                                          <p:spTgt spid="15"/>
                                        </p:tgtEl>
                                        <p:attrNameLst>
                                          <p:attrName>ppt_w</p:attrName>
                                        </p:attrNameLst>
                                      </p:cBhvr>
                                      <p:tavLst>
                                        <p:tav tm="0">
                                          <p:val>
                                            <p:fltVal val="0"/>
                                          </p:val>
                                        </p:tav>
                                        <p:tav tm="100000">
                                          <p:val>
                                            <p:strVal val="#ppt_w"/>
                                          </p:val>
                                        </p:tav>
                                      </p:tavLst>
                                    </p:anim>
                                    <p:anim calcmode="lin" valueType="num">
                                      <p:cBhvr>
                                        <p:cTn id="52" dur="500" fill="hold"/>
                                        <p:tgtEl>
                                          <p:spTgt spid="15"/>
                                        </p:tgtEl>
                                        <p:attrNameLst>
                                          <p:attrName>ppt_h</p:attrName>
                                        </p:attrNameLst>
                                      </p:cBhvr>
                                      <p:tavLst>
                                        <p:tav tm="0">
                                          <p:val>
                                            <p:fltVal val="0"/>
                                          </p:val>
                                        </p:tav>
                                        <p:tav tm="100000">
                                          <p:val>
                                            <p:strVal val="#ppt_h"/>
                                          </p:val>
                                        </p:tav>
                                      </p:tavLst>
                                    </p:anim>
                                    <p:animEffect transition="in" filter="fad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p:cTn id="63" dur="500" fill="hold"/>
                                        <p:tgtEl>
                                          <p:spTgt spid="12"/>
                                        </p:tgtEl>
                                        <p:attrNameLst>
                                          <p:attrName>ppt_w</p:attrName>
                                        </p:attrNameLst>
                                      </p:cBhvr>
                                      <p:tavLst>
                                        <p:tav tm="0">
                                          <p:val>
                                            <p:fltVal val="0"/>
                                          </p:val>
                                        </p:tav>
                                        <p:tav tm="100000">
                                          <p:val>
                                            <p:strVal val="#ppt_w"/>
                                          </p:val>
                                        </p:tav>
                                      </p:tavLst>
                                    </p:anim>
                                    <p:anim calcmode="lin" valueType="num">
                                      <p:cBhvr>
                                        <p:cTn id="64" dur="500" fill="hold"/>
                                        <p:tgtEl>
                                          <p:spTgt spid="12"/>
                                        </p:tgtEl>
                                        <p:attrNameLst>
                                          <p:attrName>ppt_h</p:attrName>
                                        </p:attrNameLst>
                                      </p:cBhvr>
                                      <p:tavLst>
                                        <p:tav tm="0">
                                          <p:val>
                                            <p:fltVal val="0"/>
                                          </p:val>
                                        </p:tav>
                                        <p:tav tm="100000">
                                          <p:val>
                                            <p:strVal val="#ppt_h"/>
                                          </p:val>
                                        </p:tav>
                                      </p:tavLst>
                                    </p:anim>
                                    <p:animEffect transition="in" filter="fade">
                                      <p:cBhvr>
                                        <p:cTn id="65" dur="500"/>
                                        <p:tgtEl>
                                          <p:spTgt spid="12"/>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p:cTn id="68" dur="500" fill="hold"/>
                                        <p:tgtEl>
                                          <p:spTgt spid="16"/>
                                        </p:tgtEl>
                                        <p:attrNameLst>
                                          <p:attrName>ppt_w</p:attrName>
                                        </p:attrNameLst>
                                      </p:cBhvr>
                                      <p:tavLst>
                                        <p:tav tm="0">
                                          <p:val>
                                            <p:fltVal val="0"/>
                                          </p:val>
                                        </p:tav>
                                        <p:tav tm="100000">
                                          <p:val>
                                            <p:strVal val="#ppt_w"/>
                                          </p:val>
                                        </p:tav>
                                      </p:tavLst>
                                    </p:anim>
                                    <p:anim calcmode="lin" valueType="num">
                                      <p:cBhvr>
                                        <p:cTn id="69" dur="500" fill="hold"/>
                                        <p:tgtEl>
                                          <p:spTgt spid="16"/>
                                        </p:tgtEl>
                                        <p:attrNameLst>
                                          <p:attrName>ppt_h</p:attrName>
                                        </p:attrNameLst>
                                      </p:cBhvr>
                                      <p:tavLst>
                                        <p:tav tm="0">
                                          <p:val>
                                            <p:fltVal val="0"/>
                                          </p:val>
                                        </p:tav>
                                        <p:tav tm="100000">
                                          <p:val>
                                            <p:strVal val="#ppt_h"/>
                                          </p:val>
                                        </p:tav>
                                      </p:tavLst>
                                    </p:anim>
                                    <p:animEffect transition="in" filter="fade">
                                      <p:cBhvr>
                                        <p:cTn id="70" dur="500"/>
                                        <p:tgtEl>
                                          <p:spTgt spid="16"/>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fill="hold"/>
                                        <p:tgtEl>
                                          <p:spTgt spid="17"/>
                                        </p:tgtEl>
                                        <p:attrNameLst>
                                          <p:attrName>ppt_x</p:attrName>
                                        </p:attrNameLst>
                                      </p:cBhvr>
                                      <p:tavLst>
                                        <p:tav tm="0">
                                          <p:val>
                                            <p:strVal val="#ppt_x"/>
                                          </p:val>
                                        </p:tav>
                                        <p:tav tm="100000">
                                          <p:val>
                                            <p:strVal val="#ppt_x"/>
                                          </p:val>
                                        </p:tav>
                                      </p:tavLst>
                                    </p:anim>
                                    <p:anim calcmode="lin" valueType="num">
                                      <p:cBhvr additive="base">
                                        <p:cTn id="7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椭圆 4"/>
          <p:cNvSpPr/>
          <p:nvPr/>
        </p:nvSpPr>
        <p:spPr>
          <a:xfrm>
            <a:off x="5660232" y="1702594"/>
            <a:ext cx="729139" cy="729139"/>
          </a:xfrm>
          <a:prstGeom prst="ellipse">
            <a:avLst/>
          </a:pr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6" name="椭圆 5"/>
          <p:cNvSpPr/>
          <p:nvPr/>
        </p:nvSpPr>
        <p:spPr>
          <a:xfrm>
            <a:off x="7217093" y="1702594"/>
            <a:ext cx="729139" cy="729139"/>
          </a:xfrm>
          <a:prstGeom prst="ellipse">
            <a:avLst/>
          </a:pr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7" name="椭圆 6"/>
          <p:cNvSpPr/>
          <p:nvPr/>
        </p:nvSpPr>
        <p:spPr>
          <a:xfrm>
            <a:off x="989648" y="1702594"/>
            <a:ext cx="729139" cy="729139"/>
          </a:xfrm>
          <a:prstGeom prst="ellipse">
            <a:avLst/>
          </a:pr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8" name="椭圆 7"/>
          <p:cNvSpPr/>
          <p:nvPr/>
        </p:nvSpPr>
        <p:spPr>
          <a:xfrm>
            <a:off x="2546509" y="1702594"/>
            <a:ext cx="729139" cy="729139"/>
          </a:xfrm>
          <a:prstGeom prst="ellipse">
            <a:avLst/>
          </a:pr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9" name="椭圆 8"/>
          <p:cNvSpPr/>
          <p:nvPr/>
        </p:nvSpPr>
        <p:spPr>
          <a:xfrm>
            <a:off x="4103370" y="1702594"/>
            <a:ext cx="729139" cy="729139"/>
          </a:xfrm>
          <a:prstGeom prst="ellipse">
            <a:avLst/>
          </a:pr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0" name="任意多边形 54"/>
          <p:cNvSpPr/>
          <p:nvPr/>
        </p:nvSpPr>
        <p:spPr>
          <a:xfrm>
            <a:off x="38100" y="1803083"/>
            <a:ext cx="9039225" cy="735522"/>
          </a:xfrm>
          <a:custGeom>
            <a:avLst/>
            <a:gdLst>
              <a:gd name="connsiteX0" fmla="*/ 0 w 18980"/>
              <a:gd name="connsiteY0" fmla="*/ 10 h 1544"/>
              <a:gd name="connsiteX1" fmla="*/ 1905 w 18980"/>
              <a:gd name="connsiteY1" fmla="*/ 10 h 1544"/>
              <a:gd name="connsiteX2" fmla="*/ 2692 w 18980"/>
              <a:gd name="connsiteY2" fmla="*/ 1531 h 1544"/>
              <a:gd name="connsiteX3" fmla="*/ 3722 w 18980"/>
              <a:gd name="connsiteY3" fmla="*/ 678 h 1544"/>
              <a:gd name="connsiteX4" fmla="*/ 5038 w 18980"/>
              <a:gd name="connsiteY4" fmla="*/ 679 h 1544"/>
              <a:gd name="connsiteX5" fmla="*/ 7032 w 18980"/>
              <a:gd name="connsiteY5" fmla="*/ 675 h 1544"/>
              <a:gd name="connsiteX6" fmla="*/ 8314 w 18980"/>
              <a:gd name="connsiteY6" fmla="*/ 678 h 1544"/>
              <a:gd name="connsiteX7" fmla="*/ 9237 w 18980"/>
              <a:gd name="connsiteY7" fmla="*/ 1538 h 1544"/>
              <a:gd name="connsiteX8" fmla="*/ 10257 w 18980"/>
              <a:gd name="connsiteY8" fmla="*/ 681 h 1544"/>
              <a:gd name="connsiteX9" fmla="*/ 11599 w 18980"/>
              <a:gd name="connsiteY9" fmla="*/ 674 h 1544"/>
              <a:gd name="connsiteX10" fmla="*/ 12629 w 18980"/>
              <a:gd name="connsiteY10" fmla="*/ 1534 h 1544"/>
              <a:gd name="connsiteX11" fmla="*/ 13542 w 18980"/>
              <a:gd name="connsiteY11" fmla="*/ 691 h 1544"/>
              <a:gd name="connsiteX12" fmla="*/ 14858 w 18980"/>
              <a:gd name="connsiteY12" fmla="*/ 688 h 1544"/>
              <a:gd name="connsiteX13" fmla="*/ 16021 w 18980"/>
              <a:gd name="connsiteY13" fmla="*/ 1518 h 1544"/>
              <a:gd name="connsiteX14" fmla="*/ 16671 w 18980"/>
              <a:gd name="connsiteY14" fmla="*/ 8 h 1544"/>
              <a:gd name="connsiteX15" fmla="*/ 18980 w 18980"/>
              <a:gd name="connsiteY15" fmla="*/ 0 h 1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980" h="1544">
                <a:moveTo>
                  <a:pt x="0" y="10"/>
                </a:moveTo>
                <a:lnTo>
                  <a:pt x="1905" y="10"/>
                </a:lnTo>
                <a:cubicBezTo>
                  <a:pt x="1485" y="828"/>
                  <a:pt x="2108" y="1538"/>
                  <a:pt x="2692" y="1531"/>
                </a:cubicBezTo>
                <a:cubicBezTo>
                  <a:pt x="3276" y="1524"/>
                  <a:pt x="3638" y="1204"/>
                  <a:pt x="3722" y="678"/>
                </a:cubicBezTo>
                <a:lnTo>
                  <a:pt x="5038" y="679"/>
                </a:lnTo>
                <a:cubicBezTo>
                  <a:pt x="4997" y="1630"/>
                  <a:pt x="6766" y="2021"/>
                  <a:pt x="7032" y="675"/>
                </a:cubicBezTo>
                <a:lnTo>
                  <a:pt x="8314" y="678"/>
                </a:lnTo>
                <a:cubicBezTo>
                  <a:pt x="8334" y="1061"/>
                  <a:pt x="8687" y="1511"/>
                  <a:pt x="9237" y="1538"/>
                </a:cubicBezTo>
                <a:cubicBezTo>
                  <a:pt x="9787" y="1565"/>
                  <a:pt x="10211" y="1124"/>
                  <a:pt x="10257" y="681"/>
                </a:cubicBezTo>
                <a:lnTo>
                  <a:pt x="11599" y="674"/>
                </a:lnTo>
                <a:cubicBezTo>
                  <a:pt x="11662" y="1178"/>
                  <a:pt x="12139" y="1564"/>
                  <a:pt x="12629" y="1534"/>
                </a:cubicBezTo>
                <a:cubicBezTo>
                  <a:pt x="13119" y="1504"/>
                  <a:pt x="13506" y="1138"/>
                  <a:pt x="13542" y="691"/>
                </a:cubicBezTo>
                <a:lnTo>
                  <a:pt x="14858" y="688"/>
                </a:lnTo>
                <a:cubicBezTo>
                  <a:pt x="14924" y="1234"/>
                  <a:pt x="15464" y="1584"/>
                  <a:pt x="16021" y="1518"/>
                </a:cubicBezTo>
                <a:cubicBezTo>
                  <a:pt x="16578" y="1452"/>
                  <a:pt x="17071" y="754"/>
                  <a:pt x="16671" y="8"/>
                </a:cubicBezTo>
                <a:lnTo>
                  <a:pt x="18980" y="0"/>
                </a:lnTo>
              </a:path>
            </a:pathLst>
          </a:custGeom>
          <a:solidFill>
            <a:srgbClr val="CA2C3B"/>
          </a:solidFill>
          <a:ln w="28575">
            <a:solidFill>
              <a:srgbClr val="CA2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1" name="文本框 20"/>
          <p:cNvSpPr txBox="1"/>
          <p:nvPr/>
        </p:nvSpPr>
        <p:spPr>
          <a:xfrm flipH="1">
            <a:off x="591502" y="2684622"/>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1979-1983 </a:t>
            </a:r>
          </a:p>
        </p:txBody>
      </p:sp>
      <p:sp>
        <p:nvSpPr>
          <p:cNvPr id="12" name="文本框 22"/>
          <p:cNvSpPr txBox="1"/>
          <p:nvPr/>
        </p:nvSpPr>
        <p:spPr>
          <a:xfrm flipH="1">
            <a:off x="652702" y="2965133"/>
            <a:ext cx="1387316" cy="1754326"/>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sp>
        <p:nvSpPr>
          <p:cNvPr id="13" name="文本框 20"/>
          <p:cNvSpPr txBox="1"/>
          <p:nvPr/>
        </p:nvSpPr>
        <p:spPr>
          <a:xfrm flipH="1">
            <a:off x="2177891" y="2684622"/>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1984-1995</a:t>
            </a:r>
          </a:p>
        </p:txBody>
      </p:sp>
      <p:sp>
        <p:nvSpPr>
          <p:cNvPr id="14" name="文本框 22"/>
          <p:cNvSpPr txBox="1"/>
          <p:nvPr/>
        </p:nvSpPr>
        <p:spPr>
          <a:xfrm flipH="1">
            <a:off x="2235518" y="2965133"/>
            <a:ext cx="1387316" cy="1754326"/>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sp>
        <p:nvSpPr>
          <p:cNvPr id="15" name="文本框 20"/>
          <p:cNvSpPr txBox="1"/>
          <p:nvPr/>
        </p:nvSpPr>
        <p:spPr>
          <a:xfrm flipH="1">
            <a:off x="3764280" y="2684622"/>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1996-2000</a:t>
            </a:r>
          </a:p>
        </p:txBody>
      </p:sp>
      <p:sp>
        <p:nvSpPr>
          <p:cNvPr id="16" name="文本框 22"/>
          <p:cNvSpPr txBox="1"/>
          <p:nvPr/>
        </p:nvSpPr>
        <p:spPr>
          <a:xfrm flipH="1">
            <a:off x="3822859" y="2965133"/>
            <a:ext cx="1387316" cy="1754326"/>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sp>
        <p:nvSpPr>
          <p:cNvPr id="17" name="文本框 16"/>
          <p:cNvSpPr txBox="1"/>
          <p:nvPr/>
        </p:nvSpPr>
        <p:spPr>
          <a:xfrm flipH="1">
            <a:off x="5350669" y="2684622"/>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2001-2006</a:t>
            </a:r>
          </a:p>
        </p:txBody>
      </p:sp>
      <p:sp>
        <p:nvSpPr>
          <p:cNvPr id="18" name="文本框 22"/>
          <p:cNvSpPr txBox="1"/>
          <p:nvPr/>
        </p:nvSpPr>
        <p:spPr>
          <a:xfrm flipH="1">
            <a:off x="5410201" y="2965133"/>
            <a:ext cx="1387316" cy="1754326"/>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sp>
        <p:nvSpPr>
          <p:cNvPr id="19" name="文本框 20"/>
          <p:cNvSpPr txBox="1"/>
          <p:nvPr/>
        </p:nvSpPr>
        <p:spPr>
          <a:xfrm flipH="1">
            <a:off x="6937057" y="2684622"/>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sz="1500" b="1">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2007-2010</a:t>
            </a:r>
          </a:p>
        </p:txBody>
      </p:sp>
      <p:sp>
        <p:nvSpPr>
          <p:cNvPr id="20" name="文本框 19"/>
          <p:cNvSpPr txBox="1"/>
          <p:nvPr/>
        </p:nvSpPr>
        <p:spPr>
          <a:xfrm flipH="1">
            <a:off x="6997542" y="2965133"/>
            <a:ext cx="1387316" cy="1754326"/>
          </a:xfrm>
          <a:prstGeom prst="rect">
            <a:avLst/>
          </a:prstGeom>
          <a:noFill/>
          <a:ln w="9525">
            <a:noFill/>
            <a:miter/>
          </a:ln>
          <a:effectLst>
            <a:outerShdw sx="999" sy="999" algn="ctr" rotWithShape="0">
              <a:srgbClr val="000000"/>
            </a:outerShdw>
          </a:effectLst>
        </p:spPr>
        <p:txBody>
          <a:bodyPr wrap="square" rtlCol="0" anchor="t">
            <a:spAutoFit/>
          </a:bodyPr>
          <a:lstStyle/>
          <a:p>
            <a:r>
              <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tx1">
                  <a:lumMod val="85000"/>
                  <a:lumOff val="15000"/>
                </a:schemeClr>
              </a:solidFill>
              <a:latin typeface="微软雅黑" panose="020B0503020204020204" charset="-122"/>
              <a:ea typeface="微软雅黑" panose="020B0503020204020204" charset="-122"/>
              <a:sym typeface="宋体" panose="02010600030101010101" pitchFamily="2" charset="-122"/>
            </a:endParaRPr>
          </a:p>
        </p:txBody>
      </p:sp>
      <p:sp>
        <p:nvSpPr>
          <p:cNvPr id="21" name="文本框 20"/>
          <p:cNvSpPr txBox="1"/>
          <p:nvPr/>
        </p:nvSpPr>
        <p:spPr>
          <a:xfrm flipH="1">
            <a:off x="989647" y="1739266"/>
            <a:ext cx="728663" cy="646331"/>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3600" b="1" dirty="0">
                <a:solidFill>
                  <a:schemeClr val="bg1"/>
                </a:solidFill>
                <a:latin typeface="微软雅黑" panose="020B0503020204020204" charset="-122"/>
                <a:ea typeface="微软雅黑" panose="020B0503020204020204" charset="-122"/>
                <a:sym typeface="Arial" panose="020B0604020202020204" pitchFamily="34" charset="0"/>
              </a:rPr>
              <a:t>1</a:t>
            </a:r>
            <a:r>
              <a:rPr lang="zh-CN" altLang="en-US" sz="3600" b="1" dirty="0">
                <a:solidFill>
                  <a:schemeClr val="bg1"/>
                </a:solidFill>
                <a:latin typeface="微软雅黑" panose="020B0503020204020204" charset="-122"/>
                <a:ea typeface="微软雅黑" panose="020B0503020204020204" charset="-122"/>
                <a:sym typeface="Arial" panose="020B0604020202020204" pitchFamily="34" charset="0"/>
              </a:rPr>
              <a:t> </a:t>
            </a:r>
          </a:p>
        </p:txBody>
      </p:sp>
      <p:sp>
        <p:nvSpPr>
          <p:cNvPr id="22" name="文本框 20"/>
          <p:cNvSpPr txBox="1"/>
          <p:nvPr/>
        </p:nvSpPr>
        <p:spPr>
          <a:xfrm flipH="1">
            <a:off x="2546509" y="1739266"/>
            <a:ext cx="728663" cy="646331"/>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3600" b="1" dirty="0">
                <a:solidFill>
                  <a:schemeClr val="bg1"/>
                </a:solidFill>
                <a:latin typeface="微软雅黑" panose="020B0503020204020204" charset="-122"/>
                <a:ea typeface="微软雅黑" panose="020B0503020204020204" charset="-122"/>
                <a:sym typeface="Arial" panose="020B0604020202020204" pitchFamily="34" charset="0"/>
              </a:rPr>
              <a:t>2</a:t>
            </a:r>
            <a:r>
              <a:rPr lang="zh-CN" altLang="en-US" sz="3600" b="1" dirty="0">
                <a:solidFill>
                  <a:schemeClr val="bg1"/>
                </a:solidFill>
                <a:latin typeface="微软雅黑" panose="020B0503020204020204" charset="-122"/>
                <a:ea typeface="微软雅黑" panose="020B0503020204020204" charset="-122"/>
                <a:sym typeface="Arial" panose="020B0604020202020204" pitchFamily="34" charset="0"/>
              </a:rPr>
              <a:t> </a:t>
            </a:r>
          </a:p>
        </p:txBody>
      </p:sp>
      <p:sp>
        <p:nvSpPr>
          <p:cNvPr id="23" name="文本框 20"/>
          <p:cNvSpPr txBox="1"/>
          <p:nvPr/>
        </p:nvSpPr>
        <p:spPr>
          <a:xfrm flipH="1">
            <a:off x="4103370" y="1739266"/>
            <a:ext cx="728663" cy="646331"/>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3600" b="1" dirty="0">
                <a:solidFill>
                  <a:schemeClr val="bg1"/>
                </a:solidFill>
                <a:latin typeface="微软雅黑" panose="020B0503020204020204" charset="-122"/>
                <a:ea typeface="微软雅黑" panose="020B0503020204020204" charset="-122"/>
                <a:sym typeface="Arial" panose="020B0604020202020204" pitchFamily="34" charset="0"/>
              </a:rPr>
              <a:t>3</a:t>
            </a:r>
            <a:r>
              <a:rPr lang="zh-CN" altLang="en-US" sz="3600" b="1" dirty="0">
                <a:solidFill>
                  <a:schemeClr val="bg1"/>
                </a:solidFill>
                <a:latin typeface="微软雅黑" panose="020B0503020204020204" charset="-122"/>
                <a:ea typeface="微软雅黑" panose="020B0503020204020204" charset="-122"/>
                <a:sym typeface="Arial" panose="020B0604020202020204" pitchFamily="34" charset="0"/>
              </a:rPr>
              <a:t> </a:t>
            </a:r>
          </a:p>
        </p:txBody>
      </p:sp>
      <p:sp>
        <p:nvSpPr>
          <p:cNvPr id="24" name="文本框 20"/>
          <p:cNvSpPr txBox="1"/>
          <p:nvPr/>
        </p:nvSpPr>
        <p:spPr>
          <a:xfrm flipH="1">
            <a:off x="5660231" y="1739266"/>
            <a:ext cx="728663" cy="646331"/>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3600" b="1" dirty="0">
                <a:solidFill>
                  <a:schemeClr val="bg1"/>
                </a:solidFill>
                <a:latin typeface="微软雅黑" panose="020B0503020204020204" charset="-122"/>
                <a:ea typeface="微软雅黑" panose="020B0503020204020204" charset="-122"/>
                <a:sym typeface="Arial" panose="020B0604020202020204" pitchFamily="34" charset="0"/>
              </a:rPr>
              <a:t>4</a:t>
            </a:r>
            <a:r>
              <a:rPr lang="zh-CN" altLang="en-US" sz="3600" b="1" dirty="0">
                <a:solidFill>
                  <a:schemeClr val="bg1"/>
                </a:solidFill>
                <a:latin typeface="微软雅黑" panose="020B0503020204020204" charset="-122"/>
                <a:ea typeface="微软雅黑" panose="020B0503020204020204" charset="-122"/>
                <a:sym typeface="Arial" panose="020B0604020202020204" pitchFamily="34" charset="0"/>
              </a:rPr>
              <a:t> </a:t>
            </a:r>
          </a:p>
        </p:txBody>
      </p:sp>
      <p:sp>
        <p:nvSpPr>
          <p:cNvPr id="25" name="文本框 20"/>
          <p:cNvSpPr txBox="1"/>
          <p:nvPr/>
        </p:nvSpPr>
        <p:spPr>
          <a:xfrm flipH="1">
            <a:off x="7217092" y="1739266"/>
            <a:ext cx="728663" cy="646331"/>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3600" b="1" dirty="0">
                <a:solidFill>
                  <a:schemeClr val="bg1"/>
                </a:solidFill>
                <a:latin typeface="微软雅黑" panose="020B0503020204020204" charset="-122"/>
                <a:ea typeface="微软雅黑" panose="020B0503020204020204" charset="-122"/>
                <a:sym typeface="Arial" panose="020B0604020202020204" pitchFamily="34" charset="0"/>
              </a:rPr>
              <a:t>5</a:t>
            </a:r>
            <a:r>
              <a:rPr lang="zh-CN" altLang="en-US" sz="3600" b="1" dirty="0">
                <a:solidFill>
                  <a:schemeClr val="bg1"/>
                </a:solidFill>
                <a:latin typeface="微软雅黑" panose="020B0503020204020204" charset="-122"/>
                <a:ea typeface="微软雅黑" panose="020B0503020204020204" charset="-122"/>
                <a:sym typeface="Arial" panose="020B0604020202020204" pitchFamily="34" charset="0"/>
              </a:rPr>
              <a:t> </a:t>
            </a:r>
          </a:p>
        </p:txBody>
      </p:sp>
      <p:sp>
        <p:nvSpPr>
          <p:cNvPr id="26" name="文本框 20"/>
          <p:cNvSpPr txBox="1"/>
          <p:nvPr/>
        </p:nvSpPr>
        <p:spPr>
          <a:xfrm flipH="1">
            <a:off x="591502" y="1313974"/>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dirty="0">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标题</a:t>
            </a:r>
          </a:p>
        </p:txBody>
      </p:sp>
      <p:sp>
        <p:nvSpPr>
          <p:cNvPr id="27" name="文本框 20"/>
          <p:cNvSpPr txBox="1"/>
          <p:nvPr/>
        </p:nvSpPr>
        <p:spPr>
          <a:xfrm flipH="1">
            <a:off x="2177891" y="1313974"/>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dirty="0">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标题</a:t>
            </a:r>
          </a:p>
        </p:txBody>
      </p:sp>
      <p:sp>
        <p:nvSpPr>
          <p:cNvPr id="28" name="文本框 20"/>
          <p:cNvSpPr txBox="1"/>
          <p:nvPr/>
        </p:nvSpPr>
        <p:spPr>
          <a:xfrm flipH="1">
            <a:off x="3764280" y="1313974"/>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dirty="0">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标题</a:t>
            </a:r>
          </a:p>
        </p:txBody>
      </p:sp>
      <p:sp>
        <p:nvSpPr>
          <p:cNvPr id="29" name="文本框 28"/>
          <p:cNvSpPr txBox="1"/>
          <p:nvPr/>
        </p:nvSpPr>
        <p:spPr>
          <a:xfrm flipH="1">
            <a:off x="5350669" y="1313974"/>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dirty="0">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标题</a:t>
            </a:r>
          </a:p>
        </p:txBody>
      </p:sp>
      <p:sp>
        <p:nvSpPr>
          <p:cNvPr id="30" name="文本框 20"/>
          <p:cNvSpPr txBox="1"/>
          <p:nvPr/>
        </p:nvSpPr>
        <p:spPr>
          <a:xfrm flipH="1">
            <a:off x="6937057" y="1313974"/>
            <a:ext cx="1509713" cy="323165"/>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zh-CN" altLang="en-US" sz="1500" b="1" dirty="0">
                <a:solidFill>
                  <a:schemeClr val="tx1">
                    <a:lumMod val="85000"/>
                    <a:lumOff val="15000"/>
                  </a:schemeClr>
                </a:solidFill>
                <a:latin typeface="微软雅黑" panose="020B0503020204020204" charset="-122"/>
                <a:ea typeface="微软雅黑" panose="020B0503020204020204" charset="-122"/>
                <a:sym typeface="Arial" panose="020B0604020202020204" pitchFamily="34" charset="0"/>
              </a:rPr>
              <a:t>标题</a:t>
            </a:r>
          </a:p>
        </p:txBody>
      </p:sp>
    </p:spTree>
    <p:extLst>
      <p:ext uri="{BB962C8B-B14F-4D97-AF65-F5344CB8AC3E}">
        <p14:creationId xmlns:p14="http://schemas.microsoft.com/office/powerpoint/2010/main" val="419078957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1000"/>
                                        <p:tgtEl>
                                          <p:spTgt spid="21"/>
                                        </p:tgtEl>
                                      </p:cBhvr>
                                    </p:animEffect>
                                    <p:anim calcmode="lin" valueType="num">
                                      <p:cBhvr>
                                        <p:cTn id="38" dur="1000" fill="hold"/>
                                        <p:tgtEl>
                                          <p:spTgt spid="21"/>
                                        </p:tgtEl>
                                        <p:attrNameLst>
                                          <p:attrName>ppt_x</p:attrName>
                                        </p:attrNameLst>
                                      </p:cBhvr>
                                      <p:tavLst>
                                        <p:tav tm="0">
                                          <p:val>
                                            <p:strVal val="#ppt_x"/>
                                          </p:val>
                                        </p:tav>
                                        <p:tav tm="100000">
                                          <p:val>
                                            <p:strVal val="#ppt_x"/>
                                          </p:val>
                                        </p:tav>
                                      </p:tavLst>
                                    </p:anim>
                                    <p:anim calcmode="lin" valueType="num">
                                      <p:cBhvr>
                                        <p:cTn id="39" dur="1000" fill="hold"/>
                                        <p:tgtEl>
                                          <p:spTgt spid="2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1000"/>
                                        <p:tgtEl>
                                          <p:spTgt spid="22"/>
                                        </p:tgtEl>
                                      </p:cBhvr>
                                    </p:animEffect>
                                    <p:anim calcmode="lin" valueType="num">
                                      <p:cBhvr>
                                        <p:cTn id="43" dur="1000" fill="hold"/>
                                        <p:tgtEl>
                                          <p:spTgt spid="22"/>
                                        </p:tgtEl>
                                        <p:attrNameLst>
                                          <p:attrName>ppt_x</p:attrName>
                                        </p:attrNameLst>
                                      </p:cBhvr>
                                      <p:tavLst>
                                        <p:tav tm="0">
                                          <p:val>
                                            <p:strVal val="#ppt_x"/>
                                          </p:val>
                                        </p:tav>
                                        <p:tav tm="100000">
                                          <p:val>
                                            <p:strVal val="#ppt_x"/>
                                          </p:val>
                                        </p:tav>
                                      </p:tavLst>
                                    </p:anim>
                                    <p:anim calcmode="lin" valueType="num">
                                      <p:cBhvr>
                                        <p:cTn id="44" dur="1000" fill="hold"/>
                                        <p:tgtEl>
                                          <p:spTgt spid="2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1000"/>
                                        <p:tgtEl>
                                          <p:spTgt spid="24"/>
                                        </p:tgtEl>
                                      </p:cBhvr>
                                    </p:animEffect>
                                    <p:anim calcmode="lin" valueType="num">
                                      <p:cBhvr>
                                        <p:cTn id="53" dur="1000" fill="hold"/>
                                        <p:tgtEl>
                                          <p:spTgt spid="24"/>
                                        </p:tgtEl>
                                        <p:attrNameLst>
                                          <p:attrName>ppt_x</p:attrName>
                                        </p:attrNameLst>
                                      </p:cBhvr>
                                      <p:tavLst>
                                        <p:tav tm="0">
                                          <p:val>
                                            <p:strVal val="#ppt_x"/>
                                          </p:val>
                                        </p:tav>
                                        <p:tav tm="100000">
                                          <p:val>
                                            <p:strVal val="#ppt_x"/>
                                          </p:val>
                                        </p:tav>
                                      </p:tavLst>
                                    </p:anim>
                                    <p:anim calcmode="lin" valueType="num">
                                      <p:cBhvr>
                                        <p:cTn id="54" dur="1000" fill="hold"/>
                                        <p:tgtEl>
                                          <p:spTgt spid="2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1000"/>
                                        <p:tgtEl>
                                          <p:spTgt spid="25"/>
                                        </p:tgtEl>
                                      </p:cBhvr>
                                    </p:animEffect>
                                    <p:anim calcmode="lin" valueType="num">
                                      <p:cBhvr>
                                        <p:cTn id="58" dur="1000" fill="hold"/>
                                        <p:tgtEl>
                                          <p:spTgt spid="25"/>
                                        </p:tgtEl>
                                        <p:attrNameLst>
                                          <p:attrName>ppt_x</p:attrName>
                                        </p:attrNameLst>
                                      </p:cBhvr>
                                      <p:tavLst>
                                        <p:tav tm="0">
                                          <p:val>
                                            <p:strVal val="#ppt_x"/>
                                          </p:val>
                                        </p:tav>
                                        <p:tav tm="100000">
                                          <p:val>
                                            <p:strVal val="#ppt_x"/>
                                          </p:val>
                                        </p:tav>
                                      </p:tavLst>
                                    </p:anim>
                                    <p:anim calcmode="lin" valueType="num">
                                      <p:cBhvr>
                                        <p:cTn id="59" dur="1000" fill="hold"/>
                                        <p:tgtEl>
                                          <p:spTgt spid="2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1000"/>
                                        <p:tgtEl>
                                          <p:spTgt spid="26"/>
                                        </p:tgtEl>
                                      </p:cBhvr>
                                    </p:animEffect>
                                    <p:anim calcmode="lin" valueType="num">
                                      <p:cBhvr>
                                        <p:cTn id="63" dur="1000" fill="hold"/>
                                        <p:tgtEl>
                                          <p:spTgt spid="26"/>
                                        </p:tgtEl>
                                        <p:attrNameLst>
                                          <p:attrName>ppt_x</p:attrName>
                                        </p:attrNameLst>
                                      </p:cBhvr>
                                      <p:tavLst>
                                        <p:tav tm="0">
                                          <p:val>
                                            <p:strVal val="#ppt_x"/>
                                          </p:val>
                                        </p:tav>
                                        <p:tav tm="100000">
                                          <p:val>
                                            <p:strVal val="#ppt_x"/>
                                          </p:val>
                                        </p:tav>
                                      </p:tavLst>
                                    </p:anim>
                                    <p:anim calcmode="lin" valueType="num">
                                      <p:cBhvr>
                                        <p:cTn id="64" dur="1000" fill="hold"/>
                                        <p:tgtEl>
                                          <p:spTgt spid="2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1000"/>
                                        <p:tgtEl>
                                          <p:spTgt spid="27"/>
                                        </p:tgtEl>
                                      </p:cBhvr>
                                    </p:animEffect>
                                    <p:anim calcmode="lin" valueType="num">
                                      <p:cBhvr>
                                        <p:cTn id="68" dur="1000" fill="hold"/>
                                        <p:tgtEl>
                                          <p:spTgt spid="27"/>
                                        </p:tgtEl>
                                        <p:attrNameLst>
                                          <p:attrName>ppt_x</p:attrName>
                                        </p:attrNameLst>
                                      </p:cBhvr>
                                      <p:tavLst>
                                        <p:tav tm="0">
                                          <p:val>
                                            <p:strVal val="#ppt_x"/>
                                          </p:val>
                                        </p:tav>
                                        <p:tav tm="100000">
                                          <p:val>
                                            <p:strVal val="#ppt_x"/>
                                          </p:val>
                                        </p:tav>
                                      </p:tavLst>
                                    </p:anim>
                                    <p:anim calcmode="lin" valueType="num">
                                      <p:cBhvr>
                                        <p:cTn id="69" dur="1000" fill="hold"/>
                                        <p:tgtEl>
                                          <p:spTgt spid="2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1000"/>
                                        <p:tgtEl>
                                          <p:spTgt spid="28"/>
                                        </p:tgtEl>
                                      </p:cBhvr>
                                    </p:animEffect>
                                    <p:anim calcmode="lin" valueType="num">
                                      <p:cBhvr>
                                        <p:cTn id="73" dur="1000" fill="hold"/>
                                        <p:tgtEl>
                                          <p:spTgt spid="28"/>
                                        </p:tgtEl>
                                        <p:attrNameLst>
                                          <p:attrName>ppt_x</p:attrName>
                                        </p:attrNameLst>
                                      </p:cBhvr>
                                      <p:tavLst>
                                        <p:tav tm="0">
                                          <p:val>
                                            <p:strVal val="#ppt_x"/>
                                          </p:val>
                                        </p:tav>
                                        <p:tav tm="100000">
                                          <p:val>
                                            <p:strVal val="#ppt_x"/>
                                          </p:val>
                                        </p:tav>
                                      </p:tavLst>
                                    </p:anim>
                                    <p:anim calcmode="lin" valueType="num">
                                      <p:cBhvr>
                                        <p:cTn id="74" dur="1000" fill="hold"/>
                                        <p:tgtEl>
                                          <p:spTgt spid="2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1000"/>
                                        <p:tgtEl>
                                          <p:spTgt spid="29"/>
                                        </p:tgtEl>
                                      </p:cBhvr>
                                    </p:animEffect>
                                    <p:anim calcmode="lin" valueType="num">
                                      <p:cBhvr>
                                        <p:cTn id="78" dur="1000" fill="hold"/>
                                        <p:tgtEl>
                                          <p:spTgt spid="29"/>
                                        </p:tgtEl>
                                        <p:attrNameLst>
                                          <p:attrName>ppt_x</p:attrName>
                                        </p:attrNameLst>
                                      </p:cBhvr>
                                      <p:tavLst>
                                        <p:tav tm="0">
                                          <p:val>
                                            <p:strVal val="#ppt_x"/>
                                          </p:val>
                                        </p:tav>
                                        <p:tav tm="100000">
                                          <p:val>
                                            <p:strVal val="#ppt_x"/>
                                          </p:val>
                                        </p:tav>
                                      </p:tavLst>
                                    </p:anim>
                                    <p:anim calcmode="lin" valueType="num">
                                      <p:cBhvr>
                                        <p:cTn id="79" dur="1000" fill="hold"/>
                                        <p:tgtEl>
                                          <p:spTgt spid="2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1000"/>
                                        <p:tgtEl>
                                          <p:spTgt spid="30"/>
                                        </p:tgtEl>
                                      </p:cBhvr>
                                    </p:animEffect>
                                    <p:anim calcmode="lin" valueType="num">
                                      <p:cBhvr>
                                        <p:cTn id="83" dur="1000" fill="hold"/>
                                        <p:tgtEl>
                                          <p:spTgt spid="30"/>
                                        </p:tgtEl>
                                        <p:attrNameLst>
                                          <p:attrName>ppt_x</p:attrName>
                                        </p:attrNameLst>
                                      </p:cBhvr>
                                      <p:tavLst>
                                        <p:tav tm="0">
                                          <p:val>
                                            <p:strVal val="#ppt_x"/>
                                          </p:val>
                                        </p:tav>
                                        <p:tav tm="100000">
                                          <p:val>
                                            <p:strVal val="#ppt_x"/>
                                          </p:val>
                                        </p:tav>
                                      </p:tavLst>
                                    </p:anim>
                                    <p:anim calcmode="lin" valueType="num">
                                      <p:cBhvr>
                                        <p:cTn id="8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1"/>
                                        </p:tgtEl>
                                        <p:attrNameLst>
                                          <p:attrName>style.visibility</p:attrName>
                                        </p:attrNameLst>
                                      </p:cBhvr>
                                      <p:to>
                                        <p:strVal val="visible"/>
                                      </p:to>
                                    </p:set>
                                    <p:anim calcmode="lin" valueType="num">
                                      <p:cBhvr additive="base">
                                        <p:cTn id="89" dur="500" fill="hold"/>
                                        <p:tgtEl>
                                          <p:spTgt spid="11"/>
                                        </p:tgtEl>
                                        <p:attrNameLst>
                                          <p:attrName>ppt_x</p:attrName>
                                        </p:attrNameLst>
                                      </p:cBhvr>
                                      <p:tavLst>
                                        <p:tav tm="0">
                                          <p:val>
                                            <p:strVal val="#ppt_x"/>
                                          </p:val>
                                        </p:tav>
                                        <p:tav tm="100000">
                                          <p:val>
                                            <p:strVal val="#ppt_x"/>
                                          </p:val>
                                        </p:tav>
                                      </p:tavLst>
                                    </p:anim>
                                    <p:anim calcmode="lin" valueType="num">
                                      <p:cBhvr additive="base">
                                        <p:cTn id="90" dur="500" fill="hold"/>
                                        <p:tgtEl>
                                          <p:spTgt spid="11"/>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2"/>
                                        </p:tgtEl>
                                        <p:attrNameLst>
                                          <p:attrName>style.visibility</p:attrName>
                                        </p:attrNameLst>
                                      </p:cBhvr>
                                      <p:to>
                                        <p:strVal val="visible"/>
                                      </p:to>
                                    </p:set>
                                    <p:anim calcmode="lin" valueType="num">
                                      <p:cBhvr additive="base">
                                        <p:cTn id="93" dur="500" fill="hold"/>
                                        <p:tgtEl>
                                          <p:spTgt spid="12"/>
                                        </p:tgtEl>
                                        <p:attrNameLst>
                                          <p:attrName>ppt_x</p:attrName>
                                        </p:attrNameLst>
                                      </p:cBhvr>
                                      <p:tavLst>
                                        <p:tav tm="0">
                                          <p:val>
                                            <p:strVal val="#ppt_x"/>
                                          </p:val>
                                        </p:tav>
                                        <p:tav tm="100000">
                                          <p:val>
                                            <p:strVal val="#ppt_x"/>
                                          </p:val>
                                        </p:tav>
                                      </p:tavLst>
                                    </p:anim>
                                    <p:anim calcmode="lin" valueType="num">
                                      <p:cBhvr additive="base">
                                        <p:cTn id="94" dur="500" fill="hold"/>
                                        <p:tgtEl>
                                          <p:spTgt spid="12"/>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3"/>
                                        </p:tgtEl>
                                        <p:attrNameLst>
                                          <p:attrName>style.visibility</p:attrName>
                                        </p:attrNameLst>
                                      </p:cBhvr>
                                      <p:to>
                                        <p:strVal val="visible"/>
                                      </p:to>
                                    </p:set>
                                    <p:anim calcmode="lin" valueType="num">
                                      <p:cBhvr additive="base">
                                        <p:cTn id="97" dur="500" fill="hold"/>
                                        <p:tgtEl>
                                          <p:spTgt spid="13"/>
                                        </p:tgtEl>
                                        <p:attrNameLst>
                                          <p:attrName>ppt_x</p:attrName>
                                        </p:attrNameLst>
                                      </p:cBhvr>
                                      <p:tavLst>
                                        <p:tav tm="0">
                                          <p:val>
                                            <p:strVal val="#ppt_x"/>
                                          </p:val>
                                        </p:tav>
                                        <p:tav tm="100000">
                                          <p:val>
                                            <p:strVal val="#ppt_x"/>
                                          </p:val>
                                        </p:tav>
                                      </p:tavLst>
                                    </p:anim>
                                    <p:anim calcmode="lin" valueType="num">
                                      <p:cBhvr additive="base">
                                        <p:cTn id="98" dur="500" fill="hold"/>
                                        <p:tgtEl>
                                          <p:spTgt spid="13"/>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14"/>
                                        </p:tgtEl>
                                        <p:attrNameLst>
                                          <p:attrName>style.visibility</p:attrName>
                                        </p:attrNameLst>
                                      </p:cBhvr>
                                      <p:to>
                                        <p:strVal val="visible"/>
                                      </p:to>
                                    </p:set>
                                    <p:anim calcmode="lin" valueType="num">
                                      <p:cBhvr additive="base">
                                        <p:cTn id="101" dur="500" fill="hold"/>
                                        <p:tgtEl>
                                          <p:spTgt spid="14"/>
                                        </p:tgtEl>
                                        <p:attrNameLst>
                                          <p:attrName>ppt_x</p:attrName>
                                        </p:attrNameLst>
                                      </p:cBhvr>
                                      <p:tavLst>
                                        <p:tav tm="0">
                                          <p:val>
                                            <p:strVal val="#ppt_x"/>
                                          </p:val>
                                        </p:tav>
                                        <p:tav tm="100000">
                                          <p:val>
                                            <p:strVal val="#ppt_x"/>
                                          </p:val>
                                        </p:tav>
                                      </p:tavLst>
                                    </p:anim>
                                    <p:anim calcmode="lin" valueType="num">
                                      <p:cBhvr additive="base">
                                        <p:cTn id="102" dur="500" fill="hold"/>
                                        <p:tgtEl>
                                          <p:spTgt spid="14"/>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15"/>
                                        </p:tgtEl>
                                        <p:attrNameLst>
                                          <p:attrName>style.visibility</p:attrName>
                                        </p:attrNameLst>
                                      </p:cBhvr>
                                      <p:to>
                                        <p:strVal val="visible"/>
                                      </p:to>
                                    </p:set>
                                    <p:anim calcmode="lin" valueType="num">
                                      <p:cBhvr additive="base">
                                        <p:cTn id="105" dur="500" fill="hold"/>
                                        <p:tgtEl>
                                          <p:spTgt spid="15"/>
                                        </p:tgtEl>
                                        <p:attrNameLst>
                                          <p:attrName>ppt_x</p:attrName>
                                        </p:attrNameLst>
                                      </p:cBhvr>
                                      <p:tavLst>
                                        <p:tav tm="0">
                                          <p:val>
                                            <p:strVal val="#ppt_x"/>
                                          </p:val>
                                        </p:tav>
                                        <p:tav tm="100000">
                                          <p:val>
                                            <p:strVal val="#ppt_x"/>
                                          </p:val>
                                        </p:tav>
                                      </p:tavLst>
                                    </p:anim>
                                    <p:anim calcmode="lin" valueType="num">
                                      <p:cBhvr additive="base">
                                        <p:cTn id="106" dur="500" fill="hold"/>
                                        <p:tgtEl>
                                          <p:spTgt spid="15"/>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anim calcmode="lin" valueType="num">
                                      <p:cBhvr additive="base">
                                        <p:cTn id="109" dur="500" fill="hold"/>
                                        <p:tgtEl>
                                          <p:spTgt spid="16"/>
                                        </p:tgtEl>
                                        <p:attrNameLst>
                                          <p:attrName>ppt_x</p:attrName>
                                        </p:attrNameLst>
                                      </p:cBhvr>
                                      <p:tavLst>
                                        <p:tav tm="0">
                                          <p:val>
                                            <p:strVal val="#ppt_x"/>
                                          </p:val>
                                        </p:tav>
                                        <p:tav tm="100000">
                                          <p:val>
                                            <p:strVal val="#ppt_x"/>
                                          </p:val>
                                        </p:tav>
                                      </p:tavLst>
                                    </p:anim>
                                    <p:anim calcmode="lin" valueType="num">
                                      <p:cBhvr additive="base">
                                        <p:cTn id="110" dur="500" fill="hold"/>
                                        <p:tgtEl>
                                          <p:spTgt spid="16"/>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17"/>
                                        </p:tgtEl>
                                        <p:attrNameLst>
                                          <p:attrName>style.visibility</p:attrName>
                                        </p:attrNameLst>
                                      </p:cBhvr>
                                      <p:to>
                                        <p:strVal val="visible"/>
                                      </p:to>
                                    </p:set>
                                    <p:anim calcmode="lin" valueType="num">
                                      <p:cBhvr additive="base">
                                        <p:cTn id="113" dur="500" fill="hold"/>
                                        <p:tgtEl>
                                          <p:spTgt spid="17"/>
                                        </p:tgtEl>
                                        <p:attrNameLst>
                                          <p:attrName>ppt_x</p:attrName>
                                        </p:attrNameLst>
                                      </p:cBhvr>
                                      <p:tavLst>
                                        <p:tav tm="0">
                                          <p:val>
                                            <p:strVal val="#ppt_x"/>
                                          </p:val>
                                        </p:tav>
                                        <p:tav tm="100000">
                                          <p:val>
                                            <p:strVal val="#ppt_x"/>
                                          </p:val>
                                        </p:tav>
                                      </p:tavLst>
                                    </p:anim>
                                    <p:anim calcmode="lin" valueType="num">
                                      <p:cBhvr additive="base">
                                        <p:cTn id="114" dur="500" fill="hold"/>
                                        <p:tgtEl>
                                          <p:spTgt spid="17"/>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18"/>
                                        </p:tgtEl>
                                        <p:attrNameLst>
                                          <p:attrName>style.visibility</p:attrName>
                                        </p:attrNameLst>
                                      </p:cBhvr>
                                      <p:to>
                                        <p:strVal val="visible"/>
                                      </p:to>
                                    </p:set>
                                    <p:anim calcmode="lin" valueType="num">
                                      <p:cBhvr additive="base">
                                        <p:cTn id="117" dur="500" fill="hold"/>
                                        <p:tgtEl>
                                          <p:spTgt spid="18"/>
                                        </p:tgtEl>
                                        <p:attrNameLst>
                                          <p:attrName>ppt_x</p:attrName>
                                        </p:attrNameLst>
                                      </p:cBhvr>
                                      <p:tavLst>
                                        <p:tav tm="0">
                                          <p:val>
                                            <p:strVal val="#ppt_x"/>
                                          </p:val>
                                        </p:tav>
                                        <p:tav tm="100000">
                                          <p:val>
                                            <p:strVal val="#ppt_x"/>
                                          </p:val>
                                        </p:tav>
                                      </p:tavLst>
                                    </p:anim>
                                    <p:anim calcmode="lin" valueType="num">
                                      <p:cBhvr additive="base">
                                        <p:cTn id="118" dur="500" fill="hold"/>
                                        <p:tgtEl>
                                          <p:spTgt spid="18"/>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19"/>
                                        </p:tgtEl>
                                        <p:attrNameLst>
                                          <p:attrName>style.visibility</p:attrName>
                                        </p:attrNameLst>
                                      </p:cBhvr>
                                      <p:to>
                                        <p:strVal val="visible"/>
                                      </p:to>
                                    </p:set>
                                    <p:anim calcmode="lin" valueType="num">
                                      <p:cBhvr additive="base">
                                        <p:cTn id="121" dur="500" fill="hold"/>
                                        <p:tgtEl>
                                          <p:spTgt spid="19"/>
                                        </p:tgtEl>
                                        <p:attrNameLst>
                                          <p:attrName>ppt_x</p:attrName>
                                        </p:attrNameLst>
                                      </p:cBhvr>
                                      <p:tavLst>
                                        <p:tav tm="0">
                                          <p:val>
                                            <p:strVal val="#ppt_x"/>
                                          </p:val>
                                        </p:tav>
                                        <p:tav tm="100000">
                                          <p:val>
                                            <p:strVal val="#ppt_x"/>
                                          </p:val>
                                        </p:tav>
                                      </p:tavLst>
                                    </p:anim>
                                    <p:anim calcmode="lin" valueType="num">
                                      <p:cBhvr additive="base">
                                        <p:cTn id="122" dur="500" fill="hold"/>
                                        <p:tgtEl>
                                          <p:spTgt spid="19"/>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20"/>
                                        </p:tgtEl>
                                        <p:attrNameLst>
                                          <p:attrName>style.visibility</p:attrName>
                                        </p:attrNameLst>
                                      </p:cBhvr>
                                      <p:to>
                                        <p:strVal val="visible"/>
                                      </p:to>
                                    </p:set>
                                    <p:anim calcmode="lin" valueType="num">
                                      <p:cBhvr additive="base">
                                        <p:cTn id="125" dur="500" fill="hold"/>
                                        <p:tgtEl>
                                          <p:spTgt spid="20"/>
                                        </p:tgtEl>
                                        <p:attrNameLst>
                                          <p:attrName>ppt_x</p:attrName>
                                        </p:attrNameLst>
                                      </p:cBhvr>
                                      <p:tavLst>
                                        <p:tav tm="0">
                                          <p:val>
                                            <p:strVal val="#ppt_x"/>
                                          </p:val>
                                        </p:tav>
                                        <p:tav tm="100000">
                                          <p:val>
                                            <p:strVal val="#ppt_x"/>
                                          </p:val>
                                        </p:tav>
                                      </p:tavLst>
                                    </p:anim>
                                    <p:anim calcmode="lin" valueType="num">
                                      <p:cBhvr additive="base">
                                        <p:cTn id="1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矩形 4"/>
          <p:cNvSpPr/>
          <p:nvPr/>
        </p:nvSpPr>
        <p:spPr>
          <a:xfrm>
            <a:off x="0" y="1243293"/>
            <a:ext cx="9144000" cy="3128682"/>
          </a:xfrm>
          <a:prstGeom prst="rect">
            <a:avLst/>
          </a:pr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50957" y="3403298"/>
            <a:ext cx="2105356" cy="530466"/>
          </a:xfrm>
          <a:prstGeom prst="rect">
            <a:avLst/>
          </a:prstGeom>
        </p:spPr>
        <p:txBody>
          <a:bodyPr wrap="square">
            <a:spAutoFit/>
          </a:bodyPr>
          <a:lstStyle/>
          <a:p>
            <a:pPr lvl="0" algn="ctr">
              <a:lnSpc>
                <a:spcPct val="150000"/>
              </a:lnSpc>
              <a:defRPr/>
            </a:pPr>
            <a:r>
              <a:rPr lang="zh-CN" altLang="en-US" sz="1000" dirty="0">
                <a:solidFill>
                  <a:schemeClr val="bg1"/>
                </a:solidFill>
                <a:cs typeface="Arial" panose="020B0604020202020204" pitchFamily="34" charset="0"/>
              </a:rPr>
              <a:t>文字是很有艺术性的文字是很有艺术性的文字是很有艺术性的</a:t>
            </a:r>
            <a:endParaRPr lang="zh-CN" altLang="en-US" sz="1000" dirty="0">
              <a:solidFill>
                <a:schemeClr val="bg1"/>
              </a:solidFill>
            </a:endParaRPr>
          </a:p>
        </p:txBody>
      </p:sp>
      <p:sp>
        <p:nvSpPr>
          <p:cNvPr id="7" name="矩形 6"/>
          <p:cNvSpPr/>
          <p:nvPr/>
        </p:nvSpPr>
        <p:spPr>
          <a:xfrm>
            <a:off x="2596411" y="3403298"/>
            <a:ext cx="2105356" cy="553998"/>
          </a:xfrm>
          <a:prstGeom prst="rect">
            <a:avLst/>
          </a:prstGeom>
        </p:spPr>
        <p:txBody>
          <a:bodyPr wrap="square">
            <a:spAutoFit/>
          </a:bodyPr>
          <a:lstStyle/>
          <a:p>
            <a:pPr lvl="0" algn="ctr">
              <a:lnSpc>
                <a:spcPct val="150000"/>
              </a:lnSpc>
              <a:defRPr/>
            </a:pPr>
            <a:r>
              <a:rPr lang="zh-CN" altLang="en-US" sz="1000" dirty="0">
                <a:solidFill>
                  <a:schemeClr val="bg1"/>
                </a:solidFill>
                <a:cs typeface="Arial" panose="020B0604020202020204" pitchFamily="34" charset="0"/>
              </a:rPr>
              <a:t>文字是很有艺术性的文字是很有艺术性的文字是很有艺术性的</a:t>
            </a:r>
            <a:endParaRPr lang="zh-CN" altLang="en-US" sz="1000" dirty="0">
              <a:solidFill>
                <a:schemeClr val="bg1"/>
              </a:solidFill>
            </a:endParaRPr>
          </a:p>
        </p:txBody>
      </p:sp>
      <p:sp>
        <p:nvSpPr>
          <p:cNvPr id="8" name="矩形 7"/>
          <p:cNvSpPr/>
          <p:nvPr/>
        </p:nvSpPr>
        <p:spPr>
          <a:xfrm>
            <a:off x="4782362" y="3403298"/>
            <a:ext cx="2105356" cy="553998"/>
          </a:xfrm>
          <a:prstGeom prst="rect">
            <a:avLst/>
          </a:prstGeom>
        </p:spPr>
        <p:txBody>
          <a:bodyPr wrap="square">
            <a:spAutoFit/>
          </a:bodyPr>
          <a:lstStyle/>
          <a:p>
            <a:pPr lvl="0" algn="ctr">
              <a:lnSpc>
                <a:spcPct val="150000"/>
              </a:lnSpc>
              <a:defRPr/>
            </a:pPr>
            <a:r>
              <a:rPr lang="zh-CN" altLang="en-US" sz="1000" dirty="0">
                <a:solidFill>
                  <a:schemeClr val="bg1"/>
                </a:solidFill>
                <a:cs typeface="Arial" panose="020B0604020202020204" pitchFamily="34" charset="0"/>
              </a:rPr>
              <a:t>文字是很有艺术性的文字是很有艺术性的文字是很有艺术性的</a:t>
            </a:r>
            <a:endParaRPr lang="zh-CN" altLang="en-US" sz="1000" dirty="0">
              <a:solidFill>
                <a:schemeClr val="bg1"/>
              </a:solidFill>
            </a:endParaRPr>
          </a:p>
        </p:txBody>
      </p:sp>
      <p:sp>
        <p:nvSpPr>
          <p:cNvPr id="9" name="矩形 8"/>
          <p:cNvSpPr/>
          <p:nvPr/>
        </p:nvSpPr>
        <p:spPr>
          <a:xfrm>
            <a:off x="6887318" y="3403298"/>
            <a:ext cx="2105356" cy="553998"/>
          </a:xfrm>
          <a:prstGeom prst="rect">
            <a:avLst/>
          </a:prstGeom>
        </p:spPr>
        <p:txBody>
          <a:bodyPr wrap="square">
            <a:spAutoFit/>
          </a:bodyPr>
          <a:lstStyle/>
          <a:p>
            <a:pPr lvl="0" algn="ctr">
              <a:lnSpc>
                <a:spcPct val="150000"/>
              </a:lnSpc>
              <a:defRPr/>
            </a:pPr>
            <a:r>
              <a:rPr lang="zh-CN" altLang="en-US" sz="1000" dirty="0">
                <a:solidFill>
                  <a:schemeClr val="bg1"/>
                </a:solidFill>
                <a:cs typeface="Arial" panose="020B0604020202020204" pitchFamily="34" charset="0"/>
              </a:rPr>
              <a:t>文字是很有艺术性的文字是很有艺术性的文字是很有艺术性的</a:t>
            </a:r>
            <a:endParaRPr lang="zh-CN" altLang="en-US" sz="1000" dirty="0">
              <a:solidFill>
                <a:schemeClr val="bg1"/>
              </a:solidFill>
            </a:endParaRPr>
          </a:p>
        </p:txBody>
      </p:sp>
      <p:sp>
        <p:nvSpPr>
          <p:cNvPr id="10" name="文本框 7"/>
          <p:cNvSpPr txBox="1">
            <a:spLocks noChangeArrowheads="1"/>
          </p:cNvSpPr>
          <p:nvPr/>
        </p:nvSpPr>
        <p:spPr bwMode="auto">
          <a:xfrm>
            <a:off x="1038606" y="2447683"/>
            <a:ext cx="9300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32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20</a:t>
            </a:r>
            <a:r>
              <a:rPr lang="en-US" altLang="zh-CN"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endParaRPr lang="zh-CN" altLang="en-US"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1" name="文本框 7"/>
          <p:cNvSpPr txBox="1">
            <a:spLocks noChangeArrowheads="1"/>
          </p:cNvSpPr>
          <p:nvPr/>
        </p:nvSpPr>
        <p:spPr bwMode="auto">
          <a:xfrm>
            <a:off x="3184060" y="2447683"/>
            <a:ext cx="9300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32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10</a:t>
            </a:r>
            <a:r>
              <a:rPr lang="en-US" altLang="zh-CN"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endParaRPr lang="zh-CN" altLang="en-US"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2" name="文本框 7"/>
          <p:cNvSpPr txBox="1">
            <a:spLocks noChangeArrowheads="1"/>
          </p:cNvSpPr>
          <p:nvPr/>
        </p:nvSpPr>
        <p:spPr bwMode="auto">
          <a:xfrm>
            <a:off x="5370011" y="2447683"/>
            <a:ext cx="9300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32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40</a:t>
            </a:r>
            <a:r>
              <a:rPr lang="en-US" altLang="zh-CN"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endParaRPr lang="zh-CN" altLang="en-US"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3" name="文本框 7"/>
          <p:cNvSpPr txBox="1">
            <a:spLocks noChangeArrowheads="1"/>
          </p:cNvSpPr>
          <p:nvPr/>
        </p:nvSpPr>
        <p:spPr bwMode="auto">
          <a:xfrm>
            <a:off x="7474967" y="2447683"/>
            <a:ext cx="9300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en-US" altLang="zh-CN" sz="32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30</a:t>
            </a:r>
            <a:r>
              <a:rPr lang="en-US" altLang="zh-CN"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endParaRPr lang="zh-CN" altLang="en-US" sz="1800" b="1">
              <a:solidFill>
                <a:prstClr val="white"/>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8" name="文本框 7"/>
          <p:cNvSpPr txBox="1">
            <a:spLocks noChangeArrowheads="1"/>
          </p:cNvSpPr>
          <p:nvPr/>
        </p:nvSpPr>
        <p:spPr bwMode="auto">
          <a:xfrm>
            <a:off x="1000936" y="2974256"/>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sz="1600" b="1" dirty="0">
                <a:solidFill>
                  <a:prstClr val="white"/>
                </a:solidFill>
                <a:latin typeface="微软雅黑" panose="020B0503020204020204" pitchFamily="34" charset="-122"/>
                <a:ea typeface="微软雅黑" panose="020B0503020204020204" pitchFamily="34" charset="-122"/>
              </a:rPr>
              <a:t>物资购买</a:t>
            </a:r>
            <a:endParaRPr lang="zh-CN" altLang="en-US" sz="1050" b="1" dirty="0">
              <a:solidFill>
                <a:prstClr val="white"/>
              </a:solidFill>
              <a:latin typeface="微软雅黑" panose="020B0503020204020204" pitchFamily="34" charset="-122"/>
              <a:ea typeface="微软雅黑" panose="020B0503020204020204" pitchFamily="34" charset="-122"/>
            </a:endParaRPr>
          </a:p>
        </p:txBody>
      </p:sp>
      <p:sp>
        <p:nvSpPr>
          <p:cNvPr id="19" name="文本框 7"/>
          <p:cNvSpPr txBox="1">
            <a:spLocks noChangeArrowheads="1"/>
          </p:cNvSpPr>
          <p:nvPr/>
        </p:nvSpPr>
        <p:spPr bwMode="auto">
          <a:xfrm>
            <a:off x="3146390" y="2974256"/>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sz="1600" b="1">
                <a:solidFill>
                  <a:prstClr val="white"/>
                </a:solidFill>
                <a:latin typeface="微软雅黑" panose="020B0503020204020204" pitchFamily="34" charset="-122"/>
                <a:ea typeface="微软雅黑" panose="020B0503020204020204" pitchFamily="34" charset="-122"/>
              </a:rPr>
              <a:t>人才培养</a:t>
            </a:r>
            <a:endParaRPr lang="zh-CN" altLang="en-US" sz="1050" b="1">
              <a:solidFill>
                <a:prstClr val="white"/>
              </a:solidFill>
              <a:latin typeface="微软雅黑" panose="020B0503020204020204" pitchFamily="34" charset="-122"/>
              <a:ea typeface="微软雅黑" panose="020B0503020204020204" pitchFamily="34" charset="-122"/>
            </a:endParaRPr>
          </a:p>
        </p:txBody>
      </p:sp>
      <p:sp>
        <p:nvSpPr>
          <p:cNvPr id="20" name="文本框 7"/>
          <p:cNvSpPr txBox="1">
            <a:spLocks noChangeArrowheads="1"/>
          </p:cNvSpPr>
          <p:nvPr/>
        </p:nvSpPr>
        <p:spPr bwMode="auto">
          <a:xfrm>
            <a:off x="5332341" y="2974256"/>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sz="1600" b="1">
                <a:solidFill>
                  <a:prstClr val="white"/>
                </a:solidFill>
                <a:latin typeface="微软雅黑" panose="020B0503020204020204" pitchFamily="34" charset="-122"/>
                <a:ea typeface="微软雅黑" panose="020B0503020204020204" pitchFamily="34" charset="-122"/>
              </a:rPr>
              <a:t>技术开发</a:t>
            </a:r>
            <a:endParaRPr lang="zh-CN" altLang="en-US" sz="1050" b="1">
              <a:solidFill>
                <a:prstClr val="white"/>
              </a:solidFill>
              <a:latin typeface="微软雅黑" panose="020B0503020204020204" pitchFamily="34" charset="-122"/>
              <a:ea typeface="微软雅黑" panose="020B0503020204020204" pitchFamily="34" charset="-122"/>
            </a:endParaRPr>
          </a:p>
        </p:txBody>
      </p:sp>
      <p:sp>
        <p:nvSpPr>
          <p:cNvPr id="21" name="文本框 7"/>
          <p:cNvSpPr txBox="1">
            <a:spLocks noChangeArrowheads="1"/>
          </p:cNvSpPr>
          <p:nvPr/>
        </p:nvSpPr>
        <p:spPr bwMode="auto">
          <a:xfrm>
            <a:off x="7437297" y="2974256"/>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sz="1600" b="1">
                <a:solidFill>
                  <a:prstClr val="white"/>
                </a:solidFill>
                <a:latin typeface="微软雅黑" panose="020B0503020204020204" pitchFamily="34" charset="-122"/>
                <a:ea typeface="微软雅黑" panose="020B0503020204020204" pitchFamily="34" charset="-122"/>
              </a:rPr>
              <a:t>品牌推广</a:t>
            </a:r>
            <a:endParaRPr lang="zh-CN" altLang="en-US" sz="1050" b="1">
              <a:solidFill>
                <a:prstClr val="white"/>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1158494" y="3403298"/>
            <a:ext cx="6902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303948" y="3403298"/>
            <a:ext cx="6902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489899" y="3403298"/>
            <a:ext cx="6902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594855" y="3403298"/>
            <a:ext cx="6902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Freeform 23"/>
          <p:cNvSpPr>
            <a:spLocks noEditPoints="1"/>
          </p:cNvSpPr>
          <p:nvPr/>
        </p:nvSpPr>
        <p:spPr bwMode="auto">
          <a:xfrm>
            <a:off x="3358897" y="1732888"/>
            <a:ext cx="580384" cy="481530"/>
          </a:xfrm>
          <a:custGeom>
            <a:avLst/>
            <a:gdLst/>
            <a:ahLst/>
            <a:cxnLst>
              <a:cxn ang="0">
                <a:pos x="312" y="110"/>
              </a:cxn>
              <a:cxn ang="0">
                <a:pos x="323" y="138"/>
              </a:cxn>
              <a:cxn ang="0">
                <a:pos x="350" y="127"/>
              </a:cxn>
              <a:cxn ang="0">
                <a:pos x="339" y="100"/>
              </a:cxn>
              <a:cxn ang="0">
                <a:pos x="25" y="100"/>
              </a:cxn>
              <a:cxn ang="0">
                <a:pos x="15" y="127"/>
              </a:cxn>
              <a:cxn ang="0">
                <a:pos x="42" y="138"/>
              </a:cxn>
              <a:cxn ang="0">
                <a:pos x="53" y="110"/>
              </a:cxn>
              <a:cxn ang="0">
                <a:pos x="270" y="60"/>
              </a:cxn>
              <a:cxn ang="0">
                <a:pos x="248" y="69"/>
              </a:cxn>
              <a:cxn ang="0">
                <a:pos x="239" y="91"/>
              </a:cxn>
              <a:cxn ang="0">
                <a:pos x="252" y="116"/>
              </a:cxn>
              <a:cxn ang="0">
                <a:pos x="276" y="121"/>
              </a:cxn>
              <a:cxn ang="0">
                <a:pos x="297" y="103"/>
              </a:cxn>
              <a:cxn ang="0">
                <a:pos x="297" y="80"/>
              </a:cxn>
              <a:cxn ang="0">
                <a:pos x="276" y="62"/>
              </a:cxn>
              <a:cxn ang="0">
                <a:pos x="330" y="183"/>
              </a:cxn>
              <a:cxn ang="0">
                <a:pos x="321" y="152"/>
              </a:cxn>
              <a:cxn ang="0">
                <a:pos x="350" y="158"/>
              </a:cxn>
              <a:cxn ang="0">
                <a:pos x="364" y="185"/>
              </a:cxn>
              <a:cxn ang="0">
                <a:pos x="83" y="63"/>
              </a:cxn>
              <a:cxn ang="0">
                <a:pos x="65" y="85"/>
              </a:cxn>
              <a:cxn ang="0">
                <a:pos x="71" y="109"/>
              </a:cxn>
              <a:cxn ang="0">
                <a:pos x="96" y="121"/>
              </a:cxn>
              <a:cxn ang="0">
                <a:pos x="118" y="112"/>
              </a:cxn>
              <a:cxn ang="0">
                <a:pos x="127" y="91"/>
              </a:cxn>
              <a:cxn ang="0">
                <a:pos x="112" y="65"/>
              </a:cxn>
              <a:cxn ang="0">
                <a:pos x="35" y="150"/>
              </a:cxn>
              <a:cxn ang="0">
                <a:pos x="36" y="176"/>
              </a:cxn>
              <a:cxn ang="0">
                <a:pos x="0" y="185"/>
              </a:cxn>
              <a:cxn ang="0">
                <a:pos x="15" y="158"/>
              </a:cxn>
              <a:cxn ang="0">
                <a:pos x="183" y="0"/>
              </a:cxn>
              <a:cxn ang="0">
                <a:pos x="151" y="13"/>
              </a:cxn>
              <a:cxn ang="0">
                <a:pos x="138" y="45"/>
              </a:cxn>
              <a:cxn ang="0">
                <a:pos x="158" y="81"/>
              </a:cxn>
              <a:cxn ang="0">
                <a:pos x="192" y="89"/>
              </a:cxn>
              <a:cxn ang="0">
                <a:pos x="225" y="62"/>
              </a:cxn>
              <a:cxn ang="0">
                <a:pos x="225" y="27"/>
              </a:cxn>
              <a:cxn ang="0">
                <a:pos x="192" y="0"/>
              </a:cxn>
              <a:cxn ang="0">
                <a:pos x="265" y="174"/>
              </a:cxn>
              <a:cxn ang="0">
                <a:pos x="256" y="136"/>
              </a:cxn>
              <a:cxn ang="0">
                <a:pos x="279" y="136"/>
              </a:cxn>
              <a:cxn ang="0">
                <a:pos x="316" y="165"/>
              </a:cxn>
              <a:cxn ang="0">
                <a:pos x="100" y="272"/>
              </a:cxn>
              <a:cxn ang="0">
                <a:pos x="51" y="165"/>
              </a:cxn>
              <a:cxn ang="0">
                <a:pos x="85" y="136"/>
              </a:cxn>
              <a:cxn ang="0">
                <a:pos x="109" y="136"/>
              </a:cxn>
              <a:cxn ang="0">
                <a:pos x="100" y="174"/>
              </a:cxn>
              <a:cxn ang="0">
                <a:pos x="252" y="159"/>
              </a:cxn>
              <a:cxn ang="0">
                <a:pos x="210" y="109"/>
              </a:cxn>
              <a:cxn ang="0">
                <a:pos x="154" y="109"/>
              </a:cxn>
              <a:cxn ang="0">
                <a:pos x="112" y="159"/>
              </a:cxn>
            </a:cxnLst>
            <a:rect l="0" t="0" r="r" b="b"/>
            <a:pathLst>
              <a:path w="364" h="301">
                <a:moveTo>
                  <a:pt x="332" y="98"/>
                </a:moveTo>
                <a:lnTo>
                  <a:pt x="332" y="98"/>
                </a:lnTo>
                <a:lnTo>
                  <a:pt x="323" y="100"/>
                </a:lnTo>
                <a:lnTo>
                  <a:pt x="317" y="105"/>
                </a:lnTo>
                <a:lnTo>
                  <a:pt x="312" y="110"/>
                </a:lnTo>
                <a:lnTo>
                  <a:pt x="310" y="120"/>
                </a:lnTo>
                <a:lnTo>
                  <a:pt x="310" y="120"/>
                </a:lnTo>
                <a:lnTo>
                  <a:pt x="312" y="127"/>
                </a:lnTo>
                <a:lnTo>
                  <a:pt x="317" y="134"/>
                </a:lnTo>
                <a:lnTo>
                  <a:pt x="323" y="138"/>
                </a:lnTo>
                <a:lnTo>
                  <a:pt x="332" y="139"/>
                </a:lnTo>
                <a:lnTo>
                  <a:pt x="332" y="139"/>
                </a:lnTo>
                <a:lnTo>
                  <a:pt x="339" y="138"/>
                </a:lnTo>
                <a:lnTo>
                  <a:pt x="346" y="134"/>
                </a:lnTo>
                <a:lnTo>
                  <a:pt x="350" y="127"/>
                </a:lnTo>
                <a:lnTo>
                  <a:pt x="352" y="120"/>
                </a:lnTo>
                <a:lnTo>
                  <a:pt x="352" y="120"/>
                </a:lnTo>
                <a:lnTo>
                  <a:pt x="350" y="110"/>
                </a:lnTo>
                <a:lnTo>
                  <a:pt x="346" y="105"/>
                </a:lnTo>
                <a:lnTo>
                  <a:pt x="339" y="100"/>
                </a:lnTo>
                <a:lnTo>
                  <a:pt x="332" y="98"/>
                </a:lnTo>
                <a:lnTo>
                  <a:pt x="332" y="98"/>
                </a:lnTo>
                <a:close/>
                <a:moveTo>
                  <a:pt x="35" y="98"/>
                </a:moveTo>
                <a:lnTo>
                  <a:pt x="35" y="98"/>
                </a:lnTo>
                <a:lnTo>
                  <a:pt x="25" y="100"/>
                </a:lnTo>
                <a:lnTo>
                  <a:pt x="20" y="105"/>
                </a:lnTo>
                <a:lnTo>
                  <a:pt x="15" y="110"/>
                </a:lnTo>
                <a:lnTo>
                  <a:pt x="13" y="120"/>
                </a:lnTo>
                <a:lnTo>
                  <a:pt x="13" y="120"/>
                </a:lnTo>
                <a:lnTo>
                  <a:pt x="15" y="127"/>
                </a:lnTo>
                <a:lnTo>
                  <a:pt x="20" y="134"/>
                </a:lnTo>
                <a:lnTo>
                  <a:pt x="25" y="138"/>
                </a:lnTo>
                <a:lnTo>
                  <a:pt x="35" y="139"/>
                </a:lnTo>
                <a:lnTo>
                  <a:pt x="35" y="139"/>
                </a:lnTo>
                <a:lnTo>
                  <a:pt x="42" y="138"/>
                </a:lnTo>
                <a:lnTo>
                  <a:pt x="49" y="134"/>
                </a:lnTo>
                <a:lnTo>
                  <a:pt x="53" y="127"/>
                </a:lnTo>
                <a:lnTo>
                  <a:pt x="54" y="120"/>
                </a:lnTo>
                <a:lnTo>
                  <a:pt x="54" y="120"/>
                </a:lnTo>
                <a:lnTo>
                  <a:pt x="53" y="110"/>
                </a:lnTo>
                <a:lnTo>
                  <a:pt x="49" y="105"/>
                </a:lnTo>
                <a:lnTo>
                  <a:pt x="42" y="100"/>
                </a:lnTo>
                <a:lnTo>
                  <a:pt x="35" y="98"/>
                </a:lnTo>
                <a:lnTo>
                  <a:pt x="35" y="98"/>
                </a:lnTo>
                <a:close/>
                <a:moveTo>
                  <a:pt x="270" y="60"/>
                </a:moveTo>
                <a:lnTo>
                  <a:pt x="270" y="60"/>
                </a:lnTo>
                <a:lnTo>
                  <a:pt x="263" y="62"/>
                </a:lnTo>
                <a:lnTo>
                  <a:pt x="258" y="63"/>
                </a:lnTo>
                <a:lnTo>
                  <a:pt x="252" y="65"/>
                </a:lnTo>
                <a:lnTo>
                  <a:pt x="248" y="69"/>
                </a:lnTo>
                <a:lnTo>
                  <a:pt x="245" y="74"/>
                </a:lnTo>
                <a:lnTo>
                  <a:pt x="241" y="80"/>
                </a:lnTo>
                <a:lnTo>
                  <a:pt x="239" y="85"/>
                </a:lnTo>
                <a:lnTo>
                  <a:pt x="239" y="91"/>
                </a:lnTo>
                <a:lnTo>
                  <a:pt x="239" y="91"/>
                </a:lnTo>
                <a:lnTo>
                  <a:pt x="239" y="98"/>
                </a:lnTo>
                <a:lnTo>
                  <a:pt x="241" y="103"/>
                </a:lnTo>
                <a:lnTo>
                  <a:pt x="245" y="109"/>
                </a:lnTo>
                <a:lnTo>
                  <a:pt x="248" y="112"/>
                </a:lnTo>
                <a:lnTo>
                  <a:pt x="252" y="116"/>
                </a:lnTo>
                <a:lnTo>
                  <a:pt x="258" y="120"/>
                </a:lnTo>
                <a:lnTo>
                  <a:pt x="263" y="121"/>
                </a:lnTo>
                <a:lnTo>
                  <a:pt x="270" y="121"/>
                </a:lnTo>
                <a:lnTo>
                  <a:pt x="270" y="121"/>
                </a:lnTo>
                <a:lnTo>
                  <a:pt x="276" y="121"/>
                </a:lnTo>
                <a:lnTo>
                  <a:pt x="281" y="120"/>
                </a:lnTo>
                <a:lnTo>
                  <a:pt x="287" y="116"/>
                </a:lnTo>
                <a:lnTo>
                  <a:pt x="292" y="112"/>
                </a:lnTo>
                <a:lnTo>
                  <a:pt x="296" y="109"/>
                </a:lnTo>
                <a:lnTo>
                  <a:pt x="297" y="103"/>
                </a:lnTo>
                <a:lnTo>
                  <a:pt x="299" y="98"/>
                </a:lnTo>
                <a:lnTo>
                  <a:pt x="301" y="91"/>
                </a:lnTo>
                <a:lnTo>
                  <a:pt x="301" y="91"/>
                </a:lnTo>
                <a:lnTo>
                  <a:pt x="299" y="85"/>
                </a:lnTo>
                <a:lnTo>
                  <a:pt x="297" y="80"/>
                </a:lnTo>
                <a:lnTo>
                  <a:pt x="296" y="74"/>
                </a:lnTo>
                <a:lnTo>
                  <a:pt x="292" y="69"/>
                </a:lnTo>
                <a:lnTo>
                  <a:pt x="287" y="65"/>
                </a:lnTo>
                <a:lnTo>
                  <a:pt x="281" y="63"/>
                </a:lnTo>
                <a:lnTo>
                  <a:pt x="276" y="62"/>
                </a:lnTo>
                <a:lnTo>
                  <a:pt x="270" y="60"/>
                </a:lnTo>
                <a:lnTo>
                  <a:pt x="270" y="60"/>
                </a:lnTo>
                <a:close/>
                <a:moveTo>
                  <a:pt x="364" y="248"/>
                </a:moveTo>
                <a:lnTo>
                  <a:pt x="330" y="248"/>
                </a:lnTo>
                <a:lnTo>
                  <a:pt x="330" y="183"/>
                </a:lnTo>
                <a:lnTo>
                  <a:pt x="330" y="183"/>
                </a:lnTo>
                <a:lnTo>
                  <a:pt x="330" y="176"/>
                </a:lnTo>
                <a:lnTo>
                  <a:pt x="328" y="167"/>
                </a:lnTo>
                <a:lnTo>
                  <a:pt x="321" y="152"/>
                </a:lnTo>
                <a:lnTo>
                  <a:pt x="321" y="152"/>
                </a:lnTo>
                <a:lnTo>
                  <a:pt x="332" y="150"/>
                </a:lnTo>
                <a:lnTo>
                  <a:pt x="332" y="150"/>
                </a:lnTo>
                <a:lnTo>
                  <a:pt x="337" y="152"/>
                </a:lnTo>
                <a:lnTo>
                  <a:pt x="345" y="154"/>
                </a:lnTo>
                <a:lnTo>
                  <a:pt x="350" y="158"/>
                </a:lnTo>
                <a:lnTo>
                  <a:pt x="355" y="161"/>
                </a:lnTo>
                <a:lnTo>
                  <a:pt x="359" y="167"/>
                </a:lnTo>
                <a:lnTo>
                  <a:pt x="363" y="172"/>
                </a:lnTo>
                <a:lnTo>
                  <a:pt x="364" y="178"/>
                </a:lnTo>
                <a:lnTo>
                  <a:pt x="364" y="185"/>
                </a:lnTo>
                <a:lnTo>
                  <a:pt x="364" y="248"/>
                </a:lnTo>
                <a:close/>
                <a:moveTo>
                  <a:pt x="96" y="60"/>
                </a:moveTo>
                <a:lnTo>
                  <a:pt x="96" y="60"/>
                </a:lnTo>
                <a:lnTo>
                  <a:pt x="89" y="62"/>
                </a:lnTo>
                <a:lnTo>
                  <a:pt x="83" y="63"/>
                </a:lnTo>
                <a:lnTo>
                  <a:pt x="78" y="65"/>
                </a:lnTo>
                <a:lnTo>
                  <a:pt x="74" y="69"/>
                </a:lnTo>
                <a:lnTo>
                  <a:pt x="71" y="74"/>
                </a:lnTo>
                <a:lnTo>
                  <a:pt x="67" y="80"/>
                </a:lnTo>
                <a:lnTo>
                  <a:pt x="65" y="85"/>
                </a:lnTo>
                <a:lnTo>
                  <a:pt x="65" y="91"/>
                </a:lnTo>
                <a:lnTo>
                  <a:pt x="65" y="91"/>
                </a:lnTo>
                <a:lnTo>
                  <a:pt x="65" y="98"/>
                </a:lnTo>
                <a:lnTo>
                  <a:pt x="67" y="103"/>
                </a:lnTo>
                <a:lnTo>
                  <a:pt x="71" y="109"/>
                </a:lnTo>
                <a:lnTo>
                  <a:pt x="74" y="112"/>
                </a:lnTo>
                <a:lnTo>
                  <a:pt x="78" y="116"/>
                </a:lnTo>
                <a:lnTo>
                  <a:pt x="83" y="120"/>
                </a:lnTo>
                <a:lnTo>
                  <a:pt x="89" y="121"/>
                </a:lnTo>
                <a:lnTo>
                  <a:pt x="96" y="121"/>
                </a:lnTo>
                <a:lnTo>
                  <a:pt x="96" y="121"/>
                </a:lnTo>
                <a:lnTo>
                  <a:pt x="102" y="121"/>
                </a:lnTo>
                <a:lnTo>
                  <a:pt x="107" y="120"/>
                </a:lnTo>
                <a:lnTo>
                  <a:pt x="112" y="116"/>
                </a:lnTo>
                <a:lnTo>
                  <a:pt x="118" y="112"/>
                </a:lnTo>
                <a:lnTo>
                  <a:pt x="122" y="109"/>
                </a:lnTo>
                <a:lnTo>
                  <a:pt x="123" y="103"/>
                </a:lnTo>
                <a:lnTo>
                  <a:pt x="125" y="98"/>
                </a:lnTo>
                <a:lnTo>
                  <a:pt x="127" y="91"/>
                </a:lnTo>
                <a:lnTo>
                  <a:pt x="127" y="91"/>
                </a:lnTo>
                <a:lnTo>
                  <a:pt x="125" y="85"/>
                </a:lnTo>
                <a:lnTo>
                  <a:pt x="123" y="80"/>
                </a:lnTo>
                <a:lnTo>
                  <a:pt x="122" y="74"/>
                </a:lnTo>
                <a:lnTo>
                  <a:pt x="118" y="69"/>
                </a:lnTo>
                <a:lnTo>
                  <a:pt x="112" y="65"/>
                </a:lnTo>
                <a:lnTo>
                  <a:pt x="107" y="63"/>
                </a:lnTo>
                <a:lnTo>
                  <a:pt x="102" y="62"/>
                </a:lnTo>
                <a:lnTo>
                  <a:pt x="96" y="60"/>
                </a:lnTo>
                <a:lnTo>
                  <a:pt x="96" y="60"/>
                </a:lnTo>
                <a:close/>
                <a:moveTo>
                  <a:pt x="35" y="150"/>
                </a:moveTo>
                <a:lnTo>
                  <a:pt x="35" y="150"/>
                </a:lnTo>
                <a:lnTo>
                  <a:pt x="44" y="152"/>
                </a:lnTo>
                <a:lnTo>
                  <a:pt x="44" y="152"/>
                </a:lnTo>
                <a:lnTo>
                  <a:pt x="38" y="167"/>
                </a:lnTo>
                <a:lnTo>
                  <a:pt x="36" y="176"/>
                </a:lnTo>
                <a:lnTo>
                  <a:pt x="35" y="183"/>
                </a:lnTo>
                <a:lnTo>
                  <a:pt x="35" y="248"/>
                </a:lnTo>
                <a:lnTo>
                  <a:pt x="0" y="248"/>
                </a:lnTo>
                <a:lnTo>
                  <a:pt x="0" y="185"/>
                </a:lnTo>
                <a:lnTo>
                  <a:pt x="0" y="185"/>
                </a:lnTo>
                <a:lnTo>
                  <a:pt x="0" y="178"/>
                </a:lnTo>
                <a:lnTo>
                  <a:pt x="2" y="172"/>
                </a:lnTo>
                <a:lnTo>
                  <a:pt x="6" y="167"/>
                </a:lnTo>
                <a:lnTo>
                  <a:pt x="9" y="161"/>
                </a:lnTo>
                <a:lnTo>
                  <a:pt x="15" y="158"/>
                </a:lnTo>
                <a:lnTo>
                  <a:pt x="20" y="154"/>
                </a:lnTo>
                <a:lnTo>
                  <a:pt x="27" y="152"/>
                </a:lnTo>
                <a:lnTo>
                  <a:pt x="35" y="150"/>
                </a:lnTo>
                <a:lnTo>
                  <a:pt x="35" y="150"/>
                </a:lnTo>
                <a:close/>
                <a:moveTo>
                  <a:pt x="183" y="0"/>
                </a:moveTo>
                <a:lnTo>
                  <a:pt x="183" y="0"/>
                </a:lnTo>
                <a:lnTo>
                  <a:pt x="174" y="0"/>
                </a:lnTo>
                <a:lnTo>
                  <a:pt x="165" y="4"/>
                </a:lnTo>
                <a:lnTo>
                  <a:pt x="158" y="7"/>
                </a:lnTo>
                <a:lnTo>
                  <a:pt x="151" y="13"/>
                </a:lnTo>
                <a:lnTo>
                  <a:pt x="145" y="20"/>
                </a:lnTo>
                <a:lnTo>
                  <a:pt x="141" y="27"/>
                </a:lnTo>
                <a:lnTo>
                  <a:pt x="138" y="36"/>
                </a:lnTo>
                <a:lnTo>
                  <a:pt x="138" y="45"/>
                </a:lnTo>
                <a:lnTo>
                  <a:pt x="138" y="45"/>
                </a:lnTo>
                <a:lnTo>
                  <a:pt x="138" y="54"/>
                </a:lnTo>
                <a:lnTo>
                  <a:pt x="141" y="62"/>
                </a:lnTo>
                <a:lnTo>
                  <a:pt x="145" y="71"/>
                </a:lnTo>
                <a:lnTo>
                  <a:pt x="151" y="76"/>
                </a:lnTo>
                <a:lnTo>
                  <a:pt x="158" y="81"/>
                </a:lnTo>
                <a:lnTo>
                  <a:pt x="165" y="87"/>
                </a:lnTo>
                <a:lnTo>
                  <a:pt x="174" y="89"/>
                </a:lnTo>
                <a:lnTo>
                  <a:pt x="183" y="91"/>
                </a:lnTo>
                <a:lnTo>
                  <a:pt x="183" y="91"/>
                </a:lnTo>
                <a:lnTo>
                  <a:pt x="192" y="89"/>
                </a:lnTo>
                <a:lnTo>
                  <a:pt x="200" y="87"/>
                </a:lnTo>
                <a:lnTo>
                  <a:pt x="209" y="81"/>
                </a:lnTo>
                <a:lnTo>
                  <a:pt x="214" y="76"/>
                </a:lnTo>
                <a:lnTo>
                  <a:pt x="219" y="71"/>
                </a:lnTo>
                <a:lnTo>
                  <a:pt x="225" y="62"/>
                </a:lnTo>
                <a:lnTo>
                  <a:pt x="227" y="54"/>
                </a:lnTo>
                <a:lnTo>
                  <a:pt x="229" y="45"/>
                </a:lnTo>
                <a:lnTo>
                  <a:pt x="229" y="45"/>
                </a:lnTo>
                <a:lnTo>
                  <a:pt x="227" y="36"/>
                </a:lnTo>
                <a:lnTo>
                  <a:pt x="225" y="27"/>
                </a:lnTo>
                <a:lnTo>
                  <a:pt x="219" y="20"/>
                </a:lnTo>
                <a:lnTo>
                  <a:pt x="214" y="13"/>
                </a:lnTo>
                <a:lnTo>
                  <a:pt x="209" y="7"/>
                </a:lnTo>
                <a:lnTo>
                  <a:pt x="200" y="4"/>
                </a:lnTo>
                <a:lnTo>
                  <a:pt x="192" y="0"/>
                </a:lnTo>
                <a:lnTo>
                  <a:pt x="183" y="0"/>
                </a:lnTo>
                <a:lnTo>
                  <a:pt x="183" y="0"/>
                </a:lnTo>
                <a:close/>
                <a:moveTo>
                  <a:pt x="319" y="272"/>
                </a:moveTo>
                <a:lnTo>
                  <a:pt x="265" y="272"/>
                </a:lnTo>
                <a:lnTo>
                  <a:pt x="265" y="174"/>
                </a:lnTo>
                <a:lnTo>
                  <a:pt x="265" y="174"/>
                </a:lnTo>
                <a:lnTo>
                  <a:pt x="265" y="163"/>
                </a:lnTo>
                <a:lnTo>
                  <a:pt x="263" y="154"/>
                </a:lnTo>
                <a:lnTo>
                  <a:pt x="259" y="145"/>
                </a:lnTo>
                <a:lnTo>
                  <a:pt x="256" y="136"/>
                </a:lnTo>
                <a:lnTo>
                  <a:pt x="256" y="136"/>
                </a:lnTo>
                <a:lnTo>
                  <a:pt x="263" y="134"/>
                </a:lnTo>
                <a:lnTo>
                  <a:pt x="270" y="134"/>
                </a:lnTo>
                <a:lnTo>
                  <a:pt x="270" y="134"/>
                </a:lnTo>
                <a:lnTo>
                  <a:pt x="279" y="136"/>
                </a:lnTo>
                <a:lnTo>
                  <a:pt x="288" y="138"/>
                </a:lnTo>
                <a:lnTo>
                  <a:pt x="297" y="143"/>
                </a:lnTo>
                <a:lnTo>
                  <a:pt x="305" y="149"/>
                </a:lnTo>
                <a:lnTo>
                  <a:pt x="310" y="156"/>
                </a:lnTo>
                <a:lnTo>
                  <a:pt x="316" y="165"/>
                </a:lnTo>
                <a:lnTo>
                  <a:pt x="317" y="174"/>
                </a:lnTo>
                <a:lnTo>
                  <a:pt x="319" y="183"/>
                </a:lnTo>
                <a:lnTo>
                  <a:pt x="319" y="272"/>
                </a:lnTo>
                <a:close/>
                <a:moveTo>
                  <a:pt x="100" y="174"/>
                </a:moveTo>
                <a:lnTo>
                  <a:pt x="100" y="272"/>
                </a:lnTo>
                <a:lnTo>
                  <a:pt x="45" y="272"/>
                </a:lnTo>
                <a:lnTo>
                  <a:pt x="45" y="183"/>
                </a:lnTo>
                <a:lnTo>
                  <a:pt x="45" y="183"/>
                </a:lnTo>
                <a:lnTo>
                  <a:pt x="47" y="174"/>
                </a:lnTo>
                <a:lnTo>
                  <a:pt x="51" y="165"/>
                </a:lnTo>
                <a:lnTo>
                  <a:pt x="54" y="156"/>
                </a:lnTo>
                <a:lnTo>
                  <a:pt x="60" y="149"/>
                </a:lnTo>
                <a:lnTo>
                  <a:pt x="67" y="143"/>
                </a:lnTo>
                <a:lnTo>
                  <a:pt x="76" y="138"/>
                </a:lnTo>
                <a:lnTo>
                  <a:pt x="85" y="136"/>
                </a:lnTo>
                <a:lnTo>
                  <a:pt x="96" y="134"/>
                </a:lnTo>
                <a:lnTo>
                  <a:pt x="96" y="134"/>
                </a:lnTo>
                <a:lnTo>
                  <a:pt x="103" y="134"/>
                </a:lnTo>
                <a:lnTo>
                  <a:pt x="109" y="136"/>
                </a:lnTo>
                <a:lnTo>
                  <a:pt x="109" y="136"/>
                </a:lnTo>
                <a:lnTo>
                  <a:pt x="105" y="145"/>
                </a:lnTo>
                <a:lnTo>
                  <a:pt x="102" y="154"/>
                </a:lnTo>
                <a:lnTo>
                  <a:pt x="100" y="163"/>
                </a:lnTo>
                <a:lnTo>
                  <a:pt x="100" y="174"/>
                </a:lnTo>
                <a:lnTo>
                  <a:pt x="100" y="174"/>
                </a:lnTo>
                <a:close/>
                <a:moveTo>
                  <a:pt x="111" y="301"/>
                </a:moveTo>
                <a:lnTo>
                  <a:pt x="254" y="301"/>
                </a:lnTo>
                <a:lnTo>
                  <a:pt x="254" y="174"/>
                </a:lnTo>
                <a:lnTo>
                  <a:pt x="254" y="174"/>
                </a:lnTo>
                <a:lnTo>
                  <a:pt x="252" y="159"/>
                </a:lnTo>
                <a:lnTo>
                  <a:pt x="248" y="145"/>
                </a:lnTo>
                <a:lnTo>
                  <a:pt x="241" y="134"/>
                </a:lnTo>
                <a:lnTo>
                  <a:pt x="232" y="123"/>
                </a:lnTo>
                <a:lnTo>
                  <a:pt x="223" y="114"/>
                </a:lnTo>
                <a:lnTo>
                  <a:pt x="210" y="109"/>
                </a:lnTo>
                <a:lnTo>
                  <a:pt x="198" y="103"/>
                </a:lnTo>
                <a:lnTo>
                  <a:pt x="183" y="101"/>
                </a:lnTo>
                <a:lnTo>
                  <a:pt x="183" y="101"/>
                </a:lnTo>
                <a:lnTo>
                  <a:pt x="169" y="103"/>
                </a:lnTo>
                <a:lnTo>
                  <a:pt x="154" y="109"/>
                </a:lnTo>
                <a:lnTo>
                  <a:pt x="143" y="114"/>
                </a:lnTo>
                <a:lnTo>
                  <a:pt x="132" y="123"/>
                </a:lnTo>
                <a:lnTo>
                  <a:pt x="123" y="134"/>
                </a:lnTo>
                <a:lnTo>
                  <a:pt x="116" y="145"/>
                </a:lnTo>
                <a:lnTo>
                  <a:pt x="112" y="159"/>
                </a:lnTo>
                <a:lnTo>
                  <a:pt x="111" y="174"/>
                </a:lnTo>
                <a:lnTo>
                  <a:pt x="111" y="301"/>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defTabSz="914400">
              <a:defRPr/>
            </a:pPr>
            <a:endParaRPr lang="en-US" sz="1800" kern="0">
              <a:solidFill>
                <a:srgbClr val="000000"/>
              </a:solidFill>
              <a:latin typeface="Calibri"/>
            </a:endParaRPr>
          </a:p>
        </p:txBody>
      </p:sp>
      <p:grpSp>
        <p:nvGrpSpPr>
          <p:cNvPr id="27" name="Group 73"/>
          <p:cNvGrpSpPr/>
          <p:nvPr/>
        </p:nvGrpSpPr>
        <p:grpSpPr>
          <a:xfrm>
            <a:off x="1230982" y="1689704"/>
            <a:ext cx="545306" cy="481524"/>
            <a:chOff x="2549886" y="800334"/>
            <a:chExt cx="355053" cy="313526"/>
          </a:xfrm>
          <a:solidFill>
            <a:schemeClr val="bg1"/>
          </a:solidFill>
        </p:grpSpPr>
        <p:sp>
          <p:nvSpPr>
            <p:cNvPr id="28" name="Freeform 88"/>
            <p:cNvSpPr>
              <a:spLocks/>
            </p:cNvSpPr>
            <p:nvPr/>
          </p:nvSpPr>
          <p:spPr bwMode="auto">
            <a:xfrm>
              <a:off x="2653702" y="1055723"/>
              <a:ext cx="58137" cy="58137"/>
            </a:xfrm>
            <a:custGeom>
              <a:avLst/>
              <a:gdLst/>
              <a:ahLst/>
              <a:cxnLst>
                <a:cxn ang="0">
                  <a:pos x="27" y="0"/>
                </a:cxn>
                <a:cxn ang="0">
                  <a:pos x="27" y="0"/>
                </a:cxn>
                <a:cxn ang="0">
                  <a:pos x="34" y="0"/>
                </a:cxn>
                <a:cxn ang="0">
                  <a:pos x="40" y="2"/>
                </a:cxn>
                <a:cxn ang="0">
                  <a:pos x="49" y="10"/>
                </a:cxn>
                <a:cxn ang="0">
                  <a:pos x="54" y="19"/>
                </a:cxn>
                <a:cxn ang="0">
                  <a:pos x="56" y="24"/>
                </a:cxn>
                <a:cxn ang="0">
                  <a:pos x="56" y="30"/>
                </a:cxn>
                <a:cxn ang="0">
                  <a:pos x="56" y="30"/>
                </a:cxn>
                <a:cxn ang="0">
                  <a:pos x="56" y="35"/>
                </a:cxn>
                <a:cxn ang="0">
                  <a:pos x="54" y="40"/>
                </a:cxn>
                <a:cxn ang="0">
                  <a:pos x="49" y="49"/>
                </a:cxn>
                <a:cxn ang="0">
                  <a:pos x="40" y="55"/>
                </a:cxn>
                <a:cxn ang="0">
                  <a:pos x="34" y="57"/>
                </a:cxn>
                <a:cxn ang="0">
                  <a:pos x="27" y="57"/>
                </a:cxn>
                <a:cxn ang="0">
                  <a:pos x="27" y="57"/>
                </a:cxn>
                <a:cxn ang="0">
                  <a:pos x="22" y="57"/>
                </a:cxn>
                <a:cxn ang="0">
                  <a:pos x="16" y="55"/>
                </a:cxn>
                <a:cxn ang="0">
                  <a:pos x="7" y="49"/>
                </a:cxn>
                <a:cxn ang="0">
                  <a:pos x="2" y="40"/>
                </a:cxn>
                <a:cxn ang="0">
                  <a:pos x="0" y="35"/>
                </a:cxn>
                <a:cxn ang="0">
                  <a:pos x="0" y="30"/>
                </a:cxn>
                <a:cxn ang="0">
                  <a:pos x="0" y="30"/>
                </a:cxn>
                <a:cxn ang="0">
                  <a:pos x="0" y="24"/>
                </a:cxn>
                <a:cxn ang="0">
                  <a:pos x="2" y="19"/>
                </a:cxn>
                <a:cxn ang="0">
                  <a:pos x="7" y="10"/>
                </a:cxn>
                <a:cxn ang="0">
                  <a:pos x="16" y="2"/>
                </a:cxn>
                <a:cxn ang="0">
                  <a:pos x="22" y="0"/>
                </a:cxn>
                <a:cxn ang="0">
                  <a:pos x="27" y="0"/>
                </a:cxn>
                <a:cxn ang="0">
                  <a:pos x="27" y="0"/>
                </a:cxn>
              </a:cxnLst>
              <a:rect l="0" t="0" r="r" b="b"/>
              <a:pathLst>
                <a:path w="56" h="57">
                  <a:moveTo>
                    <a:pt x="27" y="0"/>
                  </a:moveTo>
                  <a:lnTo>
                    <a:pt x="27" y="0"/>
                  </a:lnTo>
                  <a:lnTo>
                    <a:pt x="34" y="0"/>
                  </a:lnTo>
                  <a:lnTo>
                    <a:pt x="40" y="2"/>
                  </a:lnTo>
                  <a:lnTo>
                    <a:pt x="49" y="10"/>
                  </a:lnTo>
                  <a:lnTo>
                    <a:pt x="54" y="19"/>
                  </a:lnTo>
                  <a:lnTo>
                    <a:pt x="56" y="24"/>
                  </a:lnTo>
                  <a:lnTo>
                    <a:pt x="56" y="30"/>
                  </a:lnTo>
                  <a:lnTo>
                    <a:pt x="56" y="30"/>
                  </a:lnTo>
                  <a:lnTo>
                    <a:pt x="56" y="35"/>
                  </a:lnTo>
                  <a:lnTo>
                    <a:pt x="54" y="40"/>
                  </a:lnTo>
                  <a:lnTo>
                    <a:pt x="49" y="49"/>
                  </a:lnTo>
                  <a:lnTo>
                    <a:pt x="40" y="55"/>
                  </a:lnTo>
                  <a:lnTo>
                    <a:pt x="34" y="57"/>
                  </a:lnTo>
                  <a:lnTo>
                    <a:pt x="27" y="57"/>
                  </a:lnTo>
                  <a:lnTo>
                    <a:pt x="27" y="57"/>
                  </a:lnTo>
                  <a:lnTo>
                    <a:pt x="22" y="57"/>
                  </a:lnTo>
                  <a:lnTo>
                    <a:pt x="16" y="55"/>
                  </a:lnTo>
                  <a:lnTo>
                    <a:pt x="7" y="49"/>
                  </a:lnTo>
                  <a:lnTo>
                    <a:pt x="2" y="40"/>
                  </a:lnTo>
                  <a:lnTo>
                    <a:pt x="0" y="35"/>
                  </a:lnTo>
                  <a:lnTo>
                    <a:pt x="0" y="30"/>
                  </a:lnTo>
                  <a:lnTo>
                    <a:pt x="0" y="30"/>
                  </a:lnTo>
                  <a:lnTo>
                    <a:pt x="0" y="24"/>
                  </a:lnTo>
                  <a:lnTo>
                    <a:pt x="2" y="19"/>
                  </a:lnTo>
                  <a:lnTo>
                    <a:pt x="7" y="10"/>
                  </a:lnTo>
                  <a:lnTo>
                    <a:pt x="16" y="2"/>
                  </a:lnTo>
                  <a:lnTo>
                    <a:pt x="22" y="0"/>
                  </a:lnTo>
                  <a:lnTo>
                    <a:pt x="27" y="0"/>
                  </a:lnTo>
                  <a:lnTo>
                    <a:pt x="27"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914400">
                <a:defRPr/>
              </a:pPr>
              <a:endParaRPr lang="en-US" sz="1800" kern="0">
                <a:solidFill>
                  <a:srgbClr val="000000"/>
                </a:solidFill>
                <a:latin typeface="Calibri"/>
              </a:endParaRPr>
            </a:p>
          </p:txBody>
        </p:sp>
        <p:sp>
          <p:nvSpPr>
            <p:cNvPr id="29" name="Freeform 89"/>
            <p:cNvSpPr>
              <a:spLocks/>
            </p:cNvSpPr>
            <p:nvPr/>
          </p:nvSpPr>
          <p:spPr bwMode="auto">
            <a:xfrm>
              <a:off x="2782435" y="1055723"/>
              <a:ext cx="60214" cy="58137"/>
            </a:xfrm>
            <a:custGeom>
              <a:avLst/>
              <a:gdLst/>
              <a:ahLst/>
              <a:cxnLst>
                <a:cxn ang="0">
                  <a:pos x="29" y="0"/>
                </a:cxn>
                <a:cxn ang="0">
                  <a:pos x="29" y="0"/>
                </a:cxn>
                <a:cxn ang="0">
                  <a:pos x="35" y="0"/>
                </a:cxn>
                <a:cxn ang="0">
                  <a:pos x="40" y="2"/>
                </a:cxn>
                <a:cxn ang="0">
                  <a:pos x="49" y="10"/>
                </a:cxn>
                <a:cxn ang="0">
                  <a:pos x="55" y="19"/>
                </a:cxn>
                <a:cxn ang="0">
                  <a:pos x="56" y="24"/>
                </a:cxn>
                <a:cxn ang="0">
                  <a:pos x="58" y="30"/>
                </a:cxn>
                <a:cxn ang="0">
                  <a:pos x="58" y="30"/>
                </a:cxn>
                <a:cxn ang="0">
                  <a:pos x="56" y="35"/>
                </a:cxn>
                <a:cxn ang="0">
                  <a:pos x="55" y="40"/>
                </a:cxn>
                <a:cxn ang="0">
                  <a:pos x="49" y="49"/>
                </a:cxn>
                <a:cxn ang="0">
                  <a:pos x="40" y="55"/>
                </a:cxn>
                <a:cxn ang="0">
                  <a:pos x="35" y="57"/>
                </a:cxn>
                <a:cxn ang="0">
                  <a:pos x="29" y="57"/>
                </a:cxn>
                <a:cxn ang="0">
                  <a:pos x="29" y="57"/>
                </a:cxn>
                <a:cxn ang="0">
                  <a:pos x="24" y="57"/>
                </a:cxn>
                <a:cxn ang="0">
                  <a:pos x="18" y="55"/>
                </a:cxn>
                <a:cxn ang="0">
                  <a:pos x="9" y="49"/>
                </a:cxn>
                <a:cxn ang="0">
                  <a:pos x="4" y="40"/>
                </a:cxn>
                <a:cxn ang="0">
                  <a:pos x="2" y="35"/>
                </a:cxn>
                <a:cxn ang="0">
                  <a:pos x="0" y="30"/>
                </a:cxn>
                <a:cxn ang="0">
                  <a:pos x="0" y="30"/>
                </a:cxn>
                <a:cxn ang="0">
                  <a:pos x="2" y="24"/>
                </a:cxn>
                <a:cxn ang="0">
                  <a:pos x="4" y="19"/>
                </a:cxn>
                <a:cxn ang="0">
                  <a:pos x="9" y="10"/>
                </a:cxn>
                <a:cxn ang="0">
                  <a:pos x="18" y="2"/>
                </a:cxn>
                <a:cxn ang="0">
                  <a:pos x="24" y="0"/>
                </a:cxn>
                <a:cxn ang="0">
                  <a:pos x="29" y="0"/>
                </a:cxn>
                <a:cxn ang="0">
                  <a:pos x="29" y="0"/>
                </a:cxn>
              </a:cxnLst>
              <a:rect l="0" t="0" r="r" b="b"/>
              <a:pathLst>
                <a:path w="58" h="57">
                  <a:moveTo>
                    <a:pt x="29" y="0"/>
                  </a:moveTo>
                  <a:lnTo>
                    <a:pt x="29" y="0"/>
                  </a:lnTo>
                  <a:lnTo>
                    <a:pt x="35" y="0"/>
                  </a:lnTo>
                  <a:lnTo>
                    <a:pt x="40" y="2"/>
                  </a:lnTo>
                  <a:lnTo>
                    <a:pt x="49" y="10"/>
                  </a:lnTo>
                  <a:lnTo>
                    <a:pt x="55" y="19"/>
                  </a:lnTo>
                  <a:lnTo>
                    <a:pt x="56" y="24"/>
                  </a:lnTo>
                  <a:lnTo>
                    <a:pt x="58" y="30"/>
                  </a:lnTo>
                  <a:lnTo>
                    <a:pt x="58" y="30"/>
                  </a:lnTo>
                  <a:lnTo>
                    <a:pt x="56" y="35"/>
                  </a:lnTo>
                  <a:lnTo>
                    <a:pt x="55" y="40"/>
                  </a:lnTo>
                  <a:lnTo>
                    <a:pt x="49" y="49"/>
                  </a:lnTo>
                  <a:lnTo>
                    <a:pt x="40" y="55"/>
                  </a:lnTo>
                  <a:lnTo>
                    <a:pt x="35" y="57"/>
                  </a:lnTo>
                  <a:lnTo>
                    <a:pt x="29" y="57"/>
                  </a:lnTo>
                  <a:lnTo>
                    <a:pt x="29" y="57"/>
                  </a:lnTo>
                  <a:lnTo>
                    <a:pt x="24" y="57"/>
                  </a:lnTo>
                  <a:lnTo>
                    <a:pt x="18" y="55"/>
                  </a:lnTo>
                  <a:lnTo>
                    <a:pt x="9" y="49"/>
                  </a:lnTo>
                  <a:lnTo>
                    <a:pt x="4" y="40"/>
                  </a:lnTo>
                  <a:lnTo>
                    <a:pt x="2" y="35"/>
                  </a:lnTo>
                  <a:lnTo>
                    <a:pt x="0" y="30"/>
                  </a:lnTo>
                  <a:lnTo>
                    <a:pt x="0" y="30"/>
                  </a:lnTo>
                  <a:lnTo>
                    <a:pt x="2" y="24"/>
                  </a:lnTo>
                  <a:lnTo>
                    <a:pt x="4" y="19"/>
                  </a:lnTo>
                  <a:lnTo>
                    <a:pt x="9" y="10"/>
                  </a:lnTo>
                  <a:lnTo>
                    <a:pt x="18" y="2"/>
                  </a:lnTo>
                  <a:lnTo>
                    <a:pt x="24" y="0"/>
                  </a:lnTo>
                  <a:lnTo>
                    <a:pt x="29" y="0"/>
                  </a:lnTo>
                  <a:lnTo>
                    <a:pt x="29"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914400">
                <a:defRPr/>
              </a:pPr>
              <a:endParaRPr lang="en-US" sz="1800" kern="0">
                <a:solidFill>
                  <a:srgbClr val="000000"/>
                </a:solidFill>
                <a:latin typeface="Calibri"/>
              </a:endParaRPr>
            </a:p>
          </p:txBody>
        </p:sp>
        <p:sp>
          <p:nvSpPr>
            <p:cNvPr id="30" name="Freeform 90"/>
            <p:cNvSpPr>
              <a:spLocks/>
            </p:cNvSpPr>
            <p:nvPr/>
          </p:nvSpPr>
          <p:spPr bwMode="auto">
            <a:xfrm>
              <a:off x="2549886" y="800334"/>
              <a:ext cx="355053" cy="247084"/>
            </a:xfrm>
            <a:custGeom>
              <a:avLst/>
              <a:gdLst/>
              <a:ahLst/>
              <a:cxnLst>
                <a:cxn ang="0">
                  <a:pos x="325" y="91"/>
                </a:cxn>
                <a:cxn ang="0">
                  <a:pos x="149" y="91"/>
                </a:cxn>
                <a:cxn ang="0">
                  <a:pos x="140" y="98"/>
                </a:cxn>
                <a:cxn ang="0">
                  <a:pos x="138" y="105"/>
                </a:cxn>
                <a:cxn ang="0">
                  <a:pos x="143" y="116"/>
                </a:cxn>
                <a:cxn ang="0">
                  <a:pos x="307" y="120"/>
                </a:cxn>
                <a:cxn ang="0">
                  <a:pos x="297" y="149"/>
                </a:cxn>
                <a:cxn ang="0">
                  <a:pos x="143" y="149"/>
                </a:cxn>
                <a:cxn ang="0">
                  <a:pos x="134" y="156"/>
                </a:cxn>
                <a:cxn ang="0">
                  <a:pos x="132" y="161"/>
                </a:cxn>
                <a:cxn ang="0">
                  <a:pos x="138" y="172"/>
                </a:cxn>
                <a:cxn ang="0">
                  <a:pos x="290" y="176"/>
                </a:cxn>
                <a:cxn ang="0">
                  <a:pos x="281" y="203"/>
                </a:cxn>
                <a:cxn ang="0">
                  <a:pos x="111" y="120"/>
                </a:cxn>
                <a:cxn ang="0">
                  <a:pos x="107" y="91"/>
                </a:cxn>
                <a:cxn ang="0">
                  <a:pos x="103" y="53"/>
                </a:cxn>
                <a:cxn ang="0">
                  <a:pos x="96" y="45"/>
                </a:cxn>
                <a:cxn ang="0">
                  <a:pos x="53" y="20"/>
                </a:cxn>
                <a:cxn ang="0">
                  <a:pos x="15" y="2"/>
                </a:cxn>
                <a:cxn ang="0">
                  <a:pos x="6" y="2"/>
                </a:cxn>
                <a:cxn ang="0">
                  <a:pos x="0" y="11"/>
                </a:cxn>
                <a:cxn ang="0">
                  <a:pos x="2" y="22"/>
                </a:cxn>
                <a:cxn ang="0">
                  <a:pos x="15" y="34"/>
                </a:cxn>
                <a:cxn ang="0">
                  <a:pos x="62" y="56"/>
                </a:cxn>
                <a:cxn ang="0">
                  <a:pos x="71" y="63"/>
                </a:cxn>
                <a:cxn ang="0">
                  <a:pos x="73" y="71"/>
                </a:cxn>
                <a:cxn ang="0">
                  <a:pos x="93" y="217"/>
                </a:cxn>
                <a:cxn ang="0">
                  <a:pos x="94" y="227"/>
                </a:cxn>
                <a:cxn ang="0">
                  <a:pos x="100" y="234"/>
                </a:cxn>
                <a:cxn ang="0">
                  <a:pos x="111" y="237"/>
                </a:cxn>
                <a:cxn ang="0">
                  <a:pos x="288" y="237"/>
                </a:cxn>
                <a:cxn ang="0">
                  <a:pos x="292" y="236"/>
                </a:cxn>
                <a:cxn ang="0">
                  <a:pos x="303" y="230"/>
                </a:cxn>
                <a:cxn ang="0">
                  <a:pos x="305" y="221"/>
                </a:cxn>
                <a:cxn ang="0">
                  <a:pos x="341" y="118"/>
                </a:cxn>
                <a:cxn ang="0">
                  <a:pos x="343" y="103"/>
                </a:cxn>
                <a:cxn ang="0">
                  <a:pos x="337" y="94"/>
                </a:cxn>
                <a:cxn ang="0">
                  <a:pos x="325" y="91"/>
                </a:cxn>
              </a:cxnLst>
              <a:rect l="0" t="0" r="r" b="b"/>
              <a:pathLst>
                <a:path w="343" h="237">
                  <a:moveTo>
                    <a:pt x="325" y="91"/>
                  </a:moveTo>
                  <a:lnTo>
                    <a:pt x="325" y="91"/>
                  </a:lnTo>
                  <a:lnTo>
                    <a:pt x="149" y="91"/>
                  </a:lnTo>
                  <a:lnTo>
                    <a:pt x="149" y="91"/>
                  </a:lnTo>
                  <a:lnTo>
                    <a:pt x="143" y="92"/>
                  </a:lnTo>
                  <a:lnTo>
                    <a:pt x="140" y="98"/>
                  </a:lnTo>
                  <a:lnTo>
                    <a:pt x="138" y="105"/>
                  </a:lnTo>
                  <a:lnTo>
                    <a:pt x="138" y="105"/>
                  </a:lnTo>
                  <a:lnTo>
                    <a:pt x="140" y="111"/>
                  </a:lnTo>
                  <a:lnTo>
                    <a:pt x="143" y="116"/>
                  </a:lnTo>
                  <a:lnTo>
                    <a:pt x="149" y="120"/>
                  </a:lnTo>
                  <a:lnTo>
                    <a:pt x="307" y="120"/>
                  </a:lnTo>
                  <a:lnTo>
                    <a:pt x="297" y="149"/>
                  </a:lnTo>
                  <a:lnTo>
                    <a:pt x="297" y="149"/>
                  </a:lnTo>
                  <a:lnTo>
                    <a:pt x="143" y="149"/>
                  </a:lnTo>
                  <a:lnTo>
                    <a:pt x="143" y="149"/>
                  </a:lnTo>
                  <a:lnTo>
                    <a:pt x="138" y="152"/>
                  </a:lnTo>
                  <a:lnTo>
                    <a:pt x="134" y="156"/>
                  </a:lnTo>
                  <a:lnTo>
                    <a:pt x="132" y="161"/>
                  </a:lnTo>
                  <a:lnTo>
                    <a:pt x="132" y="161"/>
                  </a:lnTo>
                  <a:lnTo>
                    <a:pt x="134" y="169"/>
                  </a:lnTo>
                  <a:lnTo>
                    <a:pt x="138" y="172"/>
                  </a:lnTo>
                  <a:lnTo>
                    <a:pt x="143" y="176"/>
                  </a:lnTo>
                  <a:lnTo>
                    <a:pt x="290" y="176"/>
                  </a:lnTo>
                  <a:lnTo>
                    <a:pt x="290" y="176"/>
                  </a:lnTo>
                  <a:lnTo>
                    <a:pt x="281" y="203"/>
                  </a:lnTo>
                  <a:lnTo>
                    <a:pt x="122" y="203"/>
                  </a:lnTo>
                  <a:lnTo>
                    <a:pt x="111" y="120"/>
                  </a:lnTo>
                  <a:lnTo>
                    <a:pt x="107" y="91"/>
                  </a:lnTo>
                  <a:lnTo>
                    <a:pt x="107" y="91"/>
                  </a:lnTo>
                  <a:lnTo>
                    <a:pt x="103" y="53"/>
                  </a:lnTo>
                  <a:lnTo>
                    <a:pt x="103" y="53"/>
                  </a:lnTo>
                  <a:lnTo>
                    <a:pt x="102" y="49"/>
                  </a:lnTo>
                  <a:lnTo>
                    <a:pt x="96" y="45"/>
                  </a:lnTo>
                  <a:lnTo>
                    <a:pt x="80" y="33"/>
                  </a:lnTo>
                  <a:lnTo>
                    <a:pt x="53" y="20"/>
                  </a:lnTo>
                  <a:lnTo>
                    <a:pt x="15" y="2"/>
                  </a:lnTo>
                  <a:lnTo>
                    <a:pt x="15" y="2"/>
                  </a:lnTo>
                  <a:lnTo>
                    <a:pt x="9" y="0"/>
                  </a:lnTo>
                  <a:lnTo>
                    <a:pt x="6" y="2"/>
                  </a:lnTo>
                  <a:lnTo>
                    <a:pt x="2" y="5"/>
                  </a:lnTo>
                  <a:lnTo>
                    <a:pt x="0" y="11"/>
                  </a:lnTo>
                  <a:lnTo>
                    <a:pt x="0" y="16"/>
                  </a:lnTo>
                  <a:lnTo>
                    <a:pt x="2" y="22"/>
                  </a:lnTo>
                  <a:lnTo>
                    <a:pt x="7" y="29"/>
                  </a:lnTo>
                  <a:lnTo>
                    <a:pt x="15" y="34"/>
                  </a:lnTo>
                  <a:lnTo>
                    <a:pt x="62" y="56"/>
                  </a:lnTo>
                  <a:lnTo>
                    <a:pt x="62" y="56"/>
                  </a:lnTo>
                  <a:lnTo>
                    <a:pt x="67" y="60"/>
                  </a:lnTo>
                  <a:lnTo>
                    <a:pt x="71" y="63"/>
                  </a:lnTo>
                  <a:lnTo>
                    <a:pt x="73" y="71"/>
                  </a:lnTo>
                  <a:lnTo>
                    <a:pt x="73" y="71"/>
                  </a:lnTo>
                  <a:lnTo>
                    <a:pt x="93" y="217"/>
                  </a:lnTo>
                  <a:lnTo>
                    <a:pt x="93" y="217"/>
                  </a:lnTo>
                  <a:lnTo>
                    <a:pt x="93" y="221"/>
                  </a:lnTo>
                  <a:lnTo>
                    <a:pt x="94" y="227"/>
                  </a:lnTo>
                  <a:lnTo>
                    <a:pt x="98" y="230"/>
                  </a:lnTo>
                  <a:lnTo>
                    <a:pt x="100" y="234"/>
                  </a:lnTo>
                  <a:lnTo>
                    <a:pt x="105" y="236"/>
                  </a:lnTo>
                  <a:lnTo>
                    <a:pt x="111" y="237"/>
                  </a:lnTo>
                  <a:lnTo>
                    <a:pt x="111" y="237"/>
                  </a:lnTo>
                  <a:lnTo>
                    <a:pt x="288" y="237"/>
                  </a:lnTo>
                  <a:lnTo>
                    <a:pt x="288" y="237"/>
                  </a:lnTo>
                  <a:lnTo>
                    <a:pt x="292" y="236"/>
                  </a:lnTo>
                  <a:lnTo>
                    <a:pt x="297" y="234"/>
                  </a:lnTo>
                  <a:lnTo>
                    <a:pt x="303" y="230"/>
                  </a:lnTo>
                  <a:lnTo>
                    <a:pt x="305" y="225"/>
                  </a:lnTo>
                  <a:lnTo>
                    <a:pt x="305" y="221"/>
                  </a:lnTo>
                  <a:lnTo>
                    <a:pt x="341" y="118"/>
                  </a:lnTo>
                  <a:lnTo>
                    <a:pt x="341" y="118"/>
                  </a:lnTo>
                  <a:lnTo>
                    <a:pt x="341" y="114"/>
                  </a:lnTo>
                  <a:lnTo>
                    <a:pt x="343" y="103"/>
                  </a:lnTo>
                  <a:lnTo>
                    <a:pt x="341" y="100"/>
                  </a:lnTo>
                  <a:lnTo>
                    <a:pt x="337" y="94"/>
                  </a:lnTo>
                  <a:lnTo>
                    <a:pt x="334" y="92"/>
                  </a:lnTo>
                  <a:lnTo>
                    <a:pt x="325" y="91"/>
                  </a:lnTo>
                  <a:lnTo>
                    <a:pt x="325" y="9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914400">
                <a:defRPr/>
              </a:pPr>
              <a:endParaRPr lang="en-US" sz="1800" kern="0">
                <a:solidFill>
                  <a:srgbClr val="000000"/>
                </a:solidFill>
                <a:latin typeface="Calibri"/>
              </a:endParaRPr>
            </a:p>
          </p:txBody>
        </p:sp>
      </p:grpSp>
      <p:sp>
        <p:nvSpPr>
          <p:cNvPr id="31" name="Freeform 95"/>
          <p:cNvSpPr>
            <a:spLocks noEditPoints="1"/>
          </p:cNvSpPr>
          <p:nvPr/>
        </p:nvSpPr>
        <p:spPr bwMode="auto">
          <a:xfrm>
            <a:off x="5573549" y="1742455"/>
            <a:ext cx="522982" cy="462396"/>
          </a:xfrm>
          <a:custGeom>
            <a:avLst/>
            <a:gdLst/>
            <a:ahLst/>
            <a:cxnLst>
              <a:cxn ang="0">
                <a:pos x="296" y="7"/>
              </a:cxn>
              <a:cxn ang="0">
                <a:pos x="285" y="5"/>
              </a:cxn>
              <a:cxn ang="0">
                <a:pos x="279" y="11"/>
              </a:cxn>
              <a:cxn ang="0">
                <a:pos x="276" y="16"/>
              </a:cxn>
              <a:cxn ang="0">
                <a:pos x="196" y="94"/>
              </a:cxn>
              <a:cxn ang="0">
                <a:pos x="192" y="112"/>
              </a:cxn>
              <a:cxn ang="0">
                <a:pos x="200" y="121"/>
              </a:cxn>
              <a:cxn ang="0">
                <a:pos x="129" y="83"/>
              </a:cxn>
              <a:cxn ang="0">
                <a:pos x="131" y="58"/>
              </a:cxn>
              <a:cxn ang="0">
                <a:pos x="124" y="33"/>
              </a:cxn>
              <a:cxn ang="0">
                <a:pos x="113" y="18"/>
              </a:cxn>
              <a:cxn ang="0">
                <a:pos x="91" y="4"/>
              </a:cxn>
              <a:cxn ang="0">
                <a:pos x="66" y="0"/>
              </a:cxn>
              <a:cxn ang="0">
                <a:pos x="86" y="40"/>
              </a:cxn>
              <a:cxn ang="0">
                <a:pos x="2" y="49"/>
              </a:cxn>
              <a:cxn ang="0">
                <a:pos x="0" y="65"/>
              </a:cxn>
              <a:cxn ang="0">
                <a:pos x="4" y="91"/>
              </a:cxn>
              <a:cxn ang="0">
                <a:pos x="18" y="112"/>
              </a:cxn>
              <a:cxn ang="0">
                <a:pos x="35" y="123"/>
              </a:cxn>
              <a:cxn ang="0">
                <a:pos x="60" y="131"/>
              </a:cxn>
              <a:cxn ang="0">
                <a:pos x="86" y="129"/>
              </a:cxn>
              <a:cxn ang="0">
                <a:pos x="89" y="234"/>
              </a:cxn>
              <a:cxn ang="0">
                <a:pos x="47" y="281"/>
              </a:cxn>
              <a:cxn ang="0">
                <a:pos x="104" y="248"/>
              </a:cxn>
              <a:cxn ang="0">
                <a:pos x="240" y="281"/>
              </a:cxn>
              <a:cxn ang="0">
                <a:pos x="250" y="288"/>
              </a:cxn>
              <a:cxn ang="0">
                <a:pos x="261" y="290"/>
              </a:cxn>
              <a:cxn ang="0">
                <a:pos x="278" y="285"/>
              </a:cxn>
              <a:cxn ang="0">
                <a:pos x="287" y="277"/>
              </a:cxn>
              <a:cxn ang="0">
                <a:pos x="292" y="259"/>
              </a:cxn>
              <a:cxn ang="0">
                <a:pos x="287" y="243"/>
              </a:cxn>
              <a:cxn ang="0">
                <a:pos x="212" y="134"/>
              </a:cxn>
              <a:cxn ang="0">
                <a:pos x="229" y="136"/>
              </a:cxn>
              <a:cxn ang="0">
                <a:pos x="314" y="60"/>
              </a:cxn>
              <a:cxn ang="0">
                <a:pos x="316" y="56"/>
              </a:cxn>
              <a:cxn ang="0">
                <a:pos x="321" y="53"/>
              </a:cxn>
              <a:cxn ang="0">
                <a:pos x="328" y="47"/>
              </a:cxn>
              <a:cxn ang="0">
                <a:pos x="325" y="36"/>
              </a:cxn>
              <a:cxn ang="0">
                <a:pos x="263" y="252"/>
              </a:cxn>
              <a:cxn ang="0">
                <a:pos x="276" y="259"/>
              </a:cxn>
              <a:cxn ang="0">
                <a:pos x="276" y="268"/>
              </a:cxn>
              <a:cxn ang="0">
                <a:pos x="263" y="276"/>
              </a:cxn>
              <a:cxn ang="0">
                <a:pos x="256" y="272"/>
              </a:cxn>
              <a:cxn ang="0">
                <a:pos x="252" y="265"/>
              </a:cxn>
              <a:cxn ang="0">
                <a:pos x="260" y="254"/>
              </a:cxn>
              <a:cxn ang="0">
                <a:pos x="221" y="98"/>
              </a:cxn>
              <a:cxn ang="0">
                <a:pos x="278" y="42"/>
              </a:cxn>
              <a:cxn ang="0">
                <a:pos x="234" y="111"/>
              </a:cxn>
              <a:cxn ang="0">
                <a:pos x="240" y="116"/>
              </a:cxn>
            </a:cxnLst>
            <a:rect l="0" t="0" r="r" b="b"/>
            <a:pathLst>
              <a:path w="328" h="290">
                <a:moveTo>
                  <a:pt x="325" y="36"/>
                </a:moveTo>
                <a:lnTo>
                  <a:pt x="296" y="7"/>
                </a:lnTo>
                <a:lnTo>
                  <a:pt x="296" y="7"/>
                </a:lnTo>
                <a:lnTo>
                  <a:pt x="292" y="5"/>
                </a:lnTo>
                <a:lnTo>
                  <a:pt x="289" y="4"/>
                </a:lnTo>
                <a:lnTo>
                  <a:pt x="285" y="5"/>
                </a:lnTo>
                <a:lnTo>
                  <a:pt x="281" y="7"/>
                </a:lnTo>
                <a:lnTo>
                  <a:pt x="281" y="7"/>
                </a:lnTo>
                <a:lnTo>
                  <a:pt x="279" y="11"/>
                </a:lnTo>
                <a:lnTo>
                  <a:pt x="279" y="16"/>
                </a:lnTo>
                <a:lnTo>
                  <a:pt x="279" y="16"/>
                </a:lnTo>
                <a:lnTo>
                  <a:pt x="276" y="16"/>
                </a:lnTo>
                <a:lnTo>
                  <a:pt x="272" y="18"/>
                </a:lnTo>
                <a:lnTo>
                  <a:pt x="272" y="18"/>
                </a:lnTo>
                <a:lnTo>
                  <a:pt x="196" y="94"/>
                </a:lnTo>
                <a:lnTo>
                  <a:pt x="196" y="94"/>
                </a:lnTo>
                <a:lnTo>
                  <a:pt x="196" y="103"/>
                </a:lnTo>
                <a:lnTo>
                  <a:pt x="192" y="112"/>
                </a:lnTo>
                <a:lnTo>
                  <a:pt x="200" y="121"/>
                </a:lnTo>
                <a:lnTo>
                  <a:pt x="200" y="121"/>
                </a:lnTo>
                <a:lnTo>
                  <a:pt x="200" y="121"/>
                </a:lnTo>
                <a:lnTo>
                  <a:pt x="183" y="138"/>
                </a:lnTo>
                <a:lnTo>
                  <a:pt x="129" y="83"/>
                </a:lnTo>
                <a:lnTo>
                  <a:pt x="129" y="83"/>
                </a:lnTo>
                <a:lnTo>
                  <a:pt x="131" y="74"/>
                </a:lnTo>
                <a:lnTo>
                  <a:pt x="131" y="67"/>
                </a:lnTo>
                <a:lnTo>
                  <a:pt x="131" y="58"/>
                </a:lnTo>
                <a:lnTo>
                  <a:pt x="129" y="49"/>
                </a:lnTo>
                <a:lnTo>
                  <a:pt x="127" y="42"/>
                </a:lnTo>
                <a:lnTo>
                  <a:pt x="124" y="33"/>
                </a:lnTo>
                <a:lnTo>
                  <a:pt x="118" y="25"/>
                </a:lnTo>
                <a:lnTo>
                  <a:pt x="113" y="18"/>
                </a:lnTo>
                <a:lnTo>
                  <a:pt x="113" y="18"/>
                </a:lnTo>
                <a:lnTo>
                  <a:pt x="105" y="13"/>
                </a:lnTo>
                <a:lnTo>
                  <a:pt x="98" y="9"/>
                </a:lnTo>
                <a:lnTo>
                  <a:pt x="91" y="4"/>
                </a:lnTo>
                <a:lnTo>
                  <a:pt x="82" y="2"/>
                </a:lnTo>
                <a:lnTo>
                  <a:pt x="73" y="0"/>
                </a:lnTo>
                <a:lnTo>
                  <a:pt x="66" y="0"/>
                </a:lnTo>
                <a:lnTo>
                  <a:pt x="57" y="0"/>
                </a:lnTo>
                <a:lnTo>
                  <a:pt x="47" y="2"/>
                </a:lnTo>
                <a:lnTo>
                  <a:pt x="86" y="40"/>
                </a:lnTo>
                <a:lnTo>
                  <a:pt x="76" y="76"/>
                </a:lnTo>
                <a:lnTo>
                  <a:pt x="38" y="85"/>
                </a:lnTo>
                <a:lnTo>
                  <a:pt x="2" y="49"/>
                </a:lnTo>
                <a:lnTo>
                  <a:pt x="2" y="49"/>
                </a:lnTo>
                <a:lnTo>
                  <a:pt x="0" y="56"/>
                </a:lnTo>
                <a:lnTo>
                  <a:pt x="0" y="65"/>
                </a:lnTo>
                <a:lnTo>
                  <a:pt x="0" y="74"/>
                </a:lnTo>
                <a:lnTo>
                  <a:pt x="2" y="82"/>
                </a:lnTo>
                <a:lnTo>
                  <a:pt x="4" y="91"/>
                </a:lnTo>
                <a:lnTo>
                  <a:pt x="8" y="98"/>
                </a:lnTo>
                <a:lnTo>
                  <a:pt x="13" y="105"/>
                </a:lnTo>
                <a:lnTo>
                  <a:pt x="18" y="112"/>
                </a:lnTo>
                <a:lnTo>
                  <a:pt x="18" y="112"/>
                </a:lnTo>
                <a:lnTo>
                  <a:pt x="26" y="118"/>
                </a:lnTo>
                <a:lnTo>
                  <a:pt x="35" y="123"/>
                </a:lnTo>
                <a:lnTo>
                  <a:pt x="42" y="127"/>
                </a:lnTo>
                <a:lnTo>
                  <a:pt x="51" y="129"/>
                </a:lnTo>
                <a:lnTo>
                  <a:pt x="60" y="131"/>
                </a:lnTo>
                <a:lnTo>
                  <a:pt x="69" y="131"/>
                </a:lnTo>
                <a:lnTo>
                  <a:pt x="76" y="131"/>
                </a:lnTo>
                <a:lnTo>
                  <a:pt x="86" y="129"/>
                </a:lnTo>
                <a:lnTo>
                  <a:pt x="86" y="129"/>
                </a:lnTo>
                <a:lnTo>
                  <a:pt x="140" y="181"/>
                </a:lnTo>
                <a:lnTo>
                  <a:pt x="89" y="234"/>
                </a:lnTo>
                <a:lnTo>
                  <a:pt x="86" y="230"/>
                </a:lnTo>
                <a:lnTo>
                  <a:pt x="71" y="243"/>
                </a:lnTo>
                <a:lnTo>
                  <a:pt x="47" y="281"/>
                </a:lnTo>
                <a:lnTo>
                  <a:pt x="53" y="286"/>
                </a:lnTo>
                <a:lnTo>
                  <a:pt x="91" y="263"/>
                </a:lnTo>
                <a:lnTo>
                  <a:pt x="104" y="248"/>
                </a:lnTo>
                <a:lnTo>
                  <a:pt x="100" y="245"/>
                </a:lnTo>
                <a:lnTo>
                  <a:pt x="153" y="194"/>
                </a:lnTo>
                <a:lnTo>
                  <a:pt x="240" y="281"/>
                </a:lnTo>
                <a:lnTo>
                  <a:pt x="240" y="281"/>
                </a:lnTo>
                <a:lnTo>
                  <a:pt x="245" y="285"/>
                </a:lnTo>
                <a:lnTo>
                  <a:pt x="250" y="288"/>
                </a:lnTo>
                <a:lnTo>
                  <a:pt x="256" y="290"/>
                </a:lnTo>
                <a:lnTo>
                  <a:pt x="261" y="290"/>
                </a:lnTo>
                <a:lnTo>
                  <a:pt x="261" y="290"/>
                </a:lnTo>
                <a:lnTo>
                  <a:pt x="267" y="290"/>
                </a:lnTo>
                <a:lnTo>
                  <a:pt x="272" y="288"/>
                </a:lnTo>
                <a:lnTo>
                  <a:pt x="278" y="285"/>
                </a:lnTo>
                <a:lnTo>
                  <a:pt x="283" y="281"/>
                </a:lnTo>
                <a:lnTo>
                  <a:pt x="283" y="281"/>
                </a:lnTo>
                <a:lnTo>
                  <a:pt x="287" y="277"/>
                </a:lnTo>
                <a:lnTo>
                  <a:pt x="290" y="272"/>
                </a:lnTo>
                <a:lnTo>
                  <a:pt x="292" y="265"/>
                </a:lnTo>
                <a:lnTo>
                  <a:pt x="292" y="259"/>
                </a:lnTo>
                <a:lnTo>
                  <a:pt x="292" y="254"/>
                </a:lnTo>
                <a:lnTo>
                  <a:pt x="290" y="248"/>
                </a:lnTo>
                <a:lnTo>
                  <a:pt x="287" y="243"/>
                </a:lnTo>
                <a:lnTo>
                  <a:pt x="283" y="237"/>
                </a:lnTo>
                <a:lnTo>
                  <a:pt x="196" y="150"/>
                </a:lnTo>
                <a:lnTo>
                  <a:pt x="212" y="134"/>
                </a:lnTo>
                <a:lnTo>
                  <a:pt x="220" y="141"/>
                </a:lnTo>
                <a:lnTo>
                  <a:pt x="220" y="141"/>
                </a:lnTo>
                <a:lnTo>
                  <a:pt x="229" y="136"/>
                </a:lnTo>
                <a:lnTo>
                  <a:pt x="240" y="136"/>
                </a:lnTo>
                <a:lnTo>
                  <a:pt x="314" y="62"/>
                </a:lnTo>
                <a:lnTo>
                  <a:pt x="314" y="60"/>
                </a:lnTo>
                <a:lnTo>
                  <a:pt x="314" y="60"/>
                </a:lnTo>
                <a:lnTo>
                  <a:pt x="314" y="60"/>
                </a:lnTo>
                <a:lnTo>
                  <a:pt x="316" y="56"/>
                </a:lnTo>
                <a:lnTo>
                  <a:pt x="318" y="54"/>
                </a:lnTo>
                <a:lnTo>
                  <a:pt x="318" y="54"/>
                </a:lnTo>
                <a:lnTo>
                  <a:pt x="321" y="53"/>
                </a:lnTo>
                <a:lnTo>
                  <a:pt x="325" y="51"/>
                </a:lnTo>
                <a:lnTo>
                  <a:pt x="325" y="51"/>
                </a:lnTo>
                <a:lnTo>
                  <a:pt x="328" y="47"/>
                </a:lnTo>
                <a:lnTo>
                  <a:pt x="328" y="44"/>
                </a:lnTo>
                <a:lnTo>
                  <a:pt x="328" y="40"/>
                </a:lnTo>
                <a:lnTo>
                  <a:pt x="325" y="36"/>
                </a:lnTo>
                <a:lnTo>
                  <a:pt x="325" y="36"/>
                </a:lnTo>
                <a:close/>
                <a:moveTo>
                  <a:pt x="263" y="252"/>
                </a:moveTo>
                <a:lnTo>
                  <a:pt x="263" y="252"/>
                </a:lnTo>
                <a:lnTo>
                  <a:pt x="269" y="254"/>
                </a:lnTo>
                <a:lnTo>
                  <a:pt x="272" y="256"/>
                </a:lnTo>
                <a:lnTo>
                  <a:pt x="276" y="259"/>
                </a:lnTo>
                <a:lnTo>
                  <a:pt x="276" y="265"/>
                </a:lnTo>
                <a:lnTo>
                  <a:pt x="276" y="265"/>
                </a:lnTo>
                <a:lnTo>
                  <a:pt x="276" y="268"/>
                </a:lnTo>
                <a:lnTo>
                  <a:pt x="272" y="272"/>
                </a:lnTo>
                <a:lnTo>
                  <a:pt x="269" y="276"/>
                </a:lnTo>
                <a:lnTo>
                  <a:pt x="263" y="276"/>
                </a:lnTo>
                <a:lnTo>
                  <a:pt x="263" y="276"/>
                </a:lnTo>
                <a:lnTo>
                  <a:pt x="260" y="276"/>
                </a:lnTo>
                <a:lnTo>
                  <a:pt x="256" y="272"/>
                </a:lnTo>
                <a:lnTo>
                  <a:pt x="252" y="268"/>
                </a:lnTo>
                <a:lnTo>
                  <a:pt x="252" y="265"/>
                </a:lnTo>
                <a:lnTo>
                  <a:pt x="252" y="265"/>
                </a:lnTo>
                <a:lnTo>
                  <a:pt x="252" y="259"/>
                </a:lnTo>
                <a:lnTo>
                  <a:pt x="256" y="256"/>
                </a:lnTo>
                <a:lnTo>
                  <a:pt x="260" y="254"/>
                </a:lnTo>
                <a:lnTo>
                  <a:pt x="263" y="252"/>
                </a:lnTo>
                <a:lnTo>
                  <a:pt x="263" y="252"/>
                </a:lnTo>
                <a:close/>
                <a:moveTo>
                  <a:pt x="221" y="98"/>
                </a:moveTo>
                <a:lnTo>
                  <a:pt x="216" y="92"/>
                </a:lnTo>
                <a:lnTo>
                  <a:pt x="272" y="36"/>
                </a:lnTo>
                <a:lnTo>
                  <a:pt x="278" y="42"/>
                </a:lnTo>
                <a:lnTo>
                  <a:pt x="221" y="98"/>
                </a:lnTo>
                <a:close/>
                <a:moveTo>
                  <a:pt x="240" y="116"/>
                </a:moveTo>
                <a:lnTo>
                  <a:pt x="234" y="111"/>
                </a:lnTo>
                <a:lnTo>
                  <a:pt x="290" y="54"/>
                </a:lnTo>
                <a:lnTo>
                  <a:pt x="296" y="60"/>
                </a:lnTo>
                <a:lnTo>
                  <a:pt x="240" y="116"/>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defTabSz="914400">
              <a:defRPr/>
            </a:pPr>
            <a:endParaRPr lang="en-US" sz="1800" kern="0">
              <a:solidFill>
                <a:srgbClr val="000000"/>
              </a:solidFill>
              <a:latin typeface="Calibri"/>
            </a:endParaRPr>
          </a:p>
        </p:txBody>
      </p:sp>
      <p:sp>
        <p:nvSpPr>
          <p:cNvPr id="32" name="Freeform 143"/>
          <p:cNvSpPr>
            <a:spLocks noEditPoints="1"/>
          </p:cNvSpPr>
          <p:nvPr/>
        </p:nvSpPr>
        <p:spPr bwMode="auto">
          <a:xfrm>
            <a:off x="7677735" y="1701437"/>
            <a:ext cx="524525" cy="536246"/>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400">
              <a:defRPr/>
            </a:pPr>
            <a:endParaRPr lang="en-US" sz="1800" kern="0" dirty="0">
              <a:solidFill>
                <a:srgbClr val="000000"/>
              </a:solidFill>
              <a:latin typeface="Calibri"/>
            </a:endParaRPr>
          </a:p>
        </p:txBody>
      </p:sp>
    </p:spTree>
    <p:extLst>
      <p:ext uri="{BB962C8B-B14F-4D97-AF65-F5344CB8AC3E}">
        <p14:creationId xmlns:p14="http://schemas.microsoft.com/office/powerpoint/2010/main" val="306070134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1000" fill="hold"/>
                                        <p:tgtEl>
                                          <p:spTgt spid="18"/>
                                        </p:tgtEl>
                                        <p:attrNameLst>
                                          <p:attrName>ppt_w</p:attrName>
                                        </p:attrNameLst>
                                      </p:cBhvr>
                                      <p:tavLst>
                                        <p:tav tm="0">
                                          <p:val>
                                            <p:fltVal val="0"/>
                                          </p:val>
                                        </p:tav>
                                        <p:tav tm="100000">
                                          <p:val>
                                            <p:strVal val="#ppt_w"/>
                                          </p:val>
                                        </p:tav>
                                      </p:tavLst>
                                    </p:anim>
                                    <p:anim calcmode="lin" valueType="num">
                                      <p:cBhvr>
                                        <p:cTn id="20" dur="1000" fill="hold"/>
                                        <p:tgtEl>
                                          <p:spTgt spid="18"/>
                                        </p:tgtEl>
                                        <p:attrNameLst>
                                          <p:attrName>ppt_h</p:attrName>
                                        </p:attrNameLst>
                                      </p:cBhvr>
                                      <p:tavLst>
                                        <p:tav tm="0">
                                          <p:val>
                                            <p:fltVal val="0"/>
                                          </p:val>
                                        </p:tav>
                                        <p:tav tm="100000">
                                          <p:val>
                                            <p:strVal val="#ppt_h"/>
                                          </p:val>
                                        </p:tav>
                                      </p:tavLst>
                                    </p:anim>
                                    <p:anim calcmode="lin" valueType="num">
                                      <p:cBhvr>
                                        <p:cTn id="21" dur="1000" fill="hold"/>
                                        <p:tgtEl>
                                          <p:spTgt spid="18"/>
                                        </p:tgtEl>
                                        <p:attrNameLst>
                                          <p:attrName>style.rotation</p:attrName>
                                        </p:attrNameLst>
                                      </p:cBhvr>
                                      <p:tavLst>
                                        <p:tav tm="0">
                                          <p:val>
                                            <p:fltVal val="90"/>
                                          </p:val>
                                        </p:tav>
                                        <p:tav tm="100000">
                                          <p:val>
                                            <p:fltVal val="0"/>
                                          </p:val>
                                        </p:tav>
                                      </p:tavLst>
                                    </p:anim>
                                    <p:animEffect transition="in" filter="fade">
                                      <p:cBhvr>
                                        <p:cTn id="22" dur="1000"/>
                                        <p:tgtEl>
                                          <p:spTgt spid="18"/>
                                        </p:tgtEl>
                                      </p:cBhvr>
                                    </p:animEffect>
                                  </p:childTnLst>
                                </p:cTn>
                              </p:par>
                              <p:par>
                                <p:cTn id="23" presetID="3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1000" fill="hold"/>
                                        <p:tgtEl>
                                          <p:spTgt spid="22"/>
                                        </p:tgtEl>
                                        <p:attrNameLst>
                                          <p:attrName>ppt_w</p:attrName>
                                        </p:attrNameLst>
                                      </p:cBhvr>
                                      <p:tavLst>
                                        <p:tav tm="0">
                                          <p:val>
                                            <p:fltVal val="0"/>
                                          </p:val>
                                        </p:tav>
                                        <p:tav tm="100000">
                                          <p:val>
                                            <p:strVal val="#ppt_w"/>
                                          </p:val>
                                        </p:tav>
                                      </p:tavLst>
                                    </p:anim>
                                    <p:anim calcmode="lin" valueType="num">
                                      <p:cBhvr>
                                        <p:cTn id="26" dur="1000" fill="hold"/>
                                        <p:tgtEl>
                                          <p:spTgt spid="22"/>
                                        </p:tgtEl>
                                        <p:attrNameLst>
                                          <p:attrName>ppt_h</p:attrName>
                                        </p:attrNameLst>
                                      </p:cBhvr>
                                      <p:tavLst>
                                        <p:tav tm="0">
                                          <p:val>
                                            <p:fltVal val="0"/>
                                          </p:val>
                                        </p:tav>
                                        <p:tav tm="100000">
                                          <p:val>
                                            <p:strVal val="#ppt_h"/>
                                          </p:val>
                                        </p:tav>
                                      </p:tavLst>
                                    </p:anim>
                                    <p:anim calcmode="lin" valueType="num">
                                      <p:cBhvr>
                                        <p:cTn id="27" dur="1000" fill="hold"/>
                                        <p:tgtEl>
                                          <p:spTgt spid="22"/>
                                        </p:tgtEl>
                                        <p:attrNameLst>
                                          <p:attrName>style.rotation</p:attrName>
                                        </p:attrNameLst>
                                      </p:cBhvr>
                                      <p:tavLst>
                                        <p:tav tm="0">
                                          <p:val>
                                            <p:fltVal val="90"/>
                                          </p:val>
                                        </p:tav>
                                        <p:tav tm="100000">
                                          <p:val>
                                            <p:fltVal val="0"/>
                                          </p:val>
                                        </p:tav>
                                      </p:tavLst>
                                    </p:anim>
                                    <p:animEffect transition="in" filter="fade">
                                      <p:cBhvr>
                                        <p:cTn id="28" dur="1000"/>
                                        <p:tgtEl>
                                          <p:spTgt spid="22"/>
                                        </p:tgtEl>
                                      </p:cBhvr>
                                    </p:animEffect>
                                  </p:childTnLst>
                                </p:cTn>
                              </p:par>
                              <p:par>
                                <p:cTn id="29" presetID="3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p:cTn id="31" dur="1000" fill="hold"/>
                                        <p:tgtEl>
                                          <p:spTgt spid="27"/>
                                        </p:tgtEl>
                                        <p:attrNameLst>
                                          <p:attrName>ppt_w</p:attrName>
                                        </p:attrNameLst>
                                      </p:cBhvr>
                                      <p:tavLst>
                                        <p:tav tm="0">
                                          <p:val>
                                            <p:fltVal val="0"/>
                                          </p:val>
                                        </p:tav>
                                        <p:tav tm="100000">
                                          <p:val>
                                            <p:strVal val="#ppt_w"/>
                                          </p:val>
                                        </p:tav>
                                      </p:tavLst>
                                    </p:anim>
                                    <p:anim calcmode="lin" valueType="num">
                                      <p:cBhvr>
                                        <p:cTn id="32" dur="1000" fill="hold"/>
                                        <p:tgtEl>
                                          <p:spTgt spid="27"/>
                                        </p:tgtEl>
                                        <p:attrNameLst>
                                          <p:attrName>ppt_h</p:attrName>
                                        </p:attrNameLst>
                                      </p:cBhvr>
                                      <p:tavLst>
                                        <p:tav tm="0">
                                          <p:val>
                                            <p:fltVal val="0"/>
                                          </p:val>
                                        </p:tav>
                                        <p:tav tm="100000">
                                          <p:val>
                                            <p:strVal val="#ppt_h"/>
                                          </p:val>
                                        </p:tav>
                                      </p:tavLst>
                                    </p:anim>
                                    <p:anim calcmode="lin" valueType="num">
                                      <p:cBhvr>
                                        <p:cTn id="33" dur="1000" fill="hold"/>
                                        <p:tgtEl>
                                          <p:spTgt spid="27"/>
                                        </p:tgtEl>
                                        <p:attrNameLst>
                                          <p:attrName>style.rotation</p:attrName>
                                        </p:attrNameLst>
                                      </p:cBhvr>
                                      <p:tavLst>
                                        <p:tav tm="0">
                                          <p:val>
                                            <p:fltVal val="90"/>
                                          </p:val>
                                        </p:tav>
                                        <p:tav tm="100000">
                                          <p:val>
                                            <p:fltVal val="0"/>
                                          </p:val>
                                        </p:tav>
                                      </p:tavLst>
                                    </p:anim>
                                    <p:animEffect transition="in" filter="fade">
                                      <p:cBhvr>
                                        <p:cTn id="34" dur="10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1000" fill="hold"/>
                                        <p:tgtEl>
                                          <p:spTgt spid="7"/>
                                        </p:tgtEl>
                                        <p:attrNameLst>
                                          <p:attrName>ppt_w</p:attrName>
                                        </p:attrNameLst>
                                      </p:cBhvr>
                                      <p:tavLst>
                                        <p:tav tm="0">
                                          <p:val>
                                            <p:fltVal val="0"/>
                                          </p:val>
                                        </p:tav>
                                        <p:tav tm="100000">
                                          <p:val>
                                            <p:strVal val="#ppt_w"/>
                                          </p:val>
                                        </p:tav>
                                      </p:tavLst>
                                    </p:anim>
                                    <p:anim calcmode="lin" valueType="num">
                                      <p:cBhvr>
                                        <p:cTn id="40" dur="1000" fill="hold"/>
                                        <p:tgtEl>
                                          <p:spTgt spid="7"/>
                                        </p:tgtEl>
                                        <p:attrNameLst>
                                          <p:attrName>ppt_h</p:attrName>
                                        </p:attrNameLst>
                                      </p:cBhvr>
                                      <p:tavLst>
                                        <p:tav tm="0">
                                          <p:val>
                                            <p:fltVal val="0"/>
                                          </p:val>
                                        </p:tav>
                                        <p:tav tm="100000">
                                          <p:val>
                                            <p:strVal val="#ppt_h"/>
                                          </p:val>
                                        </p:tav>
                                      </p:tavLst>
                                    </p:anim>
                                    <p:anim calcmode="lin" valueType="num">
                                      <p:cBhvr>
                                        <p:cTn id="41" dur="1000" fill="hold"/>
                                        <p:tgtEl>
                                          <p:spTgt spid="7"/>
                                        </p:tgtEl>
                                        <p:attrNameLst>
                                          <p:attrName>style.rotation</p:attrName>
                                        </p:attrNameLst>
                                      </p:cBhvr>
                                      <p:tavLst>
                                        <p:tav tm="0">
                                          <p:val>
                                            <p:fltVal val="90"/>
                                          </p:val>
                                        </p:tav>
                                        <p:tav tm="100000">
                                          <p:val>
                                            <p:fltVal val="0"/>
                                          </p:val>
                                        </p:tav>
                                      </p:tavLst>
                                    </p:anim>
                                    <p:animEffect transition="in" filter="fade">
                                      <p:cBhvr>
                                        <p:cTn id="42" dur="1000"/>
                                        <p:tgtEl>
                                          <p:spTgt spid="7"/>
                                        </p:tgtEl>
                                      </p:cBhvr>
                                    </p:animEffect>
                                  </p:childTnLst>
                                </p:cTn>
                              </p:par>
                              <p:par>
                                <p:cTn id="43" presetID="3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1000" fill="hold"/>
                                        <p:tgtEl>
                                          <p:spTgt spid="11"/>
                                        </p:tgtEl>
                                        <p:attrNameLst>
                                          <p:attrName>ppt_w</p:attrName>
                                        </p:attrNameLst>
                                      </p:cBhvr>
                                      <p:tavLst>
                                        <p:tav tm="0">
                                          <p:val>
                                            <p:fltVal val="0"/>
                                          </p:val>
                                        </p:tav>
                                        <p:tav tm="100000">
                                          <p:val>
                                            <p:strVal val="#ppt_w"/>
                                          </p:val>
                                        </p:tav>
                                      </p:tavLst>
                                    </p:anim>
                                    <p:anim calcmode="lin" valueType="num">
                                      <p:cBhvr>
                                        <p:cTn id="46" dur="1000" fill="hold"/>
                                        <p:tgtEl>
                                          <p:spTgt spid="11"/>
                                        </p:tgtEl>
                                        <p:attrNameLst>
                                          <p:attrName>ppt_h</p:attrName>
                                        </p:attrNameLst>
                                      </p:cBhvr>
                                      <p:tavLst>
                                        <p:tav tm="0">
                                          <p:val>
                                            <p:fltVal val="0"/>
                                          </p:val>
                                        </p:tav>
                                        <p:tav tm="100000">
                                          <p:val>
                                            <p:strVal val="#ppt_h"/>
                                          </p:val>
                                        </p:tav>
                                      </p:tavLst>
                                    </p:anim>
                                    <p:anim calcmode="lin" valueType="num">
                                      <p:cBhvr>
                                        <p:cTn id="47" dur="1000" fill="hold"/>
                                        <p:tgtEl>
                                          <p:spTgt spid="11"/>
                                        </p:tgtEl>
                                        <p:attrNameLst>
                                          <p:attrName>style.rotation</p:attrName>
                                        </p:attrNameLst>
                                      </p:cBhvr>
                                      <p:tavLst>
                                        <p:tav tm="0">
                                          <p:val>
                                            <p:fltVal val="90"/>
                                          </p:val>
                                        </p:tav>
                                        <p:tav tm="100000">
                                          <p:val>
                                            <p:fltVal val="0"/>
                                          </p:val>
                                        </p:tav>
                                      </p:tavLst>
                                    </p:anim>
                                    <p:animEffect transition="in" filter="fade">
                                      <p:cBhvr>
                                        <p:cTn id="48" dur="1000"/>
                                        <p:tgtEl>
                                          <p:spTgt spid="11"/>
                                        </p:tgtEl>
                                      </p:cBhvr>
                                    </p:animEffect>
                                  </p:childTnLst>
                                </p:cTn>
                              </p:par>
                              <p:par>
                                <p:cTn id="49" presetID="31"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p:cTn id="51" dur="1000" fill="hold"/>
                                        <p:tgtEl>
                                          <p:spTgt spid="19"/>
                                        </p:tgtEl>
                                        <p:attrNameLst>
                                          <p:attrName>ppt_w</p:attrName>
                                        </p:attrNameLst>
                                      </p:cBhvr>
                                      <p:tavLst>
                                        <p:tav tm="0">
                                          <p:val>
                                            <p:fltVal val="0"/>
                                          </p:val>
                                        </p:tav>
                                        <p:tav tm="100000">
                                          <p:val>
                                            <p:strVal val="#ppt_w"/>
                                          </p:val>
                                        </p:tav>
                                      </p:tavLst>
                                    </p:anim>
                                    <p:anim calcmode="lin" valueType="num">
                                      <p:cBhvr>
                                        <p:cTn id="52" dur="1000" fill="hold"/>
                                        <p:tgtEl>
                                          <p:spTgt spid="19"/>
                                        </p:tgtEl>
                                        <p:attrNameLst>
                                          <p:attrName>ppt_h</p:attrName>
                                        </p:attrNameLst>
                                      </p:cBhvr>
                                      <p:tavLst>
                                        <p:tav tm="0">
                                          <p:val>
                                            <p:fltVal val="0"/>
                                          </p:val>
                                        </p:tav>
                                        <p:tav tm="100000">
                                          <p:val>
                                            <p:strVal val="#ppt_h"/>
                                          </p:val>
                                        </p:tav>
                                      </p:tavLst>
                                    </p:anim>
                                    <p:anim calcmode="lin" valueType="num">
                                      <p:cBhvr>
                                        <p:cTn id="53" dur="1000" fill="hold"/>
                                        <p:tgtEl>
                                          <p:spTgt spid="19"/>
                                        </p:tgtEl>
                                        <p:attrNameLst>
                                          <p:attrName>style.rotation</p:attrName>
                                        </p:attrNameLst>
                                      </p:cBhvr>
                                      <p:tavLst>
                                        <p:tav tm="0">
                                          <p:val>
                                            <p:fltVal val="90"/>
                                          </p:val>
                                        </p:tav>
                                        <p:tav tm="100000">
                                          <p:val>
                                            <p:fltVal val="0"/>
                                          </p:val>
                                        </p:tav>
                                      </p:tavLst>
                                    </p:anim>
                                    <p:animEffect transition="in" filter="fade">
                                      <p:cBhvr>
                                        <p:cTn id="54" dur="1000"/>
                                        <p:tgtEl>
                                          <p:spTgt spid="19"/>
                                        </p:tgtEl>
                                      </p:cBhvr>
                                    </p:animEffect>
                                  </p:childTnLst>
                                </p:cTn>
                              </p:par>
                              <p:par>
                                <p:cTn id="55" presetID="31"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p:cTn id="57" dur="1000" fill="hold"/>
                                        <p:tgtEl>
                                          <p:spTgt spid="23"/>
                                        </p:tgtEl>
                                        <p:attrNameLst>
                                          <p:attrName>ppt_w</p:attrName>
                                        </p:attrNameLst>
                                      </p:cBhvr>
                                      <p:tavLst>
                                        <p:tav tm="0">
                                          <p:val>
                                            <p:fltVal val="0"/>
                                          </p:val>
                                        </p:tav>
                                        <p:tav tm="100000">
                                          <p:val>
                                            <p:strVal val="#ppt_w"/>
                                          </p:val>
                                        </p:tav>
                                      </p:tavLst>
                                    </p:anim>
                                    <p:anim calcmode="lin" valueType="num">
                                      <p:cBhvr>
                                        <p:cTn id="58" dur="1000" fill="hold"/>
                                        <p:tgtEl>
                                          <p:spTgt spid="23"/>
                                        </p:tgtEl>
                                        <p:attrNameLst>
                                          <p:attrName>ppt_h</p:attrName>
                                        </p:attrNameLst>
                                      </p:cBhvr>
                                      <p:tavLst>
                                        <p:tav tm="0">
                                          <p:val>
                                            <p:fltVal val="0"/>
                                          </p:val>
                                        </p:tav>
                                        <p:tav tm="100000">
                                          <p:val>
                                            <p:strVal val="#ppt_h"/>
                                          </p:val>
                                        </p:tav>
                                      </p:tavLst>
                                    </p:anim>
                                    <p:anim calcmode="lin" valueType="num">
                                      <p:cBhvr>
                                        <p:cTn id="59" dur="1000" fill="hold"/>
                                        <p:tgtEl>
                                          <p:spTgt spid="23"/>
                                        </p:tgtEl>
                                        <p:attrNameLst>
                                          <p:attrName>style.rotation</p:attrName>
                                        </p:attrNameLst>
                                      </p:cBhvr>
                                      <p:tavLst>
                                        <p:tav tm="0">
                                          <p:val>
                                            <p:fltVal val="90"/>
                                          </p:val>
                                        </p:tav>
                                        <p:tav tm="100000">
                                          <p:val>
                                            <p:fltVal val="0"/>
                                          </p:val>
                                        </p:tav>
                                      </p:tavLst>
                                    </p:anim>
                                    <p:animEffect transition="in" filter="fade">
                                      <p:cBhvr>
                                        <p:cTn id="60" dur="1000"/>
                                        <p:tgtEl>
                                          <p:spTgt spid="23"/>
                                        </p:tgtEl>
                                      </p:cBhvr>
                                    </p:animEffect>
                                  </p:childTnLst>
                                </p:cTn>
                              </p:par>
                              <p:par>
                                <p:cTn id="61" presetID="31"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p:cTn id="63" dur="1000" fill="hold"/>
                                        <p:tgtEl>
                                          <p:spTgt spid="26"/>
                                        </p:tgtEl>
                                        <p:attrNameLst>
                                          <p:attrName>ppt_w</p:attrName>
                                        </p:attrNameLst>
                                      </p:cBhvr>
                                      <p:tavLst>
                                        <p:tav tm="0">
                                          <p:val>
                                            <p:fltVal val="0"/>
                                          </p:val>
                                        </p:tav>
                                        <p:tav tm="100000">
                                          <p:val>
                                            <p:strVal val="#ppt_w"/>
                                          </p:val>
                                        </p:tav>
                                      </p:tavLst>
                                    </p:anim>
                                    <p:anim calcmode="lin" valueType="num">
                                      <p:cBhvr>
                                        <p:cTn id="64" dur="1000" fill="hold"/>
                                        <p:tgtEl>
                                          <p:spTgt spid="26"/>
                                        </p:tgtEl>
                                        <p:attrNameLst>
                                          <p:attrName>ppt_h</p:attrName>
                                        </p:attrNameLst>
                                      </p:cBhvr>
                                      <p:tavLst>
                                        <p:tav tm="0">
                                          <p:val>
                                            <p:fltVal val="0"/>
                                          </p:val>
                                        </p:tav>
                                        <p:tav tm="100000">
                                          <p:val>
                                            <p:strVal val="#ppt_h"/>
                                          </p:val>
                                        </p:tav>
                                      </p:tavLst>
                                    </p:anim>
                                    <p:anim calcmode="lin" valueType="num">
                                      <p:cBhvr>
                                        <p:cTn id="65" dur="1000" fill="hold"/>
                                        <p:tgtEl>
                                          <p:spTgt spid="26"/>
                                        </p:tgtEl>
                                        <p:attrNameLst>
                                          <p:attrName>style.rotation</p:attrName>
                                        </p:attrNameLst>
                                      </p:cBhvr>
                                      <p:tavLst>
                                        <p:tav tm="0">
                                          <p:val>
                                            <p:fltVal val="90"/>
                                          </p:val>
                                        </p:tav>
                                        <p:tav tm="100000">
                                          <p:val>
                                            <p:fltVal val="0"/>
                                          </p:val>
                                        </p:tav>
                                      </p:tavLst>
                                    </p:anim>
                                    <p:animEffect transition="in" filter="fade">
                                      <p:cBhvr>
                                        <p:cTn id="66" dur="10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anim calcmode="lin" valueType="num">
                                      <p:cBhvr>
                                        <p:cTn id="71" dur="1000" fill="hold"/>
                                        <p:tgtEl>
                                          <p:spTgt spid="8"/>
                                        </p:tgtEl>
                                        <p:attrNameLst>
                                          <p:attrName>ppt_w</p:attrName>
                                        </p:attrNameLst>
                                      </p:cBhvr>
                                      <p:tavLst>
                                        <p:tav tm="0">
                                          <p:val>
                                            <p:fltVal val="0"/>
                                          </p:val>
                                        </p:tav>
                                        <p:tav tm="100000">
                                          <p:val>
                                            <p:strVal val="#ppt_w"/>
                                          </p:val>
                                        </p:tav>
                                      </p:tavLst>
                                    </p:anim>
                                    <p:anim calcmode="lin" valueType="num">
                                      <p:cBhvr>
                                        <p:cTn id="72" dur="1000" fill="hold"/>
                                        <p:tgtEl>
                                          <p:spTgt spid="8"/>
                                        </p:tgtEl>
                                        <p:attrNameLst>
                                          <p:attrName>ppt_h</p:attrName>
                                        </p:attrNameLst>
                                      </p:cBhvr>
                                      <p:tavLst>
                                        <p:tav tm="0">
                                          <p:val>
                                            <p:fltVal val="0"/>
                                          </p:val>
                                        </p:tav>
                                        <p:tav tm="100000">
                                          <p:val>
                                            <p:strVal val="#ppt_h"/>
                                          </p:val>
                                        </p:tav>
                                      </p:tavLst>
                                    </p:anim>
                                    <p:anim calcmode="lin" valueType="num">
                                      <p:cBhvr>
                                        <p:cTn id="73" dur="1000" fill="hold"/>
                                        <p:tgtEl>
                                          <p:spTgt spid="8"/>
                                        </p:tgtEl>
                                        <p:attrNameLst>
                                          <p:attrName>style.rotation</p:attrName>
                                        </p:attrNameLst>
                                      </p:cBhvr>
                                      <p:tavLst>
                                        <p:tav tm="0">
                                          <p:val>
                                            <p:fltVal val="90"/>
                                          </p:val>
                                        </p:tav>
                                        <p:tav tm="100000">
                                          <p:val>
                                            <p:fltVal val="0"/>
                                          </p:val>
                                        </p:tav>
                                      </p:tavLst>
                                    </p:anim>
                                    <p:animEffect transition="in" filter="fade">
                                      <p:cBhvr>
                                        <p:cTn id="74" dur="1000"/>
                                        <p:tgtEl>
                                          <p:spTgt spid="8"/>
                                        </p:tgtEl>
                                      </p:cBhvr>
                                    </p:animEffect>
                                  </p:childTnLst>
                                </p:cTn>
                              </p:par>
                              <p:par>
                                <p:cTn id="75" presetID="31" presetClass="entr" presetSubtype="0" fill="hold" grpId="0" nodeType="withEffect">
                                  <p:stCondLst>
                                    <p:cond delay="0"/>
                                  </p:stCondLst>
                                  <p:childTnLst>
                                    <p:set>
                                      <p:cBhvr>
                                        <p:cTn id="76" dur="1" fill="hold">
                                          <p:stCondLst>
                                            <p:cond delay="0"/>
                                          </p:stCondLst>
                                        </p:cTn>
                                        <p:tgtEl>
                                          <p:spTgt spid="12"/>
                                        </p:tgtEl>
                                        <p:attrNameLst>
                                          <p:attrName>style.visibility</p:attrName>
                                        </p:attrNameLst>
                                      </p:cBhvr>
                                      <p:to>
                                        <p:strVal val="visible"/>
                                      </p:to>
                                    </p:set>
                                    <p:anim calcmode="lin" valueType="num">
                                      <p:cBhvr>
                                        <p:cTn id="77" dur="1000" fill="hold"/>
                                        <p:tgtEl>
                                          <p:spTgt spid="12"/>
                                        </p:tgtEl>
                                        <p:attrNameLst>
                                          <p:attrName>ppt_w</p:attrName>
                                        </p:attrNameLst>
                                      </p:cBhvr>
                                      <p:tavLst>
                                        <p:tav tm="0">
                                          <p:val>
                                            <p:fltVal val="0"/>
                                          </p:val>
                                        </p:tav>
                                        <p:tav tm="100000">
                                          <p:val>
                                            <p:strVal val="#ppt_w"/>
                                          </p:val>
                                        </p:tav>
                                      </p:tavLst>
                                    </p:anim>
                                    <p:anim calcmode="lin" valueType="num">
                                      <p:cBhvr>
                                        <p:cTn id="78" dur="1000" fill="hold"/>
                                        <p:tgtEl>
                                          <p:spTgt spid="12"/>
                                        </p:tgtEl>
                                        <p:attrNameLst>
                                          <p:attrName>ppt_h</p:attrName>
                                        </p:attrNameLst>
                                      </p:cBhvr>
                                      <p:tavLst>
                                        <p:tav tm="0">
                                          <p:val>
                                            <p:fltVal val="0"/>
                                          </p:val>
                                        </p:tav>
                                        <p:tav tm="100000">
                                          <p:val>
                                            <p:strVal val="#ppt_h"/>
                                          </p:val>
                                        </p:tav>
                                      </p:tavLst>
                                    </p:anim>
                                    <p:anim calcmode="lin" valueType="num">
                                      <p:cBhvr>
                                        <p:cTn id="79" dur="1000" fill="hold"/>
                                        <p:tgtEl>
                                          <p:spTgt spid="12"/>
                                        </p:tgtEl>
                                        <p:attrNameLst>
                                          <p:attrName>style.rotation</p:attrName>
                                        </p:attrNameLst>
                                      </p:cBhvr>
                                      <p:tavLst>
                                        <p:tav tm="0">
                                          <p:val>
                                            <p:fltVal val="90"/>
                                          </p:val>
                                        </p:tav>
                                        <p:tav tm="100000">
                                          <p:val>
                                            <p:fltVal val="0"/>
                                          </p:val>
                                        </p:tav>
                                      </p:tavLst>
                                    </p:anim>
                                    <p:animEffect transition="in" filter="fade">
                                      <p:cBhvr>
                                        <p:cTn id="80" dur="1000"/>
                                        <p:tgtEl>
                                          <p:spTgt spid="12"/>
                                        </p:tgtEl>
                                      </p:cBhvr>
                                    </p:animEffect>
                                  </p:childTnLst>
                                </p:cTn>
                              </p:par>
                              <p:par>
                                <p:cTn id="81" presetID="31"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p:cTn id="83" dur="1000" fill="hold"/>
                                        <p:tgtEl>
                                          <p:spTgt spid="20"/>
                                        </p:tgtEl>
                                        <p:attrNameLst>
                                          <p:attrName>ppt_w</p:attrName>
                                        </p:attrNameLst>
                                      </p:cBhvr>
                                      <p:tavLst>
                                        <p:tav tm="0">
                                          <p:val>
                                            <p:fltVal val="0"/>
                                          </p:val>
                                        </p:tav>
                                        <p:tav tm="100000">
                                          <p:val>
                                            <p:strVal val="#ppt_w"/>
                                          </p:val>
                                        </p:tav>
                                      </p:tavLst>
                                    </p:anim>
                                    <p:anim calcmode="lin" valueType="num">
                                      <p:cBhvr>
                                        <p:cTn id="84" dur="1000" fill="hold"/>
                                        <p:tgtEl>
                                          <p:spTgt spid="20"/>
                                        </p:tgtEl>
                                        <p:attrNameLst>
                                          <p:attrName>ppt_h</p:attrName>
                                        </p:attrNameLst>
                                      </p:cBhvr>
                                      <p:tavLst>
                                        <p:tav tm="0">
                                          <p:val>
                                            <p:fltVal val="0"/>
                                          </p:val>
                                        </p:tav>
                                        <p:tav tm="100000">
                                          <p:val>
                                            <p:strVal val="#ppt_h"/>
                                          </p:val>
                                        </p:tav>
                                      </p:tavLst>
                                    </p:anim>
                                    <p:anim calcmode="lin" valueType="num">
                                      <p:cBhvr>
                                        <p:cTn id="85" dur="1000" fill="hold"/>
                                        <p:tgtEl>
                                          <p:spTgt spid="20"/>
                                        </p:tgtEl>
                                        <p:attrNameLst>
                                          <p:attrName>style.rotation</p:attrName>
                                        </p:attrNameLst>
                                      </p:cBhvr>
                                      <p:tavLst>
                                        <p:tav tm="0">
                                          <p:val>
                                            <p:fltVal val="90"/>
                                          </p:val>
                                        </p:tav>
                                        <p:tav tm="100000">
                                          <p:val>
                                            <p:fltVal val="0"/>
                                          </p:val>
                                        </p:tav>
                                      </p:tavLst>
                                    </p:anim>
                                    <p:animEffect transition="in" filter="fade">
                                      <p:cBhvr>
                                        <p:cTn id="86" dur="1000"/>
                                        <p:tgtEl>
                                          <p:spTgt spid="20"/>
                                        </p:tgtEl>
                                      </p:cBhvr>
                                    </p:animEffect>
                                  </p:childTnLst>
                                </p:cTn>
                              </p:par>
                              <p:par>
                                <p:cTn id="87" presetID="31" presetClass="entr" presetSubtype="0" fill="hold" nodeType="with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p:cTn id="89" dur="1000" fill="hold"/>
                                        <p:tgtEl>
                                          <p:spTgt spid="24"/>
                                        </p:tgtEl>
                                        <p:attrNameLst>
                                          <p:attrName>ppt_w</p:attrName>
                                        </p:attrNameLst>
                                      </p:cBhvr>
                                      <p:tavLst>
                                        <p:tav tm="0">
                                          <p:val>
                                            <p:fltVal val="0"/>
                                          </p:val>
                                        </p:tav>
                                        <p:tav tm="100000">
                                          <p:val>
                                            <p:strVal val="#ppt_w"/>
                                          </p:val>
                                        </p:tav>
                                      </p:tavLst>
                                    </p:anim>
                                    <p:anim calcmode="lin" valueType="num">
                                      <p:cBhvr>
                                        <p:cTn id="90" dur="1000" fill="hold"/>
                                        <p:tgtEl>
                                          <p:spTgt spid="24"/>
                                        </p:tgtEl>
                                        <p:attrNameLst>
                                          <p:attrName>ppt_h</p:attrName>
                                        </p:attrNameLst>
                                      </p:cBhvr>
                                      <p:tavLst>
                                        <p:tav tm="0">
                                          <p:val>
                                            <p:fltVal val="0"/>
                                          </p:val>
                                        </p:tav>
                                        <p:tav tm="100000">
                                          <p:val>
                                            <p:strVal val="#ppt_h"/>
                                          </p:val>
                                        </p:tav>
                                      </p:tavLst>
                                    </p:anim>
                                    <p:anim calcmode="lin" valueType="num">
                                      <p:cBhvr>
                                        <p:cTn id="91" dur="1000" fill="hold"/>
                                        <p:tgtEl>
                                          <p:spTgt spid="24"/>
                                        </p:tgtEl>
                                        <p:attrNameLst>
                                          <p:attrName>style.rotation</p:attrName>
                                        </p:attrNameLst>
                                      </p:cBhvr>
                                      <p:tavLst>
                                        <p:tav tm="0">
                                          <p:val>
                                            <p:fltVal val="90"/>
                                          </p:val>
                                        </p:tav>
                                        <p:tav tm="100000">
                                          <p:val>
                                            <p:fltVal val="0"/>
                                          </p:val>
                                        </p:tav>
                                      </p:tavLst>
                                    </p:anim>
                                    <p:animEffect transition="in" filter="fade">
                                      <p:cBhvr>
                                        <p:cTn id="92" dur="1000"/>
                                        <p:tgtEl>
                                          <p:spTgt spid="24"/>
                                        </p:tgtEl>
                                      </p:cBhvr>
                                    </p:animEffect>
                                  </p:childTnLst>
                                </p:cTn>
                              </p:par>
                              <p:par>
                                <p:cTn id="93" presetID="31"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 calcmode="lin" valueType="num">
                                      <p:cBhvr>
                                        <p:cTn id="95" dur="1000" fill="hold"/>
                                        <p:tgtEl>
                                          <p:spTgt spid="31"/>
                                        </p:tgtEl>
                                        <p:attrNameLst>
                                          <p:attrName>ppt_w</p:attrName>
                                        </p:attrNameLst>
                                      </p:cBhvr>
                                      <p:tavLst>
                                        <p:tav tm="0">
                                          <p:val>
                                            <p:fltVal val="0"/>
                                          </p:val>
                                        </p:tav>
                                        <p:tav tm="100000">
                                          <p:val>
                                            <p:strVal val="#ppt_w"/>
                                          </p:val>
                                        </p:tav>
                                      </p:tavLst>
                                    </p:anim>
                                    <p:anim calcmode="lin" valueType="num">
                                      <p:cBhvr>
                                        <p:cTn id="96" dur="1000" fill="hold"/>
                                        <p:tgtEl>
                                          <p:spTgt spid="31"/>
                                        </p:tgtEl>
                                        <p:attrNameLst>
                                          <p:attrName>ppt_h</p:attrName>
                                        </p:attrNameLst>
                                      </p:cBhvr>
                                      <p:tavLst>
                                        <p:tav tm="0">
                                          <p:val>
                                            <p:fltVal val="0"/>
                                          </p:val>
                                        </p:tav>
                                        <p:tav tm="100000">
                                          <p:val>
                                            <p:strVal val="#ppt_h"/>
                                          </p:val>
                                        </p:tav>
                                      </p:tavLst>
                                    </p:anim>
                                    <p:anim calcmode="lin" valueType="num">
                                      <p:cBhvr>
                                        <p:cTn id="97" dur="1000" fill="hold"/>
                                        <p:tgtEl>
                                          <p:spTgt spid="31"/>
                                        </p:tgtEl>
                                        <p:attrNameLst>
                                          <p:attrName>style.rotation</p:attrName>
                                        </p:attrNameLst>
                                      </p:cBhvr>
                                      <p:tavLst>
                                        <p:tav tm="0">
                                          <p:val>
                                            <p:fltVal val="90"/>
                                          </p:val>
                                        </p:tav>
                                        <p:tav tm="100000">
                                          <p:val>
                                            <p:fltVal val="0"/>
                                          </p:val>
                                        </p:tav>
                                      </p:tavLst>
                                    </p:anim>
                                    <p:animEffect transition="in" filter="fade">
                                      <p:cBhvr>
                                        <p:cTn id="98" dur="1000"/>
                                        <p:tgtEl>
                                          <p:spTgt spid="31"/>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anim calcmode="lin" valueType="num">
                                      <p:cBhvr>
                                        <p:cTn id="103" dur="500" fill="hold"/>
                                        <p:tgtEl>
                                          <p:spTgt spid="9"/>
                                        </p:tgtEl>
                                        <p:attrNameLst>
                                          <p:attrName>ppt_w</p:attrName>
                                        </p:attrNameLst>
                                      </p:cBhvr>
                                      <p:tavLst>
                                        <p:tav tm="0">
                                          <p:val>
                                            <p:fltVal val="0"/>
                                          </p:val>
                                        </p:tav>
                                        <p:tav tm="100000">
                                          <p:val>
                                            <p:strVal val="#ppt_w"/>
                                          </p:val>
                                        </p:tav>
                                      </p:tavLst>
                                    </p:anim>
                                    <p:anim calcmode="lin" valueType="num">
                                      <p:cBhvr>
                                        <p:cTn id="104" dur="500" fill="hold"/>
                                        <p:tgtEl>
                                          <p:spTgt spid="9"/>
                                        </p:tgtEl>
                                        <p:attrNameLst>
                                          <p:attrName>ppt_h</p:attrName>
                                        </p:attrNameLst>
                                      </p:cBhvr>
                                      <p:tavLst>
                                        <p:tav tm="0">
                                          <p:val>
                                            <p:fltVal val="0"/>
                                          </p:val>
                                        </p:tav>
                                        <p:tav tm="100000">
                                          <p:val>
                                            <p:strVal val="#ppt_h"/>
                                          </p:val>
                                        </p:tav>
                                      </p:tavLst>
                                    </p:anim>
                                    <p:animEffect transition="in" filter="fade">
                                      <p:cBhvr>
                                        <p:cTn id="105" dur="500"/>
                                        <p:tgtEl>
                                          <p:spTgt spid="9"/>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13"/>
                                        </p:tgtEl>
                                        <p:attrNameLst>
                                          <p:attrName>style.visibility</p:attrName>
                                        </p:attrNameLst>
                                      </p:cBhvr>
                                      <p:to>
                                        <p:strVal val="visible"/>
                                      </p:to>
                                    </p:set>
                                    <p:anim calcmode="lin" valueType="num">
                                      <p:cBhvr>
                                        <p:cTn id="108" dur="500" fill="hold"/>
                                        <p:tgtEl>
                                          <p:spTgt spid="13"/>
                                        </p:tgtEl>
                                        <p:attrNameLst>
                                          <p:attrName>ppt_w</p:attrName>
                                        </p:attrNameLst>
                                      </p:cBhvr>
                                      <p:tavLst>
                                        <p:tav tm="0">
                                          <p:val>
                                            <p:fltVal val="0"/>
                                          </p:val>
                                        </p:tav>
                                        <p:tav tm="100000">
                                          <p:val>
                                            <p:strVal val="#ppt_w"/>
                                          </p:val>
                                        </p:tav>
                                      </p:tavLst>
                                    </p:anim>
                                    <p:anim calcmode="lin" valueType="num">
                                      <p:cBhvr>
                                        <p:cTn id="109" dur="500" fill="hold"/>
                                        <p:tgtEl>
                                          <p:spTgt spid="13"/>
                                        </p:tgtEl>
                                        <p:attrNameLst>
                                          <p:attrName>ppt_h</p:attrName>
                                        </p:attrNameLst>
                                      </p:cBhvr>
                                      <p:tavLst>
                                        <p:tav tm="0">
                                          <p:val>
                                            <p:fltVal val="0"/>
                                          </p:val>
                                        </p:tav>
                                        <p:tav tm="100000">
                                          <p:val>
                                            <p:strVal val="#ppt_h"/>
                                          </p:val>
                                        </p:tav>
                                      </p:tavLst>
                                    </p:anim>
                                    <p:animEffect transition="in" filter="fade">
                                      <p:cBhvr>
                                        <p:cTn id="110" dur="500"/>
                                        <p:tgtEl>
                                          <p:spTgt spid="13"/>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21"/>
                                        </p:tgtEl>
                                        <p:attrNameLst>
                                          <p:attrName>style.visibility</p:attrName>
                                        </p:attrNameLst>
                                      </p:cBhvr>
                                      <p:to>
                                        <p:strVal val="visible"/>
                                      </p:to>
                                    </p:set>
                                    <p:anim calcmode="lin" valueType="num">
                                      <p:cBhvr>
                                        <p:cTn id="113" dur="500" fill="hold"/>
                                        <p:tgtEl>
                                          <p:spTgt spid="21"/>
                                        </p:tgtEl>
                                        <p:attrNameLst>
                                          <p:attrName>ppt_w</p:attrName>
                                        </p:attrNameLst>
                                      </p:cBhvr>
                                      <p:tavLst>
                                        <p:tav tm="0">
                                          <p:val>
                                            <p:fltVal val="0"/>
                                          </p:val>
                                        </p:tav>
                                        <p:tav tm="100000">
                                          <p:val>
                                            <p:strVal val="#ppt_w"/>
                                          </p:val>
                                        </p:tav>
                                      </p:tavLst>
                                    </p:anim>
                                    <p:anim calcmode="lin" valueType="num">
                                      <p:cBhvr>
                                        <p:cTn id="114" dur="500" fill="hold"/>
                                        <p:tgtEl>
                                          <p:spTgt spid="21"/>
                                        </p:tgtEl>
                                        <p:attrNameLst>
                                          <p:attrName>ppt_h</p:attrName>
                                        </p:attrNameLst>
                                      </p:cBhvr>
                                      <p:tavLst>
                                        <p:tav tm="0">
                                          <p:val>
                                            <p:fltVal val="0"/>
                                          </p:val>
                                        </p:tav>
                                        <p:tav tm="100000">
                                          <p:val>
                                            <p:strVal val="#ppt_h"/>
                                          </p:val>
                                        </p:tav>
                                      </p:tavLst>
                                    </p:anim>
                                    <p:animEffect transition="in" filter="fade">
                                      <p:cBhvr>
                                        <p:cTn id="115" dur="500"/>
                                        <p:tgtEl>
                                          <p:spTgt spid="21"/>
                                        </p:tgtEl>
                                      </p:cBhvr>
                                    </p:animEffect>
                                  </p:childTnLst>
                                </p:cTn>
                              </p:par>
                              <p:par>
                                <p:cTn id="116" presetID="53" presetClass="entr" presetSubtype="16" fill="hold" nodeType="withEffect">
                                  <p:stCondLst>
                                    <p:cond delay="0"/>
                                  </p:stCondLst>
                                  <p:childTnLst>
                                    <p:set>
                                      <p:cBhvr>
                                        <p:cTn id="117" dur="1" fill="hold">
                                          <p:stCondLst>
                                            <p:cond delay="0"/>
                                          </p:stCondLst>
                                        </p:cTn>
                                        <p:tgtEl>
                                          <p:spTgt spid="25"/>
                                        </p:tgtEl>
                                        <p:attrNameLst>
                                          <p:attrName>style.visibility</p:attrName>
                                        </p:attrNameLst>
                                      </p:cBhvr>
                                      <p:to>
                                        <p:strVal val="visible"/>
                                      </p:to>
                                    </p:set>
                                    <p:anim calcmode="lin" valueType="num">
                                      <p:cBhvr>
                                        <p:cTn id="118" dur="500" fill="hold"/>
                                        <p:tgtEl>
                                          <p:spTgt spid="25"/>
                                        </p:tgtEl>
                                        <p:attrNameLst>
                                          <p:attrName>ppt_w</p:attrName>
                                        </p:attrNameLst>
                                      </p:cBhvr>
                                      <p:tavLst>
                                        <p:tav tm="0">
                                          <p:val>
                                            <p:fltVal val="0"/>
                                          </p:val>
                                        </p:tav>
                                        <p:tav tm="100000">
                                          <p:val>
                                            <p:strVal val="#ppt_w"/>
                                          </p:val>
                                        </p:tav>
                                      </p:tavLst>
                                    </p:anim>
                                    <p:anim calcmode="lin" valueType="num">
                                      <p:cBhvr>
                                        <p:cTn id="119" dur="500" fill="hold"/>
                                        <p:tgtEl>
                                          <p:spTgt spid="25"/>
                                        </p:tgtEl>
                                        <p:attrNameLst>
                                          <p:attrName>ppt_h</p:attrName>
                                        </p:attrNameLst>
                                      </p:cBhvr>
                                      <p:tavLst>
                                        <p:tav tm="0">
                                          <p:val>
                                            <p:fltVal val="0"/>
                                          </p:val>
                                        </p:tav>
                                        <p:tav tm="100000">
                                          <p:val>
                                            <p:strVal val="#ppt_h"/>
                                          </p:val>
                                        </p:tav>
                                      </p:tavLst>
                                    </p:anim>
                                    <p:animEffect transition="in" filter="fade">
                                      <p:cBhvr>
                                        <p:cTn id="120" dur="500"/>
                                        <p:tgtEl>
                                          <p:spTgt spid="25"/>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32"/>
                                        </p:tgtEl>
                                        <p:attrNameLst>
                                          <p:attrName>style.visibility</p:attrName>
                                        </p:attrNameLst>
                                      </p:cBhvr>
                                      <p:to>
                                        <p:strVal val="visible"/>
                                      </p:to>
                                    </p:set>
                                    <p:anim calcmode="lin" valueType="num">
                                      <p:cBhvr>
                                        <p:cTn id="123" dur="500" fill="hold"/>
                                        <p:tgtEl>
                                          <p:spTgt spid="32"/>
                                        </p:tgtEl>
                                        <p:attrNameLst>
                                          <p:attrName>ppt_w</p:attrName>
                                        </p:attrNameLst>
                                      </p:cBhvr>
                                      <p:tavLst>
                                        <p:tav tm="0">
                                          <p:val>
                                            <p:fltVal val="0"/>
                                          </p:val>
                                        </p:tav>
                                        <p:tav tm="100000">
                                          <p:val>
                                            <p:strVal val="#ppt_w"/>
                                          </p:val>
                                        </p:tav>
                                      </p:tavLst>
                                    </p:anim>
                                    <p:anim calcmode="lin" valueType="num">
                                      <p:cBhvr>
                                        <p:cTn id="124" dur="500" fill="hold"/>
                                        <p:tgtEl>
                                          <p:spTgt spid="32"/>
                                        </p:tgtEl>
                                        <p:attrNameLst>
                                          <p:attrName>ppt_h</p:attrName>
                                        </p:attrNameLst>
                                      </p:cBhvr>
                                      <p:tavLst>
                                        <p:tav tm="0">
                                          <p:val>
                                            <p:fltVal val="0"/>
                                          </p:val>
                                        </p:tav>
                                        <p:tav tm="100000">
                                          <p:val>
                                            <p:strVal val="#ppt_h"/>
                                          </p:val>
                                        </p:tav>
                                      </p:tavLst>
                                    </p:anim>
                                    <p:animEffect transition="in" filter="fade">
                                      <p:cBhvr>
                                        <p:cTn id="1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8" grpId="0"/>
      <p:bldP spid="19" grpId="0"/>
      <p:bldP spid="20" grpId="0"/>
      <p:bldP spid="21" grpId="0"/>
      <p:bldP spid="26"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2386094" y="205978"/>
            <a:ext cx="2796519" cy="361259"/>
          </a:xfrm>
          <a:prstGeom prst="rect">
            <a:avLst/>
          </a:prstGeom>
        </p:spPr>
        <p:txBody>
          <a:bodyPr/>
          <a:lstStyle>
            <a:lvl1pPr algn="l" defTabSz="685800" rtl="0" eaLnBrk="1" latinLnBrk="0" hangingPunct="1">
              <a:lnSpc>
                <a:spcPct val="90000"/>
              </a:lnSpc>
              <a:spcBef>
                <a:spcPct val="0"/>
              </a:spcBef>
              <a:buNone/>
              <a:defRPr sz="1600" b="0" kern="1200">
                <a:solidFill>
                  <a:srgbClr val="613620"/>
                </a:solidFill>
                <a:latin typeface="+mj-lt"/>
                <a:ea typeface="+mj-ea"/>
                <a:cs typeface="+mj-cs"/>
              </a:defRPr>
            </a:lvl1pPr>
          </a:lstStyle>
          <a:p>
            <a:pPr defTabSz="514350"/>
            <a:r>
              <a:rPr lang="en-US" altLang="zh-CN" sz="1200">
                <a:latin typeface="Calibri"/>
                <a:ea typeface="微软雅黑"/>
              </a:rPr>
              <a:t>2.3 </a:t>
            </a:r>
            <a:r>
              <a:rPr lang="zh-CN" altLang="en-US" sz="1200">
                <a:latin typeface="Calibri"/>
                <a:ea typeface="微软雅黑"/>
              </a:rPr>
              <a:t>市场概述</a:t>
            </a:r>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6089" t="3668" r="2106" b="4528"/>
          <a:stretch/>
        </p:blipFill>
        <p:spPr>
          <a:xfrm>
            <a:off x="2047874" y="-1"/>
            <a:ext cx="5143502" cy="5143502"/>
          </a:xfrm>
          <a:prstGeom prst="rect">
            <a:avLst/>
          </a:prstGeom>
        </p:spPr>
      </p:pic>
      <p:sp>
        <p:nvSpPr>
          <p:cNvPr id="6" name="矩形 5"/>
          <p:cNvSpPr/>
          <p:nvPr/>
        </p:nvSpPr>
        <p:spPr>
          <a:xfrm>
            <a:off x="2047874" y="-1"/>
            <a:ext cx="5143502" cy="5143501"/>
          </a:xfrm>
          <a:prstGeom prst="rect">
            <a:avLst/>
          </a:prstGeom>
          <a:solidFill>
            <a:srgbClr val="C51729">
              <a:alpha val="80000"/>
            </a:srgbClr>
          </a:solidFill>
          <a:ln w="12700" cap="flat" cmpd="sng" algn="ctr">
            <a:noFill/>
            <a:prstDash val="solid"/>
            <a:miter lim="800000"/>
          </a:ln>
          <a:effectLst/>
        </p:spPr>
        <p:txBody>
          <a:bodyPr rtlCol="0" anchor="ctr"/>
          <a:lstStyle/>
          <a:p>
            <a:pPr algn="ctr" defTabSz="514350"/>
            <a:endParaRPr lang="zh-CN" altLang="en-US" sz="1013" kern="0">
              <a:solidFill>
                <a:prstClr val="white"/>
              </a:solidFill>
              <a:latin typeface="Calibri Light"/>
            </a:endParaRPr>
          </a:p>
        </p:txBody>
      </p:sp>
      <p:sp>
        <p:nvSpPr>
          <p:cNvPr id="7" name="Rectangle 5"/>
          <p:cNvSpPr/>
          <p:nvPr/>
        </p:nvSpPr>
        <p:spPr>
          <a:xfrm>
            <a:off x="2510042" y="246749"/>
            <a:ext cx="4046202" cy="4551976"/>
          </a:xfrm>
          <a:prstGeom prst="rect">
            <a:avLst/>
          </a:prstGeom>
          <a:noFill/>
          <a:ln w="127000" cap="flat" cmpd="sng" algn="ctr">
            <a:solidFill>
              <a:srgbClr val="FFFFFF">
                <a:alpha val="60000"/>
              </a:srgbClr>
            </a:solidFill>
            <a:prstDash val="solid"/>
            <a:miter lim="800000"/>
          </a:ln>
          <a:effectLst/>
        </p:spPr>
        <p:txBody>
          <a:bodyPr rtlCol="0" anchor="ctr"/>
          <a:lstStyle/>
          <a:p>
            <a:pPr algn="ctr">
              <a:defRPr/>
            </a:pPr>
            <a:endParaRPr lang="en-US" sz="1013" kern="0">
              <a:solidFill>
                <a:srgbClr val="FFFFFF"/>
              </a:solidFill>
              <a:latin typeface="微软雅黑"/>
              <a:ea typeface="Microsoft YaHei UI"/>
            </a:endParaRPr>
          </a:p>
        </p:txBody>
      </p:sp>
      <p:sp>
        <p:nvSpPr>
          <p:cNvPr id="8" name="Title 2"/>
          <p:cNvSpPr txBox="1">
            <a:spLocks/>
          </p:cNvSpPr>
          <p:nvPr/>
        </p:nvSpPr>
        <p:spPr>
          <a:xfrm>
            <a:off x="2809348" y="1008643"/>
            <a:ext cx="3641214" cy="1374182"/>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3200" kern="1200">
                <a:solidFill>
                  <a:schemeClr val="bg2">
                    <a:lumMod val="50000"/>
                  </a:schemeClr>
                </a:solidFill>
                <a:latin typeface="+mj-lt"/>
                <a:ea typeface="+mj-ea"/>
                <a:cs typeface="+mj-cs"/>
              </a:defRPr>
            </a:lvl1pPr>
          </a:lstStyle>
          <a:p>
            <a:pPr algn="ctr"/>
            <a:endParaRPr lang="en-US" sz="2400" b="1">
              <a:solidFill>
                <a:srgbClr val="FFFFFF"/>
              </a:solidFill>
              <a:latin typeface="微软雅黑"/>
              <a:ea typeface="Microsoft YaHei UI"/>
            </a:endParaRPr>
          </a:p>
        </p:txBody>
      </p:sp>
      <p:sp>
        <p:nvSpPr>
          <p:cNvPr id="9" name="TextBox 14"/>
          <p:cNvSpPr txBox="1"/>
          <p:nvPr/>
        </p:nvSpPr>
        <p:spPr>
          <a:xfrm>
            <a:off x="2934310" y="3028726"/>
            <a:ext cx="3197665" cy="1131079"/>
          </a:xfrm>
          <a:prstGeom prst="rect">
            <a:avLst/>
          </a:prstGeom>
          <a:noFill/>
        </p:spPr>
        <p:txBody>
          <a:bodyPr wrap="square" lIns="0" rtlCol="0">
            <a:spAutoFit/>
          </a:bodyPr>
          <a:lstStyle/>
          <a:p>
            <a:pPr algn="ctr">
              <a:lnSpc>
                <a:spcPct val="125000"/>
              </a:lnSpc>
            </a:pPr>
            <a:r>
              <a:rPr lang="zh-CN" altLang="en-US" sz="5400" dirty="0">
                <a:solidFill>
                  <a:srgbClr val="FFFFFF"/>
                </a:solidFill>
                <a:latin typeface="★日文毛笔" panose="02000609000000000000" pitchFamily="49" charset="-128"/>
                <a:ea typeface="★日文毛笔" panose="02000609000000000000" pitchFamily="49" charset="-128"/>
              </a:rPr>
              <a:t>五四青年</a:t>
            </a:r>
            <a:endParaRPr lang="en-US" sz="5400" dirty="0">
              <a:solidFill>
                <a:srgbClr val="FFFFFF"/>
              </a:solidFill>
              <a:latin typeface="★日文毛笔" panose="02000609000000000000" pitchFamily="49" charset="-128"/>
              <a:ea typeface="★日文毛笔" panose="02000609000000000000" pitchFamily="49" charset="-128"/>
            </a:endParaRPr>
          </a:p>
        </p:txBody>
      </p:sp>
      <p:sp>
        <p:nvSpPr>
          <p:cNvPr id="10" name="矩形 9"/>
          <p:cNvSpPr/>
          <p:nvPr/>
        </p:nvSpPr>
        <p:spPr>
          <a:xfrm>
            <a:off x="3404254" y="771730"/>
            <a:ext cx="3027027" cy="2169825"/>
          </a:xfrm>
          <a:prstGeom prst="rect">
            <a:avLst/>
          </a:prstGeom>
        </p:spPr>
        <p:txBody>
          <a:bodyPr wrap="square">
            <a:spAutoFit/>
          </a:bodyPr>
          <a:lstStyle/>
          <a:p>
            <a:pPr algn="ctr" defTabSz="514350"/>
            <a:r>
              <a:rPr lang="en-US" altLang="zh-CN" sz="13500" b="1" dirty="0">
                <a:solidFill>
                  <a:srgbClr val="FFFFFF"/>
                </a:solidFill>
                <a:latin typeface="微软雅黑"/>
                <a:ea typeface="Microsoft YaHei UI"/>
              </a:rPr>
              <a:t>02</a:t>
            </a:r>
          </a:p>
        </p:txBody>
      </p:sp>
      <p:cxnSp>
        <p:nvCxnSpPr>
          <p:cNvPr id="11" name="直接连接符 10"/>
          <p:cNvCxnSpPr>
            <a:cxnSpLocks/>
          </p:cNvCxnSpPr>
          <p:nvPr/>
        </p:nvCxnSpPr>
        <p:spPr>
          <a:xfrm>
            <a:off x="3792313" y="2824231"/>
            <a:ext cx="1481660" cy="1"/>
          </a:xfrm>
          <a:prstGeom prst="line">
            <a:avLst/>
          </a:prstGeom>
          <a:noFill/>
          <a:ln w="6350" cap="flat" cmpd="sng" algn="ctr">
            <a:solidFill>
              <a:sysClr val="window" lastClr="FFFFFF"/>
            </a:solidFill>
            <a:prstDash val="solid"/>
            <a:miter lim="800000"/>
          </a:ln>
          <a:effectLst/>
        </p:spPr>
      </p:cxnSp>
    </p:spTree>
    <p:extLst>
      <p:ext uri="{BB962C8B-B14F-4D97-AF65-F5344CB8AC3E}">
        <p14:creationId xmlns:p14="http://schemas.microsoft.com/office/powerpoint/2010/main" val="216244808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Freeform 6"/>
          <p:cNvSpPr>
            <a:spLocks/>
          </p:cNvSpPr>
          <p:nvPr/>
        </p:nvSpPr>
        <p:spPr bwMode="auto">
          <a:xfrm>
            <a:off x="1041400" y="1104900"/>
            <a:ext cx="877888" cy="876300"/>
          </a:xfrm>
          <a:custGeom>
            <a:avLst/>
            <a:gdLst>
              <a:gd name="T0" fmla="*/ 553 w 553"/>
              <a:gd name="T1" fmla="*/ 552 h 552"/>
              <a:gd name="T2" fmla="*/ 0 w 553"/>
              <a:gd name="T3" fmla="*/ 552 h 552"/>
              <a:gd name="T4" fmla="*/ 0 w 553"/>
              <a:gd name="T5" fmla="*/ 0 h 552"/>
              <a:gd name="T6" fmla="*/ 553 w 553"/>
              <a:gd name="T7" fmla="*/ 0 h 552"/>
              <a:gd name="T8" fmla="*/ 553 w 553"/>
              <a:gd name="T9" fmla="*/ 552 h 552"/>
              <a:gd name="T10" fmla="*/ 553 w 553"/>
              <a:gd name="T11" fmla="*/ 552 h 5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2">
                <a:moveTo>
                  <a:pt x="553" y="552"/>
                </a:moveTo>
                <a:lnTo>
                  <a:pt x="0" y="552"/>
                </a:lnTo>
                <a:lnTo>
                  <a:pt x="0" y="0"/>
                </a:lnTo>
                <a:lnTo>
                  <a:pt x="553" y="0"/>
                </a:lnTo>
                <a:lnTo>
                  <a:pt x="553" y="552"/>
                </a:lnTo>
                <a:close/>
              </a:path>
            </a:pathLst>
          </a:custGeom>
          <a:solidFill>
            <a:srgbClr val="CA2C3B"/>
          </a:solidFill>
          <a:ln>
            <a:noFill/>
          </a:ln>
        </p:spPr>
        <p:txBody>
          <a:bodyPr/>
          <a:lstStyle/>
          <a:p>
            <a:endParaRPr lang="zh-CN" altLang="en-US"/>
          </a:p>
        </p:txBody>
      </p:sp>
      <p:sp>
        <p:nvSpPr>
          <p:cNvPr id="6" name="Freeform 7"/>
          <p:cNvSpPr>
            <a:spLocks/>
          </p:cNvSpPr>
          <p:nvPr/>
        </p:nvSpPr>
        <p:spPr bwMode="auto">
          <a:xfrm>
            <a:off x="1041400" y="2124075"/>
            <a:ext cx="877888" cy="877888"/>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rgbClr val="CA2C3B"/>
          </a:solidFill>
          <a:ln>
            <a:noFill/>
          </a:ln>
        </p:spPr>
        <p:txBody>
          <a:bodyPr/>
          <a:lstStyle/>
          <a:p>
            <a:endParaRPr lang="zh-CN" altLang="en-US"/>
          </a:p>
        </p:txBody>
      </p:sp>
      <p:sp>
        <p:nvSpPr>
          <p:cNvPr id="7" name="Freeform 8"/>
          <p:cNvSpPr>
            <a:spLocks/>
          </p:cNvSpPr>
          <p:nvPr/>
        </p:nvSpPr>
        <p:spPr bwMode="auto">
          <a:xfrm>
            <a:off x="1041400" y="3152775"/>
            <a:ext cx="877888" cy="877888"/>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rgbClr val="CA2C3B"/>
          </a:solidFill>
          <a:ln>
            <a:noFill/>
          </a:ln>
        </p:spPr>
        <p:txBody>
          <a:bodyPr/>
          <a:lstStyle/>
          <a:p>
            <a:endParaRPr lang="zh-CN" altLang="en-US"/>
          </a:p>
        </p:txBody>
      </p:sp>
      <p:sp>
        <p:nvSpPr>
          <p:cNvPr id="8" name="Freeform 9"/>
          <p:cNvSpPr>
            <a:spLocks/>
          </p:cNvSpPr>
          <p:nvPr/>
        </p:nvSpPr>
        <p:spPr bwMode="auto">
          <a:xfrm>
            <a:off x="2078038" y="3152775"/>
            <a:ext cx="877888" cy="877888"/>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rgbClr val="CA2C3B"/>
          </a:solidFill>
          <a:ln>
            <a:noFill/>
          </a:ln>
        </p:spPr>
        <p:txBody>
          <a:bodyPr/>
          <a:lstStyle/>
          <a:p>
            <a:endParaRPr lang="zh-CN" altLang="en-US"/>
          </a:p>
        </p:txBody>
      </p:sp>
      <p:sp>
        <p:nvSpPr>
          <p:cNvPr id="9" name="Freeform 10"/>
          <p:cNvSpPr>
            <a:spLocks/>
          </p:cNvSpPr>
          <p:nvPr/>
        </p:nvSpPr>
        <p:spPr bwMode="auto">
          <a:xfrm>
            <a:off x="3108325" y="3152775"/>
            <a:ext cx="876300" cy="877888"/>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rgbClr val="CA2C3B"/>
          </a:solidFill>
          <a:ln>
            <a:noFill/>
          </a:ln>
        </p:spPr>
        <p:txBody>
          <a:bodyPr/>
          <a:lstStyle/>
          <a:p>
            <a:endParaRPr lang="zh-CN" altLang="en-US"/>
          </a:p>
        </p:txBody>
      </p:sp>
      <p:sp>
        <p:nvSpPr>
          <p:cNvPr id="10" name="Freeform 11"/>
          <p:cNvSpPr>
            <a:spLocks/>
          </p:cNvSpPr>
          <p:nvPr/>
        </p:nvSpPr>
        <p:spPr bwMode="auto">
          <a:xfrm>
            <a:off x="4137025" y="3152775"/>
            <a:ext cx="876300" cy="877888"/>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rgbClr val="CA2C3B"/>
          </a:solidFill>
          <a:ln>
            <a:noFill/>
          </a:ln>
        </p:spPr>
        <p:txBody>
          <a:bodyPr/>
          <a:lstStyle/>
          <a:p>
            <a:endParaRPr lang="zh-CN" altLang="en-US"/>
          </a:p>
        </p:txBody>
      </p:sp>
      <p:sp>
        <p:nvSpPr>
          <p:cNvPr id="11" name="Freeform 12"/>
          <p:cNvSpPr>
            <a:spLocks/>
          </p:cNvSpPr>
          <p:nvPr/>
        </p:nvSpPr>
        <p:spPr bwMode="auto">
          <a:xfrm>
            <a:off x="5173663" y="3152775"/>
            <a:ext cx="877888" cy="877888"/>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rgbClr val="CA2C3B"/>
          </a:solidFill>
          <a:ln>
            <a:noFill/>
          </a:ln>
        </p:spPr>
        <p:txBody>
          <a:bodyPr/>
          <a:lstStyle/>
          <a:p>
            <a:endParaRPr lang="zh-CN" altLang="en-US"/>
          </a:p>
        </p:txBody>
      </p:sp>
      <p:sp>
        <p:nvSpPr>
          <p:cNvPr id="12" name="Freeform 13"/>
          <p:cNvSpPr>
            <a:spLocks/>
          </p:cNvSpPr>
          <p:nvPr/>
        </p:nvSpPr>
        <p:spPr bwMode="auto">
          <a:xfrm>
            <a:off x="4137025" y="2141538"/>
            <a:ext cx="876300" cy="876300"/>
          </a:xfrm>
          <a:custGeom>
            <a:avLst/>
            <a:gdLst>
              <a:gd name="T0" fmla="*/ 552 w 552"/>
              <a:gd name="T1" fmla="*/ 552 h 552"/>
              <a:gd name="T2" fmla="*/ 0 w 552"/>
              <a:gd name="T3" fmla="*/ 552 h 552"/>
              <a:gd name="T4" fmla="*/ 0 w 552"/>
              <a:gd name="T5" fmla="*/ 0 h 552"/>
              <a:gd name="T6" fmla="*/ 552 w 552"/>
              <a:gd name="T7" fmla="*/ 0 h 552"/>
              <a:gd name="T8" fmla="*/ 552 w 552"/>
              <a:gd name="T9" fmla="*/ 552 h 552"/>
              <a:gd name="T10" fmla="*/ 552 w 552"/>
              <a:gd name="T11" fmla="*/ 552 h 5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2">
                <a:moveTo>
                  <a:pt x="552" y="552"/>
                </a:moveTo>
                <a:lnTo>
                  <a:pt x="0" y="552"/>
                </a:lnTo>
                <a:lnTo>
                  <a:pt x="0" y="0"/>
                </a:lnTo>
                <a:lnTo>
                  <a:pt x="552" y="0"/>
                </a:lnTo>
                <a:lnTo>
                  <a:pt x="552" y="552"/>
                </a:lnTo>
                <a:close/>
              </a:path>
            </a:pathLst>
          </a:custGeom>
          <a:solidFill>
            <a:srgbClr val="CA2C3B"/>
          </a:solidFill>
          <a:ln>
            <a:noFill/>
          </a:ln>
        </p:spPr>
        <p:txBody>
          <a:bodyPr/>
          <a:lstStyle/>
          <a:p>
            <a:endParaRPr lang="zh-CN" altLang="en-US"/>
          </a:p>
        </p:txBody>
      </p:sp>
      <p:sp>
        <p:nvSpPr>
          <p:cNvPr id="13" name="Freeform 14"/>
          <p:cNvSpPr>
            <a:spLocks/>
          </p:cNvSpPr>
          <p:nvPr/>
        </p:nvSpPr>
        <p:spPr bwMode="auto">
          <a:xfrm>
            <a:off x="5173663" y="2141538"/>
            <a:ext cx="877888" cy="876300"/>
          </a:xfrm>
          <a:custGeom>
            <a:avLst/>
            <a:gdLst>
              <a:gd name="T0" fmla="*/ 553 w 553"/>
              <a:gd name="T1" fmla="*/ 552 h 552"/>
              <a:gd name="T2" fmla="*/ 0 w 553"/>
              <a:gd name="T3" fmla="*/ 552 h 552"/>
              <a:gd name="T4" fmla="*/ 0 w 553"/>
              <a:gd name="T5" fmla="*/ 0 h 552"/>
              <a:gd name="T6" fmla="*/ 553 w 553"/>
              <a:gd name="T7" fmla="*/ 0 h 552"/>
              <a:gd name="T8" fmla="*/ 553 w 553"/>
              <a:gd name="T9" fmla="*/ 552 h 552"/>
              <a:gd name="T10" fmla="*/ 553 w 553"/>
              <a:gd name="T11" fmla="*/ 552 h 5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2">
                <a:moveTo>
                  <a:pt x="553" y="552"/>
                </a:moveTo>
                <a:lnTo>
                  <a:pt x="0" y="552"/>
                </a:lnTo>
                <a:lnTo>
                  <a:pt x="0" y="0"/>
                </a:lnTo>
                <a:lnTo>
                  <a:pt x="553" y="0"/>
                </a:lnTo>
                <a:lnTo>
                  <a:pt x="553" y="552"/>
                </a:lnTo>
                <a:close/>
              </a:path>
            </a:pathLst>
          </a:custGeom>
          <a:solidFill>
            <a:srgbClr val="CA2C3B"/>
          </a:solidFill>
          <a:ln>
            <a:noFill/>
          </a:ln>
        </p:spPr>
        <p:txBody>
          <a:bodyPr/>
          <a:lstStyle/>
          <a:p>
            <a:endParaRPr lang="zh-CN" altLang="en-US"/>
          </a:p>
        </p:txBody>
      </p:sp>
      <p:sp>
        <p:nvSpPr>
          <p:cNvPr id="14" name="Freeform 15"/>
          <p:cNvSpPr>
            <a:spLocks/>
          </p:cNvSpPr>
          <p:nvPr/>
        </p:nvSpPr>
        <p:spPr bwMode="auto">
          <a:xfrm>
            <a:off x="4137025" y="1120775"/>
            <a:ext cx="876300" cy="877888"/>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rgbClr val="CA2C3B"/>
          </a:solidFill>
          <a:ln>
            <a:noFill/>
          </a:ln>
        </p:spPr>
        <p:txBody>
          <a:bodyPr/>
          <a:lstStyle/>
          <a:p>
            <a:endParaRPr lang="zh-CN" altLang="en-US"/>
          </a:p>
        </p:txBody>
      </p:sp>
      <p:sp>
        <p:nvSpPr>
          <p:cNvPr id="15" name="Freeform 16"/>
          <p:cNvSpPr>
            <a:spLocks/>
          </p:cNvSpPr>
          <p:nvPr/>
        </p:nvSpPr>
        <p:spPr bwMode="auto">
          <a:xfrm>
            <a:off x="5173663" y="1120775"/>
            <a:ext cx="877888" cy="877888"/>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rgbClr val="CA2C3B"/>
          </a:solidFill>
          <a:ln>
            <a:noFill/>
          </a:ln>
        </p:spPr>
        <p:txBody>
          <a:bodyPr/>
          <a:lstStyle/>
          <a:p>
            <a:endParaRPr lang="zh-CN" altLang="en-US"/>
          </a:p>
        </p:txBody>
      </p:sp>
      <p:sp>
        <p:nvSpPr>
          <p:cNvPr id="16" name="Freeform 17"/>
          <p:cNvSpPr>
            <a:spLocks/>
          </p:cNvSpPr>
          <p:nvPr/>
        </p:nvSpPr>
        <p:spPr bwMode="auto">
          <a:xfrm>
            <a:off x="6186488" y="1120775"/>
            <a:ext cx="876300" cy="877888"/>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rgbClr val="CA2C3B"/>
          </a:solidFill>
          <a:ln>
            <a:noFill/>
          </a:ln>
        </p:spPr>
        <p:txBody>
          <a:bodyPr/>
          <a:lstStyle/>
          <a:p>
            <a:endParaRPr lang="zh-CN" altLang="en-US"/>
          </a:p>
        </p:txBody>
      </p:sp>
      <p:sp>
        <p:nvSpPr>
          <p:cNvPr id="17" name="Freeform 18"/>
          <p:cNvSpPr>
            <a:spLocks/>
          </p:cNvSpPr>
          <p:nvPr/>
        </p:nvSpPr>
        <p:spPr bwMode="auto">
          <a:xfrm>
            <a:off x="7215188" y="1120775"/>
            <a:ext cx="877888" cy="877888"/>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rgbClr val="CA2C3B"/>
          </a:solidFill>
          <a:ln>
            <a:noFill/>
          </a:ln>
        </p:spPr>
        <p:txBody>
          <a:bodyPr/>
          <a:lstStyle/>
          <a:p>
            <a:endParaRPr lang="zh-CN" altLang="en-US"/>
          </a:p>
        </p:txBody>
      </p:sp>
      <p:sp>
        <p:nvSpPr>
          <p:cNvPr id="18" name="Freeform 19"/>
          <p:cNvSpPr>
            <a:spLocks/>
          </p:cNvSpPr>
          <p:nvPr/>
        </p:nvSpPr>
        <p:spPr bwMode="auto">
          <a:xfrm>
            <a:off x="2078038" y="1104900"/>
            <a:ext cx="1906588" cy="1879600"/>
          </a:xfrm>
          <a:custGeom>
            <a:avLst/>
            <a:gdLst>
              <a:gd name="T0" fmla="*/ 1201 w 1201"/>
              <a:gd name="T1" fmla="*/ 1184 h 1184"/>
              <a:gd name="T2" fmla="*/ 0 w 1201"/>
              <a:gd name="T3" fmla="*/ 1184 h 1184"/>
              <a:gd name="T4" fmla="*/ 0 w 1201"/>
              <a:gd name="T5" fmla="*/ 0 h 1184"/>
              <a:gd name="T6" fmla="*/ 1201 w 1201"/>
              <a:gd name="T7" fmla="*/ 0 h 1184"/>
              <a:gd name="T8" fmla="*/ 1201 w 1201"/>
              <a:gd name="T9" fmla="*/ 1184 h 1184"/>
              <a:gd name="T10" fmla="*/ 1201 w 1201"/>
              <a:gd name="T11" fmla="*/ 1184 h 11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1" h="1184">
                <a:moveTo>
                  <a:pt x="1201" y="1184"/>
                </a:moveTo>
                <a:lnTo>
                  <a:pt x="0" y="1184"/>
                </a:lnTo>
                <a:lnTo>
                  <a:pt x="0" y="0"/>
                </a:lnTo>
                <a:lnTo>
                  <a:pt x="1201" y="0"/>
                </a:lnTo>
                <a:lnTo>
                  <a:pt x="1201" y="1184"/>
                </a:lnTo>
                <a:close/>
              </a:path>
            </a:pathLst>
          </a:custGeom>
          <a:solidFill>
            <a:srgbClr val="CA2C3B"/>
          </a:solidFill>
          <a:ln>
            <a:noFill/>
          </a:ln>
        </p:spPr>
        <p:txBody>
          <a:bodyPr/>
          <a:lstStyle/>
          <a:p>
            <a:endParaRPr lang="zh-CN" altLang="en-US"/>
          </a:p>
        </p:txBody>
      </p:sp>
      <p:sp>
        <p:nvSpPr>
          <p:cNvPr id="19" name="Freeform 20"/>
          <p:cNvSpPr>
            <a:spLocks/>
          </p:cNvSpPr>
          <p:nvPr/>
        </p:nvSpPr>
        <p:spPr bwMode="auto">
          <a:xfrm>
            <a:off x="6202363" y="2141538"/>
            <a:ext cx="1906588" cy="1879600"/>
          </a:xfrm>
          <a:custGeom>
            <a:avLst/>
            <a:gdLst>
              <a:gd name="T0" fmla="*/ 1201 w 1201"/>
              <a:gd name="T1" fmla="*/ 1184 h 1184"/>
              <a:gd name="T2" fmla="*/ 0 w 1201"/>
              <a:gd name="T3" fmla="*/ 1184 h 1184"/>
              <a:gd name="T4" fmla="*/ 0 w 1201"/>
              <a:gd name="T5" fmla="*/ 0 h 1184"/>
              <a:gd name="T6" fmla="*/ 1201 w 1201"/>
              <a:gd name="T7" fmla="*/ 0 h 1184"/>
              <a:gd name="T8" fmla="*/ 1201 w 1201"/>
              <a:gd name="T9" fmla="*/ 1184 h 1184"/>
              <a:gd name="T10" fmla="*/ 1201 w 1201"/>
              <a:gd name="T11" fmla="*/ 1184 h 11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1" h="1184">
                <a:moveTo>
                  <a:pt x="1201" y="1184"/>
                </a:moveTo>
                <a:lnTo>
                  <a:pt x="0" y="1184"/>
                </a:lnTo>
                <a:lnTo>
                  <a:pt x="0" y="0"/>
                </a:lnTo>
                <a:lnTo>
                  <a:pt x="1201" y="0"/>
                </a:lnTo>
                <a:lnTo>
                  <a:pt x="1201" y="1184"/>
                </a:lnTo>
                <a:close/>
              </a:path>
            </a:pathLst>
          </a:custGeom>
          <a:solidFill>
            <a:srgbClr val="CA2C3B"/>
          </a:solidFill>
          <a:ln>
            <a:noFill/>
          </a:ln>
        </p:spPr>
        <p:txBody>
          <a:bodyPr/>
          <a:lstStyle/>
          <a:p>
            <a:endParaRPr lang="zh-CN" altLang="en-US"/>
          </a:p>
        </p:txBody>
      </p:sp>
      <p:sp>
        <p:nvSpPr>
          <p:cNvPr id="20" name="Freeform 70"/>
          <p:cNvSpPr>
            <a:spLocks/>
          </p:cNvSpPr>
          <p:nvPr/>
        </p:nvSpPr>
        <p:spPr bwMode="auto">
          <a:xfrm>
            <a:off x="4356102" y="2403477"/>
            <a:ext cx="506413" cy="379413"/>
          </a:xfrm>
          <a:custGeom>
            <a:avLst/>
            <a:gdLst>
              <a:gd name="T0" fmla="*/ 24053 w 60"/>
              <a:gd name="T1" fmla="*/ 0 h 45"/>
              <a:gd name="T2" fmla="*/ 0 w 60"/>
              <a:gd name="T3" fmla="*/ 15880 h 45"/>
              <a:gd name="T4" fmla="*/ 12016 w 60"/>
              <a:gd name="T5" fmla="*/ 30268 h 45"/>
              <a:gd name="T6" fmla="*/ 7209 w 60"/>
              <a:gd name="T7" fmla="*/ 35797 h 45"/>
              <a:gd name="T8" fmla="*/ 15945 w 60"/>
              <a:gd name="T9" fmla="*/ 31001 h 45"/>
              <a:gd name="T10" fmla="*/ 24053 w 60"/>
              <a:gd name="T11" fmla="*/ 32663 h 45"/>
              <a:gd name="T12" fmla="*/ 47940 w 60"/>
              <a:gd name="T13" fmla="*/ 15880 h 45"/>
              <a:gd name="T14" fmla="*/ 24053 w 60"/>
              <a:gd name="T15" fmla="*/ 0 h 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0" h="45">
                <a:moveTo>
                  <a:pt x="30" y="0"/>
                </a:moveTo>
                <a:cubicBezTo>
                  <a:pt x="14" y="0"/>
                  <a:pt x="0" y="9"/>
                  <a:pt x="0" y="20"/>
                </a:cubicBezTo>
                <a:cubicBezTo>
                  <a:pt x="0" y="28"/>
                  <a:pt x="6" y="34"/>
                  <a:pt x="15" y="38"/>
                </a:cubicBezTo>
                <a:cubicBezTo>
                  <a:pt x="9" y="45"/>
                  <a:pt x="9" y="45"/>
                  <a:pt x="9" y="45"/>
                </a:cubicBezTo>
                <a:cubicBezTo>
                  <a:pt x="20" y="39"/>
                  <a:pt x="20" y="39"/>
                  <a:pt x="20" y="39"/>
                </a:cubicBezTo>
                <a:cubicBezTo>
                  <a:pt x="23" y="40"/>
                  <a:pt x="27" y="41"/>
                  <a:pt x="30" y="41"/>
                </a:cubicBezTo>
                <a:cubicBezTo>
                  <a:pt x="47" y="41"/>
                  <a:pt x="60" y="32"/>
                  <a:pt x="60" y="20"/>
                </a:cubicBezTo>
                <a:cubicBezTo>
                  <a:pt x="60" y="9"/>
                  <a:pt x="47" y="0"/>
                  <a:pt x="3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71"/>
          <p:cNvSpPr>
            <a:spLocks/>
          </p:cNvSpPr>
          <p:nvPr/>
        </p:nvSpPr>
        <p:spPr bwMode="auto">
          <a:xfrm>
            <a:off x="1303338" y="3448050"/>
            <a:ext cx="336550" cy="361950"/>
          </a:xfrm>
          <a:custGeom>
            <a:avLst/>
            <a:gdLst>
              <a:gd name="T0" fmla="*/ 20532 w 40"/>
              <a:gd name="T1" fmla="*/ 14168 h 43"/>
              <a:gd name="T2" fmla="*/ 23680 w 40"/>
              <a:gd name="T3" fmla="*/ 7900 h 43"/>
              <a:gd name="T4" fmla="*/ 15789 w 40"/>
              <a:gd name="T5" fmla="*/ 0 h 43"/>
              <a:gd name="T6" fmla="*/ 7892 w 40"/>
              <a:gd name="T7" fmla="*/ 7900 h 43"/>
              <a:gd name="T8" fmla="*/ 11013 w 40"/>
              <a:gd name="T9" fmla="*/ 14168 h 43"/>
              <a:gd name="T10" fmla="*/ 0 w 40"/>
              <a:gd name="T11" fmla="*/ 33993 h 43"/>
              <a:gd name="T12" fmla="*/ 31572 w 40"/>
              <a:gd name="T13" fmla="*/ 33993 h 43"/>
              <a:gd name="T14" fmla="*/ 20532 w 40"/>
              <a:gd name="T15" fmla="*/ 14168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0" h="43">
                <a:moveTo>
                  <a:pt x="26" y="18"/>
                </a:moveTo>
                <a:cubicBezTo>
                  <a:pt x="28" y="16"/>
                  <a:pt x="30" y="13"/>
                  <a:pt x="30" y="10"/>
                </a:cubicBezTo>
                <a:cubicBezTo>
                  <a:pt x="30" y="4"/>
                  <a:pt x="26" y="0"/>
                  <a:pt x="20" y="0"/>
                </a:cubicBezTo>
                <a:cubicBezTo>
                  <a:pt x="14" y="0"/>
                  <a:pt x="10" y="4"/>
                  <a:pt x="10" y="10"/>
                </a:cubicBezTo>
                <a:cubicBezTo>
                  <a:pt x="10" y="13"/>
                  <a:pt x="11" y="16"/>
                  <a:pt x="14" y="18"/>
                </a:cubicBezTo>
                <a:cubicBezTo>
                  <a:pt x="7" y="22"/>
                  <a:pt x="1" y="31"/>
                  <a:pt x="0" y="43"/>
                </a:cubicBezTo>
                <a:cubicBezTo>
                  <a:pt x="40" y="43"/>
                  <a:pt x="40" y="43"/>
                  <a:pt x="40" y="43"/>
                </a:cubicBezTo>
                <a:cubicBezTo>
                  <a:pt x="39" y="31"/>
                  <a:pt x="33" y="22"/>
                  <a:pt x="26"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Oval 72"/>
          <p:cNvSpPr>
            <a:spLocks noChangeArrowheads="1"/>
          </p:cNvSpPr>
          <p:nvPr/>
        </p:nvSpPr>
        <p:spPr bwMode="auto">
          <a:xfrm>
            <a:off x="3335338" y="3692525"/>
            <a:ext cx="101600" cy="1095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73"/>
          <p:cNvSpPr>
            <a:spLocks/>
          </p:cNvSpPr>
          <p:nvPr/>
        </p:nvSpPr>
        <p:spPr bwMode="auto">
          <a:xfrm>
            <a:off x="3335338" y="3414715"/>
            <a:ext cx="387350" cy="379413"/>
          </a:xfrm>
          <a:custGeom>
            <a:avLst/>
            <a:gdLst>
              <a:gd name="T0" fmla="*/ 36409 w 46"/>
              <a:gd name="T1" fmla="*/ 35797 h 45"/>
              <a:gd name="T2" fmla="*/ 30134 w 46"/>
              <a:gd name="T3" fmla="*/ 35797 h 45"/>
              <a:gd name="T4" fmla="*/ 0 w 46"/>
              <a:gd name="T5" fmla="*/ 6288 h 45"/>
              <a:gd name="T6" fmla="*/ 0 w 46"/>
              <a:gd name="T7" fmla="*/ 0 h 45"/>
              <a:gd name="T8" fmla="*/ 36409 w 46"/>
              <a:gd name="T9" fmla="*/ 35797 h 45"/>
              <a:gd name="T10" fmla="*/ 36409 w 46"/>
              <a:gd name="T11" fmla="*/ 35797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45">
                <a:moveTo>
                  <a:pt x="46" y="45"/>
                </a:moveTo>
                <a:cubicBezTo>
                  <a:pt x="38" y="45"/>
                  <a:pt x="38" y="45"/>
                  <a:pt x="38" y="45"/>
                </a:cubicBezTo>
                <a:cubicBezTo>
                  <a:pt x="37" y="25"/>
                  <a:pt x="21" y="8"/>
                  <a:pt x="0" y="8"/>
                </a:cubicBezTo>
                <a:cubicBezTo>
                  <a:pt x="0" y="0"/>
                  <a:pt x="0" y="0"/>
                  <a:pt x="0" y="0"/>
                </a:cubicBezTo>
                <a:cubicBezTo>
                  <a:pt x="25" y="0"/>
                  <a:pt x="46" y="20"/>
                  <a:pt x="46" y="45"/>
                </a:cubicBezTo>
                <a:cubicBezTo>
                  <a:pt x="46" y="45"/>
                  <a:pt x="46" y="45"/>
                  <a:pt x="46" y="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74"/>
          <p:cNvSpPr>
            <a:spLocks/>
          </p:cNvSpPr>
          <p:nvPr/>
        </p:nvSpPr>
        <p:spPr bwMode="auto">
          <a:xfrm>
            <a:off x="3335340" y="3549652"/>
            <a:ext cx="252413" cy="244475"/>
          </a:xfrm>
          <a:custGeom>
            <a:avLst/>
            <a:gdLst>
              <a:gd name="T0" fmla="*/ 23680 w 30"/>
              <a:gd name="T1" fmla="*/ 23068 h 29"/>
              <a:gd name="T2" fmla="*/ 17416 w 30"/>
              <a:gd name="T3" fmla="*/ 23068 h 29"/>
              <a:gd name="T4" fmla="*/ 12667 w 30"/>
              <a:gd name="T5" fmla="*/ 11083 h 29"/>
              <a:gd name="T6" fmla="*/ 0 w 30"/>
              <a:gd name="T7" fmla="*/ 6287 h 29"/>
              <a:gd name="T8" fmla="*/ 0 w 30"/>
              <a:gd name="T9" fmla="*/ 0 h 29"/>
              <a:gd name="T10" fmla="*/ 23680 w 30"/>
              <a:gd name="T11" fmla="*/ 23068 h 29"/>
              <a:gd name="T12" fmla="*/ 23680 w 30"/>
              <a:gd name="T13" fmla="*/ 23068 h 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29">
                <a:moveTo>
                  <a:pt x="30" y="29"/>
                </a:moveTo>
                <a:cubicBezTo>
                  <a:pt x="22" y="29"/>
                  <a:pt x="22" y="29"/>
                  <a:pt x="22" y="29"/>
                </a:cubicBezTo>
                <a:cubicBezTo>
                  <a:pt x="22" y="24"/>
                  <a:pt x="20" y="18"/>
                  <a:pt x="16" y="14"/>
                </a:cubicBezTo>
                <a:cubicBezTo>
                  <a:pt x="11" y="10"/>
                  <a:pt x="6" y="8"/>
                  <a:pt x="0" y="8"/>
                </a:cubicBezTo>
                <a:cubicBezTo>
                  <a:pt x="0" y="0"/>
                  <a:pt x="0" y="0"/>
                  <a:pt x="0" y="0"/>
                </a:cubicBezTo>
                <a:cubicBezTo>
                  <a:pt x="17" y="0"/>
                  <a:pt x="30" y="13"/>
                  <a:pt x="30" y="29"/>
                </a:cubicBezTo>
                <a:cubicBezTo>
                  <a:pt x="30" y="29"/>
                  <a:pt x="30" y="29"/>
                  <a:pt x="30"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75"/>
          <p:cNvSpPr>
            <a:spLocks/>
          </p:cNvSpPr>
          <p:nvPr/>
        </p:nvSpPr>
        <p:spPr bwMode="auto">
          <a:xfrm>
            <a:off x="1209677" y="1374777"/>
            <a:ext cx="523875" cy="320675"/>
          </a:xfrm>
          <a:custGeom>
            <a:avLst/>
            <a:gdLst>
              <a:gd name="T0" fmla="*/ 40851 w 62"/>
              <a:gd name="T1" fmla="*/ 13507 h 38"/>
              <a:gd name="T2" fmla="*/ 40116 w 62"/>
              <a:gd name="T3" fmla="*/ 13507 h 38"/>
              <a:gd name="T4" fmla="*/ 40851 w 62"/>
              <a:gd name="T5" fmla="*/ 12774 h 38"/>
              <a:gd name="T6" fmla="*/ 28045 w 62"/>
              <a:gd name="T7" fmla="*/ 0 h 38"/>
              <a:gd name="T8" fmla="*/ 15978 w 62"/>
              <a:gd name="T9" fmla="*/ 7968 h 38"/>
              <a:gd name="T10" fmla="*/ 12806 w 62"/>
              <a:gd name="T11" fmla="*/ 7208 h 38"/>
              <a:gd name="T12" fmla="*/ 7223 w 62"/>
              <a:gd name="T13" fmla="*/ 12774 h 38"/>
              <a:gd name="T14" fmla="*/ 7223 w 62"/>
              <a:gd name="T15" fmla="*/ 13507 h 38"/>
              <a:gd name="T16" fmla="*/ 0 w 62"/>
              <a:gd name="T17" fmla="*/ 22379 h 38"/>
              <a:gd name="T18" fmla="*/ 8894 w 62"/>
              <a:gd name="T19" fmla="*/ 30348 h 38"/>
              <a:gd name="T20" fmla="*/ 40851 w 62"/>
              <a:gd name="T21" fmla="*/ 30348 h 38"/>
              <a:gd name="T22" fmla="*/ 49745 w 62"/>
              <a:gd name="T23" fmla="*/ 22379 h 38"/>
              <a:gd name="T24" fmla="*/ 40851 w 62"/>
              <a:gd name="T25" fmla="*/ 13507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2" h="38">
                <a:moveTo>
                  <a:pt x="51" y="17"/>
                </a:moveTo>
                <a:cubicBezTo>
                  <a:pt x="51" y="17"/>
                  <a:pt x="51" y="17"/>
                  <a:pt x="50" y="17"/>
                </a:cubicBezTo>
                <a:cubicBezTo>
                  <a:pt x="50" y="17"/>
                  <a:pt x="51" y="16"/>
                  <a:pt x="51" y="16"/>
                </a:cubicBezTo>
                <a:cubicBezTo>
                  <a:pt x="51" y="7"/>
                  <a:pt x="44" y="0"/>
                  <a:pt x="35" y="0"/>
                </a:cubicBezTo>
                <a:cubicBezTo>
                  <a:pt x="28" y="0"/>
                  <a:pt x="23" y="4"/>
                  <a:pt x="20" y="10"/>
                </a:cubicBezTo>
                <a:cubicBezTo>
                  <a:pt x="19" y="9"/>
                  <a:pt x="18" y="9"/>
                  <a:pt x="16" y="9"/>
                </a:cubicBezTo>
                <a:cubicBezTo>
                  <a:pt x="12" y="9"/>
                  <a:pt x="9" y="12"/>
                  <a:pt x="9" y="16"/>
                </a:cubicBezTo>
                <a:cubicBezTo>
                  <a:pt x="9" y="17"/>
                  <a:pt x="9" y="17"/>
                  <a:pt x="9" y="17"/>
                </a:cubicBezTo>
                <a:cubicBezTo>
                  <a:pt x="4" y="18"/>
                  <a:pt x="0" y="23"/>
                  <a:pt x="0" y="28"/>
                </a:cubicBezTo>
                <a:cubicBezTo>
                  <a:pt x="0" y="33"/>
                  <a:pt x="5" y="38"/>
                  <a:pt x="11" y="38"/>
                </a:cubicBezTo>
                <a:cubicBezTo>
                  <a:pt x="51" y="38"/>
                  <a:pt x="51" y="38"/>
                  <a:pt x="51" y="38"/>
                </a:cubicBezTo>
                <a:cubicBezTo>
                  <a:pt x="57" y="38"/>
                  <a:pt x="62" y="33"/>
                  <a:pt x="62" y="28"/>
                </a:cubicBezTo>
                <a:cubicBezTo>
                  <a:pt x="62" y="22"/>
                  <a:pt x="57" y="17"/>
                  <a:pt x="51" y="1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76"/>
          <p:cNvSpPr>
            <a:spLocks/>
          </p:cNvSpPr>
          <p:nvPr/>
        </p:nvSpPr>
        <p:spPr bwMode="auto">
          <a:xfrm>
            <a:off x="7408865" y="1357313"/>
            <a:ext cx="455613" cy="412750"/>
          </a:xfrm>
          <a:custGeom>
            <a:avLst/>
            <a:gdLst>
              <a:gd name="T0" fmla="*/ 21610 w 54"/>
              <a:gd name="T1" fmla="*/ 8670 h 49"/>
              <a:gd name="T2" fmla="*/ 11103 w 54"/>
              <a:gd name="T3" fmla="*/ 759 h 49"/>
              <a:gd name="T4" fmla="*/ 765 w 54"/>
              <a:gd name="T5" fmla="*/ 13456 h 49"/>
              <a:gd name="T6" fmla="*/ 21610 w 54"/>
              <a:gd name="T7" fmla="*/ 38851 h 49"/>
              <a:gd name="T8" fmla="*/ 42343 w 54"/>
              <a:gd name="T9" fmla="*/ 13456 h 49"/>
              <a:gd name="T10" fmla="*/ 32739 w 54"/>
              <a:gd name="T11" fmla="*/ 759 h 49"/>
              <a:gd name="T12" fmla="*/ 21610 w 54"/>
              <a:gd name="T13" fmla="*/ 8670 h 49"/>
              <a:gd name="T14" fmla="*/ 21610 w 54"/>
              <a:gd name="T15" fmla="*/ 8670 h 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 h="49">
                <a:moveTo>
                  <a:pt x="27" y="11"/>
                </a:moveTo>
                <a:cubicBezTo>
                  <a:pt x="25" y="4"/>
                  <a:pt x="20" y="0"/>
                  <a:pt x="14" y="1"/>
                </a:cubicBezTo>
                <a:cubicBezTo>
                  <a:pt x="4" y="1"/>
                  <a:pt x="0" y="8"/>
                  <a:pt x="1" y="17"/>
                </a:cubicBezTo>
                <a:cubicBezTo>
                  <a:pt x="2" y="28"/>
                  <a:pt x="17" y="35"/>
                  <a:pt x="27" y="49"/>
                </a:cubicBezTo>
                <a:cubicBezTo>
                  <a:pt x="37" y="35"/>
                  <a:pt x="52" y="29"/>
                  <a:pt x="53" y="17"/>
                </a:cubicBezTo>
                <a:cubicBezTo>
                  <a:pt x="54" y="9"/>
                  <a:pt x="51" y="2"/>
                  <a:pt x="41" y="1"/>
                </a:cubicBezTo>
                <a:cubicBezTo>
                  <a:pt x="34" y="0"/>
                  <a:pt x="30" y="4"/>
                  <a:pt x="27" y="11"/>
                </a:cubicBezTo>
                <a:cubicBezTo>
                  <a:pt x="27" y="11"/>
                  <a:pt x="27" y="11"/>
                  <a:pt x="27"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77"/>
          <p:cNvSpPr>
            <a:spLocks/>
          </p:cNvSpPr>
          <p:nvPr/>
        </p:nvSpPr>
        <p:spPr bwMode="auto">
          <a:xfrm>
            <a:off x="5435602" y="1341438"/>
            <a:ext cx="371475" cy="412750"/>
          </a:xfrm>
          <a:custGeom>
            <a:avLst/>
            <a:gdLst>
              <a:gd name="T0" fmla="*/ 22400 w 44"/>
              <a:gd name="T1" fmla="*/ 759 h 49"/>
              <a:gd name="T2" fmla="*/ 23166 w 44"/>
              <a:gd name="T3" fmla="*/ 3125 h 49"/>
              <a:gd name="T4" fmla="*/ 29638 w 44"/>
              <a:gd name="T5" fmla="*/ 26154 h 49"/>
              <a:gd name="T6" fmla="*/ 24831 w 44"/>
              <a:gd name="T7" fmla="*/ 30181 h 49"/>
              <a:gd name="T8" fmla="*/ 25570 w 44"/>
              <a:gd name="T9" fmla="*/ 26886 h 49"/>
              <a:gd name="T10" fmla="*/ 23166 w 44"/>
              <a:gd name="T11" fmla="*/ 12698 h 49"/>
              <a:gd name="T12" fmla="*/ 20762 w 44"/>
              <a:gd name="T13" fmla="*/ 11063 h 49"/>
              <a:gd name="T14" fmla="*/ 19996 w 44"/>
              <a:gd name="T15" fmla="*/ 16582 h 49"/>
              <a:gd name="T16" fmla="*/ 17593 w 44"/>
              <a:gd name="T17" fmla="*/ 28520 h 49"/>
              <a:gd name="T18" fmla="*/ 15949 w 44"/>
              <a:gd name="T19" fmla="*/ 35700 h 49"/>
              <a:gd name="T20" fmla="*/ 5573 w 44"/>
              <a:gd name="T21" fmla="*/ 38093 h 49"/>
              <a:gd name="T22" fmla="*/ 1670 w 44"/>
              <a:gd name="T23" fmla="*/ 34065 h 49"/>
              <a:gd name="T24" fmla="*/ 7211 w 44"/>
              <a:gd name="T25" fmla="*/ 24493 h 49"/>
              <a:gd name="T26" fmla="*/ 12785 w 44"/>
              <a:gd name="T27" fmla="*/ 26886 h 49"/>
              <a:gd name="T28" fmla="*/ 14455 w 44"/>
              <a:gd name="T29" fmla="*/ 27788 h 49"/>
              <a:gd name="T30" fmla="*/ 15189 w 44"/>
              <a:gd name="T31" fmla="*/ 24493 h 49"/>
              <a:gd name="T32" fmla="*/ 19262 w 44"/>
              <a:gd name="T33" fmla="*/ 4027 h 49"/>
              <a:gd name="T34" fmla="*/ 19996 w 44"/>
              <a:gd name="T35" fmla="*/ 759 h 49"/>
              <a:gd name="T36" fmla="*/ 22400 w 44"/>
              <a:gd name="T37" fmla="*/ 759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4" h="49">
                <a:moveTo>
                  <a:pt x="28" y="1"/>
                </a:moveTo>
                <a:cubicBezTo>
                  <a:pt x="29" y="2"/>
                  <a:pt x="29" y="3"/>
                  <a:pt x="29" y="4"/>
                </a:cubicBezTo>
                <a:cubicBezTo>
                  <a:pt x="33" y="13"/>
                  <a:pt x="44" y="21"/>
                  <a:pt x="37" y="33"/>
                </a:cubicBezTo>
                <a:cubicBezTo>
                  <a:pt x="36" y="34"/>
                  <a:pt x="32" y="39"/>
                  <a:pt x="31" y="38"/>
                </a:cubicBezTo>
                <a:cubicBezTo>
                  <a:pt x="30" y="37"/>
                  <a:pt x="32" y="36"/>
                  <a:pt x="32" y="34"/>
                </a:cubicBezTo>
                <a:cubicBezTo>
                  <a:pt x="36" y="28"/>
                  <a:pt x="33" y="21"/>
                  <a:pt x="29" y="16"/>
                </a:cubicBezTo>
                <a:cubicBezTo>
                  <a:pt x="28" y="16"/>
                  <a:pt x="27" y="14"/>
                  <a:pt x="26" y="14"/>
                </a:cubicBezTo>
                <a:cubicBezTo>
                  <a:pt x="26" y="14"/>
                  <a:pt x="25" y="21"/>
                  <a:pt x="25" y="21"/>
                </a:cubicBezTo>
                <a:cubicBezTo>
                  <a:pt x="24" y="26"/>
                  <a:pt x="23" y="30"/>
                  <a:pt x="22" y="36"/>
                </a:cubicBezTo>
                <a:cubicBezTo>
                  <a:pt x="22" y="39"/>
                  <a:pt x="22" y="42"/>
                  <a:pt x="20" y="45"/>
                </a:cubicBezTo>
                <a:cubicBezTo>
                  <a:pt x="17" y="48"/>
                  <a:pt x="10" y="49"/>
                  <a:pt x="7" y="48"/>
                </a:cubicBezTo>
                <a:cubicBezTo>
                  <a:pt x="4" y="47"/>
                  <a:pt x="2" y="45"/>
                  <a:pt x="2" y="43"/>
                </a:cubicBezTo>
                <a:cubicBezTo>
                  <a:pt x="0" y="38"/>
                  <a:pt x="4" y="32"/>
                  <a:pt x="9" y="31"/>
                </a:cubicBezTo>
                <a:cubicBezTo>
                  <a:pt x="12" y="31"/>
                  <a:pt x="14" y="32"/>
                  <a:pt x="16" y="34"/>
                </a:cubicBezTo>
                <a:cubicBezTo>
                  <a:pt x="17" y="34"/>
                  <a:pt x="18" y="35"/>
                  <a:pt x="18" y="35"/>
                </a:cubicBezTo>
                <a:cubicBezTo>
                  <a:pt x="19" y="35"/>
                  <a:pt x="19" y="31"/>
                  <a:pt x="19" y="31"/>
                </a:cubicBezTo>
                <a:cubicBezTo>
                  <a:pt x="20" y="22"/>
                  <a:pt x="22" y="14"/>
                  <a:pt x="24" y="5"/>
                </a:cubicBezTo>
                <a:cubicBezTo>
                  <a:pt x="24" y="4"/>
                  <a:pt x="25" y="1"/>
                  <a:pt x="25" y="1"/>
                </a:cubicBezTo>
                <a:cubicBezTo>
                  <a:pt x="25" y="0"/>
                  <a:pt x="28" y="1"/>
                  <a:pt x="28"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78"/>
          <p:cNvSpPr>
            <a:spLocks noEditPoints="1"/>
          </p:cNvSpPr>
          <p:nvPr/>
        </p:nvSpPr>
        <p:spPr bwMode="auto">
          <a:xfrm>
            <a:off x="5367338" y="3363915"/>
            <a:ext cx="490538" cy="481013"/>
          </a:xfrm>
          <a:custGeom>
            <a:avLst/>
            <a:gdLst>
              <a:gd name="T0" fmla="*/ 23447 w 58"/>
              <a:gd name="T1" fmla="*/ 0 h 57"/>
              <a:gd name="T2" fmla="*/ 0 w 58"/>
              <a:gd name="T3" fmla="*/ 23145 h 57"/>
              <a:gd name="T4" fmla="*/ 23447 w 58"/>
              <a:gd name="T5" fmla="*/ 45524 h 57"/>
              <a:gd name="T6" fmla="*/ 46718 w 58"/>
              <a:gd name="T7" fmla="*/ 23145 h 57"/>
              <a:gd name="T8" fmla="*/ 23447 w 58"/>
              <a:gd name="T9" fmla="*/ 0 h 57"/>
              <a:gd name="T10" fmla="*/ 21769 w 58"/>
              <a:gd name="T11" fmla="*/ 34388 h 57"/>
              <a:gd name="T12" fmla="*/ 21769 w 58"/>
              <a:gd name="T13" fmla="*/ 34388 h 57"/>
              <a:gd name="T14" fmla="*/ 22536 w 58"/>
              <a:gd name="T15" fmla="*/ 34388 h 57"/>
              <a:gd name="T16" fmla="*/ 25716 w 58"/>
              <a:gd name="T17" fmla="*/ 31081 h 57"/>
              <a:gd name="T18" fmla="*/ 26622 w 58"/>
              <a:gd name="T19" fmla="*/ 31985 h 57"/>
              <a:gd name="T20" fmla="*/ 22536 w 58"/>
              <a:gd name="T21" fmla="*/ 35887 h 57"/>
              <a:gd name="T22" fmla="*/ 19355 w 58"/>
              <a:gd name="T23" fmla="*/ 37556 h 57"/>
              <a:gd name="T24" fmla="*/ 17682 w 58"/>
              <a:gd name="T25" fmla="*/ 36791 h 57"/>
              <a:gd name="T26" fmla="*/ 17682 w 58"/>
              <a:gd name="T27" fmla="*/ 35153 h 57"/>
              <a:gd name="T28" fmla="*/ 17682 w 58"/>
              <a:gd name="T29" fmla="*/ 31985 h 57"/>
              <a:gd name="T30" fmla="*/ 21033 w 58"/>
              <a:gd name="T31" fmla="*/ 21619 h 57"/>
              <a:gd name="T32" fmla="*/ 21769 w 58"/>
              <a:gd name="T33" fmla="*/ 18339 h 57"/>
              <a:gd name="T34" fmla="*/ 21769 w 58"/>
              <a:gd name="T35" fmla="*/ 17574 h 57"/>
              <a:gd name="T36" fmla="*/ 20122 w 58"/>
              <a:gd name="T37" fmla="*/ 17574 h 57"/>
              <a:gd name="T38" fmla="*/ 18593 w 58"/>
              <a:gd name="T39" fmla="*/ 17574 h 57"/>
              <a:gd name="T40" fmla="*/ 18593 w 58"/>
              <a:gd name="T41" fmla="*/ 16814 h 57"/>
              <a:gd name="T42" fmla="*/ 26622 w 58"/>
              <a:gd name="T43" fmla="*/ 15177 h 57"/>
              <a:gd name="T44" fmla="*/ 21769 w 58"/>
              <a:gd name="T45" fmla="*/ 31985 h 57"/>
              <a:gd name="T46" fmla="*/ 21033 w 58"/>
              <a:gd name="T47" fmla="*/ 33484 h 57"/>
              <a:gd name="T48" fmla="*/ 21769 w 58"/>
              <a:gd name="T49" fmla="*/ 34388 h 57"/>
              <a:gd name="T50" fmla="*/ 27362 w 58"/>
              <a:gd name="T51" fmla="*/ 10371 h 57"/>
              <a:gd name="T52" fmla="*/ 25716 w 58"/>
              <a:gd name="T53" fmla="*/ 10371 h 57"/>
              <a:gd name="T54" fmla="*/ 24182 w 58"/>
              <a:gd name="T55" fmla="*/ 10371 h 57"/>
              <a:gd name="T56" fmla="*/ 23447 w 58"/>
              <a:gd name="T57" fmla="*/ 8702 h 57"/>
              <a:gd name="T58" fmla="*/ 24182 w 58"/>
              <a:gd name="T59" fmla="*/ 6469 h 57"/>
              <a:gd name="T60" fmla="*/ 25716 w 58"/>
              <a:gd name="T61" fmla="*/ 6469 h 57"/>
              <a:gd name="T62" fmla="*/ 27362 w 58"/>
              <a:gd name="T63" fmla="*/ 6469 h 57"/>
              <a:gd name="T64" fmla="*/ 28130 w 58"/>
              <a:gd name="T65" fmla="*/ 8702 h 57"/>
              <a:gd name="T66" fmla="*/ 27362 w 58"/>
              <a:gd name="T67" fmla="*/ 10371 h 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 h="57">
                <a:moveTo>
                  <a:pt x="29" y="0"/>
                </a:moveTo>
                <a:cubicBezTo>
                  <a:pt x="13" y="0"/>
                  <a:pt x="0" y="13"/>
                  <a:pt x="0" y="29"/>
                </a:cubicBezTo>
                <a:cubicBezTo>
                  <a:pt x="0" y="45"/>
                  <a:pt x="13" y="57"/>
                  <a:pt x="29" y="57"/>
                </a:cubicBezTo>
                <a:cubicBezTo>
                  <a:pt x="45" y="57"/>
                  <a:pt x="58" y="45"/>
                  <a:pt x="58" y="29"/>
                </a:cubicBezTo>
                <a:cubicBezTo>
                  <a:pt x="58" y="13"/>
                  <a:pt x="45" y="0"/>
                  <a:pt x="29" y="0"/>
                </a:cubicBezTo>
                <a:close/>
                <a:moveTo>
                  <a:pt x="27" y="43"/>
                </a:moveTo>
                <a:cubicBezTo>
                  <a:pt x="27" y="43"/>
                  <a:pt x="27" y="43"/>
                  <a:pt x="27" y="43"/>
                </a:cubicBezTo>
                <a:cubicBezTo>
                  <a:pt x="28" y="43"/>
                  <a:pt x="28" y="43"/>
                  <a:pt x="28" y="43"/>
                </a:cubicBezTo>
                <a:cubicBezTo>
                  <a:pt x="29" y="42"/>
                  <a:pt x="31" y="41"/>
                  <a:pt x="32" y="39"/>
                </a:cubicBezTo>
                <a:cubicBezTo>
                  <a:pt x="33" y="40"/>
                  <a:pt x="33" y="40"/>
                  <a:pt x="33" y="40"/>
                </a:cubicBezTo>
                <a:cubicBezTo>
                  <a:pt x="31" y="42"/>
                  <a:pt x="30" y="44"/>
                  <a:pt x="28" y="45"/>
                </a:cubicBezTo>
                <a:cubicBezTo>
                  <a:pt x="27" y="46"/>
                  <a:pt x="25" y="47"/>
                  <a:pt x="24" y="47"/>
                </a:cubicBezTo>
                <a:cubicBezTo>
                  <a:pt x="23" y="47"/>
                  <a:pt x="23" y="46"/>
                  <a:pt x="22" y="46"/>
                </a:cubicBezTo>
                <a:cubicBezTo>
                  <a:pt x="22" y="45"/>
                  <a:pt x="22" y="45"/>
                  <a:pt x="22" y="44"/>
                </a:cubicBezTo>
                <a:cubicBezTo>
                  <a:pt x="22" y="43"/>
                  <a:pt x="22" y="42"/>
                  <a:pt x="22" y="40"/>
                </a:cubicBezTo>
                <a:cubicBezTo>
                  <a:pt x="26" y="27"/>
                  <a:pt x="26" y="27"/>
                  <a:pt x="26" y="27"/>
                </a:cubicBezTo>
                <a:cubicBezTo>
                  <a:pt x="27" y="25"/>
                  <a:pt x="27" y="24"/>
                  <a:pt x="27" y="23"/>
                </a:cubicBezTo>
                <a:cubicBezTo>
                  <a:pt x="27" y="23"/>
                  <a:pt x="27" y="22"/>
                  <a:pt x="27" y="22"/>
                </a:cubicBezTo>
                <a:cubicBezTo>
                  <a:pt x="26" y="22"/>
                  <a:pt x="26" y="22"/>
                  <a:pt x="25" y="22"/>
                </a:cubicBezTo>
                <a:cubicBezTo>
                  <a:pt x="25" y="22"/>
                  <a:pt x="24" y="22"/>
                  <a:pt x="23" y="22"/>
                </a:cubicBezTo>
                <a:cubicBezTo>
                  <a:pt x="23" y="21"/>
                  <a:pt x="23" y="21"/>
                  <a:pt x="23" y="21"/>
                </a:cubicBezTo>
                <a:cubicBezTo>
                  <a:pt x="33" y="19"/>
                  <a:pt x="33" y="19"/>
                  <a:pt x="33" y="19"/>
                </a:cubicBezTo>
                <a:cubicBezTo>
                  <a:pt x="27" y="40"/>
                  <a:pt x="27" y="40"/>
                  <a:pt x="27" y="40"/>
                </a:cubicBezTo>
                <a:cubicBezTo>
                  <a:pt x="27" y="41"/>
                  <a:pt x="26" y="42"/>
                  <a:pt x="26" y="42"/>
                </a:cubicBezTo>
                <a:cubicBezTo>
                  <a:pt x="26" y="43"/>
                  <a:pt x="26" y="43"/>
                  <a:pt x="27" y="43"/>
                </a:cubicBezTo>
                <a:close/>
                <a:moveTo>
                  <a:pt x="34" y="13"/>
                </a:moveTo>
                <a:cubicBezTo>
                  <a:pt x="34" y="13"/>
                  <a:pt x="33" y="13"/>
                  <a:pt x="32" y="13"/>
                </a:cubicBezTo>
                <a:cubicBezTo>
                  <a:pt x="32" y="13"/>
                  <a:pt x="31" y="13"/>
                  <a:pt x="30" y="13"/>
                </a:cubicBezTo>
                <a:cubicBezTo>
                  <a:pt x="30" y="12"/>
                  <a:pt x="29" y="11"/>
                  <a:pt x="29" y="11"/>
                </a:cubicBezTo>
                <a:cubicBezTo>
                  <a:pt x="29" y="10"/>
                  <a:pt x="30" y="9"/>
                  <a:pt x="30" y="8"/>
                </a:cubicBezTo>
                <a:cubicBezTo>
                  <a:pt x="31" y="8"/>
                  <a:pt x="32" y="8"/>
                  <a:pt x="32" y="8"/>
                </a:cubicBezTo>
                <a:cubicBezTo>
                  <a:pt x="33" y="8"/>
                  <a:pt x="34" y="8"/>
                  <a:pt x="34" y="8"/>
                </a:cubicBezTo>
                <a:cubicBezTo>
                  <a:pt x="35" y="9"/>
                  <a:pt x="35" y="10"/>
                  <a:pt x="35" y="11"/>
                </a:cubicBezTo>
                <a:cubicBezTo>
                  <a:pt x="35" y="11"/>
                  <a:pt x="35" y="12"/>
                  <a:pt x="34"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矩形 1"/>
          <p:cNvSpPr>
            <a:spLocks noChangeArrowheads="1"/>
          </p:cNvSpPr>
          <p:nvPr/>
        </p:nvSpPr>
        <p:spPr bwMode="auto">
          <a:xfrm>
            <a:off x="2115148" y="1185863"/>
            <a:ext cx="174648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chemeClr val="bg1"/>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bg1"/>
              </a:solidFill>
              <a:latin typeface="微软雅黑" panose="020B0503020204020204" charset="-122"/>
              <a:ea typeface="微软雅黑" panose="020B0503020204020204" charset="-122"/>
              <a:sym typeface="宋体" panose="02010600030101010101" pitchFamily="2" charset="-122"/>
            </a:endParaRPr>
          </a:p>
        </p:txBody>
      </p:sp>
      <p:sp>
        <p:nvSpPr>
          <p:cNvPr id="30" name="矩形 1"/>
          <p:cNvSpPr>
            <a:spLocks noChangeArrowheads="1"/>
          </p:cNvSpPr>
          <p:nvPr/>
        </p:nvSpPr>
        <p:spPr bwMode="auto">
          <a:xfrm>
            <a:off x="6263366" y="2235835"/>
            <a:ext cx="174648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solidFill>
                  <a:schemeClr val="bg1"/>
                </a:solidFill>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solidFill>
                <a:schemeClr val="bg1"/>
              </a:solidFill>
              <a:latin typeface="微软雅黑" panose="020B0503020204020204" charset="-122"/>
              <a:ea typeface="微软雅黑" panose="020B0503020204020204" charset="-122"/>
              <a:sym typeface="宋体" panose="02010600030101010101" pitchFamily="2" charset="-122"/>
            </a:endParaRPr>
          </a:p>
        </p:txBody>
      </p:sp>
    </p:spTree>
    <p:extLst>
      <p:ext uri="{BB962C8B-B14F-4D97-AF65-F5344CB8AC3E}">
        <p14:creationId xmlns:p14="http://schemas.microsoft.com/office/powerpoint/2010/main" val="306234875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500" fill="hold"/>
                                        <p:tgtEl>
                                          <p:spTgt spid="22"/>
                                        </p:tgtEl>
                                        <p:attrNameLst>
                                          <p:attrName>ppt_w</p:attrName>
                                        </p:attrNameLst>
                                      </p:cBhvr>
                                      <p:tavLst>
                                        <p:tav tm="0">
                                          <p:val>
                                            <p:fltVal val="0"/>
                                          </p:val>
                                        </p:tav>
                                        <p:tav tm="100000">
                                          <p:val>
                                            <p:strVal val="#ppt_w"/>
                                          </p:val>
                                        </p:tav>
                                      </p:tavLst>
                                    </p:anim>
                                    <p:anim calcmode="lin" valueType="num">
                                      <p:cBhvr>
                                        <p:cTn id="93" dur="500" fill="hold"/>
                                        <p:tgtEl>
                                          <p:spTgt spid="22"/>
                                        </p:tgtEl>
                                        <p:attrNameLst>
                                          <p:attrName>ppt_h</p:attrName>
                                        </p:attrNameLst>
                                      </p:cBhvr>
                                      <p:tavLst>
                                        <p:tav tm="0">
                                          <p:val>
                                            <p:fltVal val="0"/>
                                          </p:val>
                                        </p:tav>
                                        <p:tav tm="100000">
                                          <p:val>
                                            <p:strVal val="#ppt_h"/>
                                          </p:val>
                                        </p:tav>
                                      </p:tavLst>
                                    </p:anim>
                                    <p:animEffect transition="in" filter="fade">
                                      <p:cBhvr>
                                        <p:cTn id="94" dur="500"/>
                                        <p:tgtEl>
                                          <p:spTgt spid="22"/>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p:cTn id="97" dur="500" fill="hold"/>
                                        <p:tgtEl>
                                          <p:spTgt spid="23"/>
                                        </p:tgtEl>
                                        <p:attrNameLst>
                                          <p:attrName>ppt_w</p:attrName>
                                        </p:attrNameLst>
                                      </p:cBhvr>
                                      <p:tavLst>
                                        <p:tav tm="0">
                                          <p:val>
                                            <p:fltVal val="0"/>
                                          </p:val>
                                        </p:tav>
                                        <p:tav tm="100000">
                                          <p:val>
                                            <p:strVal val="#ppt_w"/>
                                          </p:val>
                                        </p:tav>
                                      </p:tavLst>
                                    </p:anim>
                                    <p:anim calcmode="lin" valueType="num">
                                      <p:cBhvr>
                                        <p:cTn id="98" dur="500" fill="hold"/>
                                        <p:tgtEl>
                                          <p:spTgt spid="23"/>
                                        </p:tgtEl>
                                        <p:attrNameLst>
                                          <p:attrName>ppt_h</p:attrName>
                                        </p:attrNameLst>
                                      </p:cBhvr>
                                      <p:tavLst>
                                        <p:tav tm="0">
                                          <p:val>
                                            <p:fltVal val="0"/>
                                          </p:val>
                                        </p:tav>
                                        <p:tav tm="100000">
                                          <p:val>
                                            <p:strVal val="#ppt_h"/>
                                          </p:val>
                                        </p:tav>
                                      </p:tavLst>
                                    </p:anim>
                                    <p:animEffect transition="in" filter="fade">
                                      <p:cBhvr>
                                        <p:cTn id="99" dur="500"/>
                                        <p:tgtEl>
                                          <p:spTgt spid="23"/>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4"/>
                                        </p:tgtEl>
                                        <p:attrNameLst>
                                          <p:attrName>style.visibility</p:attrName>
                                        </p:attrNameLst>
                                      </p:cBhvr>
                                      <p:to>
                                        <p:strVal val="visible"/>
                                      </p:to>
                                    </p:set>
                                    <p:anim calcmode="lin" valueType="num">
                                      <p:cBhvr>
                                        <p:cTn id="102" dur="500" fill="hold"/>
                                        <p:tgtEl>
                                          <p:spTgt spid="24"/>
                                        </p:tgtEl>
                                        <p:attrNameLst>
                                          <p:attrName>ppt_w</p:attrName>
                                        </p:attrNameLst>
                                      </p:cBhvr>
                                      <p:tavLst>
                                        <p:tav tm="0">
                                          <p:val>
                                            <p:fltVal val="0"/>
                                          </p:val>
                                        </p:tav>
                                        <p:tav tm="100000">
                                          <p:val>
                                            <p:strVal val="#ppt_w"/>
                                          </p:val>
                                        </p:tav>
                                      </p:tavLst>
                                    </p:anim>
                                    <p:anim calcmode="lin" valueType="num">
                                      <p:cBhvr>
                                        <p:cTn id="103" dur="500" fill="hold"/>
                                        <p:tgtEl>
                                          <p:spTgt spid="24"/>
                                        </p:tgtEl>
                                        <p:attrNameLst>
                                          <p:attrName>ppt_h</p:attrName>
                                        </p:attrNameLst>
                                      </p:cBhvr>
                                      <p:tavLst>
                                        <p:tav tm="0">
                                          <p:val>
                                            <p:fltVal val="0"/>
                                          </p:val>
                                        </p:tav>
                                        <p:tav tm="100000">
                                          <p:val>
                                            <p:strVal val="#ppt_h"/>
                                          </p:val>
                                        </p:tav>
                                      </p:tavLst>
                                    </p:anim>
                                    <p:animEffect transition="in" filter="fade">
                                      <p:cBhvr>
                                        <p:cTn id="104" dur="500"/>
                                        <p:tgtEl>
                                          <p:spTgt spid="24"/>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p:cTn id="107" dur="500" fill="hold"/>
                                        <p:tgtEl>
                                          <p:spTgt spid="25"/>
                                        </p:tgtEl>
                                        <p:attrNameLst>
                                          <p:attrName>ppt_w</p:attrName>
                                        </p:attrNameLst>
                                      </p:cBhvr>
                                      <p:tavLst>
                                        <p:tav tm="0">
                                          <p:val>
                                            <p:fltVal val="0"/>
                                          </p:val>
                                        </p:tav>
                                        <p:tav tm="100000">
                                          <p:val>
                                            <p:strVal val="#ppt_w"/>
                                          </p:val>
                                        </p:tav>
                                      </p:tavLst>
                                    </p:anim>
                                    <p:anim calcmode="lin" valueType="num">
                                      <p:cBhvr>
                                        <p:cTn id="108" dur="500" fill="hold"/>
                                        <p:tgtEl>
                                          <p:spTgt spid="25"/>
                                        </p:tgtEl>
                                        <p:attrNameLst>
                                          <p:attrName>ppt_h</p:attrName>
                                        </p:attrNameLst>
                                      </p:cBhvr>
                                      <p:tavLst>
                                        <p:tav tm="0">
                                          <p:val>
                                            <p:fltVal val="0"/>
                                          </p:val>
                                        </p:tav>
                                        <p:tav tm="100000">
                                          <p:val>
                                            <p:strVal val="#ppt_h"/>
                                          </p:val>
                                        </p:tav>
                                      </p:tavLst>
                                    </p:anim>
                                    <p:animEffect transition="in" filter="fade">
                                      <p:cBhvr>
                                        <p:cTn id="109" dur="500"/>
                                        <p:tgtEl>
                                          <p:spTgt spid="25"/>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6"/>
                                        </p:tgtEl>
                                        <p:attrNameLst>
                                          <p:attrName>style.visibility</p:attrName>
                                        </p:attrNameLst>
                                      </p:cBhvr>
                                      <p:to>
                                        <p:strVal val="visible"/>
                                      </p:to>
                                    </p:set>
                                    <p:anim calcmode="lin" valueType="num">
                                      <p:cBhvr>
                                        <p:cTn id="112" dur="500" fill="hold"/>
                                        <p:tgtEl>
                                          <p:spTgt spid="26"/>
                                        </p:tgtEl>
                                        <p:attrNameLst>
                                          <p:attrName>ppt_w</p:attrName>
                                        </p:attrNameLst>
                                      </p:cBhvr>
                                      <p:tavLst>
                                        <p:tav tm="0">
                                          <p:val>
                                            <p:fltVal val="0"/>
                                          </p:val>
                                        </p:tav>
                                        <p:tav tm="100000">
                                          <p:val>
                                            <p:strVal val="#ppt_w"/>
                                          </p:val>
                                        </p:tav>
                                      </p:tavLst>
                                    </p:anim>
                                    <p:anim calcmode="lin" valueType="num">
                                      <p:cBhvr>
                                        <p:cTn id="113" dur="500" fill="hold"/>
                                        <p:tgtEl>
                                          <p:spTgt spid="26"/>
                                        </p:tgtEl>
                                        <p:attrNameLst>
                                          <p:attrName>ppt_h</p:attrName>
                                        </p:attrNameLst>
                                      </p:cBhvr>
                                      <p:tavLst>
                                        <p:tav tm="0">
                                          <p:val>
                                            <p:fltVal val="0"/>
                                          </p:val>
                                        </p:tav>
                                        <p:tav tm="100000">
                                          <p:val>
                                            <p:strVal val="#ppt_h"/>
                                          </p:val>
                                        </p:tav>
                                      </p:tavLst>
                                    </p:anim>
                                    <p:animEffect transition="in" filter="fade">
                                      <p:cBhvr>
                                        <p:cTn id="114" dur="500"/>
                                        <p:tgtEl>
                                          <p:spTgt spid="26"/>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7"/>
                                        </p:tgtEl>
                                        <p:attrNameLst>
                                          <p:attrName>style.visibility</p:attrName>
                                        </p:attrNameLst>
                                      </p:cBhvr>
                                      <p:to>
                                        <p:strVal val="visible"/>
                                      </p:to>
                                    </p:set>
                                    <p:anim calcmode="lin" valueType="num">
                                      <p:cBhvr>
                                        <p:cTn id="117" dur="500" fill="hold"/>
                                        <p:tgtEl>
                                          <p:spTgt spid="27"/>
                                        </p:tgtEl>
                                        <p:attrNameLst>
                                          <p:attrName>ppt_w</p:attrName>
                                        </p:attrNameLst>
                                      </p:cBhvr>
                                      <p:tavLst>
                                        <p:tav tm="0">
                                          <p:val>
                                            <p:fltVal val="0"/>
                                          </p:val>
                                        </p:tav>
                                        <p:tav tm="100000">
                                          <p:val>
                                            <p:strVal val="#ppt_w"/>
                                          </p:val>
                                        </p:tav>
                                      </p:tavLst>
                                    </p:anim>
                                    <p:anim calcmode="lin" valueType="num">
                                      <p:cBhvr>
                                        <p:cTn id="118" dur="500" fill="hold"/>
                                        <p:tgtEl>
                                          <p:spTgt spid="27"/>
                                        </p:tgtEl>
                                        <p:attrNameLst>
                                          <p:attrName>ppt_h</p:attrName>
                                        </p:attrNameLst>
                                      </p:cBhvr>
                                      <p:tavLst>
                                        <p:tav tm="0">
                                          <p:val>
                                            <p:fltVal val="0"/>
                                          </p:val>
                                        </p:tav>
                                        <p:tav tm="100000">
                                          <p:val>
                                            <p:strVal val="#ppt_h"/>
                                          </p:val>
                                        </p:tav>
                                      </p:tavLst>
                                    </p:anim>
                                    <p:animEffect transition="in" filter="fade">
                                      <p:cBhvr>
                                        <p:cTn id="119" dur="500"/>
                                        <p:tgtEl>
                                          <p:spTgt spid="27"/>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8"/>
                                        </p:tgtEl>
                                        <p:attrNameLst>
                                          <p:attrName>style.visibility</p:attrName>
                                        </p:attrNameLst>
                                      </p:cBhvr>
                                      <p:to>
                                        <p:strVal val="visible"/>
                                      </p:to>
                                    </p:set>
                                    <p:anim calcmode="lin" valueType="num">
                                      <p:cBhvr>
                                        <p:cTn id="122" dur="500" fill="hold"/>
                                        <p:tgtEl>
                                          <p:spTgt spid="28"/>
                                        </p:tgtEl>
                                        <p:attrNameLst>
                                          <p:attrName>ppt_w</p:attrName>
                                        </p:attrNameLst>
                                      </p:cBhvr>
                                      <p:tavLst>
                                        <p:tav tm="0">
                                          <p:val>
                                            <p:fltVal val="0"/>
                                          </p:val>
                                        </p:tav>
                                        <p:tav tm="100000">
                                          <p:val>
                                            <p:strVal val="#ppt_w"/>
                                          </p:val>
                                        </p:tav>
                                      </p:tavLst>
                                    </p:anim>
                                    <p:anim calcmode="lin" valueType="num">
                                      <p:cBhvr>
                                        <p:cTn id="123" dur="500" fill="hold"/>
                                        <p:tgtEl>
                                          <p:spTgt spid="28"/>
                                        </p:tgtEl>
                                        <p:attrNameLst>
                                          <p:attrName>ppt_h</p:attrName>
                                        </p:attrNameLst>
                                      </p:cBhvr>
                                      <p:tavLst>
                                        <p:tav tm="0">
                                          <p:val>
                                            <p:fltVal val="0"/>
                                          </p:val>
                                        </p:tav>
                                        <p:tav tm="100000">
                                          <p:val>
                                            <p:strVal val="#ppt_h"/>
                                          </p:val>
                                        </p:tav>
                                      </p:tavLst>
                                    </p:anim>
                                    <p:animEffect transition="in" filter="fade">
                                      <p:cBhvr>
                                        <p:cTn id="124" dur="500"/>
                                        <p:tgtEl>
                                          <p:spTgt spid="28"/>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 calcmode="lin" valueType="num">
                                      <p:cBhvr>
                                        <p:cTn id="127" dur="500" fill="hold"/>
                                        <p:tgtEl>
                                          <p:spTgt spid="29"/>
                                        </p:tgtEl>
                                        <p:attrNameLst>
                                          <p:attrName>ppt_w</p:attrName>
                                        </p:attrNameLst>
                                      </p:cBhvr>
                                      <p:tavLst>
                                        <p:tav tm="0">
                                          <p:val>
                                            <p:fltVal val="0"/>
                                          </p:val>
                                        </p:tav>
                                        <p:tav tm="100000">
                                          <p:val>
                                            <p:strVal val="#ppt_w"/>
                                          </p:val>
                                        </p:tav>
                                      </p:tavLst>
                                    </p:anim>
                                    <p:anim calcmode="lin" valueType="num">
                                      <p:cBhvr>
                                        <p:cTn id="128" dur="500" fill="hold"/>
                                        <p:tgtEl>
                                          <p:spTgt spid="29"/>
                                        </p:tgtEl>
                                        <p:attrNameLst>
                                          <p:attrName>ppt_h</p:attrName>
                                        </p:attrNameLst>
                                      </p:cBhvr>
                                      <p:tavLst>
                                        <p:tav tm="0">
                                          <p:val>
                                            <p:fltVal val="0"/>
                                          </p:val>
                                        </p:tav>
                                        <p:tav tm="100000">
                                          <p:val>
                                            <p:strVal val="#ppt_h"/>
                                          </p:val>
                                        </p:tav>
                                      </p:tavLst>
                                    </p:anim>
                                    <p:animEffect transition="in" filter="fade">
                                      <p:cBhvr>
                                        <p:cTn id="129" dur="500"/>
                                        <p:tgtEl>
                                          <p:spTgt spid="29"/>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30"/>
                                        </p:tgtEl>
                                        <p:attrNameLst>
                                          <p:attrName>style.visibility</p:attrName>
                                        </p:attrNameLst>
                                      </p:cBhvr>
                                      <p:to>
                                        <p:strVal val="visible"/>
                                      </p:to>
                                    </p:set>
                                    <p:anim calcmode="lin" valueType="num">
                                      <p:cBhvr>
                                        <p:cTn id="132" dur="500" fill="hold"/>
                                        <p:tgtEl>
                                          <p:spTgt spid="30"/>
                                        </p:tgtEl>
                                        <p:attrNameLst>
                                          <p:attrName>ppt_w</p:attrName>
                                        </p:attrNameLst>
                                      </p:cBhvr>
                                      <p:tavLst>
                                        <p:tav tm="0">
                                          <p:val>
                                            <p:fltVal val="0"/>
                                          </p:val>
                                        </p:tav>
                                        <p:tav tm="100000">
                                          <p:val>
                                            <p:strVal val="#ppt_w"/>
                                          </p:val>
                                        </p:tav>
                                      </p:tavLst>
                                    </p:anim>
                                    <p:anim calcmode="lin" valueType="num">
                                      <p:cBhvr>
                                        <p:cTn id="133" dur="500" fill="hold"/>
                                        <p:tgtEl>
                                          <p:spTgt spid="30"/>
                                        </p:tgtEl>
                                        <p:attrNameLst>
                                          <p:attrName>ppt_h</p:attrName>
                                        </p:attrNameLst>
                                      </p:cBhvr>
                                      <p:tavLst>
                                        <p:tav tm="0">
                                          <p:val>
                                            <p:fltVal val="0"/>
                                          </p:val>
                                        </p:tav>
                                        <p:tav tm="100000">
                                          <p:val>
                                            <p:strVal val="#ppt_h"/>
                                          </p:val>
                                        </p:tav>
                                      </p:tavLst>
                                    </p:anim>
                                    <p:animEffect transition="in" filter="fade">
                                      <p:cBhvr>
                                        <p:cTn id="1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Freeform 112"/>
          <p:cNvSpPr>
            <a:spLocks/>
          </p:cNvSpPr>
          <p:nvPr/>
        </p:nvSpPr>
        <p:spPr bwMode="auto">
          <a:xfrm>
            <a:off x="1576390" y="15462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 name="Oval 113"/>
          <p:cNvSpPr>
            <a:spLocks noChangeArrowheads="1"/>
          </p:cNvSpPr>
          <p:nvPr/>
        </p:nvSpPr>
        <p:spPr bwMode="auto">
          <a:xfrm>
            <a:off x="1658938" y="1428752"/>
            <a:ext cx="109538"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Freeform 114"/>
          <p:cNvSpPr>
            <a:spLocks/>
          </p:cNvSpPr>
          <p:nvPr/>
        </p:nvSpPr>
        <p:spPr bwMode="auto">
          <a:xfrm>
            <a:off x="1906590" y="1546227"/>
            <a:ext cx="282575" cy="600075"/>
          </a:xfrm>
          <a:custGeom>
            <a:avLst/>
            <a:gdLst>
              <a:gd name="T0" fmla="*/ 32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2"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5"/>
          <p:cNvSpPr>
            <a:spLocks noChangeArrowheads="1"/>
          </p:cNvSpPr>
          <p:nvPr/>
        </p:nvSpPr>
        <p:spPr bwMode="auto">
          <a:xfrm>
            <a:off x="1997076" y="1428752"/>
            <a:ext cx="109538"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116"/>
          <p:cNvSpPr>
            <a:spLocks/>
          </p:cNvSpPr>
          <p:nvPr/>
        </p:nvSpPr>
        <p:spPr bwMode="auto">
          <a:xfrm>
            <a:off x="2244728" y="15462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Oval 117"/>
          <p:cNvSpPr>
            <a:spLocks noChangeArrowheads="1"/>
          </p:cNvSpPr>
          <p:nvPr/>
        </p:nvSpPr>
        <p:spPr bwMode="auto">
          <a:xfrm>
            <a:off x="2333628" y="1428752"/>
            <a:ext cx="111125"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118"/>
          <p:cNvSpPr>
            <a:spLocks/>
          </p:cNvSpPr>
          <p:nvPr/>
        </p:nvSpPr>
        <p:spPr bwMode="auto">
          <a:xfrm>
            <a:off x="892178" y="1546227"/>
            <a:ext cx="284163"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a:lstStyle/>
          <a:p>
            <a:endParaRPr lang="zh-CN" altLang="en-US"/>
          </a:p>
        </p:txBody>
      </p:sp>
      <p:sp>
        <p:nvSpPr>
          <p:cNvPr id="12" name="Oval 119"/>
          <p:cNvSpPr>
            <a:spLocks noChangeArrowheads="1"/>
          </p:cNvSpPr>
          <p:nvPr/>
        </p:nvSpPr>
        <p:spPr bwMode="auto">
          <a:xfrm>
            <a:off x="976313" y="1428752"/>
            <a:ext cx="115888" cy="111125"/>
          </a:xfrm>
          <a:prstGeom prst="ellipse">
            <a:avLst/>
          </a:prstGeom>
          <a:solidFill>
            <a:srgbClr val="CA2C3B"/>
          </a:solidFill>
          <a:ln>
            <a:noFill/>
          </a:ln>
        </p:spPr>
        <p:txBody>
          <a:bodyPr/>
          <a:lstStyle/>
          <a:p>
            <a:endParaRPr lang="zh-CN" altLang="en-US"/>
          </a:p>
        </p:txBody>
      </p:sp>
      <p:sp>
        <p:nvSpPr>
          <p:cNvPr id="13" name="Freeform 120"/>
          <p:cNvSpPr>
            <a:spLocks/>
          </p:cNvSpPr>
          <p:nvPr/>
        </p:nvSpPr>
        <p:spPr bwMode="auto">
          <a:xfrm>
            <a:off x="1230315" y="15462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a:lstStyle/>
          <a:p>
            <a:endParaRPr lang="zh-CN" altLang="en-US"/>
          </a:p>
        </p:txBody>
      </p:sp>
      <p:sp>
        <p:nvSpPr>
          <p:cNvPr id="14" name="Oval 121"/>
          <p:cNvSpPr>
            <a:spLocks noChangeArrowheads="1"/>
          </p:cNvSpPr>
          <p:nvPr/>
        </p:nvSpPr>
        <p:spPr bwMode="auto">
          <a:xfrm>
            <a:off x="1312865" y="1428752"/>
            <a:ext cx="117475" cy="111125"/>
          </a:xfrm>
          <a:prstGeom prst="ellipse">
            <a:avLst/>
          </a:prstGeom>
          <a:solidFill>
            <a:srgbClr val="CA2C3B"/>
          </a:solidFill>
          <a:ln>
            <a:noFill/>
          </a:ln>
        </p:spPr>
        <p:txBody>
          <a:bodyPr/>
          <a:lstStyle/>
          <a:p>
            <a:endParaRPr lang="zh-CN" altLang="en-US"/>
          </a:p>
        </p:txBody>
      </p:sp>
      <p:sp>
        <p:nvSpPr>
          <p:cNvPr id="15" name="Freeform 122"/>
          <p:cNvSpPr>
            <a:spLocks/>
          </p:cNvSpPr>
          <p:nvPr/>
        </p:nvSpPr>
        <p:spPr bwMode="auto">
          <a:xfrm>
            <a:off x="3251203" y="15462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23"/>
          <p:cNvSpPr>
            <a:spLocks noChangeArrowheads="1"/>
          </p:cNvSpPr>
          <p:nvPr/>
        </p:nvSpPr>
        <p:spPr bwMode="auto">
          <a:xfrm>
            <a:off x="3333753" y="1428752"/>
            <a:ext cx="117475"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24"/>
          <p:cNvSpPr>
            <a:spLocks/>
          </p:cNvSpPr>
          <p:nvPr/>
        </p:nvSpPr>
        <p:spPr bwMode="auto">
          <a:xfrm>
            <a:off x="3589340" y="15462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125"/>
          <p:cNvSpPr>
            <a:spLocks noChangeArrowheads="1"/>
          </p:cNvSpPr>
          <p:nvPr/>
        </p:nvSpPr>
        <p:spPr bwMode="auto">
          <a:xfrm>
            <a:off x="3671890" y="1428752"/>
            <a:ext cx="117475"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26"/>
          <p:cNvSpPr>
            <a:spLocks/>
          </p:cNvSpPr>
          <p:nvPr/>
        </p:nvSpPr>
        <p:spPr bwMode="auto">
          <a:xfrm>
            <a:off x="3927478" y="15462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9 w 41"/>
              <a:gd name="T19" fmla="*/ 14 h 87"/>
              <a:gd name="T20" fmla="*/ 9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9" y="14"/>
                  <a:pt x="9" y="14"/>
                  <a:pt x="9" y="14"/>
                </a:cubicBezTo>
                <a:cubicBezTo>
                  <a:pt x="9" y="38"/>
                  <a:pt x="9" y="38"/>
                  <a:pt x="9" y="38"/>
                </a:cubicBezTo>
                <a:cubicBezTo>
                  <a:pt x="9"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127"/>
          <p:cNvSpPr>
            <a:spLocks noChangeArrowheads="1"/>
          </p:cNvSpPr>
          <p:nvPr/>
        </p:nvSpPr>
        <p:spPr bwMode="auto">
          <a:xfrm>
            <a:off x="4010026" y="1428752"/>
            <a:ext cx="109538"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28"/>
          <p:cNvSpPr>
            <a:spLocks/>
          </p:cNvSpPr>
          <p:nvPr/>
        </p:nvSpPr>
        <p:spPr bwMode="auto">
          <a:xfrm>
            <a:off x="2574928" y="1546227"/>
            <a:ext cx="284163"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129"/>
          <p:cNvSpPr>
            <a:spLocks noChangeArrowheads="1"/>
          </p:cNvSpPr>
          <p:nvPr/>
        </p:nvSpPr>
        <p:spPr bwMode="auto">
          <a:xfrm>
            <a:off x="2659063" y="1428752"/>
            <a:ext cx="109538"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30"/>
          <p:cNvSpPr>
            <a:spLocks/>
          </p:cNvSpPr>
          <p:nvPr/>
        </p:nvSpPr>
        <p:spPr bwMode="auto">
          <a:xfrm>
            <a:off x="2906715" y="1546227"/>
            <a:ext cx="282575" cy="600075"/>
          </a:xfrm>
          <a:custGeom>
            <a:avLst/>
            <a:gdLst>
              <a:gd name="T0" fmla="*/ 32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2"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131"/>
          <p:cNvSpPr>
            <a:spLocks noChangeArrowheads="1"/>
          </p:cNvSpPr>
          <p:nvPr/>
        </p:nvSpPr>
        <p:spPr bwMode="auto">
          <a:xfrm>
            <a:off x="2995615" y="1428752"/>
            <a:ext cx="111125"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132"/>
          <p:cNvSpPr>
            <a:spLocks/>
          </p:cNvSpPr>
          <p:nvPr/>
        </p:nvSpPr>
        <p:spPr bwMode="auto">
          <a:xfrm>
            <a:off x="4933953" y="15462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1"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Oval 133"/>
          <p:cNvSpPr>
            <a:spLocks noChangeArrowheads="1"/>
          </p:cNvSpPr>
          <p:nvPr/>
        </p:nvSpPr>
        <p:spPr bwMode="auto">
          <a:xfrm>
            <a:off x="5016503" y="1428752"/>
            <a:ext cx="111125" cy="11112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134"/>
          <p:cNvSpPr>
            <a:spLocks/>
          </p:cNvSpPr>
          <p:nvPr/>
        </p:nvSpPr>
        <p:spPr bwMode="auto">
          <a:xfrm>
            <a:off x="5265740" y="1546227"/>
            <a:ext cx="282575" cy="600075"/>
          </a:xfrm>
          <a:custGeom>
            <a:avLst/>
            <a:gdLst>
              <a:gd name="T0" fmla="*/ 32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2" y="1"/>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135"/>
          <p:cNvSpPr>
            <a:spLocks noChangeArrowheads="1"/>
          </p:cNvSpPr>
          <p:nvPr/>
        </p:nvSpPr>
        <p:spPr bwMode="auto">
          <a:xfrm>
            <a:off x="5354640" y="1428752"/>
            <a:ext cx="111125" cy="11112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136"/>
          <p:cNvSpPr>
            <a:spLocks/>
          </p:cNvSpPr>
          <p:nvPr/>
        </p:nvSpPr>
        <p:spPr bwMode="auto">
          <a:xfrm>
            <a:off x="5602290" y="15462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137"/>
          <p:cNvSpPr>
            <a:spLocks noChangeArrowheads="1"/>
          </p:cNvSpPr>
          <p:nvPr/>
        </p:nvSpPr>
        <p:spPr bwMode="auto">
          <a:xfrm>
            <a:off x="5692776" y="1428752"/>
            <a:ext cx="109538" cy="11112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38"/>
          <p:cNvSpPr>
            <a:spLocks/>
          </p:cNvSpPr>
          <p:nvPr/>
        </p:nvSpPr>
        <p:spPr bwMode="auto">
          <a:xfrm>
            <a:off x="4251328" y="15462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139"/>
          <p:cNvSpPr>
            <a:spLocks noChangeArrowheads="1"/>
          </p:cNvSpPr>
          <p:nvPr/>
        </p:nvSpPr>
        <p:spPr bwMode="auto">
          <a:xfrm>
            <a:off x="4333878" y="1428752"/>
            <a:ext cx="117475"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140"/>
          <p:cNvSpPr>
            <a:spLocks/>
          </p:cNvSpPr>
          <p:nvPr/>
        </p:nvSpPr>
        <p:spPr bwMode="auto">
          <a:xfrm>
            <a:off x="4589465" y="15462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141"/>
          <p:cNvSpPr>
            <a:spLocks noChangeArrowheads="1"/>
          </p:cNvSpPr>
          <p:nvPr/>
        </p:nvSpPr>
        <p:spPr bwMode="auto">
          <a:xfrm>
            <a:off x="4672015" y="1428752"/>
            <a:ext cx="117475" cy="111125"/>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142"/>
          <p:cNvSpPr>
            <a:spLocks/>
          </p:cNvSpPr>
          <p:nvPr/>
        </p:nvSpPr>
        <p:spPr bwMode="auto">
          <a:xfrm>
            <a:off x="1576390" y="23336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CA2C3B"/>
          </a:solidFill>
          <a:ln>
            <a:noFill/>
          </a:ln>
        </p:spPr>
        <p:txBody>
          <a:bodyPr/>
          <a:lstStyle/>
          <a:p>
            <a:endParaRPr lang="zh-CN" altLang="en-US"/>
          </a:p>
        </p:txBody>
      </p:sp>
      <p:sp>
        <p:nvSpPr>
          <p:cNvPr id="36" name="Oval 143"/>
          <p:cNvSpPr>
            <a:spLocks noChangeArrowheads="1"/>
          </p:cNvSpPr>
          <p:nvPr/>
        </p:nvSpPr>
        <p:spPr bwMode="auto">
          <a:xfrm>
            <a:off x="1658938" y="2216150"/>
            <a:ext cx="109538" cy="109538"/>
          </a:xfrm>
          <a:prstGeom prst="ellipse">
            <a:avLst/>
          </a:prstGeom>
          <a:solidFill>
            <a:srgbClr val="CA2C3B"/>
          </a:solidFill>
          <a:ln>
            <a:noFill/>
          </a:ln>
        </p:spPr>
        <p:txBody>
          <a:bodyPr/>
          <a:lstStyle/>
          <a:p>
            <a:endParaRPr lang="zh-CN" altLang="en-US"/>
          </a:p>
        </p:txBody>
      </p:sp>
      <p:sp>
        <p:nvSpPr>
          <p:cNvPr id="37" name="Freeform 144"/>
          <p:cNvSpPr>
            <a:spLocks/>
          </p:cNvSpPr>
          <p:nvPr/>
        </p:nvSpPr>
        <p:spPr bwMode="auto">
          <a:xfrm>
            <a:off x="1906590" y="2333627"/>
            <a:ext cx="282575" cy="600075"/>
          </a:xfrm>
          <a:custGeom>
            <a:avLst/>
            <a:gdLst>
              <a:gd name="T0" fmla="*/ 32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2" y="1"/>
                </a:cubicBezTo>
                <a:close/>
              </a:path>
            </a:pathLst>
          </a:custGeom>
          <a:solidFill>
            <a:srgbClr val="CA2C3B"/>
          </a:solidFill>
          <a:ln>
            <a:noFill/>
          </a:ln>
        </p:spPr>
        <p:txBody>
          <a:bodyPr/>
          <a:lstStyle/>
          <a:p>
            <a:endParaRPr lang="zh-CN" altLang="en-US"/>
          </a:p>
        </p:txBody>
      </p:sp>
      <p:sp>
        <p:nvSpPr>
          <p:cNvPr id="38" name="Oval 145"/>
          <p:cNvSpPr>
            <a:spLocks noChangeArrowheads="1"/>
          </p:cNvSpPr>
          <p:nvPr/>
        </p:nvSpPr>
        <p:spPr bwMode="auto">
          <a:xfrm>
            <a:off x="1997076" y="2216150"/>
            <a:ext cx="109538" cy="109538"/>
          </a:xfrm>
          <a:prstGeom prst="ellipse">
            <a:avLst/>
          </a:prstGeom>
          <a:solidFill>
            <a:srgbClr val="CA2C3B"/>
          </a:solidFill>
          <a:ln>
            <a:noFill/>
          </a:ln>
        </p:spPr>
        <p:txBody>
          <a:bodyPr/>
          <a:lstStyle/>
          <a:p>
            <a:endParaRPr lang="zh-CN" altLang="en-US"/>
          </a:p>
        </p:txBody>
      </p:sp>
      <p:sp>
        <p:nvSpPr>
          <p:cNvPr id="39" name="Freeform 146"/>
          <p:cNvSpPr>
            <a:spLocks/>
          </p:cNvSpPr>
          <p:nvPr/>
        </p:nvSpPr>
        <p:spPr bwMode="auto">
          <a:xfrm>
            <a:off x="2244728" y="23336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a:lstStyle/>
          <a:p>
            <a:endParaRPr lang="zh-CN" altLang="en-US"/>
          </a:p>
        </p:txBody>
      </p:sp>
      <p:sp>
        <p:nvSpPr>
          <p:cNvPr id="40" name="Oval 147"/>
          <p:cNvSpPr>
            <a:spLocks noChangeArrowheads="1"/>
          </p:cNvSpPr>
          <p:nvPr/>
        </p:nvSpPr>
        <p:spPr bwMode="auto">
          <a:xfrm>
            <a:off x="2333628" y="2216150"/>
            <a:ext cx="111125" cy="109538"/>
          </a:xfrm>
          <a:prstGeom prst="ellipse">
            <a:avLst/>
          </a:prstGeom>
          <a:solidFill>
            <a:srgbClr val="CA2C3B"/>
          </a:solidFill>
          <a:ln>
            <a:noFill/>
          </a:ln>
        </p:spPr>
        <p:txBody>
          <a:bodyPr/>
          <a:lstStyle/>
          <a:p>
            <a:endParaRPr lang="zh-CN" altLang="en-US"/>
          </a:p>
        </p:txBody>
      </p:sp>
      <p:sp>
        <p:nvSpPr>
          <p:cNvPr id="41" name="Freeform 148"/>
          <p:cNvSpPr>
            <a:spLocks/>
          </p:cNvSpPr>
          <p:nvPr/>
        </p:nvSpPr>
        <p:spPr bwMode="auto">
          <a:xfrm>
            <a:off x="892178" y="2333627"/>
            <a:ext cx="284163"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a:lstStyle/>
          <a:p>
            <a:endParaRPr lang="zh-CN" altLang="en-US"/>
          </a:p>
        </p:txBody>
      </p:sp>
      <p:sp>
        <p:nvSpPr>
          <p:cNvPr id="42" name="Oval 149"/>
          <p:cNvSpPr>
            <a:spLocks noChangeArrowheads="1"/>
          </p:cNvSpPr>
          <p:nvPr/>
        </p:nvSpPr>
        <p:spPr bwMode="auto">
          <a:xfrm>
            <a:off x="976313" y="2216150"/>
            <a:ext cx="115888" cy="109538"/>
          </a:xfrm>
          <a:prstGeom prst="ellipse">
            <a:avLst/>
          </a:prstGeom>
          <a:solidFill>
            <a:srgbClr val="CA2C3B"/>
          </a:solidFill>
          <a:ln>
            <a:noFill/>
          </a:ln>
        </p:spPr>
        <p:txBody>
          <a:bodyPr/>
          <a:lstStyle/>
          <a:p>
            <a:endParaRPr lang="zh-CN" altLang="en-US"/>
          </a:p>
        </p:txBody>
      </p:sp>
      <p:sp>
        <p:nvSpPr>
          <p:cNvPr id="43" name="Freeform 150"/>
          <p:cNvSpPr>
            <a:spLocks/>
          </p:cNvSpPr>
          <p:nvPr/>
        </p:nvSpPr>
        <p:spPr bwMode="auto">
          <a:xfrm>
            <a:off x="1230315" y="23336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a:lstStyle/>
          <a:p>
            <a:endParaRPr lang="zh-CN" altLang="en-US"/>
          </a:p>
        </p:txBody>
      </p:sp>
      <p:sp>
        <p:nvSpPr>
          <p:cNvPr id="44" name="Oval 151"/>
          <p:cNvSpPr>
            <a:spLocks noChangeArrowheads="1"/>
          </p:cNvSpPr>
          <p:nvPr/>
        </p:nvSpPr>
        <p:spPr bwMode="auto">
          <a:xfrm>
            <a:off x="1312865" y="2216150"/>
            <a:ext cx="117475" cy="109538"/>
          </a:xfrm>
          <a:prstGeom prst="ellipse">
            <a:avLst/>
          </a:prstGeom>
          <a:solidFill>
            <a:srgbClr val="CA2C3B"/>
          </a:solidFill>
          <a:ln>
            <a:noFill/>
          </a:ln>
        </p:spPr>
        <p:txBody>
          <a:bodyPr/>
          <a:lstStyle/>
          <a:p>
            <a:endParaRPr lang="zh-CN" altLang="en-US"/>
          </a:p>
        </p:txBody>
      </p:sp>
      <p:sp>
        <p:nvSpPr>
          <p:cNvPr id="45" name="Freeform 152"/>
          <p:cNvSpPr>
            <a:spLocks/>
          </p:cNvSpPr>
          <p:nvPr/>
        </p:nvSpPr>
        <p:spPr bwMode="auto">
          <a:xfrm>
            <a:off x="3251203" y="23336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a:lstStyle/>
          <a:p>
            <a:endParaRPr lang="zh-CN" altLang="en-US"/>
          </a:p>
        </p:txBody>
      </p:sp>
      <p:sp>
        <p:nvSpPr>
          <p:cNvPr id="46" name="Oval 153"/>
          <p:cNvSpPr>
            <a:spLocks noChangeArrowheads="1"/>
          </p:cNvSpPr>
          <p:nvPr/>
        </p:nvSpPr>
        <p:spPr bwMode="auto">
          <a:xfrm>
            <a:off x="3333753" y="2216150"/>
            <a:ext cx="117475" cy="109538"/>
          </a:xfrm>
          <a:prstGeom prst="ellipse">
            <a:avLst/>
          </a:prstGeom>
          <a:solidFill>
            <a:srgbClr val="CA2C3B"/>
          </a:solidFill>
          <a:ln>
            <a:noFill/>
          </a:ln>
        </p:spPr>
        <p:txBody>
          <a:bodyPr/>
          <a:lstStyle/>
          <a:p>
            <a:endParaRPr lang="zh-CN" altLang="en-US"/>
          </a:p>
        </p:txBody>
      </p:sp>
      <p:sp>
        <p:nvSpPr>
          <p:cNvPr id="47" name="Freeform 154"/>
          <p:cNvSpPr>
            <a:spLocks/>
          </p:cNvSpPr>
          <p:nvPr/>
        </p:nvSpPr>
        <p:spPr bwMode="auto">
          <a:xfrm>
            <a:off x="3589340" y="23336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Oval 155"/>
          <p:cNvSpPr>
            <a:spLocks noChangeArrowheads="1"/>
          </p:cNvSpPr>
          <p:nvPr/>
        </p:nvSpPr>
        <p:spPr bwMode="auto">
          <a:xfrm>
            <a:off x="3671890" y="2216150"/>
            <a:ext cx="117475" cy="109538"/>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156"/>
          <p:cNvSpPr>
            <a:spLocks/>
          </p:cNvSpPr>
          <p:nvPr/>
        </p:nvSpPr>
        <p:spPr bwMode="auto">
          <a:xfrm>
            <a:off x="3927478" y="23336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9 w 41"/>
              <a:gd name="T19" fmla="*/ 14 h 87"/>
              <a:gd name="T20" fmla="*/ 9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9" y="14"/>
                  <a:pt x="9" y="14"/>
                  <a:pt x="9" y="14"/>
                </a:cubicBezTo>
                <a:cubicBezTo>
                  <a:pt x="9" y="38"/>
                  <a:pt x="9" y="38"/>
                  <a:pt x="9" y="38"/>
                </a:cubicBezTo>
                <a:cubicBezTo>
                  <a:pt x="9"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Oval 157"/>
          <p:cNvSpPr>
            <a:spLocks noChangeArrowheads="1"/>
          </p:cNvSpPr>
          <p:nvPr/>
        </p:nvSpPr>
        <p:spPr bwMode="auto">
          <a:xfrm>
            <a:off x="4010026" y="2216150"/>
            <a:ext cx="109538" cy="109538"/>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158"/>
          <p:cNvSpPr>
            <a:spLocks/>
          </p:cNvSpPr>
          <p:nvPr/>
        </p:nvSpPr>
        <p:spPr bwMode="auto">
          <a:xfrm>
            <a:off x="2574928" y="2333627"/>
            <a:ext cx="284163"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CA2C3B"/>
          </a:solidFill>
          <a:ln>
            <a:noFill/>
          </a:ln>
        </p:spPr>
        <p:txBody>
          <a:bodyPr/>
          <a:lstStyle/>
          <a:p>
            <a:endParaRPr lang="zh-CN" altLang="en-US"/>
          </a:p>
        </p:txBody>
      </p:sp>
      <p:sp>
        <p:nvSpPr>
          <p:cNvPr id="52" name="Oval 159"/>
          <p:cNvSpPr>
            <a:spLocks noChangeArrowheads="1"/>
          </p:cNvSpPr>
          <p:nvPr/>
        </p:nvSpPr>
        <p:spPr bwMode="auto">
          <a:xfrm>
            <a:off x="2659063" y="2216150"/>
            <a:ext cx="109538" cy="109538"/>
          </a:xfrm>
          <a:prstGeom prst="ellipse">
            <a:avLst/>
          </a:prstGeom>
          <a:solidFill>
            <a:srgbClr val="CA2C3B"/>
          </a:solidFill>
          <a:ln>
            <a:noFill/>
          </a:ln>
        </p:spPr>
        <p:txBody>
          <a:bodyPr/>
          <a:lstStyle/>
          <a:p>
            <a:endParaRPr lang="zh-CN" altLang="en-US"/>
          </a:p>
        </p:txBody>
      </p:sp>
      <p:sp>
        <p:nvSpPr>
          <p:cNvPr id="53" name="Freeform 160"/>
          <p:cNvSpPr>
            <a:spLocks/>
          </p:cNvSpPr>
          <p:nvPr/>
        </p:nvSpPr>
        <p:spPr bwMode="auto">
          <a:xfrm>
            <a:off x="2906715" y="2333627"/>
            <a:ext cx="282575" cy="600075"/>
          </a:xfrm>
          <a:custGeom>
            <a:avLst/>
            <a:gdLst>
              <a:gd name="T0" fmla="*/ 32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2" y="1"/>
                </a:cubicBezTo>
                <a:close/>
              </a:path>
            </a:pathLst>
          </a:custGeom>
          <a:solidFill>
            <a:srgbClr val="CA2C3B"/>
          </a:solidFill>
          <a:ln>
            <a:noFill/>
          </a:ln>
        </p:spPr>
        <p:txBody>
          <a:bodyPr/>
          <a:lstStyle/>
          <a:p>
            <a:endParaRPr lang="zh-CN" altLang="en-US"/>
          </a:p>
        </p:txBody>
      </p:sp>
      <p:sp>
        <p:nvSpPr>
          <p:cNvPr id="54" name="Oval 161"/>
          <p:cNvSpPr>
            <a:spLocks noChangeArrowheads="1"/>
          </p:cNvSpPr>
          <p:nvPr/>
        </p:nvSpPr>
        <p:spPr bwMode="auto">
          <a:xfrm>
            <a:off x="2995615" y="2216150"/>
            <a:ext cx="111125" cy="109538"/>
          </a:xfrm>
          <a:prstGeom prst="ellipse">
            <a:avLst/>
          </a:prstGeom>
          <a:solidFill>
            <a:srgbClr val="CA2C3B"/>
          </a:solidFill>
          <a:ln>
            <a:noFill/>
          </a:ln>
        </p:spPr>
        <p:txBody>
          <a:bodyPr/>
          <a:lstStyle/>
          <a:p>
            <a:endParaRPr lang="zh-CN" altLang="en-US"/>
          </a:p>
        </p:txBody>
      </p:sp>
      <p:sp>
        <p:nvSpPr>
          <p:cNvPr id="55" name="Freeform 162"/>
          <p:cNvSpPr>
            <a:spLocks/>
          </p:cNvSpPr>
          <p:nvPr/>
        </p:nvSpPr>
        <p:spPr bwMode="auto">
          <a:xfrm>
            <a:off x="4933953" y="23336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1"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1"/>
                  <a:pt x="31" y="1"/>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Oval 163"/>
          <p:cNvSpPr>
            <a:spLocks noChangeArrowheads="1"/>
          </p:cNvSpPr>
          <p:nvPr/>
        </p:nvSpPr>
        <p:spPr bwMode="auto">
          <a:xfrm>
            <a:off x="5016503" y="2216150"/>
            <a:ext cx="111125" cy="109538"/>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164"/>
          <p:cNvSpPr>
            <a:spLocks/>
          </p:cNvSpPr>
          <p:nvPr/>
        </p:nvSpPr>
        <p:spPr bwMode="auto">
          <a:xfrm>
            <a:off x="5265740" y="2333627"/>
            <a:ext cx="282575" cy="600075"/>
          </a:xfrm>
          <a:custGeom>
            <a:avLst/>
            <a:gdLst>
              <a:gd name="T0" fmla="*/ 32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2" y="1"/>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Oval 165"/>
          <p:cNvSpPr>
            <a:spLocks noChangeArrowheads="1"/>
          </p:cNvSpPr>
          <p:nvPr/>
        </p:nvSpPr>
        <p:spPr bwMode="auto">
          <a:xfrm>
            <a:off x="5354640" y="2216150"/>
            <a:ext cx="111125" cy="109538"/>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166"/>
          <p:cNvSpPr>
            <a:spLocks/>
          </p:cNvSpPr>
          <p:nvPr/>
        </p:nvSpPr>
        <p:spPr bwMode="auto">
          <a:xfrm>
            <a:off x="5602290" y="23336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Oval 167"/>
          <p:cNvSpPr>
            <a:spLocks noChangeArrowheads="1"/>
          </p:cNvSpPr>
          <p:nvPr/>
        </p:nvSpPr>
        <p:spPr bwMode="auto">
          <a:xfrm>
            <a:off x="5692776" y="2216150"/>
            <a:ext cx="109538" cy="109538"/>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168"/>
          <p:cNvSpPr>
            <a:spLocks/>
          </p:cNvSpPr>
          <p:nvPr/>
        </p:nvSpPr>
        <p:spPr bwMode="auto">
          <a:xfrm>
            <a:off x="4251328" y="2333627"/>
            <a:ext cx="282575" cy="600075"/>
          </a:xfrm>
          <a:custGeom>
            <a:avLst/>
            <a:gdLst>
              <a:gd name="T0" fmla="*/ 31 w 41"/>
              <a:gd name="T1" fmla="*/ 1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Oval 169"/>
          <p:cNvSpPr>
            <a:spLocks noChangeArrowheads="1"/>
          </p:cNvSpPr>
          <p:nvPr/>
        </p:nvSpPr>
        <p:spPr bwMode="auto">
          <a:xfrm>
            <a:off x="4333878" y="2216150"/>
            <a:ext cx="117475" cy="109538"/>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170"/>
          <p:cNvSpPr>
            <a:spLocks/>
          </p:cNvSpPr>
          <p:nvPr/>
        </p:nvSpPr>
        <p:spPr bwMode="auto">
          <a:xfrm>
            <a:off x="4589465" y="2333627"/>
            <a:ext cx="282575" cy="600075"/>
          </a:xfrm>
          <a:custGeom>
            <a:avLst/>
            <a:gdLst>
              <a:gd name="T0" fmla="*/ 31 w 41"/>
              <a:gd name="T1" fmla="*/ 1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1"/>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1"/>
                  <a:pt x="31"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Oval 171"/>
          <p:cNvSpPr>
            <a:spLocks noChangeArrowheads="1"/>
          </p:cNvSpPr>
          <p:nvPr/>
        </p:nvSpPr>
        <p:spPr bwMode="auto">
          <a:xfrm>
            <a:off x="4672015" y="2216150"/>
            <a:ext cx="117475" cy="109538"/>
          </a:xfrm>
          <a:prstGeom prst="ellipse">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172"/>
          <p:cNvSpPr>
            <a:spLocks/>
          </p:cNvSpPr>
          <p:nvPr/>
        </p:nvSpPr>
        <p:spPr bwMode="auto">
          <a:xfrm>
            <a:off x="1576390" y="3119440"/>
            <a:ext cx="282575" cy="600075"/>
          </a:xfrm>
          <a:custGeom>
            <a:avLst/>
            <a:gdLst>
              <a:gd name="T0" fmla="*/ 31 w 41"/>
              <a:gd name="T1" fmla="*/ 0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0"/>
                  <a:pt x="31" y="0"/>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Oval 173"/>
          <p:cNvSpPr>
            <a:spLocks noChangeArrowheads="1"/>
          </p:cNvSpPr>
          <p:nvPr/>
        </p:nvSpPr>
        <p:spPr bwMode="auto">
          <a:xfrm>
            <a:off x="1658938" y="2995615"/>
            <a:ext cx="109538" cy="11747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174"/>
          <p:cNvSpPr>
            <a:spLocks/>
          </p:cNvSpPr>
          <p:nvPr/>
        </p:nvSpPr>
        <p:spPr bwMode="auto">
          <a:xfrm>
            <a:off x="1906590" y="3119440"/>
            <a:ext cx="282575" cy="600075"/>
          </a:xfrm>
          <a:custGeom>
            <a:avLst/>
            <a:gdLst>
              <a:gd name="T0" fmla="*/ 32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0"/>
                  <a:pt x="32" y="0"/>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Oval 175"/>
          <p:cNvSpPr>
            <a:spLocks noChangeArrowheads="1"/>
          </p:cNvSpPr>
          <p:nvPr/>
        </p:nvSpPr>
        <p:spPr bwMode="auto">
          <a:xfrm>
            <a:off x="1997076" y="2995615"/>
            <a:ext cx="109538" cy="11747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176"/>
          <p:cNvSpPr>
            <a:spLocks/>
          </p:cNvSpPr>
          <p:nvPr/>
        </p:nvSpPr>
        <p:spPr bwMode="auto">
          <a:xfrm>
            <a:off x="2244728" y="3119440"/>
            <a:ext cx="282575" cy="600075"/>
          </a:xfrm>
          <a:custGeom>
            <a:avLst/>
            <a:gdLst>
              <a:gd name="T0" fmla="*/ 31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Oval 177"/>
          <p:cNvSpPr>
            <a:spLocks noChangeArrowheads="1"/>
          </p:cNvSpPr>
          <p:nvPr/>
        </p:nvSpPr>
        <p:spPr bwMode="auto">
          <a:xfrm>
            <a:off x="2333628" y="2995615"/>
            <a:ext cx="111125" cy="11747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178"/>
          <p:cNvSpPr>
            <a:spLocks/>
          </p:cNvSpPr>
          <p:nvPr/>
        </p:nvSpPr>
        <p:spPr bwMode="auto">
          <a:xfrm>
            <a:off x="892178" y="3119440"/>
            <a:ext cx="284163" cy="600075"/>
          </a:xfrm>
          <a:custGeom>
            <a:avLst/>
            <a:gdLst>
              <a:gd name="T0" fmla="*/ 31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Oval 179"/>
          <p:cNvSpPr>
            <a:spLocks noChangeArrowheads="1"/>
          </p:cNvSpPr>
          <p:nvPr/>
        </p:nvSpPr>
        <p:spPr bwMode="auto">
          <a:xfrm>
            <a:off x="976313" y="2995615"/>
            <a:ext cx="115888" cy="11747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180"/>
          <p:cNvSpPr>
            <a:spLocks/>
          </p:cNvSpPr>
          <p:nvPr/>
        </p:nvSpPr>
        <p:spPr bwMode="auto">
          <a:xfrm>
            <a:off x="1230315" y="3119440"/>
            <a:ext cx="282575" cy="600075"/>
          </a:xfrm>
          <a:custGeom>
            <a:avLst/>
            <a:gdLst>
              <a:gd name="T0" fmla="*/ 31 w 41"/>
              <a:gd name="T1" fmla="*/ 0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Oval 181"/>
          <p:cNvSpPr>
            <a:spLocks noChangeArrowheads="1"/>
          </p:cNvSpPr>
          <p:nvPr/>
        </p:nvSpPr>
        <p:spPr bwMode="auto">
          <a:xfrm>
            <a:off x="1312865" y="2995615"/>
            <a:ext cx="117475" cy="11747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182"/>
          <p:cNvSpPr>
            <a:spLocks/>
          </p:cNvSpPr>
          <p:nvPr/>
        </p:nvSpPr>
        <p:spPr bwMode="auto">
          <a:xfrm>
            <a:off x="3251203" y="3119440"/>
            <a:ext cx="282575" cy="600075"/>
          </a:xfrm>
          <a:custGeom>
            <a:avLst/>
            <a:gdLst>
              <a:gd name="T0" fmla="*/ 31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a:lstStyle/>
          <a:p>
            <a:endParaRPr lang="zh-CN" altLang="en-US"/>
          </a:p>
        </p:txBody>
      </p:sp>
      <p:sp>
        <p:nvSpPr>
          <p:cNvPr id="76" name="Oval 183"/>
          <p:cNvSpPr>
            <a:spLocks noChangeArrowheads="1"/>
          </p:cNvSpPr>
          <p:nvPr/>
        </p:nvSpPr>
        <p:spPr bwMode="auto">
          <a:xfrm>
            <a:off x="3333753" y="2995615"/>
            <a:ext cx="117475" cy="117475"/>
          </a:xfrm>
          <a:prstGeom prst="ellipse">
            <a:avLst/>
          </a:prstGeom>
          <a:solidFill>
            <a:srgbClr val="92D050"/>
          </a:solidFill>
          <a:ln>
            <a:noFill/>
          </a:ln>
        </p:spPr>
        <p:txBody>
          <a:bodyPr/>
          <a:lstStyle/>
          <a:p>
            <a:endParaRPr lang="zh-CN" altLang="en-US"/>
          </a:p>
        </p:txBody>
      </p:sp>
      <p:sp>
        <p:nvSpPr>
          <p:cNvPr id="77" name="Freeform 184"/>
          <p:cNvSpPr>
            <a:spLocks/>
          </p:cNvSpPr>
          <p:nvPr/>
        </p:nvSpPr>
        <p:spPr bwMode="auto">
          <a:xfrm>
            <a:off x="3589340" y="3119440"/>
            <a:ext cx="282575" cy="600075"/>
          </a:xfrm>
          <a:custGeom>
            <a:avLst/>
            <a:gdLst>
              <a:gd name="T0" fmla="*/ 31 w 41"/>
              <a:gd name="T1" fmla="*/ 0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a:lstStyle/>
          <a:p>
            <a:endParaRPr lang="zh-CN" altLang="en-US"/>
          </a:p>
        </p:txBody>
      </p:sp>
      <p:sp>
        <p:nvSpPr>
          <p:cNvPr id="78" name="Oval 185"/>
          <p:cNvSpPr>
            <a:spLocks noChangeArrowheads="1"/>
          </p:cNvSpPr>
          <p:nvPr/>
        </p:nvSpPr>
        <p:spPr bwMode="auto">
          <a:xfrm>
            <a:off x="3671890" y="2995615"/>
            <a:ext cx="117475" cy="117475"/>
          </a:xfrm>
          <a:prstGeom prst="ellipse">
            <a:avLst/>
          </a:prstGeom>
          <a:solidFill>
            <a:srgbClr val="92D050"/>
          </a:solidFill>
          <a:ln>
            <a:noFill/>
          </a:ln>
        </p:spPr>
        <p:txBody>
          <a:bodyPr/>
          <a:lstStyle/>
          <a:p>
            <a:endParaRPr lang="zh-CN" altLang="en-US"/>
          </a:p>
        </p:txBody>
      </p:sp>
      <p:sp>
        <p:nvSpPr>
          <p:cNvPr id="79" name="Freeform 186"/>
          <p:cNvSpPr>
            <a:spLocks/>
          </p:cNvSpPr>
          <p:nvPr/>
        </p:nvSpPr>
        <p:spPr bwMode="auto">
          <a:xfrm>
            <a:off x="3927478" y="3119440"/>
            <a:ext cx="282575" cy="600075"/>
          </a:xfrm>
          <a:custGeom>
            <a:avLst/>
            <a:gdLst>
              <a:gd name="T0" fmla="*/ 31 w 41"/>
              <a:gd name="T1" fmla="*/ 0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9 w 41"/>
              <a:gd name="T19" fmla="*/ 14 h 87"/>
              <a:gd name="T20" fmla="*/ 9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9" y="14"/>
                  <a:pt x="9" y="14"/>
                  <a:pt x="9" y="14"/>
                </a:cubicBezTo>
                <a:cubicBezTo>
                  <a:pt x="9" y="38"/>
                  <a:pt x="9" y="38"/>
                  <a:pt x="9" y="38"/>
                </a:cubicBezTo>
                <a:cubicBezTo>
                  <a:pt x="9"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0"/>
                  <a:pt x="31" y="0"/>
                </a:cubicBezTo>
                <a:close/>
              </a:path>
            </a:pathLst>
          </a:custGeom>
          <a:solidFill>
            <a:srgbClr val="92D050"/>
          </a:solidFill>
          <a:ln>
            <a:noFill/>
          </a:ln>
        </p:spPr>
        <p:txBody>
          <a:bodyPr/>
          <a:lstStyle/>
          <a:p>
            <a:endParaRPr lang="zh-CN" altLang="en-US"/>
          </a:p>
        </p:txBody>
      </p:sp>
      <p:sp>
        <p:nvSpPr>
          <p:cNvPr id="80" name="Oval 187"/>
          <p:cNvSpPr>
            <a:spLocks noChangeArrowheads="1"/>
          </p:cNvSpPr>
          <p:nvPr/>
        </p:nvSpPr>
        <p:spPr bwMode="auto">
          <a:xfrm>
            <a:off x="4010026" y="2995615"/>
            <a:ext cx="109538" cy="117475"/>
          </a:xfrm>
          <a:prstGeom prst="ellipse">
            <a:avLst/>
          </a:prstGeom>
          <a:solidFill>
            <a:srgbClr val="92D050"/>
          </a:solidFill>
          <a:ln>
            <a:noFill/>
          </a:ln>
        </p:spPr>
        <p:txBody>
          <a:bodyPr/>
          <a:lstStyle/>
          <a:p>
            <a:endParaRPr lang="zh-CN" altLang="en-US"/>
          </a:p>
        </p:txBody>
      </p:sp>
      <p:sp>
        <p:nvSpPr>
          <p:cNvPr id="81" name="Freeform 188"/>
          <p:cNvSpPr>
            <a:spLocks/>
          </p:cNvSpPr>
          <p:nvPr/>
        </p:nvSpPr>
        <p:spPr bwMode="auto">
          <a:xfrm>
            <a:off x="2574928" y="3119440"/>
            <a:ext cx="284163" cy="600075"/>
          </a:xfrm>
          <a:custGeom>
            <a:avLst/>
            <a:gdLst>
              <a:gd name="T0" fmla="*/ 31 w 41"/>
              <a:gd name="T1" fmla="*/ 0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2"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0"/>
                  <a:pt x="31" y="0"/>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Oval 189"/>
          <p:cNvSpPr>
            <a:spLocks noChangeArrowheads="1"/>
          </p:cNvSpPr>
          <p:nvPr/>
        </p:nvSpPr>
        <p:spPr bwMode="auto">
          <a:xfrm>
            <a:off x="2659063" y="2995615"/>
            <a:ext cx="109538" cy="117475"/>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190"/>
          <p:cNvSpPr>
            <a:spLocks/>
          </p:cNvSpPr>
          <p:nvPr/>
        </p:nvSpPr>
        <p:spPr bwMode="auto">
          <a:xfrm>
            <a:off x="2906715" y="3119440"/>
            <a:ext cx="282575" cy="600075"/>
          </a:xfrm>
          <a:custGeom>
            <a:avLst/>
            <a:gdLst>
              <a:gd name="T0" fmla="*/ 32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0"/>
                  <a:pt x="32" y="0"/>
                </a:cubicBezTo>
                <a:close/>
              </a:path>
            </a:pathLst>
          </a:custGeom>
          <a:solidFill>
            <a:srgbClr val="92D050"/>
          </a:solidFill>
          <a:ln>
            <a:noFill/>
          </a:ln>
        </p:spPr>
        <p:txBody>
          <a:bodyPr/>
          <a:lstStyle/>
          <a:p>
            <a:endParaRPr lang="zh-CN" altLang="en-US"/>
          </a:p>
        </p:txBody>
      </p:sp>
      <p:sp>
        <p:nvSpPr>
          <p:cNvPr id="84" name="Oval 191"/>
          <p:cNvSpPr>
            <a:spLocks noChangeArrowheads="1"/>
          </p:cNvSpPr>
          <p:nvPr/>
        </p:nvSpPr>
        <p:spPr bwMode="auto">
          <a:xfrm>
            <a:off x="2995615" y="2995615"/>
            <a:ext cx="111125" cy="117475"/>
          </a:xfrm>
          <a:prstGeom prst="ellipse">
            <a:avLst/>
          </a:prstGeom>
          <a:solidFill>
            <a:srgbClr val="92D050"/>
          </a:solidFill>
          <a:ln>
            <a:noFill/>
          </a:ln>
        </p:spPr>
        <p:txBody>
          <a:bodyPr/>
          <a:lstStyle/>
          <a:p>
            <a:endParaRPr lang="zh-CN" altLang="en-US"/>
          </a:p>
        </p:txBody>
      </p:sp>
      <p:sp>
        <p:nvSpPr>
          <p:cNvPr id="85" name="Freeform 192"/>
          <p:cNvSpPr>
            <a:spLocks/>
          </p:cNvSpPr>
          <p:nvPr/>
        </p:nvSpPr>
        <p:spPr bwMode="auto">
          <a:xfrm>
            <a:off x="4933953" y="3119440"/>
            <a:ext cx="282575" cy="600075"/>
          </a:xfrm>
          <a:custGeom>
            <a:avLst/>
            <a:gdLst>
              <a:gd name="T0" fmla="*/ 31 w 41"/>
              <a:gd name="T1" fmla="*/ 0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6 w 41"/>
              <a:gd name="T15" fmla="*/ 39 h 87"/>
              <a:gd name="T16" fmla="*/ 6 w 41"/>
              <a:gd name="T17" fmla="*/ 14 h 87"/>
              <a:gd name="T18" fmla="*/ 9 w 41"/>
              <a:gd name="T19" fmla="*/ 14 h 87"/>
              <a:gd name="T20" fmla="*/ 9 w 41"/>
              <a:gd name="T21" fmla="*/ 38 h 87"/>
              <a:gd name="T22" fmla="*/ 9 w 41"/>
              <a:gd name="T23" fmla="*/ 39 h 87"/>
              <a:gd name="T24" fmla="*/ 9 w 41"/>
              <a:gd name="T25" fmla="*/ 82 h 87"/>
              <a:gd name="T26" fmla="*/ 14 w 41"/>
              <a:gd name="T27" fmla="*/ 87 h 87"/>
              <a:gd name="T28" fmla="*/ 19 w 41"/>
              <a:gd name="T29" fmla="*/ 82 h 87"/>
              <a:gd name="T30" fmla="*/ 19 w 41"/>
              <a:gd name="T31" fmla="*/ 44 h 87"/>
              <a:gd name="T32" fmla="*/ 21 w 41"/>
              <a:gd name="T33" fmla="*/ 44 h 87"/>
              <a:gd name="T34" fmla="*/ 21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3 w 41"/>
              <a:gd name="T47" fmla="*/ 14 h 87"/>
              <a:gd name="T48" fmla="*/ 33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0" y="0"/>
                  <a:pt x="10" y="0"/>
                  <a:pt x="10" y="0"/>
                </a:cubicBezTo>
                <a:cubicBezTo>
                  <a:pt x="2"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6" y="41"/>
                  <a:pt x="6" y="39"/>
                </a:cubicBezTo>
                <a:cubicBezTo>
                  <a:pt x="6" y="14"/>
                  <a:pt x="6" y="14"/>
                  <a:pt x="6" y="14"/>
                </a:cubicBezTo>
                <a:cubicBezTo>
                  <a:pt x="9" y="14"/>
                  <a:pt x="9" y="14"/>
                  <a:pt x="9" y="14"/>
                </a:cubicBezTo>
                <a:cubicBezTo>
                  <a:pt x="9" y="38"/>
                  <a:pt x="9" y="38"/>
                  <a:pt x="9" y="38"/>
                </a:cubicBezTo>
                <a:cubicBezTo>
                  <a:pt x="9" y="39"/>
                  <a:pt x="9" y="39"/>
                  <a:pt x="9" y="39"/>
                </a:cubicBezTo>
                <a:cubicBezTo>
                  <a:pt x="9" y="82"/>
                  <a:pt x="9" y="82"/>
                  <a:pt x="9" y="82"/>
                </a:cubicBezTo>
                <a:cubicBezTo>
                  <a:pt x="9" y="85"/>
                  <a:pt x="11" y="87"/>
                  <a:pt x="14" y="87"/>
                </a:cubicBezTo>
                <a:cubicBezTo>
                  <a:pt x="17" y="87"/>
                  <a:pt x="19" y="85"/>
                  <a:pt x="19" y="82"/>
                </a:cubicBezTo>
                <a:cubicBezTo>
                  <a:pt x="19" y="44"/>
                  <a:pt x="19" y="44"/>
                  <a:pt x="19" y="44"/>
                </a:cubicBezTo>
                <a:cubicBezTo>
                  <a:pt x="21" y="44"/>
                  <a:pt x="21" y="44"/>
                  <a:pt x="21" y="44"/>
                </a:cubicBezTo>
                <a:cubicBezTo>
                  <a:pt x="21" y="82"/>
                  <a:pt x="21" y="82"/>
                  <a:pt x="21" y="82"/>
                </a:cubicBezTo>
                <a:cubicBezTo>
                  <a:pt x="21" y="85"/>
                  <a:pt x="23"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3" y="14"/>
                  <a:pt x="33" y="14"/>
                  <a:pt x="33" y="14"/>
                </a:cubicBezTo>
                <a:cubicBezTo>
                  <a:pt x="33" y="39"/>
                  <a:pt x="33" y="39"/>
                  <a:pt x="33" y="39"/>
                </a:cubicBezTo>
                <a:cubicBezTo>
                  <a:pt x="33"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7" y="0"/>
                  <a:pt x="31" y="0"/>
                </a:cubicBezTo>
                <a:close/>
              </a:path>
            </a:pathLst>
          </a:custGeom>
          <a:solidFill>
            <a:srgbClr val="92D050"/>
          </a:solidFill>
          <a:ln>
            <a:noFill/>
          </a:ln>
        </p:spPr>
        <p:txBody>
          <a:bodyPr/>
          <a:lstStyle/>
          <a:p>
            <a:endParaRPr lang="zh-CN" altLang="en-US"/>
          </a:p>
        </p:txBody>
      </p:sp>
      <p:sp>
        <p:nvSpPr>
          <p:cNvPr id="86" name="Oval 193"/>
          <p:cNvSpPr>
            <a:spLocks noChangeArrowheads="1"/>
          </p:cNvSpPr>
          <p:nvPr/>
        </p:nvSpPr>
        <p:spPr bwMode="auto">
          <a:xfrm>
            <a:off x="5016503" y="2995615"/>
            <a:ext cx="111125" cy="117475"/>
          </a:xfrm>
          <a:prstGeom prst="ellipse">
            <a:avLst/>
          </a:prstGeom>
          <a:solidFill>
            <a:srgbClr val="92D050"/>
          </a:solidFill>
          <a:ln>
            <a:noFill/>
          </a:ln>
        </p:spPr>
        <p:txBody>
          <a:bodyPr/>
          <a:lstStyle/>
          <a:p>
            <a:endParaRPr lang="zh-CN" altLang="en-US"/>
          </a:p>
        </p:txBody>
      </p:sp>
      <p:sp>
        <p:nvSpPr>
          <p:cNvPr id="87" name="Freeform 194"/>
          <p:cNvSpPr>
            <a:spLocks/>
          </p:cNvSpPr>
          <p:nvPr/>
        </p:nvSpPr>
        <p:spPr bwMode="auto">
          <a:xfrm>
            <a:off x="5265740" y="3119440"/>
            <a:ext cx="282575" cy="600075"/>
          </a:xfrm>
          <a:custGeom>
            <a:avLst/>
            <a:gdLst>
              <a:gd name="T0" fmla="*/ 32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2 w 41"/>
              <a:gd name="T39" fmla="*/ 82 h 87"/>
              <a:gd name="T40" fmla="*/ 32 w 41"/>
              <a:gd name="T41" fmla="*/ 38 h 87"/>
              <a:gd name="T42" fmla="*/ 32 w 41"/>
              <a:gd name="T43" fmla="*/ 38 h 87"/>
              <a:gd name="T44" fmla="*/ 32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2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2"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8"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2" y="85"/>
                  <a:pt x="32" y="82"/>
                </a:cubicBezTo>
                <a:cubicBezTo>
                  <a:pt x="32" y="38"/>
                  <a:pt x="32" y="38"/>
                  <a:pt x="32" y="38"/>
                </a:cubicBezTo>
                <a:cubicBezTo>
                  <a:pt x="32" y="38"/>
                  <a:pt x="32" y="38"/>
                  <a:pt x="32" y="38"/>
                </a:cubicBezTo>
                <a:cubicBezTo>
                  <a:pt x="32" y="14"/>
                  <a:pt x="32" y="14"/>
                  <a:pt x="32"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0"/>
                  <a:pt x="32" y="0"/>
                </a:cubicBezTo>
                <a:close/>
              </a:path>
            </a:pathLst>
          </a:custGeom>
          <a:solidFill>
            <a:srgbClr val="92D050"/>
          </a:solidFill>
          <a:ln>
            <a:noFill/>
          </a:ln>
        </p:spPr>
        <p:txBody>
          <a:bodyPr/>
          <a:lstStyle/>
          <a:p>
            <a:endParaRPr lang="zh-CN" altLang="en-US"/>
          </a:p>
        </p:txBody>
      </p:sp>
      <p:sp>
        <p:nvSpPr>
          <p:cNvPr id="88" name="Oval 195"/>
          <p:cNvSpPr>
            <a:spLocks noChangeArrowheads="1"/>
          </p:cNvSpPr>
          <p:nvPr/>
        </p:nvSpPr>
        <p:spPr bwMode="auto">
          <a:xfrm>
            <a:off x="5354640" y="2995615"/>
            <a:ext cx="111125" cy="117475"/>
          </a:xfrm>
          <a:prstGeom prst="ellipse">
            <a:avLst/>
          </a:prstGeom>
          <a:solidFill>
            <a:srgbClr val="92D050"/>
          </a:solidFill>
          <a:ln>
            <a:noFill/>
          </a:ln>
        </p:spPr>
        <p:txBody>
          <a:bodyPr/>
          <a:lstStyle/>
          <a:p>
            <a:endParaRPr lang="zh-CN" altLang="en-US"/>
          </a:p>
        </p:txBody>
      </p:sp>
      <p:sp>
        <p:nvSpPr>
          <p:cNvPr id="89" name="Freeform 196"/>
          <p:cNvSpPr>
            <a:spLocks/>
          </p:cNvSpPr>
          <p:nvPr/>
        </p:nvSpPr>
        <p:spPr bwMode="auto">
          <a:xfrm>
            <a:off x="5602290" y="3119440"/>
            <a:ext cx="282575" cy="600075"/>
          </a:xfrm>
          <a:custGeom>
            <a:avLst/>
            <a:gdLst>
              <a:gd name="T0" fmla="*/ 31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4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20 w 41"/>
              <a:gd name="T29" fmla="*/ 82 h 87"/>
              <a:gd name="T30" fmla="*/ 20 w 41"/>
              <a:gd name="T31" fmla="*/ 44 h 87"/>
              <a:gd name="T32" fmla="*/ 22 w 41"/>
              <a:gd name="T33" fmla="*/ 44 h 87"/>
              <a:gd name="T34" fmla="*/ 22 w 41"/>
              <a:gd name="T35" fmla="*/ 82 h 87"/>
              <a:gd name="T36" fmla="*/ 27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8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4" y="43"/>
                </a:cubicBezTo>
                <a:cubicBezTo>
                  <a:pt x="6"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20" y="85"/>
                  <a:pt x="20" y="82"/>
                </a:cubicBezTo>
                <a:cubicBezTo>
                  <a:pt x="20" y="44"/>
                  <a:pt x="20" y="44"/>
                  <a:pt x="20" y="44"/>
                </a:cubicBezTo>
                <a:cubicBezTo>
                  <a:pt x="22" y="44"/>
                  <a:pt x="22" y="44"/>
                  <a:pt x="22" y="44"/>
                </a:cubicBezTo>
                <a:cubicBezTo>
                  <a:pt x="22" y="82"/>
                  <a:pt x="22" y="82"/>
                  <a:pt x="22" y="82"/>
                </a:cubicBezTo>
                <a:cubicBezTo>
                  <a:pt x="22" y="85"/>
                  <a:pt x="24" y="87"/>
                  <a:pt x="27"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6" y="43"/>
                  <a:pt x="38" y="43"/>
                </a:cubicBezTo>
                <a:cubicBezTo>
                  <a:pt x="40"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a:lstStyle/>
          <a:p>
            <a:endParaRPr lang="zh-CN" altLang="en-US"/>
          </a:p>
        </p:txBody>
      </p:sp>
      <p:sp>
        <p:nvSpPr>
          <p:cNvPr id="90" name="Oval 197"/>
          <p:cNvSpPr>
            <a:spLocks noChangeArrowheads="1"/>
          </p:cNvSpPr>
          <p:nvPr/>
        </p:nvSpPr>
        <p:spPr bwMode="auto">
          <a:xfrm>
            <a:off x="5692776" y="2995615"/>
            <a:ext cx="109538" cy="117475"/>
          </a:xfrm>
          <a:prstGeom prst="ellipse">
            <a:avLst/>
          </a:prstGeom>
          <a:solidFill>
            <a:srgbClr val="92D050"/>
          </a:solidFill>
          <a:ln>
            <a:noFill/>
          </a:ln>
        </p:spPr>
        <p:txBody>
          <a:bodyPr/>
          <a:lstStyle/>
          <a:p>
            <a:endParaRPr lang="zh-CN" altLang="en-US"/>
          </a:p>
        </p:txBody>
      </p:sp>
      <p:sp>
        <p:nvSpPr>
          <p:cNvPr id="91" name="Freeform 198"/>
          <p:cNvSpPr>
            <a:spLocks/>
          </p:cNvSpPr>
          <p:nvPr/>
        </p:nvSpPr>
        <p:spPr bwMode="auto">
          <a:xfrm>
            <a:off x="4251328" y="3119440"/>
            <a:ext cx="282575" cy="600075"/>
          </a:xfrm>
          <a:custGeom>
            <a:avLst/>
            <a:gdLst>
              <a:gd name="T0" fmla="*/ 31 w 41"/>
              <a:gd name="T1" fmla="*/ 0 h 87"/>
              <a:gd name="T2" fmla="*/ 11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5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1" y="0"/>
                  <a:pt x="11" y="0"/>
                  <a:pt x="11" y="0"/>
                </a:cubicBezTo>
                <a:cubicBezTo>
                  <a:pt x="3" y="1"/>
                  <a:pt x="0" y="7"/>
                  <a:pt x="0" y="9"/>
                </a:cubicBezTo>
                <a:cubicBezTo>
                  <a:pt x="0" y="9"/>
                  <a:pt x="0" y="9"/>
                  <a:pt x="0" y="9"/>
                </a:cubicBezTo>
                <a:cubicBezTo>
                  <a:pt x="0" y="11"/>
                  <a:pt x="0" y="11"/>
                  <a:pt x="0" y="11"/>
                </a:cubicBezTo>
                <a:cubicBezTo>
                  <a:pt x="0" y="39"/>
                  <a:pt x="0" y="39"/>
                  <a:pt x="0" y="39"/>
                </a:cubicBezTo>
                <a:cubicBezTo>
                  <a:pt x="0" y="41"/>
                  <a:pt x="2"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5"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a:lstStyle/>
          <a:p>
            <a:endParaRPr lang="zh-CN" altLang="en-US"/>
          </a:p>
        </p:txBody>
      </p:sp>
      <p:sp>
        <p:nvSpPr>
          <p:cNvPr id="92" name="Oval 199"/>
          <p:cNvSpPr>
            <a:spLocks noChangeArrowheads="1"/>
          </p:cNvSpPr>
          <p:nvPr/>
        </p:nvSpPr>
        <p:spPr bwMode="auto">
          <a:xfrm>
            <a:off x="4333878" y="2995615"/>
            <a:ext cx="117475" cy="117475"/>
          </a:xfrm>
          <a:prstGeom prst="ellipse">
            <a:avLst/>
          </a:prstGeom>
          <a:solidFill>
            <a:srgbClr val="92D050"/>
          </a:solidFill>
          <a:ln>
            <a:noFill/>
          </a:ln>
        </p:spPr>
        <p:txBody>
          <a:bodyPr/>
          <a:lstStyle/>
          <a:p>
            <a:endParaRPr lang="zh-CN" altLang="en-US"/>
          </a:p>
        </p:txBody>
      </p:sp>
      <p:sp>
        <p:nvSpPr>
          <p:cNvPr id="93" name="Freeform 200"/>
          <p:cNvSpPr>
            <a:spLocks/>
          </p:cNvSpPr>
          <p:nvPr/>
        </p:nvSpPr>
        <p:spPr bwMode="auto">
          <a:xfrm>
            <a:off x="4589465" y="3119440"/>
            <a:ext cx="282575" cy="600075"/>
          </a:xfrm>
          <a:custGeom>
            <a:avLst/>
            <a:gdLst>
              <a:gd name="T0" fmla="*/ 31 w 41"/>
              <a:gd name="T1" fmla="*/ 0 h 87"/>
              <a:gd name="T2" fmla="*/ 10 w 41"/>
              <a:gd name="T3" fmla="*/ 0 h 87"/>
              <a:gd name="T4" fmla="*/ 0 w 41"/>
              <a:gd name="T5" fmla="*/ 9 h 87"/>
              <a:gd name="T6" fmla="*/ 0 w 41"/>
              <a:gd name="T7" fmla="*/ 9 h 87"/>
              <a:gd name="T8" fmla="*/ 0 w 41"/>
              <a:gd name="T9" fmla="*/ 11 h 87"/>
              <a:gd name="T10" fmla="*/ 0 w 41"/>
              <a:gd name="T11" fmla="*/ 39 h 87"/>
              <a:gd name="T12" fmla="*/ 3 w 41"/>
              <a:gd name="T13" fmla="*/ 43 h 87"/>
              <a:gd name="T14" fmla="*/ 7 w 41"/>
              <a:gd name="T15" fmla="*/ 39 h 87"/>
              <a:gd name="T16" fmla="*/ 7 w 41"/>
              <a:gd name="T17" fmla="*/ 14 h 87"/>
              <a:gd name="T18" fmla="*/ 10 w 41"/>
              <a:gd name="T19" fmla="*/ 14 h 87"/>
              <a:gd name="T20" fmla="*/ 10 w 41"/>
              <a:gd name="T21" fmla="*/ 38 h 87"/>
              <a:gd name="T22" fmla="*/ 10 w 41"/>
              <a:gd name="T23" fmla="*/ 39 h 87"/>
              <a:gd name="T24" fmla="*/ 10 w 41"/>
              <a:gd name="T25" fmla="*/ 82 h 87"/>
              <a:gd name="T26" fmla="*/ 14 w 41"/>
              <a:gd name="T27" fmla="*/ 87 h 87"/>
              <a:gd name="T28" fmla="*/ 19 w 41"/>
              <a:gd name="T29" fmla="*/ 82 h 87"/>
              <a:gd name="T30" fmla="*/ 19 w 41"/>
              <a:gd name="T31" fmla="*/ 44 h 87"/>
              <a:gd name="T32" fmla="*/ 22 w 41"/>
              <a:gd name="T33" fmla="*/ 44 h 87"/>
              <a:gd name="T34" fmla="*/ 22 w 41"/>
              <a:gd name="T35" fmla="*/ 82 h 87"/>
              <a:gd name="T36" fmla="*/ 26 w 41"/>
              <a:gd name="T37" fmla="*/ 87 h 87"/>
              <a:gd name="T38" fmla="*/ 31 w 41"/>
              <a:gd name="T39" fmla="*/ 82 h 87"/>
              <a:gd name="T40" fmla="*/ 31 w 41"/>
              <a:gd name="T41" fmla="*/ 38 h 87"/>
              <a:gd name="T42" fmla="*/ 31 w 41"/>
              <a:gd name="T43" fmla="*/ 38 h 87"/>
              <a:gd name="T44" fmla="*/ 31 w 41"/>
              <a:gd name="T45" fmla="*/ 14 h 87"/>
              <a:gd name="T46" fmla="*/ 34 w 41"/>
              <a:gd name="T47" fmla="*/ 14 h 87"/>
              <a:gd name="T48" fmla="*/ 34 w 41"/>
              <a:gd name="T49" fmla="*/ 39 h 87"/>
              <a:gd name="T50" fmla="*/ 37 w 41"/>
              <a:gd name="T51" fmla="*/ 43 h 87"/>
              <a:gd name="T52" fmla="*/ 41 w 41"/>
              <a:gd name="T53" fmla="*/ 39 h 87"/>
              <a:gd name="T54" fmla="*/ 41 w 41"/>
              <a:gd name="T55" fmla="*/ 11 h 87"/>
              <a:gd name="T56" fmla="*/ 41 w 41"/>
              <a:gd name="T57" fmla="*/ 9 h 87"/>
              <a:gd name="T58" fmla="*/ 41 w 41"/>
              <a:gd name="T59" fmla="*/ 9 h 87"/>
              <a:gd name="T60" fmla="*/ 31 w 41"/>
              <a:gd name="T6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 h="87">
                <a:moveTo>
                  <a:pt x="31" y="0"/>
                </a:moveTo>
                <a:cubicBezTo>
                  <a:pt x="10" y="0"/>
                  <a:pt x="10" y="0"/>
                  <a:pt x="10" y="0"/>
                </a:cubicBezTo>
                <a:cubicBezTo>
                  <a:pt x="3" y="1"/>
                  <a:pt x="0" y="7"/>
                  <a:pt x="0" y="9"/>
                </a:cubicBezTo>
                <a:cubicBezTo>
                  <a:pt x="0" y="9"/>
                  <a:pt x="0" y="9"/>
                  <a:pt x="0" y="9"/>
                </a:cubicBezTo>
                <a:cubicBezTo>
                  <a:pt x="0" y="11"/>
                  <a:pt x="0" y="11"/>
                  <a:pt x="0" y="11"/>
                </a:cubicBezTo>
                <a:cubicBezTo>
                  <a:pt x="0" y="39"/>
                  <a:pt x="0" y="39"/>
                  <a:pt x="0" y="39"/>
                </a:cubicBezTo>
                <a:cubicBezTo>
                  <a:pt x="0" y="41"/>
                  <a:pt x="1" y="43"/>
                  <a:pt x="3" y="43"/>
                </a:cubicBezTo>
                <a:cubicBezTo>
                  <a:pt x="5" y="43"/>
                  <a:pt x="7" y="41"/>
                  <a:pt x="7" y="39"/>
                </a:cubicBezTo>
                <a:cubicBezTo>
                  <a:pt x="7" y="14"/>
                  <a:pt x="7" y="14"/>
                  <a:pt x="7" y="14"/>
                </a:cubicBezTo>
                <a:cubicBezTo>
                  <a:pt x="10" y="14"/>
                  <a:pt x="10" y="14"/>
                  <a:pt x="10" y="14"/>
                </a:cubicBezTo>
                <a:cubicBezTo>
                  <a:pt x="10" y="38"/>
                  <a:pt x="10" y="38"/>
                  <a:pt x="10" y="38"/>
                </a:cubicBezTo>
                <a:cubicBezTo>
                  <a:pt x="10" y="39"/>
                  <a:pt x="10" y="39"/>
                  <a:pt x="10" y="39"/>
                </a:cubicBezTo>
                <a:cubicBezTo>
                  <a:pt x="10" y="82"/>
                  <a:pt x="10" y="82"/>
                  <a:pt x="10" y="82"/>
                </a:cubicBezTo>
                <a:cubicBezTo>
                  <a:pt x="10" y="85"/>
                  <a:pt x="12" y="87"/>
                  <a:pt x="14" y="87"/>
                </a:cubicBezTo>
                <a:cubicBezTo>
                  <a:pt x="17" y="87"/>
                  <a:pt x="19" y="85"/>
                  <a:pt x="19" y="82"/>
                </a:cubicBezTo>
                <a:cubicBezTo>
                  <a:pt x="19" y="44"/>
                  <a:pt x="19" y="44"/>
                  <a:pt x="19" y="44"/>
                </a:cubicBezTo>
                <a:cubicBezTo>
                  <a:pt x="22" y="44"/>
                  <a:pt x="22" y="44"/>
                  <a:pt x="22" y="44"/>
                </a:cubicBezTo>
                <a:cubicBezTo>
                  <a:pt x="22" y="82"/>
                  <a:pt x="22" y="82"/>
                  <a:pt x="22" y="82"/>
                </a:cubicBezTo>
                <a:cubicBezTo>
                  <a:pt x="22" y="85"/>
                  <a:pt x="24" y="87"/>
                  <a:pt x="26" y="87"/>
                </a:cubicBezTo>
                <a:cubicBezTo>
                  <a:pt x="29" y="87"/>
                  <a:pt x="31" y="85"/>
                  <a:pt x="31" y="82"/>
                </a:cubicBezTo>
                <a:cubicBezTo>
                  <a:pt x="31" y="38"/>
                  <a:pt x="31" y="38"/>
                  <a:pt x="31" y="38"/>
                </a:cubicBezTo>
                <a:cubicBezTo>
                  <a:pt x="31" y="38"/>
                  <a:pt x="31" y="38"/>
                  <a:pt x="31" y="38"/>
                </a:cubicBezTo>
                <a:cubicBezTo>
                  <a:pt x="31" y="14"/>
                  <a:pt x="31" y="14"/>
                  <a:pt x="31" y="14"/>
                </a:cubicBezTo>
                <a:cubicBezTo>
                  <a:pt x="34" y="14"/>
                  <a:pt x="34" y="14"/>
                  <a:pt x="34" y="14"/>
                </a:cubicBezTo>
                <a:cubicBezTo>
                  <a:pt x="34" y="39"/>
                  <a:pt x="34" y="39"/>
                  <a:pt x="34" y="39"/>
                </a:cubicBezTo>
                <a:cubicBezTo>
                  <a:pt x="34" y="41"/>
                  <a:pt x="35" y="43"/>
                  <a:pt x="37" y="43"/>
                </a:cubicBezTo>
                <a:cubicBezTo>
                  <a:pt x="39" y="43"/>
                  <a:pt x="41" y="41"/>
                  <a:pt x="41" y="39"/>
                </a:cubicBezTo>
                <a:cubicBezTo>
                  <a:pt x="41" y="11"/>
                  <a:pt x="41" y="11"/>
                  <a:pt x="41" y="11"/>
                </a:cubicBezTo>
                <a:cubicBezTo>
                  <a:pt x="41" y="9"/>
                  <a:pt x="41" y="9"/>
                  <a:pt x="41" y="9"/>
                </a:cubicBezTo>
                <a:cubicBezTo>
                  <a:pt x="41" y="9"/>
                  <a:pt x="41" y="9"/>
                  <a:pt x="41" y="9"/>
                </a:cubicBezTo>
                <a:cubicBezTo>
                  <a:pt x="41" y="6"/>
                  <a:pt x="38" y="0"/>
                  <a:pt x="31" y="0"/>
                </a:cubicBezTo>
                <a:close/>
              </a:path>
            </a:pathLst>
          </a:custGeom>
          <a:solidFill>
            <a:srgbClr val="92D050"/>
          </a:solidFill>
          <a:ln>
            <a:noFill/>
          </a:ln>
        </p:spPr>
        <p:txBody>
          <a:bodyPr/>
          <a:lstStyle/>
          <a:p>
            <a:endParaRPr lang="zh-CN" altLang="en-US"/>
          </a:p>
        </p:txBody>
      </p:sp>
      <p:sp>
        <p:nvSpPr>
          <p:cNvPr id="94" name="Oval 201"/>
          <p:cNvSpPr>
            <a:spLocks noChangeArrowheads="1"/>
          </p:cNvSpPr>
          <p:nvPr/>
        </p:nvSpPr>
        <p:spPr bwMode="auto">
          <a:xfrm>
            <a:off x="4672015" y="2995615"/>
            <a:ext cx="117475" cy="117475"/>
          </a:xfrm>
          <a:prstGeom prst="ellipse">
            <a:avLst/>
          </a:prstGeom>
          <a:solidFill>
            <a:srgbClr val="92D050"/>
          </a:solidFill>
          <a:ln>
            <a:noFill/>
          </a:ln>
        </p:spPr>
        <p:txBody>
          <a:bodyPr/>
          <a:lstStyle/>
          <a:p>
            <a:endParaRPr lang="zh-CN" altLang="en-US"/>
          </a:p>
        </p:txBody>
      </p:sp>
      <p:sp>
        <p:nvSpPr>
          <p:cNvPr id="95" name="矩形 1"/>
          <p:cNvSpPr>
            <a:spLocks noChangeArrowheads="1"/>
          </p:cNvSpPr>
          <p:nvPr/>
        </p:nvSpPr>
        <p:spPr bwMode="auto">
          <a:xfrm>
            <a:off x="6015618" y="1426788"/>
            <a:ext cx="251719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latin typeface="微软雅黑" panose="020B0503020204020204" charset="-122"/>
                <a:ea typeface="微软雅黑" panose="020B0503020204020204" charset="-122"/>
                <a:sym typeface="宋体" panose="02010600030101010101" pitchFamily="2" charset="-122"/>
              </a:rPr>
              <a:t>文字是很有艺术性的文字是很有艺术性的文字是很有艺术性的文字是很有艺术性的文字是很有艺术性的文字是很有艺术性的</a:t>
            </a:r>
          </a:p>
          <a:p>
            <a:pPr lvl="0"/>
            <a:endParaRPr lang="zh-CN" altLang="en-US" sz="1200" dirty="0">
              <a:latin typeface="微软雅黑" panose="020B0503020204020204" charset="-122"/>
              <a:ea typeface="微软雅黑" panose="020B0503020204020204" charset="-122"/>
              <a:sym typeface="宋体" panose="02010600030101010101" pitchFamily="2" charset="-122"/>
            </a:endParaRPr>
          </a:p>
        </p:txBody>
      </p:sp>
      <p:sp>
        <p:nvSpPr>
          <p:cNvPr id="96" name="TextBox 223"/>
          <p:cNvSpPr txBox="1"/>
          <p:nvPr/>
        </p:nvSpPr>
        <p:spPr>
          <a:xfrm>
            <a:off x="6212739" y="2289441"/>
            <a:ext cx="2198038" cy="1862048"/>
          </a:xfrm>
          <a:prstGeom prst="rect">
            <a:avLst/>
          </a:prstGeom>
          <a:noFill/>
        </p:spPr>
        <p:txBody>
          <a:bodyPr wrap="none">
            <a:spAutoFit/>
          </a:bodyPr>
          <a:lstStyle>
            <a:defPPr>
              <a:defRPr lang="zh-CN"/>
            </a:defPPr>
            <a:lvl1pPr algn="ctr" fontAlgn="auto">
              <a:spcBef>
                <a:spcPts val="0"/>
              </a:spcBef>
              <a:spcAft>
                <a:spcPts val="0"/>
              </a:spcAft>
              <a:defRPr sz="700" spc="300">
                <a:solidFill>
                  <a:schemeClr val="tx1">
                    <a:lumMod val="65000"/>
                    <a:lumOff val="35000"/>
                  </a:schemeClr>
                </a:solidFill>
                <a:latin typeface="微软雅黑" pitchFamily="34" charset="-122"/>
                <a:ea typeface="微软雅黑" pitchFamily="34" charset="-122"/>
                <a:cs typeface="Arial" pitchFamily="34" charset="0"/>
              </a:defRPr>
            </a:lvl1pPr>
          </a:lstStyle>
          <a:p>
            <a:r>
              <a:rPr lang="en-US" altLang="zh-CN" sz="11500" dirty="0">
                <a:solidFill>
                  <a:srgbClr val="CA2C3B"/>
                </a:solidFill>
                <a:latin typeface="方正中等线简体" pitchFamily="65" charset="-122"/>
                <a:ea typeface="方正中等线简体" pitchFamily="65" charset="-122"/>
              </a:rPr>
              <a:t>44</a:t>
            </a:r>
            <a:r>
              <a:rPr lang="en-US" altLang="zh-CN" sz="6600" dirty="0">
                <a:solidFill>
                  <a:srgbClr val="CA2C3B"/>
                </a:solidFill>
                <a:latin typeface="方正中等线简体" pitchFamily="65" charset="-122"/>
                <a:ea typeface="方正中等线简体" pitchFamily="65" charset="-122"/>
              </a:rPr>
              <a:t>%</a:t>
            </a:r>
            <a:endParaRPr lang="zh-CN" altLang="en-US" sz="6600" dirty="0">
              <a:solidFill>
                <a:srgbClr val="CA2C3B"/>
              </a:solidFill>
              <a:latin typeface="方正中等线简体" pitchFamily="65" charset="-122"/>
              <a:ea typeface="方正中等线简体" pitchFamily="65" charset="-122"/>
            </a:endParaRPr>
          </a:p>
        </p:txBody>
      </p:sp>
    </p:spTree>
    <p:extLst>
      <p:ext uri="{BB962C8B-B14F-4D97-AF65-F5344CB8AC3E}">
        <p14:creationId xmlns:p14="http://schemas.microsoft.com/office/powerpoint/2010/main" val="169561672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ppt_x"/>
                                          </p:val>
                                        </p:tav>
                                        <p:tav tm="100000">
                                          <p:val>
                                            <p:strVal val="#ppt_x"/>
                                          </p:val>
                                        </p:tav>
                                      </p:tavLst>
                                    </p:anim>
                                    <p:anim calcmode="lin" valueType="num">
                                      <p:cBhvr additive="base">
                                        <p:cTn id="52" dur="500" fill="hold"/>
                                        <p:tgtEl>
                                          <p:spTgt spid="1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00" fill="hold"/>
                                        <p:tgtEl>
                                          <p:spTgt spid="21"/>
                                        </p:tgtEl>
                                        <p:attrNameLst>
                                          <p:attrName>ppt_x</p:attrName>
                                        </p:attrNameLst>
                                      </p:cBhvr>
                                      <p:tavLst>
                                        <p:tav tm="0">
                                          <p:val>
                                            <p:strVal val="#ppt_x"/>
                                          </p:val>
                                        </p:tav>
                                        <p:tav tm="100000">
                                          <p:val>
                                            <p:strVal val="#ppt_x"/>
                                          </p:val>
                                        </p:tav>
                                      </p:tavLst>
                                    </p:anim>
                                    <p:anim calcmode="lin" valueType="num">
                                      <p:cBhvr additive="base">
                                        <p:cTn id="72" dur="500" fill="hold"/>
                                        <p:tgtEl>
                                          <p:spTgt spid="21"/>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00" fill="hold"/>
                                        <p:tgtEl>
                                          <p:spTgt spid="22"/>
                                        </p:tgtEl>
                                        <p:attrNameLst>
                                          <p:attrName>ppt_x</p:attrName>
                                        </p:attrNameLst>
                                      </p:cBhvr>
                                      <p:tavLst>
                                        <p:tav tm="0">
                                          <p:val>
                                            <p:strVal val="#ppt_x"/>
                                          </p:val>
                                        </p:tav>
                                        <p:tav tm="100000">
                                          <p:val>
                                            <p:strVal val="#ppt_x"/>
                                          </p:val>
                                        </p:tav>
                                      </p:tavLst>
                                    </p:anim>
                                    <p:anim calcmode="lin" valueType="num">
                                      <p:cBhvr additive="base">
                                        <p:cTn id="76" dur="500" fill="hold"/>
                                        <p:tgtEl>
                                          <p:spTgt spid="22"/>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ppt_x"/>
                                          </p:val>
                                        </p:tav>
                                        <p:tav tm="100000">
                                          <p:val>
                                            <p:strVal val="#ppt_x"/>
                                          </p:val>
                                        </p:tav>
                                      </p:tavLst>
                                    </p:anim>
                                    <p:anim calcmode="lin" valueType="num">
                                      <p:cBhvr additive="base">
                                        <p:cTn id="80" dur="500" fill="hold"/>
                                        <p:tgtEl>
                                          <p:spTgt spid="23"/>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fill="hold"/>
                                        <p:tgtEl>
                                          <p:spTgt spid="24"/>
                                        </p:tgtEl>
                                        <p:attrNameLst>
                                          <p:attrName>ppt_x</p:attrName>
                                        </p:attrNameLst>
                                      </p:cBhvr>
                                      <p:tavLst>
                                        <p:tav tm="0">
                                          <p:val>
                                            <p:strVal val="#ppt_x"/>
                                          </p:val>
                                        </p:tav>
                                        <p:tav tm="100000">
                                          <p:val>
                                            <p:strVal val="#ppt_x"/>
                                          </p:val>
                                        </p:tav>
                                      </p:tavLst>
                                    </p:anim>
                                    <p:anim calcmode="lin" valueType="num">
                                      <p:cBhvr additive="base">
                                        <p:cTn id="84" dur="500" fill="hold"/>
                                        <p:tgtEl>
                                          <p:spTgt spid="24"/>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 calcmode="lin" valueType="num">
                                      <p:cBhvr additive="base">
                                        <p:cTn id="87" dur="500" fill="hold"/>
                                        <p:tgtEl>
                                          <p:spTgt spid="31"/>
                                        </p:tgtEl>
                                        <p:attrNameLst>
                                          <p:attrName>ppt_x</p:attrName>
                                        </p:attrNameLst>
                                      </p:cBhvr>
                                      <p:tavLst>
                                        <p:tav tm="0">
                                          <p:val>
                                            <p:strVal val="#ppt_x"/>
                                          </p:val>
                                        </p:tav>
                                        <p:tav tm="100000">
                                          <p:val>
                                            <p:strVal val="#ppt_x"/>
                                          </p:val>
                                        </p:tav>
                                      </p:tavLst>
                                    </p:anim>
                                    <p:anim calcmode="lin" valueType="num">
                                      <p:cBhvr additive="base">
                                        <p:cTn id="88" dur="500" fill="hold"/>
                                        <p:tgtEl>
                                          <p:spTgt spid="3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 calcmode="lin" valueType="num">
                                      <p:cBhvr additive="base">
                                        <p:cTn id="91" dur="500" fill="hold"/>
                                        <p:tgtEl>
                                          <p:spTgt spid="32"/>
                                        </p:tgtEl>
                                        <p:attrNameLst>
                                          <p:attrName>ppt_x</p:attrName>
                                        </p:attrNameLst>
                                      </p:cBhvr>
                                      <p:tavLst>
                                        <p:tav tm="0">
                                          <p:val>
                                            <p:strVal val="#ppt_x"/>
                                          </p:val>
                                        </p:tav>
                                        <p:tav tm="100000">
                                          <p:val>
                                            <p:strVal val="#ppt_x"/>
                                          </p:val>
                                        </p:tav>
                                      </p:tavLst>
                                    </p:anim>
                                    <p:anim calcmode="lin" valueType="num">
                                      <p:cBhvr additive="base">
                                        <p:cTn id="92" dur="500" fill="hold"/>
                                        <p:tgtEl>
                                          <p:spTgt spid="32"/>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 calcmode="lin" valueType="num">
                                      <p:cBhvr additive="base">
                                        <p:cTn id="95" dur="500" fill="hold"/>
                                        <p:tgtEl>
                                          <p:spTgt spid="33"/>
                                        </p:tgtEl>
                                        <p:attrNameLst>
                                          <p:attrName>ppt_x</p:attrName>
                                        </p:attrNameLst>
                                      </p:cBhvr>
                                      <p:tavLst>
                                        <p:tav tm="0">
                                          <p:val>
                                            <p:strVal val="#ppt_x"/>
                                          </p:val>
                                        </p:tav>
                                        <p:tav tm="100000">
                                          <p:val>
                                            <p:strVal val="#ppt_x"/>
                                          </p:val>
                                        </p:tav>
                                      </p:tavLst>
                                    </p:anim>
                                    <p:anim calcmode="lin" valueType="num">
                                      <p:cBhvr additive="base">
                                        <p:cTn id="96" dur="500" fill="hold"/>
                                        <p:tgtEl>
                                          <p:spTgt spid="33"/>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 calcmode="lin" valueType="num">
                                      <p:cBhvr additive="base">
                                        <p:cTn id="99" dur="500" fill="hold"/>
                                        <p:tgtEl>
                                          <p:spTgt spid="34"/>
                                        </p:tgtEl>
                                        <p:attrNameLst>
                                          <p:attrName>ppt_x</p:attrName>
                                        </p:attrNameLst>
                                      </p:cBhvr>
                                      <p:tavLst>
                                        <p:tav tm="0">
                                          <p:val>
                                            <p:strVal val="#ppt_x"/>
                                          </p:val>
                                        </p:tav>
                                        <p:tav tm="100000">
                                          <p:val>
                                            <p:strVal val="#ppt_x"/>
                                          </p:val>
                                        </p:tav>
                                      </p:tavLst>
                                    </p:anim>
                                    <p:anim calcmode="lin" valueType="num">
                                      <p:cBhvr additive="base">
                                        <p:cTn id="100" dur="500" fill="hold"/>
                                        <p:tgtEl>
                                          <p:spTgt spid="34"/>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 calcmode="lin" valueType="num">
                                      <p:cBhvr additive="base">
                                        <p:cTn id="103" dur="500" fill="hold"/>
                                        <p:tgtEl>
                                          <p:spTgt spid="35"/>
                                        </p:tgtEl>
                                        <p:attrNameLst>
                                          <p:attrName>ppt_x</p:attrName>
                                        </p:attrNameLst>
                                      </p:cBhvr>
                                      <p:tavLst>
                                        <p:tav tm="0">
                                          <p:val>
                                            <p:strVal val="#ppt_x"/>
                                          </p:val>
                                        </p:tav>
                                        <p:tav tm="100000">
                                          <p:val>
                                            <p:strVal val="#ppt_x"/>
                                          </p:val>
                                        </p:tav>
                                      </p:tavLst>
                                    </p:anim>
                                    <p:anim calcmode="lin" valueType="num">
                                      <p:cBhvr additive="base">
                                        <p:cTn id="104" dur="500" fill="hold"/>
                                        <p:tgtEl>
                                          <p:spTgt spid="35"/>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 calcmode="lin" valueType="num">
                                      <p:cBhvr additive="base">
                                        <p:cTn id="107" dur="500" fill="hold"/>
                                        <p:tgtEl>
                                          <p:spTgt spid="36"/>
                                        </p:tgtEl>
                                        <p:attrNameLst>
                                          <p:attrName>ppt_x</p:attrName>
                                        </p:attrNameLst>
                                      </p:cBhvr>
                                      <p:tavLst>
                                        <p:tav tm="0">
                                          <p:val>
                                            <p:strVal val="#ppt_x"/>
                                          </p:val>
                                        </p:tav>
                                        <p:tav tm="100000">
                                          <p:val>
                                            <p:strVal val="#ppt_x"/>
                                          </p:val>
                                        </p:tav>
                                      </p:tavLst>
                                    </p:anim>
                                    <p:anim calcmode="lin" valueType="num">
                                      <p:cBhvr additive="base">
                                        <p:cTn id="108" dur="500" fill="hold"/>
                                        <p:tgtEl>
                                          <p:spTgt spid="36"/>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 calcmode="lin" valueType="num">
                                      <p:cBhvr additive="base">
                                        <p:cTn id="111" dur="500" fill="hold"/>
                                        <p:tgtEl>
                                          <p:spTgt spid="37"/>
                                        </p:tgtEl>
                                        <p:attrNameLst>
                                          <p:attrName>ppt_x</p:attrName>
                                        </p:attrNameLst>
                                      </p:cBhvr>
                                      <p:tavLst>
                                        <p:tav tm="0">
                                          <p:val>
                                            <p:strVal val="#ppt_x"/>
                                          </p:val>
                                        </p:tav>
                                        <p:tav tm="100000">
                                          <p:val>
                                            <p:strVal val="#ppt_x"/>
                                          </p:val>
                                        </p:tav>
                                      </p:tavLst>
                                    </p:anim>
                                    <p:anim calcmode="lin" valueType="num">
                                      <p:cBhvr additive="base">
                                        <p:cTn id="112" dur="500" fill="hold"/>
                                        <p:tgtEl>
                                          <p:spTgt spid="37"/>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 calcmode="lin" valueType="num">
                                      <p:cBhvr additive="base">
                                        <p:cTn id="115" dur="500" fill="hold"/>
                                        <p:tgtEl>
                                          <p:spTgt spid="38"/>
                                        </p:tgtEl>
                                        <p:attrNameLst>
                                          <p:attrName>ppt_x</p:attrName>
                                        </p:attrNameLst>
                                      </p:cBhvr>
                                      <p:tavLst>
                                        <p:tav tm="0">
                                          <p:val>
                                            <p:strVal val="#ppt_x"/>
                                          </p:val>
                                        </p:tav>
                                        <p:tav tm="100000">
                                          <p:val>
                                            <p:strVal val="#ppt_x"/>
                                          </p:val>
                                        </p:tav>
                                      </p:tavLst>
                                    </p:anim>
                                    <p:anim calcmode="lin" valueType="num">
                                      <p:cBhvr additive="base">
                                        <p:cTn id="116" dur="500" fill="hold"/>
                                        <p:tgtEl>
                                          <p:spTgt spid="38"/>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9"/>
                                        </p:tgtEl>
                                        <p:attrNameLst>
                                          <p:attrName>style.visibility</p:attrName>
                                        </p:attrNameLst>
                                      </p:cBhvr>
                                      <p:to>
                                        <p:strVal val="visible"/>
                                      </p:to>
                                    </p:set>
                                    <p:anim calcmode="lin" valueType="num">
                                      <p:cBhvr additive="base">
                                        <p:cTn id="119" dur="500" fill="hold"/>
                                        <p:tgtEl>
                                          <p:spTgt spid="39"/>
                                        </p:tgtEl>
                                        <p:attrNameLst>
                                          <p:attrName>ppt_x</p:attrName>
                                        </p:attrNameLst>
                                      </p:cBhvr>
                                      <p:tavLst>
                                        <p:tav tm="0">
                                          <p:val>
                                            <p:strVal val="#ppt_x"/>
                                          </p:val>
                                        </p:tav>
                                        <p:tav tm="100000">
                                          <p:val>
                                            <p:strVal val="#ppt_x"/>
                                          </p:val>
                                        </p:tav>
                                      </p:tavLst>
                                    </p:anim>
                                    <p:anim calcmode="lin" valueType="num">
                                      <p:cBhvr additive="base">
                                        <p:cTn id="120" dur="500" fill="hold"/>
                                        <p:tgtEl>
                                          <p:spTgt spid="39"/>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 calcmode="lin" valueType="num">
                                      <p:cBhvr additive="base">
                                        <p:cTn id="123" dur="500" fill="hold"/>
                                        <p:tgtEl>
                                          <p:spTgt spid="40"/>
                                        </p:tgtEl>
                                        <p:attrNameLst>
                                          <p:attrName>ppt_x</p:attrName>
                                        </p:attrNameLst>
                                      </p:cBhvr>
                                      <p:tavLst>
                                        <p:tav tm="0">
                                          <p:val>
                                            <p:strVal val="#ppt_x"/>
                                          </p:val>
                                        </p:tav>
                                        <p:tav tm="100000">
                                          <p:val>
                                            <p:strVal val="#ppt_x"/>
                                          </p:val>
                                        </p:tav>
                                      </p:tavLst>
                                    </p:anim>
                                    <p:anim calcmode="lin" valueType="num">
                                      <p:cBhvr additive="base">
                                        <p:cTn id="124" dur="500" fill="hold"/>
                                        <p:tgtEl>
                                          <p:spTgt spid="40"/>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41"/>
                                        </p:tgtEl>
                                        <p:attrNameLst>
                                          <p:attrName>style.visibility</p:attrName>
                                        </p:attrNameLst>
                                      </p:cBhvr>
                                      <p:to>
                                        <p:strVal val="visible"/>
                                      </p:to>
                                    </p:set>
                                    <p:anim calcmode="lin" valueType="num">
                                      <p:cBhvr additive="base">
                                        <p:cTn id="127" dur="500" fill="hold"/>
                                        <p:tgtEl>
                                          <p:spTgt spid="41"/>
                                        </p:tgtEl>
                                        <p:attrNameLst>
                                          <p:attrName>ppt_x</p:attrName>
                                        </p:attrNameLst>
                                      </p:cBhvr>
                                      <p:tavLst>
                                        <p:tav tm="0">
                                          <p:val>
                                            <p:strVal val="#ppt_x"/>
                                          </p:val>
                                        </p:tav>
                                        <p:tav tm="100000">
                                          <p:val>
                                            <p:strVal val="#ppt_x"/>
                                          </p:val>
                                        </p:tav>
                                      </p:tavLst>
                                    </p:anim>
                                    <p:anim calcmode="lin" valueType="num">
                                      <p:cBhvr additive="base">
                                        <p:cTn id="128" dur="500" fill="hold"/>
                                        <p:tgtEl>
                                          <p:spTgt spid="41"/>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anim calcmode="lin" valueType="num">
                                      <p:cBhvr additive="base">
                                        <p:cTn id="131" dur="500" fill="hold"/>
                                        <p:tgtEl>
                                          <p:spTgt spid="42"/>
                                        </p:tgtEl>
                                        <p:attrNameLst>
                                          <p:attrName>ppt_x</p:attrName>
                                        </p:attrNameLst>
                                      </p:cBhvr>
                                      <p:tavLst>
                                        <p:tav tm="0">
                                          <p:val>
                                            <p:strVal val="#ppt_x"/>
                                          </p:val>
                                        </p:tav>
                                        <p:tav tm="100000">
                                          <p:val>
                                            <p:strVal val="#ppt_x"/>
                                          </p:val>
                                        </p:tav>
                                      </p:tavLst>
                                    </p:anim>
                                    <p:anim calcmode="lin" valueType="num">
                                      <p:cBhvr additive="base">
                                        <p:cTn id="132" dur="500" fill="hold"/>
                                        <p:tgtEl>
                                          <p:spTgt spid="42"/>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anim calcmode="lin" valueType="num">
                                      <p:cBhvr additive="base">
                                        <p:cTn id="135" dur="500" fill="hold"/>
                                        <p:tgtEl>
                                          <p:spTgt spid="43"/>
                                        </p:tgtEl>
                                        <p:attrNameLst>
                                          <p:attrName>ppt_x</p:attrName>
                                        </p:attrNameLst>
                                      </p:cBhvr>
                                      <p:tavLst>
                                        <p:tav tm="0">
                                          <p:val>
                                            <p:strVal val="#ppt_x"/>
                                          </p:val>
                                        </p:tav>
                                        <p:tav tm="100000">
                                          <p:val>
                                            <p:strVal val="#ppt_x"/>
                                          </p:val>
                                        </p:tav>
                                      </p:tavLst>
                                    </p:anim>
                                    <p:anim calcmode="lin" valueType="num">
                                      <p:cBhvr additive="base">
                                        <p:cTn id="136" dur="500" fill="hold"/>
                                        <p:tgtEl>
                                          <p:spTgt spid="43"/>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44"/>
                                        </p:tgtEl>
                                        <p:attrNameLst>
                                          <p:attrName>style.visibility</p:attrName>
                                        </p:attrNameLst>
                                      </p:cBhvr>
                                      <p:to>
                                        <p:strVal val="visible"/>
                                      </p:to>
                                    </p:set>
                                    <p:anim calcmode="lin" valueType="num">
                                      <p:cBhvr additive="base">
                                        <p:cTn id="139" dur="500" fill="hold"/>
                                        <p:tgtEl>
                                          <p:spTgt spid="44"/>
                                        </p:tgtEl>
                                        <p:attrNameLst>
                                          <p:attrName>ppt_x</p:attrName>
                                        </p:attrNameLst>
                                      </p:cBhvr>
                                      <p:tavLst>
                                        <p:tav tm="0">
                                          <p:val>
                                            <p:strVal val="#ppt_x"/>
                                          </p:val>
                                        </p:tav>
                                        <p:tav tm="100000">
                                          <p:val>
                                            <p:strVal val="#ppt_x"/>
                                          </p:val>
                                        </p:tav>
                                      </p:tavLst>
                                    </p:anim>
                                    <p:anim calcmode="lin" valueType="num">
                                      <p:cBhvr additive="base">
                                        <p:cTn id="140" dur="500" fill="hold"/>
                                        <p:tgtEl>
                                          <p:spTgt spid="44"/>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45"/>
                                        </p:tgtEl>
                                        <p:attrNameLst>
                                          <p:attrName>style.visibility</p:attrName>
                                        </p:attrNameLst>
                                      </p:cBhvr>
                                      <p:to>
                                        <p:strVal val="visible"/>
                                      </p:to>
                                    </p:set>
                                    <p:anim calcmode="lin" valueType="num">
                                      <p:cBhvr additive="base">
                                        <p:cTn id="143" dur="500" fill="hold"/>
                                        <p:tgtEl>
                                          <p:spTgt spid="45"/>
                                        </p:tgtEl>
                                        <p:attrNameLst>
                                          <p:attrName>ppt_x</p:attrName>
                                        </p:attrNameLst>
                                      </p:cBhvr>
                                      <p:tavLst>
                                        <p:tav tm="0">
                                          <p:val>
                                            <p:strVal val="#ppt_x"/>
                                          </p:val>
                                        </p:tav>
                                        <p:tav tm="100000">
                                          <p:val>
                                            <p:strVal val="#ppt_x"/>
                                          </p:val>
                                        </p:tav>
                                      </p:tavLst>
                                    </p:anim>
                                    <p:anim calcmode="lin" valueType="num">
                                      <p:cBhvr additive="base">
                                        <p:cTn id="144" dur="500" fill="hold"/>
                                        <p:tgtEl>
                                          <p:spTgt spid="45"/>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46"/>
                                        </p:tgtEl>
                                        <p:attrNameLst>
                                          <p:attrName>style.visibility</p:attrName>
                                        </p:attrNameLst>
                                      </p:cBhvr>
                                      <p:to>
                                        <p:strVal val="visible"/>
                                      </p:to>
                                    </p:set>
                                    <p:anim calcmode="lin" valueType="num">
                                      <p:cBhvr additive="base">
                                        <p:cTn id="147" dur="500" fill="hold"/>
                                        <p:tgtEl>
                                          <p:spTgt spid="46"/>
                                        </p:tgtEl>
                                        <p:attrNameLst>
                                          <p:attrName>ppt_x</p:attrName>
                                        </p:attrNameLst>
                                      </p:cBhvr>
                                      <p:tavLst>
                                        <p:tav tm="0">
                                          <p:val>
                                            <p:strVal val="#ppt_x"/>
                                          </p:val>
                                        </p:tav>
                                        <p:tav tm="100000">
                                          <p:val>
                                            <p:strVal val="#ppt_x"/>
                                          </p:val>
                                        </p:tav>
                                      </p:tavLst>
                                    </p:anim>
                                    <p:anim calcmode="lin" valueType="num">
                                      <p:cBhvr additive="base">
                                        <p:cTn id="148" dur="500" fill="hold"/>
                                        <p:tgtEl>
                                          <p:spTgt spid="46"/>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47"/>
                                        </p:tgtEl>
                                        <p:attrNameLst>
                                          <p:attrName>style.visibility</p:attrName>
                                        </p:attrNameLst>
                                      </p:cBhvr>
                                      <p:to>
                                        <p:strVal val="visible"/>
                                      </p:to>
                                    </p:set>
                                    <p:anim calcmode="lin" valueType="num">
                                      <p:cBhvr additive="base">
                                        <p:cTn id="151" dur="500" fill="hold"/>
                                        <p:tgtEl>
                                          <p:spTgt spid="47"/>
                                        </p:tgtEl>
                                        <p:attrNameLst>
                                          <p:attrName>ppt_x</p:attrName>
                                        </p:attrNameLst>
                                      </p:cBhvr>
                                      <p:tavLst>
                                        <p:tav tm="0">
                                          <p:val>
                                            <p:strVal val="#ppt_x"/>
                                          </p:val>
                                        </p:tav>
                                        <p:tav tm="100000">
                                          <p:val>
                                            <p:strVal val="#ppt_x"/>
                                          </p:val>
                                        </p:tav>
                                      </p:tavLst>
                                    </p:anim>
                                    <p:anim calcmode="lin" valueType="num">
                                      <p:cBhvr additive="base">
                                        <p:cTn id="152" dur="500" fill="hold"/>
                                        <p:tgtEl>
                                          <p:spTgt spid="47"/>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48"/>
                                        </p:tgtEl>
                                        <p:attrNameLst>
                                          <p:attrName>style.visibility</p:attrName>
                                        </p:attrNameLst>
                                      </p:cBhvr>
                                      <p:to>
                                        <p:strVal val="visible"/>
                                      </p:to>
                                    </p:set>
                                    <p:anim calcmode="lin" valueType="num">
                                      <p:cBhvr additive="base">
                                        <p:cTn id="155" dur="500" fill="hold"/>
                                        <p:tgtEl>
                                          <p:spTgt spid="48"/>
                                        </p:tgtEl>
                                        <p:attrNameLst>
                                          <p:attrName>ppt_x</p:attrName>
                                        </p:attrNameLst>
                                      </p:cBhvr>
                                      <p:tavLst>
                                        <p:tav tm="0">
                                          <p:val>
                                            <p:strVal val="#ppt_x"/>
                                          </p:val>
                                        </p:tav>
                                        <p:tav tm="100000">
                                          <p:val>
                                            <p:strVal val="#ppt_x"/>
                                          </p:val>
                                        </p:tav>
                                      </p:tavLst>
                                    </p:anim>
                                    <p:anim calcmode="lin" valueType="num">
                                      <p:cBhvr additive="base">
                                        <p:cTn id="156" dur="500" fill="hold"/>
                                        <p:tgtEl>
                                          <p:spTgt spid="48"/>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49"/>
                                        </p:tgtEl>
                                        <p:attrNameLst>
                                          <p:attrName>style.visibility</p:attrName>
                                        </p:attrNameLst>
                                      </p:cBhvr>
                                      <p:to>
                                        <p:strVal val="visible"/>
                                      </p:to>
                                    </p:set>
                                    <p:anim calcmode="lin" valueType="num">
                                      <p:cBhvr additive="base">
                                        <p:cTn id="159" dur="500" fill="hold"/>
                                        <p:tgtEl>
                                          <p:spTgt spid="49"/>
                                        </p:tgtEl>
                                        <p:attrNameLst>
                                          <p:attrName>ppt_x</p:attrName>
                                        </p:attrNameLst>
                                      </p:cBhvr>
                                      <p:tavLst>
                                        <p:tav tm="0">
                                          <p:val>
                                            <p:strVal val="#ppt_x"/>
                                          </p:val>
                                        </p:tav>
                                        <p:tav tm="100000">
                                          <p:val>
                                            <p:strVal val="#ppt_x"/>
                                          </p:val>
                                        </p:tav>
                                      </p:tavLst>
                                    </p:anim>
                                    <p:anim calcmode="lin" valueType="num">
                                      <p:cBhvr additive="base">
                                        <p:cTn id="160" dur="500" fill="hold"/>
                                        <p:tgtEl>
                                          <p:spTgt spid="49"/>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50"/>
                                        </p:tgtEl>
                                        <p:attrNameLst>
                                          <p:attrName>style.visibility</p:attrName>
                                        </p:attrNameLst>
                                      </p:cBhvr>
                                      <p:to>
                                        <p:strVal val="visible"/>
                                      </p:to>
                                    </p:set>
                                    <p:anim calcmode="lin" valueType="num">
                                      <p:cBhvr additive="base">
                                        <p:cTn id="163" dur="500" fill="hold"/>
                                        <p:tgtEl>
                                          <p:spTgt spid="50"/>
                                        </p:tgtEl>
                                        <p:attrNameLst>
                                          <p:attrName>ppt_x</p:attrName>
                                        </p:attrNameLst>
                                      </p:cBhvr>
                                      <p:tavLst>
                                        <p:tav tm="0">
                                          <p:val>
                                            <p:strVal val="#ppt_x"/>
                                          </p:val>
                                        </p:tav>
                                        <p:tav tm="100000">
                                          <p:val>
                                            <p:strVal val="#ppt_x"/>
                                          </p:val>
                                        </p:tav>
                                      </p:tavLst>
                                    </p:anim>
                                    <p:anim calcmode="lin" valueType="num">
                                      <p:cBhvr additive="base">
                                        <p:cTn id="164" dur="500" fill="hold"/>
                                        <p:tgtEl>
                                          <p:spTgt spid="50"/>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51"/>
                                        </p:tgtEl>
                                        <p:attrNameLst>
                                          <p:attrName>style.visibility</p:attrName>
                                        </p:attrNameLst>
                                      </p:cBhvr>
                                      <p:to>
                                        <p:strVal val="visible"/>
                                      </p:to>
                                    </p:set>
                                    <p:anim calcmode="lin" valueType="num">
                                      <p:cBhvr additive="base">
                                        <p:cTn id="167" dur="500" fill="hold"/>
                                        <p:tgtEl>
                                          <p:spTgt spid="51"/>
                                        </p:tgtEl>
                                        <p:attrNameLst>
                                          <p:attrName>ppt_x</p:attrName>
                                        </p:attrNameLst>
                                      </p:cBhvr>
                                      <p:tavLst>
                                        <p:tav tm="0">
                                          <p:val>
                                            <p:strVal val="#ppt_x"/>
                                          </p:val>
                                        </p:tav>
                                        <p:tav tm="100000">
                                          <p:val>
                                            <p:strVal val="#ppt_x"/>
                                          </p:val>
                                        </p:tav>
                                      </p:tavLst>
                                    </p:anim>
                                    <p:anim calcmode="lin" valueType="num">
                                      <p:cBhvr additive="base">
                                        <p:cTn id="168" dur="500" fill="hold"/>
                                        <p:tgtEl>
                                          <p:spTgt spid="51"/>
                                        </p:tgtEl>
                                        <p:attrNameLst>
                                          <p:attrName>ppt_y</p:attrName>
                                        </p:attrNameLst>
                                      </p:cBhvr>
                                      <p:tavLst>
                                        <p:tav tm="0">
                                          <p:val>
                                            <p:strVal val="1+#ppt_h/2"/>
                                          </p:val>
                                        </p:tav>
                                        <p:tav tm="100000">
                                          <p:val>
                                            <p:strVal val="#ppt_y"/>
                                          </p:val>
                                        </p:tav>
                                      </p:tavLst>
                                    </p:anim>
                                  </p:childTnLst>
                                </p:cTn>
                              </p:par>
                              <p:par>
                                <p:cTn id="169" presetID="2" presetClass="entr" presetSubtype="4" fill="hold" grpId="0" nodeType="withEffect">
                                  <p:stCondLst>
                                    <p:cond delay="0"/>
                                  </p:stCondLst>
                                  <p:childTnLst>
                                    <p:set>
                                      <p:cBhvr>
                                        <p:cTn id="170" dur="1" fill="hold">
                                          <p:stCondLst>
                                            <p:cond delay="0"/>
                                          </p:stCondLst>
                                        </p:cTn>
                                        <p:tgtEl>
                                          <p:spTgt spid="52"/>
                                        </p:tgtEl>
                                        <p:attrNameLst>
                                          <p:attrName>style.visibility</p:attrName>
                                        </p:attrNameLst>
                                      </p:cBhvr>
                                      <p:to>
                                        <p:strVal val="visible"/>
                                      </p:to>
                                    </p:set>
                                    <p:anim calcmode="lin" valueType="num">
                                      <p:cBhvr additive="base">
                                        <p:cTn id="171" dur="500" fill="hold"/>
                                        <p:tgtEl>
                                          <p:spTgt spid="52"/>
                                        </p:tgtEl>
                                        <p:attrNameLst>
                                          <p:attrName>ppt_x</p:attrName>
                                        </p:attrNameLst>
                                      </p:cBhvr>
                                      <p:tavLst>
                                        <p:tav tm="0">
                                          <p:val>
                                            <p:strVal val="#ppt_x"/>
                                          </p:val>
                                        </p:tav>
                                        <p:tav tm="100000">
                                          <p:val>
                                            <p:strVal val="#ppt_x"/>
                                          </p:val>
                                        </p:tav>
                                      </p:tavLst>
                                    </p:anim>
                                    <p:anim calcmode="lin" valueType="num">
                                      <p:cBhvr additive="base">
                                        <p:cTn id="172" dur="500" fill="hold"/>
                                        <p:tgtEl>
                                          <p:spTgt spid="52"/>
                                        </p:tgtEl>
                                        <p:attrNameLst>
                                          <p:attrName>ppt_y</p:attrName>
                                        </p:attrNameLst>
                                      </p:cBhvr>
                                      <p:tavLst>
                                        <p:tav tm="0">
                                          <p:val>
                                            <p:strVal val="1+#ppt_h/2"/>
                                          </p:val>
                                        </p:tav>
                                        <p:tav tm="100000">
                                          <p:val>
                                            <p:strVal val="#ppt_y"/>
                                          </p:val>
                                        </p:tav>
                                      </p:tavLst>
                                    </p:anim>
                                  </p:childTnLst>
                                </p:cTn>
                              </p:par>
                              <p:par>
                                <p:cTn id="173" presetID="2" presetClass="entr" presetSubtype="4" fill="hold" grpId="0" nodeType="withEffect">
                                  <p:stCondLst>
                                    <p:cond delay="0"/>
                                  </p:stCondLst>
                                  <p:childTnLst>
                                    <p:set>
                                      <p:cBhvr>
                                        <p:cTn id="174" dur="1" fill="hold">
                                          <p:stCondLst>
                                            <p:cond delay="0"/>
                                          </p:stCondLst>
                                        </p:cTn>
                                        <p:tgtEl>
                                          <p:spTgt spid="53"/>
                                        </p:tgtEl>
                                        <p:attrNameLst>
                                          <p:attrName>style.visibility</p:attrName>
                                        </p:attrNameLst>
                                      </p:cBhvr>
                                      <p:to>
                                        <p:strVal val="visible"/>
                                      </p:to>
                                    </p:set>
                                    <p:anim calcmode="lin" valueType="num">
                                      <p:cBhvr additive="base">
                                        <p:cTn id="175" dur="500" fill="hold"/>
                                        <p:tgtEl>
                                          <p:spTgt spid="53"/>
                                        </p:tgtEl>
                                        <p:attrNameLst>
                                          <p:attrName>ppt_x</p:attrName>
                                        </p:attrNameLst>
                                      </p:cBhvr>
                                      <p:tavLst>
                                        <p:tav tm="0">
                                          <p:val>
                                            <p:strVal val="#ppt_x"/>
                                          </p:val>
                                        </p:tav>
                                        <p:tav tm="100000">
                                          <p:val>
                                            <p:strVal val="#ppt_x"/>
                                          </p:val>
                                        </p:tav>
                                      </p:tavLst>
                                    </p:anim>
                                    <p:anim calcmode="lin" valueType="num">
                                      <p:cBhvr additive="base">
                                        <p:cTn id="176" dur="500" fill="hold"/>
                                        <p:tgtEl>
                                          <p:spTgt spid="53"/>
                                        </p:tgtEl>
                                        <p:attrNameLst>
                                          <p:attrName>ppt_y</p:attrName>
                                        </p:attrNameLst>
                                      </p:cBhvr>
                                      <p:tavLst>
                                        <p:tav tm="0">
                                          <p:val>
                                            <p:strVal val="1+#ppt_h/2"/>
                                          </p:val>
                                        </p:tav>
                                        <p:tav tm="100000">
                                          <p:val>
                                            <p:strVal val="#ppt_y"/>
                                          </p:val>
                                        </p:tav>
                                      </p:tavLst>
                                    </p:anim>
                                  </p:childTnLst>
                                </p:cTn>
                              </p:par>
                              <p:par>
                                <p:cTn id="177" presetID="2" presetClass="entr" presetSubtype="4" fill="hold" grpId="0" nodeType="withEffect">
                                  <p:stCondLst>
                                    <p:cond delay="0"/>
                                  </p:stCondLst>
                                  <p:childTnLst>
                                    <p:set>
                                      <p:cBhvr>
                                        <p:cTn id="178" dur="1" fill="hold">
                                          <p:stCondLst>
                                            <p:cond delay="0"/>
                                          </p:stCondLst>
                                        </p:cTn>
                                        <p:tgtEl>
                                          <p:spTgt spid="54"/>
                                        </p:tgtEl>
                                        <p:attrNameLst>
                                          <p:attrName>style.visibility</p:attrName>
                                        </p:attrNameLst>
                                      </p:cBhvr>
                                      <p:to>
                                        <p:strVal val="visible"/>
                                      </p:to>
                                    </p:set>
                                    <p:anim calcmode="lin" valueType="num">
                                      <p:cBhvr additive="base">
                                        <p:cTn id="179" dur="500" fill="hold"/>
                                        <p:tgtEl>
                                          <p:spTgt spid="54"/>
                                        </p:tgtEl>
                                        <p:attrNameLst>
                                          <p:attrName>ppt_x</p:attrName>
                                        </p:attrNameLst>
                                      </p:cBhvr>
                                      <p:tavLst>
                                        <p:tav tm="0">
                                          <p:val>
                                            <p:strVal val="#ppt_x"/>
                                          </p:val>
                                        </p:tav>
                                        <p:tav tm="100000">
                                          <p:val>
                                            <p:strVal val="#ppt_x"/>
                                          </p:val>
                                        </p:tav>
                                      </p:tavLst>
                                    </p:anim>
                                    <p:anim calcmode="lin" valueType="num">
                                      <p:cBhvr additive="base">
                                        <p:cTn id="180" dur="500" fill="hold"/>
                                        <p:tgtEl>
                                          <p:spTgt spid="54"/>
                                        </p:tgtEl>
                                        <p:attrNameLst>
                                          <p:attrName>ppt_y</p:attrName>
                                        </p:attrNameLst>
                                      </p:cBhvr>
                                      <p:tavLst>
                                        <p:tav tm="0">
                                          <p:val>
                                            <p:strVal val="1+#ppt_h/2"/>
                                          </p:val>
                                        </p:tav>
                                        <p:tav tm="100000">
                                          <p:val>
                                            <p:strVal val="#ppt_y"/>
                                          </p:val>
                                        </p:tav>
                                      </p:tavLst>
                                    </p:anim>
                                  </p:childTnLst>
                                </p:cTn>
                              </p:par>
                              <p:par>
                                <p:cTn id="181" presetID="2" presetClass="entr" presetSubtype="4" fill="hold" grpId="0" nodeType="withEffect">
                                  <p:stCondLst>
                                    <p:cond delay="0"/>
                                  </p:stCondLst>
                                  <p:childTnLst>
                                    <p:set>
                                      <p:cBhvr>
                                        <p:cTn id="182" dur="1" fill="hold">
                                          <p:stCondLst>
                                            <p:cond delay="0"/>
                                          </p:stCondLst>
                                        </p:cTn>
                                        <p:tgtEl>
                                          <p:spTgt spid="61"/>
                                        </p:tgtEl>
                                        <p:attrNameLst>
                                          <p:attrName>style.visibility</p:attrName>
                                        </p:attrNameLst>
                                      </p:cBhvr>
                                      <p:to>
                                        <p:strVal val="visible"/>
                                      </p:to>
                                    </p:set>
                                    <p:anim calcmode="lin" valueType="num">
                                      <p:cBhvr additive="base">
                                        <p:cTn id="183" dur="500" fill="hold"/>
                                        <p:tgtEl>
                                          <p:spTgt spid="61"/>
                                        </p:tgtEl>
                                        <p:attrNameLst>
                                          <p:attrName>ppt_x</p:attrName>
                                        </p:attrNameLst>
                                      </p:cBhvr>
                                      <p:tavLst>
                                        <p:tav tm="0">
                                          <p:val>
                                            <p:strVal val="#ppt_x"/>
                                          </p:val>
                                        </p:tav>
                                        <p:tav tm="100000">
                                          <p:val>
                                            <p:strVal val="#ppt_x"/>
                                          </p:val>
                                        </p:tav>
                                      </p:tavLst>
                                    </p:anim>
                                    <p:anim calcmode="lin" valueType="num">
                                      <p:cBhvr additive="base">
                                        <p:cTn id="184" dur="500" fill="hold"/>
                                        <p:tgtEl>
                                          <p:spTgt spid="61"/>
                                        </p:tgtEl>
                                        <p:attrNameLst>
                                          <p:attrName>ppt_y</p:attrName>
                                        </p:attrNameLst>
                                      </p:cBhvr>
                                      <p:tavLst>
                                        <p:tav tm="0">
                                          <p:val>
                                            <p:strVal val="1+#ppt_h/2"/>
                                          </p:val>
                                        </p:tav>
                                        <p:tav tm="100000">
                                          <p:val>
                                            <p:strVal val="#ppt_y"/>
                                          </p:val>
                                        </p:tav>
                                      </p:tavLst>
                                    </p:anim>
                                  </p:childTnLst>
                                </p:cTn>
                              </p:par>
                              <p:par>
                                <p:cTn id="185" presetID="2" presetClass="entr" presetSubtype="4" fill="hold" grpId="0" nodeType="withEffect">
                                  <p:stCondLst>
                                    <p:cond delay="0"/>
                                  </p:stCondLst>
                                  <p:childTnLst>
                                    <p:set>
                                      <p:cBhvr>
                                        <p:cTn id="186" dur="1" fill="hold">
                                          <p:stCondLst>
                                            <p:cond delay="0"/>
                                          </p:stCondLst>
                                        </p:cTn>
                                        <p:tgtEl>
                                          <p:spTgt spid="62"/>
                                        </p:tgtEl>
                                        <p:attrNameLst>
                                          <p:attrName>style.visibility</p:attrName>
                                        </p:attrNameLst>
                                      </p:cBhvr>
                                      <p:to>
                                        <p:strVal val="visible"/>
                                      </p:to>
                                    </p:set>
                                    <p:anim calcmode="lin" valueType="num">
                                      <p:cBhvr additive="base">
                                        <p:cTn id="187" dur="500" fill="hold"/>
                                        <p:tgtEl>
                                          <p:spTgt spid="62"/>
                                        </p:tgtEl>
                                        <p:attrNameLst>
                                          <p:attrName>ppt_x</p:attrName>
                                        </p:attrNameLst>
                                      </p:cBhvr>
                                      <p:tavLst>
                                        <p:tav tm="0">
                                          <p:val>
                                            <p:strVal val="#ppt_x"/>
                                          </p:val>
                                        </p:tav>
                                        <p:tav tm="100000">
                                          <p:val>
                                            <p:strVal val="#ppt_x"/>
                                          </p:val>
                                        </p:tav>
                                      </p:tavLst>
                                    </p:anim>
                                    <p:anim calcmode="lin" valueType="num">
                                      <p:cBhvr additive="base">
                                        <p:cTn id="188" dur="500" fill="hold"/>
                                        <p:tgtEl>
                                          <p:spTgt spid="62"/>
                                        </p:tgtEl>
                                        <p:attrNameLst>
                                          <p:attrName>ppt_y</p:attrName>
                                        </p:attrNameLst>
                                      </p:cBhvr>
                                      <p:tavLst>
                                        <p:tav tm="0">
                                          <p:val>
                                            <p:strVal val="1+#ppt_h/2"/>
                                          </p:val>
                                        </p:tav>
                                        <p:tav tm="100000">
                                          <p:val>
                                            <p:strVal val="#ppt_y"/>
                                          </p:val>
                                        </p:tav>
                                      </p:tavLst>
                                    </p:anim>
                                  </p:childTnLst>
                                </p:cTn>
                              </p:par>
                              <p:par>
                                <p:cTn id="189" presetID="2" presetClass="entr" presetSubtype="4" fill="hold" grpId="0" nodeType="withEffect">
                                  <p:stCondLst>
                                    <p:cond delay="0"/>
                                  </p:stCondLst>
                                  <p:childTnLst>
                                    <p:set>
                                      <p:cBhvr>
                                        <p:cTn id="190" dur="1" fill="hold">
                                          <p:stCondLst>
                                            <p:cond delay="0"/>
                                          </p:stCondLst>
                                        </p:cTn>
                                        <p:tgtEl>
                                          <p:spTgt spid="63"/>
                                        </p:tgtEl>
                                        <p:attrNameLst>
                                          <p:attrName>style.visibility</p:attrName>
                                        </p:attrNameLst>
                                      </p:cBhvr>
                                      <p:to>
                                        <p:strVal val="visible"/>
                                      </p:to>
                                    </p:set>
                                    <p:anim calcmode="lin" valueType="num">
                                      <p:cBhvr additive="base">
                                        <p:cTn id="191" dur="500" fill="hold"/>
                                        <p:tgtEl>
                                          <p:spTgt spid="63"/>
                                        </p:tgtEl>
                                        <p:attrNameLst>
                                          <p:attrName>ppt_x</p:attrName>
                                        </p:attrNameLst>
                                      </p:cBhvr>
                                      <p:tavLst>
                                        <p:tav tm="0">
                                          <p:val>
                                            <p:strVal val="#ppt_x"/>
                                          </p:val>
                                        </p:tav>
                                        <p:tav tm="100000">
                                          <p:val>
                                            <p:strVal val="#ppt_x"/>
                                          </p:val>
                                        </p:tav>
                                      </p:tavLst>
                                    </p:anim>
                                    <p:anim calcmode="lin" valueType="num">
                                      <p:cBhvr additive="base">
                                        <p:cTn id="192" dur="500" fill="hold"/>
                                        <p:tgtEl>
                                          <p:spTgt spid="63"/>
                                        </p:tgtEl>
                                        <p:attrNameLst>
                                          <p:attrName>ppt_y</p:attrName>
                                        </p:attrNameLst>
                                      </p:cBhvr>
                                      <p:tavLst>
                                        <p:tav tm="0">
                                          <p:val>
                                            <p:strVal val="1+#ppt_h/2"/>
                                          </p:val>
                                        </p:tav>
                                        <p:tav tm="100000">
                                          <p:val>
                                            <p:strVal val="#ppt_y"/>
                                          </p:val>
                                        </p:tav>
                                      </p:tavLst>
                                    </p:anim>
                                  </p:childTnLst>
                                </p:cTn>
                              </p:par>
                              <p:par>
                                <p:cTn id="193" presetID="2" presetClass="entr" presetSubtype="4" fill="hold" grpId="0" nodeType="withEffect">
                                  <p:stCondLst>
                                    <p:cond delay="0"/>
                                  </p:stCondLst>
                                  <p:childTnLst>
                                    <p:set>
                                      <p:cBhvr>
                                        <p:cTn id="194" dur="1" fill="hold">
                                          <p:stCondLst>
                                            <p:cond delay="0"/>
                                          </p:stCondLst>
                                        </p:cTn>
                                        <p:tgtEl>
                                          <p:spTgt spid="64"/>
                                        </p:tgtEl>
                                        <p:attrNameLst>
                                          <p:attrName>style.visibility</p:attrName>
                                        </p:attrNameLst>
                                      </p:cBhvr>
                                      <p:to>
                                        <p:strVal val="visible"/>
                                      </p:to>
                                    </p:set>
                                    <p:anim calcmode="lin" valueType="num">
                                      <p:cBhvr additive="base">
                                        <p:cTn id="195" dur="500" fill="hold"/>
                                        <p:tgtEl>
                                          <p:spTgt spid="64"/>
                                        </p:tgtEl>
                                        <p:attrNameLst>
                                          <p:attrName>ppt_x</p:attrName>
                                        </p:attrNameLst>
                                      </p:cBhvr>
                                      <p:tavLst>
                                        <p:tav tm="0">
                                          <p:val>
                                            <p:strVal val="#ppt_x"/>
                                          </p:val>
                                        </p:tav>
                                        <p:tav tm="100000">
                                          <p:val>
                                            <p:strVal val="#ppt_x"/>
                                          </p:val>
                                        </p:tav>
                                      </p:tavLst>
                                    </p:anim>
                                    <p:anim calcmode="lin" valueType="num">
                                      <p:cBhvr additive="base">
                                        <p:cTn id="196"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197" fill="hold">
                      <p:stCondLst>
                        <p:cond delay="indefinite"/>
                      </p:stCondLst>
                      <p:childTnLst>
                        <p:par>
                          <p:cTn id="198" fill="hold">
                            <p:stCondLst>
                              <p:cond delay="0"/>
                            </p:stCondLst>
                            <p:childTnLst>
                              <p:par>
                                <p:cTn id="199" presetID="2" presetClass="entr" presetSubtype="4" fill="hold" grpId="0" nodeType="clickEffect">
                                  <p:stCondLst>
                                    <p:cond delay="0"/>
                                  </p:stCondLst>
                                  <p:childTnLst>
                                    <p:set>
                                      <p:cBhvr>
                                        <p:cTn id="200" dur="1" fill="hold">
                                          <p:stCondLst>
                                            <p:cond delay="0"/>
                                          </p:stCondLst>
                                        </p:cTn>
                                        <p:tgtEl>
                                          <p:spTgt spid="25"/>
                                        </p:tgtEl>
                                        <p:attrNameLst>
                                          <p:attrName>style.visibility</p:attrName>
                                        </p:attrNameLst>
                                      </p:cBhvr>
                                      <p:to>
                                        <p:strVal val="visible"/>
                                      </p:to>
                                    </p:set>
                                    <p:anim calcmode="lin" valueType="num">
                                      <p:cBhvr additive="base">
                                        <p:cTn id="201" dur="500" fill="hold"/>
                                        <p:tgtEl>
                                          <p:spTgt spid="25"/>
                                        </p:tgtEl>
                                        <p:attrNameLst>
                                          <p:attrName>ppt_x</p:attrName>
                                        </p:attrNameLst>
                                      </p:cBhvr>
                                      <p:tavLst>
                                        <p:tav tm="0">
                                          <p:val>
                                            <p:strVal val="#ppt_x"/>
                                          </p:val>
                                        </p:tav>
                                        <p:tav tm="100000">
                                          <p:val>
                                            <p:strVal val="#ppt_x"/>
                                          </p:val>
                                        </p:tav>
                                      </p:tavLst>
                                    </p:anim>
                                    <p:anim calcmode="lin" valueType="num">
                                      <p:cBhvr additive="base">
                                        <p:cTn id="202" dur="500" fill="hold"/>
                                        <p:tgtEl>
                                          <p:spTgt spid="25"/>
                                        </p:tgtEl>
                                        <p:attrNameLst>
                                          <p:attrName>ppt_y</p:attrName>
                                        </p:attrNameLst>
                                      </p:cBhvr>
                                      <p:tavLst>
                                        <p:tav tm="0">
                                          <p:val>
                                            <p:strVal val="1+#ppt_h/2"/>
                                          </p:val>
                                        </p:tav>
                                        <p:tav tm="100000">
                                          <p:val>
                                            <p:strVal val="#ppt_y"/>
                                          </p:val>
                                        </p:tav>
                                      </p:tavLst>
                                    </p:anim>
                                  </p:childTnLst>
                                </p:cTn>
                              </p:par>
                              <p:par>
                                <p:cTn id="203" presetID="2" presetClass="entr" presetSubtype="4" fill="hold" grpId="0" nodeType="withEffect">
                                  <p:stCondLst>
                                    <p:cond delay="0"/>
                                  </p:stCondLst>
                                  <p:childTnLst>
                                    <p:set>
                                      <p:cBhvr>
                                        <p:cTn id="204" dur="1" fill="hold">
                                          <p:stCondLst>
                                            <p:cond delay="0"/>
                                          </p:stCondLst>
                                        </p:cTn>
                                        <p:tgtEl>
                                          <p:spTgt spid="26"/>
                                        </p:tgtEl>
                                        <p:attrNameLst>
                                          <p:attrName>style.visibility</p:attrName>
                                        </p:attrNameLst>
                                      </p:cBhvr>
                                      <p:to>
                                        <p:strVal val="visible"/>
                                      </p:to>
                                    </p:set>
                                    <p:anim calcmode="lin" valueType="num">
                                      <p:cBhvr additive="base">
                                        <p:cTn id="205" dur="500" fill="hold"/>
                                        <p:tgtEl>
                                          <p:spTgt spid="26"/>
                                        </p:tgtEl>
                                        <p:attrNameLst>
                                          <p:attrName>ppt_x</p:attrName>
                                        </p:attrNameLst>
                                      </p:cBhvr>
                                      <p:tavLst>
                                        <p:tav tm="0">
                                          <p:val>
                                            <p:strVal val="#ppt_x"/>
                                          </p:val>
                                        </p:tav>
                                        <p:tav tm="100000">
                                          <p:val>
                                            <p:strVal val="#ppt_x"/>
                                          </p:val>
                                        </p:tav>
                                      </p:tavLst>
                                    </p:anim>
                                    <p:anim calcmode="lin" valueType="num">
                                      <p:cBhvr additive="base">
                                        <p:cTn id="206" dur="500" fill="hold"/>
                                        <p:tgtEl>
                                          <p:spTgt spid="26"/>
                                        </p:tgtEl>
                                        <p:attrNameLst>
                                          <p:attrName>ppt_y</p:attrName>
                                        </p:attrNameLst>
                                      </p:cBhvr>
                                      <p:tavLst>
                                        <p:tav tm="0">
                                          <p:val>
                                            <p:strVal val="1+#ppt_h/2"/>
                                          </p:val>
                                        </p:tav>
                                        <p:tav tm="100000">
                                          <p:val>
                                            <p:strVal val="#ppt_y"/>
                                          </p:val>
                                        </p:tav>
                                      </p:tavLst>
                                    </p:anim>
                                  </p:childTnLst>
                                </p:cTn>
                              </p:par>
                              <p:par>
                                <p:cTn id="207" presetID="2" presetClass="entr" presetSubtype="4" fill="hold" grpId="0" nodeType="withEffect">
                                  <p:stCondLst>
                                    <p:cond delay="0"/>
                                  </p:stCondLst>
                                  <p:childTnLst>
                                    <p:set>
                                      <p:cBhvr>
                                        <p:cTn id="208" dur="1" fill="hold">
                                          <p:stCondLst>
                                            <p:cond delay="0"/>
                                          </p:stCondLst>
                                        </p:cTn>
                                        <p:tgtEl>
                                          <p:spTgt spid="27"/>
                                        </p:tgtEl>
                                        <p:attrNameLst>
                                          <p:attrName>style.visibility</p:attrName>
                                        </p:attrNameLst>
                                      </p:cBhvr>
                                      <p:to>
                                        <p:strVal val="visible"/>
                                      </p:to>
                                    </p:set>
                                    <p:anim calcmode="lin" valueType="num">
                                      <p:cBhvr additive="base">
                                        <p:cTn id="209" dur="500" fill="hold"/>
                                        <p:tgtEl>
                                          <p:spTgt spid="27"/>
                                        </p:tgtEl>
                                        <p:attrNameLst>
                                          <p:attrName>ppt_x</p:attrName>
                                        </p:attrNameLst>
                                      </p:cBhvr>
                                      <p:tavLst>
                                        <p:tav tm="0">
                                          <p:val>
                                            <p:strVal val="#ppt_x"/>
                                          </p:val>
                                        </p:tav>
                                        <p:tav tm="100000">
                                          <p:val>
                                            <p:strVal val="#ppt_x"/>
                                          </p:val>
                                        </p:tav>
                                      </p:tavLst>
                                    </p:anim>
                                    <p:anim calcmode="lin" valueType="num">
                                      <p:cBhvr additive="base">
                                        <p:cTn id="210" dur="500" fill="hold"/>
                                        <p:tgtEl>
                                          <p:spTgt spid="27"/>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28"/>
                                        </p:tgtEl>
                                        <p:attrNameLst>
                                          <p:attrName>style.visibility</p:attrName>
                                        </p:attrNameLst>
                                      </p:cBhvr>
                                      <p:to>
                                        <p:strVal val="visible"/>
                                      </p:to>
                                    </p:set>
                                    <p:anim calcmode="lin" valueType="num">
                                      <p:cBhvr additive="base">
                                        <p:cTn id="213" dur="500" fill="hold"/>
                                        <p:tgtEl>
                                          <p:spTgt spid="28"/>
                                        </p:tgtEl>
                                        <p:attrNameLst>
                                          <p:attrName>ppt_x</p:attrName>
                                        </p:attrNameLst>
                                      </p:cBhvr>
                                      <p:tavLst>
                                        <p:tav tm="0">
                                          <p:val>
                                            <p:strVal val="#ppt_x"/>
                                          </p:val>
                                        </p:tav>
                                        <p:tav tm="100000">
                                          <p:val>
                                            <p:strVal val="#ppt_x"/>
                                          </p:val>
                                        </p:tav>
                                      </p:tavLst>
                                    </p:anim>
                                    <p:anim calcmode="lin" valueType="num">
                                      <p:cBhvr additive="base">
                                        <p:cTn id="214" dur="500" fill="hold"/>
                                        <p:tgtEl>
                                          <p:spTgt spid="28"/>
                                        </p:tgtEl>
                                        <p:attrNameLst>
                                          <p:attrName>ppt_y</p:attrName>
                                        </p:attrNameLst>
                                      </p:cBhvr>
                                      <p:tavLst>
                                        <p:tav tm="0">
                                          <p:val>
                                            <p:strVal val="1+#ppt_h/2"/>
                                          </p:val>
                                        </p:tav>
                                        <p:tav tm="100000">
                                          <p:val>
                                            <p:strVal val="#ppt_y"/>
                                          </p:val>
                                        </p:tav>
                                      </p:tavLst>
                                    </p:anim>
                                  </p:childTnLst>
                                </p:cTn>
                              </p:par>
                              <p:par>
                                <p:cTn id="215" presetID="2" presetClass="entr" presetSubtype="4" fill="hold" grpId="0" nodeType="withEffect">
                                  <p:stCondLst>
                                    <p:cond delay="0"/>
                                  </p:stCondLst>
                                  <p:childTnLst>
                                    <p:set>
                                      <p:cBhvr>
                                        <p:cTn id="216" dur="1" fill="hold">
                                          <p:stCondLst>
                                            <p:cond delay="0"/>
                                          </p:stCondLst>
                                        </p:cTn>
                                        <p:tgtEl>
                                          <p:spTgt spid="29"/>
                                        </p:tgtEl>
                                        <p:attrNameLst>
                                          <p:attrName>style.visibility</p:attrName>
                                        </p:attrNameLst>
                                      </p:cBhvr>
                                      <p:to>
                                        <p:strVal val="visible"/>
                                      </p:to>
                                    </p:set>
                                    <p:anim calcmode="lin" valueType="num">
                                      <p:cBhvr additive="base">
                                        <p:cTn id="217" dur="500" fill="hold"/>
                                        <p:tgtEl>
                                          <p:spTgt spid="29"/>
                                        </p:tgtEl>
                                        <p:attrNameLst>
                                          <p:attrName>ppt_x</p:attrName>
                                        </p:attrNameLst>
                                      </p:cBhvr>
                                      <p:tavLst>
                                        <p:tav tm="0">
                                          <p:val>
                                            <p:strVal val="#ppt_x"/>
                                          </p:val>
                                        </p:tav>
                                        <p:tav tm="100000">
                                          <p:val>
                                            <p:strVal val="#ppt_x"/>
                                          </p:val>
                                        </p:tav>
                                      </p:tavLst>
                                    </p:anim>
                                    <p:anim calcmode="lin" valueType="num">
                                      <p:cBhvr additive="base">
                                        <p:cTn id="218" dur="500" fill="hold"/>
                                        <p:tgtEl>
                                          <p:spTgt spid="29"/>
                                        </p:tgtEl>
                                        <p:attrNameLst>
                                          <p:attrName>ppt_y</p:attrName>
                                        </p:attrNameLst>
                                      </p:cBhvr>
                                      <p:tavLst>
                                        <p:tav tm="0">
                                          <p:val>
                                            <p:strVal val="1+#ppt_h/2"/>
                                          </p:val>
                                        </p:tav>
                                        <p:tav tm="100000">
                                          <p:val>
                                            <p:strVal val="#ppt_y"/>
                                          </p:val>
                                        </p:tav>
                                      </p:tavLst>
                                    </p:anim>
                                  </p:childTnLst>
                                </p:cTn>
                              </p:par>
                              <p:par>
                                <p:cTn id="219" presetID="2" presetClass="entr" presetSubtype="4" fill="hold" grpId="0" nodeType="withEffect">
                                  <p:stCondLst>
                                    <p:cond delay="0"/>
                                  </p:stCondLst>
                                  <p:childTnLst>
                                    <p:set>
                                      <p:cBhvr>
                                        <p:cTn id="220" dur="1" fill="hold">
                                          <p:stCondLst>
                                            <p:cond delay="0"/>
                                          </p:stCondLst>
                                        </p:cTn>
                                        <p:tgtEl>
                                          <p:spTgt spid="30"/>
                                        </p:tgtEl>
                                        <p:attrNameLst>
                                          <p:attrName>style.visibility</p:attrName>
                                        </p:attrNameLst>
                                      </p:cBhvr>
                                      <p:to>
                                        <p:strVal val="visible"/>
                                      </p:to>
                                    </p:set>
                                    <p:anim calcmode="lin" valueType="num">
                                      <p:cBhvr additive="base">
                                        <p:cTn id="221" dur="500" fill="hold"/>
                                        <p:tgtEl>
                                          <p:spTgt spid="30"/>
                                        </p:tgtEl>
                                        <p:attrNameLst>
                                          <p:attrName>ppt_x</p:attrName>
                                        </p:attrNameLst>
                                      </p:cBhvr>
                                      <p:tavLst>
                                        <p:tav tm="0">
                                          <p:val>
                                            <p:strVal val="#ppt_x"/>
                                          </p:val>
                                        </p:tav>
                                        <p:tav tm="100000">
                                          <p:val>
                                            <p:strVal val="#ppt_x"/>
                                          </p:val>
                                        </p:tav>
                                      </p:tavLst>
                                    </p:anim>
                                    <p:anim calcmode="lin" valueType="num">
                                      <p:cBhvr additive="base">
                                        <p:cTn id="222" dur="500" fill="hold"/>
                                        <p:tgtEl>
                                          <p:spTgt spid="30"/>
                                        </p:tgtEl>
                                        <p:attrNameLst>
                                          <p:attrName>ppt_y</p:attrName>
                                        </p:attrNameLst>
                                      </p:cBhvr>
                                      <p:tavLst>
                                        <p:tav tm="0">
                                          <p:val>
                                            <p:strVal val="1+#ppt_h/2"/>
                                          </p:val>
                                        </p:tav>
                                        <p:tav tm="100000">
                                          <p:val>
                                            <p:strVal val="#ppt_y"/>
                                          </p:val>
                                        </p:tav>
                                      </p:tavLst>
                                    </p:anim>
                                  </p:childTnLst>
                                </p:cTn>
                              </p:par>
                              <p:par>
                                <p:cTn id="223" presetID="2" presetClass="entr" presetSubtype="4" fill="hold" grpId="0" nodeType="withEffect">
                                  <p:stCondLst>
                                    <p:cond delay="0"/>
                                  </p:stCondLst>
                                  <p:childTnLst>
                                    <p:set>
                                      <p:cBhvr>
                                        <p:cTn id="224" dur="1" fill="hold">
                                          <p:stCondLst>
                                            <p:cond delay="0"/>
                                          </p:stCondLst>
                                        </p:cTn>
                                        <p:tgtEl>
                                          <p:spTgt spid="55"/>
                                        </p:tgtEl>
                                        <p:attrNameLst>
                                          <p:attrName>style.visibility</p:attrName>
                                        </p:attrNameLst>
                                      </p:cBhvr>
                                      <p:to>
                                        <p:strVal val="visible"/>
                                      </p:to>
                                    </p:set>
                                    <p:anim calcmode="lin" valueType="num">
                                      <p:cBhvr additive="base">
                                        <p:cTn id="225" dur="500" fill="hold"/>
                                        <p:tgtEl>
                                          <p:spTgt spid="55"/>
                                        </p:tgtEl>
                                        <p:attrNameLst>
                                          <p:attrName>ppt_x</p:attrName>
                                        </p:attrNameLst>
                                      </p:cBhvr>
                                      <p:tavLst>
                                        <p:tav tm="0">
                                          <p:val>
                                            <p:strVal val="#ppt_x"/>
                                          </p:val>
                                        </p:tav>
                                        <p:tav tm="100000">
                                          <p:val>
                                            <p:strVal val="#ppt_x"/>
                                          </p:val>
                                        </p:tav>
                                      </p:tavLst>
                                    </p:anim>
                                    <p:anim calcmode="lin" valueType="num">
                                      <p:cBhvr additive="base">
                                        <p:cTn id="226" dur="500" fill="hold"/>
                                        <p:tgtEl>
                                          <p:spTgt spid="55"/>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56"/>
                                        </p:tgtEl>
                                        <p:attrNameLst>
                                          <p:attrName>style.visibility</p:attrName>
                                        </p:attrNameLst>
                                      </p:cBhvr>
                                      <p:to>
                                        <p:strVal val="visible"/>
                                      </p:to>
                                    </p:set>
                                    <p:anim calcmode="lin" valueType="num">
                                      <p:cBhvr additive="base">
                                        <p:cTn id="229" dur="500" fill="hold"/>
                                        <p:tgtEl>
                                          <p:spTgt spid="56"/>
                                        </p:tgtEl>
                                        <p:attrNameLst>
                                          <p:attrName>ppt_x</p:attrName>
                                        </p:attrNameLst>
                                      </p:cBhvr>
                                      <p:tavLst>
                                        <p:tav tm="0">
                                          <p:val>
                                            <p:strVal val="#ppt_x"/>
                                          </p:val>
                                        </p:tav>
                                        <p:tav tm="100000">
                                          <p:val>
                                            <p:strVal val="#ppt_x"/>
                                          </p:val>
                                        </p:tav>
                                      </p:tavLst>
                                    </p:anim>
                                    <p:anim calcmode="lin" valueType="num">
                                      <p:cBhvr additive="base">
                                        <p:cTn id="230" dur="500" fill="hold"/>
                                        <p:tgtEl>
                                          <p:spTgt spid="56"/>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0"/>
                                  </p:stCondLst>
                                  <p:childTnLst>
                                    <p:set>
                                      <p:cBhvr>
                                        <p:cTn id="232" dur="1" fill="hold">
                                          <p:stCondLst>
                                            <p:cond delay="0"/>
                                          </p:stCondLst>
                                        </p:cTn>
                                        <p:tgtEl>
                                          <p:spTgt spid="57"/>
                                        </p:tgtEl>
                                        <p:attrNameLst>
                                          <p:attrName>style.visibility</p:attrName>
                                        </p:attrNameLst>
                                      </p:cBhvr>
                                      <p:to>
                                        <p:strVal val="visible"/>
                                      </p:to>
                                    </p:set>
                                    <p:anim calcmode="lin" valueType="num">
                                      <p:cBhvr additive="base">
                                        <p:cTn id="233" dur="500" fill="hold"/>
                                        <p:tgtEl>
                                          <p:spTgt spid="57"/>
                                        </p:tgtEl>
                                        <p:attrNameLst>
                                          <p:attrName>ppt_x</p:attrName>
                                        </p:attrNameLst>
                                      </p:cBhvr>
                                      <p:tavLst>
                                        <p:tav tm="0">
                                          <p:val>
                                            <p:strVal val="#ppt_x"/>
                                          </p:val>
                                        </p:tav>
                                        <p:tav tm="100000">
                                          <p:val>
                                            <p:strVal val="#ppt_x"/>
                                          </p:val>
                                        </p:tav>
                                      </p:tavLst>
                                    </p:anim>
                                    <p:anim calcmode="lin" valueType="num">
                                      <p:cBhvr additive="base">
                                        <p:cTn id="234" dur="500" fill="hold"/>
                                        <p:tgtEl>
                                          <p:spTgt spid="57"/>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58"/>
                                        </p:tgtEl>
                                        <p:attrNameLst>
                                          <p:attrName>style.visibility</p:attrName>
                                        </p:attrNameLst>
                                      </p:cBhvr>
                                      <p:to>
                                        <p:strVal val="visible"/>
                                      </p:to>
                                    </p:set>
                                    <p:anim calcmode="lin" valueType="num">
                                      <p:cBhvr additive="base">
                                        <p:cTn id="237" dur="500" fill="hold"/>
                                        <p:tgtEl>
                                          <p:spTgt spid="58"/>
                                        </p:tgtEl>
                                        <p:attrNameLst>
                                          <p:attrName>ppt_x</p:attrName>
                                        </p:attrNameLst>
                                      </p:cBhvr>
                                      <p:tavLst>
                                        <p:tav tm="0">
                                          <p:val>
                                            <p:strVal val="#ppt_x"/>
                                          </p:val>
                                        </p:tav>
                                        <p:tav tm="100000">
                                          <p:val>
                                            <p:strVal val="#ppt_x"/>
                                          </p:val>
                                        </p:tav>
                                      </p:tavLst>
                                    </p:anim>
                                    <p:anim calcmode="lin" valueType="num">
                                      <p:cBhvr additive="base">
                                        <p:cTn id="238" dur="500" fill="hold"/>
                                        <p:tgtEl>
                                          <p:spTgt spid="58"/>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59"/>
                                        </p:tgtEl>
                                        <p:attrNameLst>
                                          <p:attrName>style.visibility</p:attrName>
                                        </p:attrNameLst>
                                      </p:cBhvr>
                                      <p:to>
                                        <p:strVal val="visible"/>
                                      </p:to>
                                    </p:set>
                                    <p:anim calcmode="lin" valueType="num">
                                      <p:cBhvr additive="base">
                                        <p:cTn id="241" dur="500" fill="hold"/>
                                        <p:tgtEl>
                                          <p:spTgt spid="59"/>
                                        </p:tgtEl>
                                        <p:attrNameLst>
                                          <p:attrName>ppt_x</p:attrName>
                                        </p:attrNameLst>
                                      </p:cBhvr>
                                      <p:tavLst>
                                        <p:tav tm="0">
                                          <p:val>
                                            <p:strVal val="#ppt_x"/>
                                          </p:val>
                                        </p:tav>
                                        <p:tav tm="100000">
                                          <p:val>
                                            <p:strVal val="#ppt_x"/>
                                          </p:val>
                                        </p:tav>
                                      </p:tavLst>
                                    </p:anim>
                                    <p:anim calcmode="lin" valueType="num">
                                      <p:cBhvr additive="base">
                                        <p:cTn id="242" dur="500" fill="hold"/>
                                        <p:tgtEl>
                                          <p:spTgt spid="59"/>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60"/>
                                        </p:tgtEl>
                                        <p:attrNameLst>
                                          <p:attrName>style.visibility</p:attrName>
                                        </p:attrNameLst>
                                      </p:cBhvr>
                                      <p:to>
                                        <p:strVal val="visible"/>
                                      </p:to>
                                    </p:set>
                                    <p:anim calcmode="lin" valueType="num">
                                      <p:cBhvr additive="base">
                                        <p:cTn id="245" dur="500" fill="hold"/>
                                        <p:tgtEl>
                                          <p:spTgt spid="60"/>
                                        </p:tgtEl>
                                        <p:attrNameLst>
                                          <p:attrName>ppt_x</p:attrName>
                                        </p:attrNameLst>
                                      </p:cBhvr>
                                      <p:tavLst>
                                        <p:tav tm="0">
                                          <p:val>
                                            <p:strVal val="#ppt_x"/>
                                          </p:val>
                                        </p:tav>
                                        <p:tav tm="100000">
                                          <p:val>
                                            <p:strVal val="#ppt_x"/>
                                          </p:val>
                                        </p:tav>
                                      </p:tavLst>
                                    </p:anim>
                                    <p:anim calcmode="lin" valueType="num">
                                      <p:cBhvr additive="base">
                                        <p:cTn id="246" dur="500" fill="hold"/>
                                        <p:tgtEl>
                                          <p:spTgt spid="60"/>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87"/>
                                        </p:tgtEl>
                                        <p:attrNameLst>
                                          <p:attrName>style.visibility</p:attrName>
                                        </p:attrNameLst>
                                      </p:cBhvr>
                                      <p:to>
                                        <p:strVal val="visible"/>
                                      </p:to>
                                    </p:set>
                                    <p:anim calcmode="lin" valueType="num">
                                      <p:cBhvr additive="base">
                                        <p:cTn id="249" dur="500" fill="hold"/>
                                        <p:tgtEl>
                                          <p:spTgt spid="87"/>
                                        </p:tgtEl>
                                        <p:attrNameLst>
                                          <p:attrName>ppt_x</p:attrName>
                                        </p:attrNameLst>
                                      </p:cBhvr>
                                      <p:tavLst>
                                        <p:tav tm="0">
                                          <p:val>
                                            <p:strVal val="#ppt_x"/>
                                          </p:val>
                                        </p:tav>
                                        <p:tav tm="100000">
                                          <p:val>
                                            <p:strVal val="#ppt_x"/>
                                          </p:val>
                                        </p:tav>
                                      </p:tavLst>
                                    </p:anim>
                                    <p:anim calcmode="lin" valueType="num">
                                      <p:cBhvr additive="base">
                                        <p:cTn id="250" dur="500" fill="hold"/>
                                        <p:tgtEl>
                                          <p:spTgt spid="87"/>
                                        </p:tgtEl>
                                        <p:attrNameLst>
                                          <p:attrName>ppt_y</p:attrName>
                                        </p:attrNameLst>
                                      </p:cBhvr>
                                      <p:tavLst>
                                        <p:tav tm="0">
                                          <p:val>
                                            <p:strVal val="1+#ppt_h/2"/>
                                          </p:val>
                                        </p:tav>
                                        <p:tav tm="100000">
                                          <p:val>
                                            <p:strVal val="#ppt_y"/>
                                          </p:val>
                                        </p:tav>
                                      </p:tavLst>
                                    </p:anim>
                                  </p:childTnLst>
                                </p:cTn>
                              </p:par>
                              <p:par>
                                <p:cTn id="251" presetID="2" presetClass="entr" presetSubtype="4" fill="hold" grpId="0" nodeType="withEffect">
                                  <p:stCondLst>
                                    <p:cond delay="0"/>
                                  </p:stCondLst>
                                  <p:childTnLst>
                                    <p:set>
                                      <p:cBhvr>
                                        <p:cTn id="252" dur="1" fill="hold">
                                          <p:stCondLst>
                                            <p:cond delay="0"/>
                                          </p:stCondLst>
                                        </p:cTn>
                                        <p:tgtEl>
                                          <p:spTgt spid="89"/>
                                        </p:tgtEl>
                                        <p:attrNameLst>
                                          <p:attrName>style.visibility</p:attrName>
                                        </p:attrNameLst>
                                      </p:cBhvr>
                                      <p:to>
                                        <p:strVal val="visible"/>
                                      </p:to>
                                    </p:set>
                                    <p:anim calcmode="lin" valueType="num">
                                      <p:cBhvr additive="base">
                                        <p:cTn id="253" dur="500" fill="hold"/>
                                        <p:tgtEl>
                                          <p:spTgt spid="89"/>
                                        </p:tgtEl>
                                        <p:attrNameLst>
                                          <p:attrName>ppt_x</p:attrName>
                                        </p:attrNameLst>
                                      </p:cBhvr>
                                      <p:tavLst>
                                        <p:tav tm="0">
                                          <p:val>
                                            <p:strVal val="#ppt_x"/>
                                          </p:val>
                                        </p:tav>
                                        <p:tav tm="100000">
                                          <p:val>
                                            <p:strVal val="#ppt_x"/>
                                          </p:val>
                                        </p:tav>
                                      </p:tavLst>
                                    </p:anim>
                                    <p:anim calcmode="lin" valueType="num">
                                      <p:cBhvr additive="base">
                                        <p:cTn id="254" dur="500" fill="hold"/>
                                        <p:tgtEl>
                                          <p:spTgt spid="89"/>
                                        </p:tgtEl>
                                        <p:attrNameLst>
                                          <p:attrName>ppt_y</p:attrName>
                                        </p:attrNameLst>
                                      </p:cBhvr>
                                      <p:tavLst>
                                        <p:tav tm="0">
                                          <p:val>
                                            <p:strVal val="1+#ppt_h/2"/>
                                          </p:val>
                                        </p:tav>
                                        <p:tav tm="100000">
                                          <p:val>
                                            <p:strVal val="#ppt_y"/>
                                          </p:val>
                                        </p:tav>
                                      </p:tavLst>
                                    </p:anim>
                                  </p:childTnLst>
                                </p:cTn>
                              </p:par>
                              <p:par>
                                <p:cTn id="255" presetID="2" presetClass="entr" presetSubtype="4" fill="hold" grpId="0" nodeType="withEffect">
                                  <p:stCondLst>
                                    <p:cond delay="0"/>
                                  </p:stCondLst>
                                  <p:childTnLst>
                                    <p:set>
                                      <p:cBhvr>
                                        <p:cTn id="256" dur="1" fill="hold">
                                          <p:stCondLst>
                                            <p:cond delay="0"/>
                                          </p:stCondLst>
                                        </p:cTn>
                                        <p:tgtEl>
                                          <p:spTgt spid="90"/>
                                        </p:tgtEl>
                                        <p:attrNameLst>
                                          <p:attrName>style.visibility</p:attrName>
                                        </p:attrNameLst>
                                      </p:cBhvr>
                                      <p:to>
                                        <p:strVal val="visible"/>
                                      </p:to>
                                    </p:set>
                                    <p:anim calcmode="lin" valueType="num">
                                      <p:cBhvr additive="base">
                                        <p:cTn id="257" dur="500" fill="hold"/>
                                        <p:tgtEl>
                                          <p:spTgt spid="90"/>
                                        </p:tgtEl>
                                        <p:attrNameLst>
                                          <p:attrName>ppt_x</p:attrName>
                                        </p:attrNameLst>
                                      </p:cBhvr>
                                      <p:tavLst>
                                        <p:tav tm="0">
                                          <p:val>
                                            <p:strVal val="#ppt_x"/>
                                          </p:val>
                                        </p:tav>
                                        <p:tav tm="100000">
                                          <p:val>
                                            <p:strVal val="#ppt_x"/>
                                          </p:val>
                                        </p:tav>
                                      </p:tavLst>
                                    </p:anim>
                                    <p:anim calcmode="lin" valueType="num">
                                      <p:cBhvr additive="base">
                                        <p:cTn id="258" dur="500" fill="hold"/>
                                        <p:tgtEl>
                                          <p:spTgt spid="90"/>
                                        </p:tgtEl>
                                        <p:attrNameLst>
                                          <p:attrName>ppt_y</p:attrName>
                                        </p:attrNameLst>
                                      </p:cBhvr>
                                      <p:tavLst>
                                        <p:tav tm="0">
                                          <p:val>
                                            <p:strVal val="1+#ppt_h/2"/>
                                          </p:val>
                                        </p:tav>
                                        <p:tav tm="100000">
                                          <p:val>
                                            <p:strVal val="#ppt_y"/>
                                          </p:val>
                                        </p:tav>
                                      </p:tavLst>
                                    </p:anim>
                                  </p:childTnLst>
                                </p:cTn>
                              </p:par>
                              <p:par>
                                <p:cTn id="259" presetID="2" presetClass="entr" presetSubtype="4" fill="hold" grpId="0" nodeType="withEffect">
                                  <p:stCondLst>
                                    <p:cond delay="0"/>
                                  </p:stCondLst>
                                  <p:childTnLst>
                                    <p:set>
                                      <p:cBhvr>
                                        <p:cTn id="260" dur="1" fill="hold">
                                          <p:stCondLst>
                                            <p:cond delay="0"/>
                                          </p:stCondLst>
                                        </p:cTn>
                                        <p:tgtEl>
                                          <p:spTgt spid="65"/>
                                        </p:tgtEl>
                                        <p:attrNameLst>
                                          <p:attrName>style.visibility</p:attrName>
                                        </p:attrNameLst>
                                      </p:cBhvr>
                                      <p:to>
                                        <p:strVal val="visible"/>
                                      </p:to>
                                    </p:set>
                                    <p:anim calcmode="lin" valueType="num">
                                      <p:cBhvr additive="base">
                                        <p:cTn id="261" dur="500" fill="hold"/>
                                        <p:tgtEl>
                                          <p:spTgt spid="65"/>
                                        </p:tgtEl>
                                        <p:attrNameLst>
                                          <p:attrName>ppt_x</p:attrName>
                                        </p:attrNameLst>
                                      </p:cBhvr>
                                      <p:tavLst>
                                        <p:tav tm="0">
                                          <p:val>
                                            <p:strVal val="#ppt_x"/>
                                          </p:val>
                                        </p:tav>
                                        <p:tav tm="100000">
                                          <p:val>
                                            <p:strVal val="#ppt_x"/>
                                          </p:val>
                                        </p:tav>
                                      </p:tavLst>
                                    </p:anim>
                                    <p:anim calcmode="lin" valueType="num">
                                      <p:cBhvr additive="base">
                                        <p:cTn id="262" dur="500" fill="hold"/>
                                        <p:tgtEl>
                                          <p:spTgt spid="65"/>
                                        </p:tgtEl>
                                        <p:attrNameLst>
                                          <p:attrName>ppt_y</p:attrName>
                                        </p:attrNameLst>
                                      </p:cBhvr>
                                      <p:tavLst>
                                        <p:tav tm="0">
                                          <p:val>
                                            <p:strVal val="1+#ppt_h/2"/>
                                          </p:val>
                                        </p:tav>
                                        <p:tav tm="100000">
                                          <p:val>
                                            <p:strVal val="#ppt_y"/>
                                          </p:val>
                                        </p:tav>
                                      </p:tavLst>
                                    </p:anim>
                                  </p:childTnLst>
                                </p:cTn>
                              </p:par>
                              <p:par>
                                <p:cTn id="263" presetID="2" presetClass="entr" presetSubtype="4" fill="hold" grpId="0" nodeType="withEffect">
                                  <p:stCondLst>
                                    <p:cond delay="0"/>
                                  </p:stCondLst>
                                  <p:childTnLst>
                                    <p:set>
                                      <p:cBhvr>
                                        <p:cTn id="264" dur="1" fill="hold">
                                          <p:stCondLst>
                                            <p:cond delay="0"/>
                                          </p:stCondLst>
                                        </p:cTn>
                                        <p:tgtEl>
                                          <p:spTgt spid="66"/>
                                        </p:tgtEl>
                                        <p:attrNameLst>
                                          <p:attrName>style.visibility</p:attrName>
                                        </p:attrNameLst>
                                      </p:cBhvr>
                                      <p:to>
                                        <p:strVal val="visible"/>
                                      </p:to>
                                    </p:set>
                                    <p:anim calcmode="lin" valueType="num">
                                      <p:cBhvr additive="base">
                                        <p:cTn id="265" dur="500" fill="hold"/>
                                        <p:tgtEl>
                                          <p:spTgt spid="66"/>
                                        </p:tgtEl>
                                        <p:attrNameLst>
                                          <p:attrName>ppt_x</p:attrName>
                                        </p:attrNameLst>
                                      </p:cBhvr>
                                      <p:tavLst>
                                        <p:tav tm="0">
                                          <p:val>
                                            <p:strVal val="#ppt_x"/>
                                          </p:val>
                                        </p:tav>
                                        <p:tav tm="100000">
                                          <p:val>
                                            <p:strVal val="#ppt_x"/>
                                          </p:val>
                                        </p:tav>
                                      </p:tavLst>
                                    </p:anim>
                                    <p:anim calcmode="lin" valueType="num">
                                      <p:cBhvr additive="base">
                                        <p:cTn id="266" dur="500" fill="hold"/>
                                        <p:tgtEl>
                                          <p:spTgt spid="66"/>
                                        </p:tgtEl>
                                        <p:attrNameLst>
                                          <p:attrName>ppt_y</p:attrName>
                                        </p:attrNameLst>
                                      </p:cBhvr>
                                      <p:tavLst>
                                        <p:tav tm="0">
                                          <p:val>
                                            <p:strVal val="1+#ppt_h/2"/>
                                          </p:val>
                                        </p:tav>
                                        <p:tav tm="100000">
                                          <p:val>
                                            <p:strVal val="#ppt_y"/>
                                          </p:val>
                                        </p:tav>
                                      </p:tavLst>
                                    </p:anim>
                                  </p:childTnLst>
                                </p:cTn>
                              </p:par>
                              <p:par>
                                <p:cTn id="267" presetID="2" presetClass="entr" presetSubtype="4" fill="hold" grpId="0" nodeType="withEffect">
                                  <p:stCondLst>
                                    <p:cond delay="0"/>
                                  </p:stCondLst>
                                  <p:childTnLst>
                                    <p:set>
                                      <p:cBhvr>
                                        <p:cTn id="268" dur="1" fill="hold">
                                          <p:stCondLst>
                                            <p:cond delay="0"/>
                                          </p:stCondLst>
                                        </p:cTn>
                                        <p:tgtEl>
                                          <p:spTgt spid="67"/>
                                        </p:tgtEl>
                                        <p:attrNameLst>
                                          <p:attrName>style.visibility</p:attrName>
                                        </p:attrNameLst>
                                      </p:cBhvr>
                                      <p:to>
                                        <p:strVal val="visible"/>
                                      </p:to>
                                    </p:set>
                                    <p:anim calcmode="lin" valueType="num">
                                      <p:cBhvr additive="base">
                                        <p:cTn id="269" dur="500" fill="hold"/>
                                        <p:tgtEl>
                                          <p:spTgt spid="67"/>
                                        </p:tgtEl>
                                        <p:attrNameLst>
                                          <p:attrName>ppt_x</p:attrName>
                                        </p:attrNameLst>
                                      </p:cBhvr>
                                      <p:tavLst>
                                        <p:tav tm="0">
                                          <p:val>
                                            <p:strVal val="#ppt_x"/>
                                          </p:val>
                                        </p:tav>
                                        <p:tav tm="100000">
                                          <p:val>
                                            <p:strVal val="#ppt_x"/>
                                          </p:val>
                                        </p:tav>
                                      </p:tavLst>
                                    </p:anim>
                                    <p:anim calcmode="lin" valueType="num">
                                      <p:cBhvr additive="base">
                                        <p:cTn id="270" dur="500" fill="hold"/>
                                        <p:tgtEl>
                                          <p:spTgt spid="67"/>
                                        </p:tgtEl>
                                        <p:attrNameLst>
                                          <p:attrName>ppt_y</p:attrName>
                                        </p:attrNameLst>
                                      </p:cBhvr>
                                      <p:tavLst>
                                        <p:tav tm="0">
                                          <p:val>
                                            <p:strVal val="1+#ppt_h/2"/>
                                          </p:val>
                                        </p:tav>
                                        <p:tav tm="100000">
                                          <p:val>
                                            <p:strVal val="#ppt_y"/>
                                          </p:val>
                                        </p:tav>
                                      </p:tavLst>
                                    </p:anim>
                                  </p:childTnLst>
                                </p:cTn>
                              </p:par>
                              <p:par>
                                <p:cTn id="271" presetID="2" presetClass="entr" presetSubtype="4" fill="hold" grpId="0" nodeType="withEffect">
                                  <p:stCondLst>
                                    <p:cond delay="0"/>
                                  </p:stCondLst>
                                  <p:childTnLst>
                                    <p:set>
                                      <p:cBhvr>
                                        <p:cTn id="272" dur="1" fill="hold">
                                          <p:stCondLst>
                                            <p:cond delay="0"/>
                                          </p:stCondLst>
                                        </p:cTn>
                                        <p:tgtEl>
                                          <p:spTgt spid="68"/>
                                        </p:tgtEl>
                                        <p:attrNameLst>
                                          <p:attrName>style.visibility</p:attrName>
                                        </p:attrNameLst>
                                      </p:cBhvr>
                                      <p:to>
                                        <p:strVal val="visible"/>
                                      </p:to>
                                    </p:set>
                                    <p:anim calcmode="lin" valueType="num">
                                      <p:cBhvr additive="base">
                                        <p:cTn id="273" dur="500" fill="hold"/>
                                        <p:tgtEl>
                                          <p:spTgt spid="68"/>
                                        </p:tgtEl>
                                        <p:attrNameLst>
                                          <p:attrName>ppt_x</p:attrName>
                                        </p:attrNameLst>
                                      </p:cBhvr>
                                      <p:tavLst>
                                        <p:tav tm="0">
                                          <p:val>
                                            <p:strVal val="#ppt_x"/>
                                          </p:val>
                                        </p:tav>
                                        <p:tav tm="100000">
                                          <p:val>
                                            <p:strVal val="#ppt_x"/>
                                          </p:val>
                                        </p:tav>
                                      </p:tavLst>
                                    </p:anim>
                                    <p:anim calcmode="lin" valueType="num">
                                      <p:cBhvr additive="base">
                                        <p:cTn id="274" dur="500" fill="hold"/>
                                        <p:tgtEl>
                                          <p:spTgt spid="68"/>
                                        </p:tgtEl>
                                        <p:attrNameLst>
                                          <p:attrName>ppt_y</p:attrName>
                                        </p:attrNameLst>
                                      </p:cBhvr>
                                      <p:tavLst>
                                        <p:tav tm="0">
                                          <p:val>
                                            <p:strVal val="1+#ppt_h/2"/>
                                          </p:val>
                                        </p:tav>
                                        <p:tav tm="100000">
                                          <p:val>
                                            <p:strVal val="#ppt_y"/>
                                          </p:val>
                                        </p:tav>
                                      </p:tavLst>
                                    </p:anim>
                                  </p:childTnLst>
                                </p:cTn>
                              </p:par>
                              <p:par>
                                <p:cTn id="275" presetID="2" presetClass="entr" presetSubtype="4" fill="hold" grpId="0" nodeType="withEffect">
                                  <p:stCondLst>
                                    <p:cond delay="0"/>
                                  </p:stCondLst>
                                  <p:childTnLst>
                                    <p:set>
                                      <p:cBhvr>
                                        <p:cTn id="276" dur="1" fill="hold">
                                          <p:stCondLst>
                                            <p:cond delay="0"/>
                                          </p:stCondLst>
                                        </p:cTn>
                                        <p:tgtEl>
                                          <p:spTgt spid="69"/>
                                        </p:tgtEl>
                                        <p:attrNameLst>
                                          <p:attrName>style.visibility</p:attrName>
                                        </p:attrNameLst>
                                      </p:cBhvr>
                                      <p:to>
                                        <p:strVal val="visible"/>
                                      </p:to>
                                    </p:set>
                                    <p:anim calcmode="lin" valueType="num">
                                      <p:cBhvr additive="base">
                                        <p:cTn id="277" dur="500" fill="hold"/>
                                        <p:tgtEl>
                                          <p:spTgt spid="69"/>
                                        </p:tgtEl>
                                        <p:attrNameLst>
                                          <p:attrName>ppt_x</p:attrName>
                                        </p:attrNameLst>
                                      </p:cBhvr>
                                      <p:tavLst>
                                        <p:tav tm="0">
                                          <p:val>
                                            <p:strVal val="#ppt_x"/>
                                          </p:val>
                                        </p:tav>
                                        <p:tav tm="100000">
                                          <p:val>
                                            <p:strVal val="#ppt_x"/>
                                          </p:val>
                                        </p:tav>
                                      </p:tavLst>
                                    </p:anim>
                                    <p:anim calcmode="lin" valueType="num">
                                      <p:cBhvr additive="base">
                                        <p:cTn id="278" dur="500" fill="hold"/>
                                        <p:tgtEl>
                                          <p:spTgt spid="69"/>
                                        </p:tgtEl>
                                        <p:attrNameLst>
                                          <p:attrName>ppt_y</p:attrName>
                                        </p:attrNameLst>
                                      </p:cBhvr>
                                      <p:tavLst>
                                        <p:tav tm="0">
                                          <p:val>
                                            <p:strVal val="1+#ppt_h/2"/>
                                          </p:val>
                                        </p:tav>
                                        <p:tav tm="100000">
                                          <p:val>
                                            <p:strVal val="#ppt_y"/>
                                          </p:val>
                                        </p:tav>
                                      </p:tavLst>
                                    </p:anim>
                                  </p:childTnLst>
                                </p:cTn>
                              </p:par>
                              <p:par>
                                <p:cTn id="279" presetID="2" presetClass="entr" presetSubtype="4" fill="hold" grpId="0" nodeType="withEffect">
                                  <p:stCondLst>
                                    <p:cond delay="0"/>
                                  </p:stCondLst>
                                  <p:childTnLst>
                                    <p:set>
                                      <p:cBhvr>
                                        <p:cTn id="280" dur="1" fill="hold">
                                          <p:stCondLst>
                                            <p:cond delay="0"/>
                                          </p:stCondLst>
                                        </p:cTn>
                                        <p:tgtEl>
                                          <p:spTgt spid="70"/>
                                        </p:tgtEl>
                                        <p:attrNameLst>
                                          <p:attrName>style.visibility</p:attrName>
                                        </p:attrNameLst>
                                      </p:cBhvr>
                                      <p:to>
                                        <p:strVal val="visible"/>
                                      </p:to>
                                    </p:set>
                                    <p:anim calcmode="lin" valueType="num">
                                      <p:cBhvr additive="base">
                                        <p:cTn id="281" dur="500" fill="hold"/>
                                        <p:tgtEl>
                                          <p:spTgt spid="70"/>
                                        </p:tgtEl>
                                        <p:attrNameLst>
                                          <p:attrName>ppt_x</p:attrName>
                                        </p:attrNameLst>
                                      </p:cBhvr>
                                      <p:tavLst>
                                        <p:tav tm="0">
                                          <p:val>
                                            <p:strVal val="#ppt_x"/>
                                          </p:val>
                                        </p:tav>
                                        <p:tav tm="100000">
                                          <p:val>
                                            <p:strVal val="#ppt_x"/>
                                          </p:val>
                                        </p:tav>
                                      </p:tavLst>
                                    </p:anim>
                                    <p:anim calcmode="lin" valueType="num">
                                      <p:cBhvr additive="base">
                                        <p:cTn id="282" dur="500" fill="hold"/>
                                        <p:tgtEl>
                                          <p:spTgt spid="70"/>
                                        </p:tgtEl>
                                        <p:attrNameLst>
                                          <p:attrName>ppt_y</p:attrName>
                                        </p:attrNameLst>
                                      </p:cBhvr>
                                      <p:tavLst>
                                        <p:tav tm="0">
                                          <p:val>
                                            <p:strVal val="1+#ppt_h/2"/>
                                          </p:val>
                                        </p:tav>
                                        <p:tav tm="100000">
                                          <p:val>
                                            <p:strVal val="#ppt_y"/>
                                          </p:val>
                                        </p:tav>
                                      </p:tavLst>
                                    </p:anim>
                                  </p:childTnLst>
                                </p:cTn>
                              </p:par>
                              <p:par>
                                <p:cTn id="283" presetID="2" presetClass="entr" presetSubtype="4" fill="hold" grpId="0" nodeType="withEffect">
                                  <p:stCondLst>
                                    <p:cond delay="0"/>
                                  </p:stCondLst>
                                  <p:childTnLst>
                                    <p:set>
                                      <p:cBhvr>
                                        <p:cTn id="284" dur="1" fill="hold">
                                          <p:stCondLst>
                                            <p:cond delay="0"/>
                                          </p:stCondLst>
                                        </p:cTn>
                                        <p:tgtEl>
                                          <p:spTgt spid="71"/>
                                        </p:tgtEl>
                                        <p:attrNameLst>
                                          <p:attrName>style.visibility</p:attrName>
                                        </p:attrNameLst>
                                      </p:cBhvr>
                                      <p:to>
                                        <p:strVal val="visible"/>
                                      </p:to>
                                    </p:set>
                                    <p:anim calcmode="lin" valueType="num">
                                      <p:cBhvr additive="base">
                                        <p:cTn id="285" dur="500" fill="hold"/>
                                        <p:tgtEl>
                                          <p:spTgt spid="71"/>
                                        </p:tgtEl>
                                        <p:attrNameLst>
                                          <p:attrName>ppt_x</p:attrName>
                                        </p:attrNameLst>
                                      </p:cBhvr>
                                      <p:tavLst>
                                        <p:tav tm="0">
                                          <p:val>
                                            <p:strVal val="#ppt_x"/>
                                          </p:val>
                                        </p:tav>
                                        <p:tav tm="100000">
                                          <p:val>
                                            <p:strVal val="#ppt_x"/>
                                          </p:val>
                                        </p:tav>
                                      </p:tavLst>
                                    </p:anim>
                                    <p:anim calcmode="lin" valueType="num">
                                      <p:cBhvr additive="base">
                                        <p:cTn id="286" dur="500" fill="hold"/>
                                        <p:tgtEl>
                                          <p:spTgt spid="71"/>
                                        </p:tgtEl>
                                        <p:attrNameLst>
                                          <p:attrName>ppt_y</p:attrName>
                                        </p:attrNameLst>
                                      </p:cBhvr>
                                      <p:tavLst>
                                        <p:tav tm="0">
                                          <p:val>
                                            <p:strVal val="1+#ppt_h/2"/>
                                          </p:val>
                                        </p:tav>
                                        <p:tav tm="100000">
                                          <p:val>
                                            <p:strVal val="#ppt_y"/>
                                          </p:val>
                                        </p:tav>
                                      </p:tavLst>
                                    </p:anim>
                                  </p:childTnLst>
                                </p:cTn>
                              </p:par>
                              <p:par>
                                <p:cTn id="287" presetID="2" presetClass="entr" presetSubtype="4" fill="hold" grpId="0" nodeType="withEffect">
                                  <p:stCondLst>
                                    <p:cond delay="0"/>
                                  </p:stCondLst>
                                  <p:childTnLst>
                                    <p:set>
                                      <p:cBhvr>
                                        <p:cTn id="288" dur="1" fill="hold">
                                          <p:stCondLst>
                                            <p:cond delay="0"/>
                                          </p:stCondLst>
                                        </p:cTn>
                                        <p:tgtEl>
                                          <p:spTgt spid="72"/>
                                        </p:tgtEl>
                                        <p:attrNameLst>
                                          <p:attrName>style.visibility</p:attrName>
                                        </p:attrNameLst>
                                      </p:cBhvr>
                                      <p:to>
                                        <p:strVal val="visible"/>
                                      </p:to>
                                    </p:set>
                                    <p:anim calcmode="lin" valueType="num">
                                      <p:cBhvr additive="base">
                                        <p:cTn id="289" dur="500" fill="hold"/>
                                        <p:tgtEl>
                                          <p:spTgt spid="72"/>
                                        </p:tgtEl>
                                        <p:attrNameLst>
                                          <p:attrName>ppt_x</p:attrName>
                                        </p:attrNameLst>
                                      </p:cBhvr>
                                      <p:tavLst>
                                        <p:tav tm="0">
                                          <p:val>
                                            <p:strVal val="#ppt_x"/>
                                          </p:val>
                                        </p:tav>
                                        <p:tav tm="100000">
                                          <p:val>
                                            <p:strVal val="#ppt_x"/>
                                          </p:val>
                                        </p:tav>
                                      </p:tavLst>
                                    </p:anim>
                                    <p:anim calcmode="lin" valueType="num">
                                      <p:cBhvr additive="base">
                                        <p:cTn id="290" dur="500" fill="hold"/>
                                        <p:tgtEl>
                                          <p:spTgt spid="72"/>
                                        </p:tgtEl>
                                        <p:attrNameLst>
                                          <p:attrName>ppt_y</p:attrName>
                                        </p:attrNameLst>
                                      </p:cBhvr>
                                      <p:tavLst>
                                        <p:tav tm="0">
                                          <p:val>
                                            <p:strVal val="1+#ppt_h/2"/>
                                          </p:val>
                                        </p:tav>
                                        <p:tav tm="100000">
                                          <p:val>
                                            <p:strVal val="#ppt_y"/>
                                          </p:val>
                                        </p:tav>
                                      </p:tavLst>
                                    </p:anim>
                                  </p:childTnLst>
                                </p:cTn>
                              </p:par>
                              <p:par>
                                <p:cTn id="291" presetID="2" presetClass="entr" presetSubtype="4" fill="hold" grpId="0" nodeType="withEffect">
                                  <p:stCondLst>
                                    <p:cond delay="0"/>
                                  </p:stCondLst>
                                  <p:childTnLst>
                                    <p:set>
                                      <p:cBhvr>
                                        <p:cTn id="292" dur="1" fill="hold">
                                          <p:stCondLst>
                                            <p:cond delay="0"/>
                                          </p:stCondLst>
                                        </p:cTn>
                                        <p:tgtEl>
                                          <p:spTgt spid="73"/>
                                        </p:tgtEl>
                                        <p:attrNameLst>
                                          <p:attrName>style.visibility</p:attrName>
                                        </p:attrNameLst>
                                      </p:cBhvr>
                                      <p:to>
                                        <p:strVal val="visible"/>
                                      </p:to>
                                    </p:set>
                                    <p:anim calcmode="lin" valueType="num">
                                      <p:cBhvr additive="base">
                                        <p:cTn id="293" dur="500" fill="hold"/>
                                        <p:tgtEl>
                                          <p:spTgt spid="73"/>
                                        </p:tgtEl>
                                        <p:attrNameLst>
                                          <p:attrName>ppt_x</p:attrName>
                                        </p:attrNameLst>
                                      </p:cBhvr>
                                      <p:tavLst>
                                        <p:tav tm="0">
                                          <p:val>
                                            <p:strVal val="#ppt_x"/>
                                          </p:val>
                                        </p:tav>
                                        <p:tav tm="100000">
                                          <p:val>
                                            <p:strVal val="#ppt_x"/>
                                          </p:val>
                                        </p:tav>
                                      </p:tavLst>
                                    </p:anim>
                                    <p:anim calcmode="lin" valueType="num">
                                      <p:cBhvr additive="base">
                                        <p:cTn id="294" dur="500" fill="hold"/>
                                        <p:tgtEl>
                                          <p:spTgt spid="73"/>
                                        </p:tgtEl>
                                        <p:attrNameLst>
                                          <p:attrName>ppt_y</p:attrName>
                                        </p:attrNameLst>
                                      </p:cBhvr>
                                      <p:tavLst>
                                        <p:tav tm="0">
                                          <p:val>
                                            <p:strVal val="1+#ppt_h/2"/>
                                          </p:val>
                                        </p:tav>
                                        <p:tav tm="100000">
                                          <p:val>
                                            <p:strVal val="#ppt_y"/>
                                          </p:val>
                                        </p:tav>
                                      </p:tavLst>
                                    </p:anim>
                                  </p:childTnLst>
                                </p:cTn>
                              </p:par>
                              <p:par>
                                <p:cTn id="295" presetID="2" presetClass="entr" presetSubtype="4" fill="hold" grpId="0" nodeType="withEffect">
                                  <p:stCondLst>
                                    <p:cond delay="0"/>
                                  </p:stCondLst>
                                  <p:childTnLst>
                                    <p:set>
                                      <p:cBhvr>
                                        <p:cTn id="296" dur="1" fill="hold">
                                          <p:stCondLst>
                                            <p:cond delay="0"/>
                                          </p:stCondLst>
                                        </p:cTn>
                                        <p:tgtEl>
                                          <p:spTgt spid="74"/>
                                        </p:tgtEl>
                                        <p:attrNameLst>
                                          <p:attrName>style.visibility</p:attrName>
                                        </p:attrNameLst>
                                      </p:cBhvr>
                                      <p:to>
                                        <p:strVal val="visible"/>
                                      </p:to>
                                    </p:set>
                                    <p:anim calcmode="lin" valueType="num">
                                      <p:cBhvr additive="base">
                                        <p:cTn id="297" dur="500" fill="hold"/>
                                        <p:tgtEl>
                                          <p:spTgt spid="74"/>
                                        </p:tgtEl>
                                        <p:attrNameLst>
                                          <p:attrName>ppt_x</p:attrName>
                                        </p:attrNameLst>
                                      </p:cBhvr>
                                      <p:tavLst>
                                        <p:tav tm="0">
                                          <p:val>
                                            <p:strVal val="#ppt_x"/>
                                          </p:val>
                                        </p:tav>
                                        <p:tav tm="100000">
                                          <p:val>
                                            <p:strVal val="#ppt_x"/>
                                          </p:val>
                                        </p:tav>
                                      </p:tavLst>
                                    </p:anim>
                                    <p:anim calcmode="lin" valueType="num">
                                      <p:cBhvr additive="base">
                                        <p:cTn id="298" dur="500" fill="hold"/>
                                        <p:tgtEl>
                                          <p:spTgt spid="74"/>
                                        </p:tgtEl>
                                        <p:attrNameLst>
                                          <p:attrName>ppt_y</p:attrName>
                                        </p:attrNameLst>
                                      </p:cBhvr>
                                      <p:tavLst>
                                        <p:tav tm="0">
                                          <p:val>
                                            <p:strVal val="1+#ppt_h/2"/>
                                          </p:val>
                                        </p:tav>
                                        <p:tav tm="100000">
                                          <p:val>
                                            <p:strVal val="#ppt_y"/>
                                          </p:val>
                                        </p:tav>
                                      </p:tavLst>
                                    </p:anim>
                                  </p:childTnLst>
                                </p:cTn>
                              </p:par>
                              <p:par>
                                <p:cTn id="299" presetID="2" presetClass="entr" presetSubtype="4" fill="hold" grpId="0" nodeType="withEffect">
                                  <p:stCondLst>
                                    <p:cond delay="0"/>
                                  </p:stCondLst>
                                  <p:childTnLst>
                                    <p:set>
                                      <p:cBhvr>
                                        <p:cTn id="300" dur="1" fill="hold">
                                          <p:stCondLst>
                                            <p:cond delay="0"/>
                                          </p:stCondLst>
                                        </p:cTn>
                                        <p:tgtEl>
                                          <p:spTgt spid="75"/>
                                        </p:tgtEl>
                                        <p:attrNameLst>
                                          <p:attrName>style.visibility</p:attrName>
                                        </p:attrNameLst>
                                      </p:cBhvr>
                                      <p:to>
                                        <p:strVal val="visible"/>
                                      </p:to>
                                    </p:set>
                                    <p:anim calcmode="lin" valueType="num">
                                      <p:cBhvr additive="base">
                                        <p:cTn id="301" dur="500" fill="hold"/>
                                        <p:tgtEl>
                                          <p:spTgt spid="75"/>
                                        </p:tgtEl>
                                        <p:attrNameLst>
                                          <p:attrName>ppt_x</p:attrName>
                                        </p:attrNameLst>
                                      </p:cBhvr>
                                      <p:tavLst>
                                        <p:tav tm="0">
                                          <p:val>
                                            <p:strVal val="#ppt_x"/>
                                          </p:val>
                                        </p:tav>
                                        <p:tav tm="100000">
                                          <p:val>
                                            <p:strVal val="#ppt_x"/>
                                          </p:val>
                                        </p:tav>
                                      </p:tavLst>
                                    </p:anim>
                                    <p:anim calcmode="lin" valueType="num">
                                      <p:cBhvr additive="base">
                                        <p:cTn id="302" dur="500" fill="hold"/>
                                        <p:tgtEl>
                                          <p:spTgt spid="75"/>
                                        </p:tgtEl>
                                        <p:attrNameLst>
                                          <p:attrName>ppt_y</p:attrName>
                                        </p:attrNameLst>
                                      </p:cBhvr>
                                      <p:tavLst>
                                        <p:tav tm="0">
                                          <p:val>
                                            <p:strVal val="1+#ppt_h/2"/>
                                          </p:val>
                                        </p:tav>
                                        <p:tav tm="100000">
                                          <p:val>
                                            <p:strVal val="#ppt_y"/>
                                          </p:val>
                                        </p:tav>
                                      </p:tavLst>
                                    </p:anim>
                                  </p:childTnLst>
                                </p:cTn>
                              </p:par>
                              <p:par>
                                <p:cTn id="303" presetID="2" presetClass="entr" presetSubtype="4" fill="hold" grpId="0" nodeType="withEffect">
                                  <p:stCondLst>
                                    <p:cond delay="0"/>
                                  </p:stCondLst>
                                  <p:childTnLst>
                                    <p:set>
                                      <p:cBhvr>
                                        <p:cTn id="304" dur="1" fill="hold">
                                          <p:stCondLst>
                                            <p:cond delay="0"/>
                                          </p:stCondLst>
                                        </p:cTn>
                                        <p:tgtEl>
                                          <p:spTgt spid="76"/>
                                        </p:tgtEl>
                                        <p:attrNameLst>
                                          <p:attrName>style.visibility</p:attrName>
                                        </p:attrNameLst>
                                      </p:cBhvr>
                                      <p:to>
                                        <p:strVal val="visible"/>
                                      </p:to>
                                    </p:set>
                                    <p:anim calcmode="lin" valueType="num">
                                      <p:cBhvr additive="base">
                                        <p:cTn id="305" dur="500" fill="hold"/>
                                        <p:tgtEl>
                                          <p:spTgt spid="76"/>
                                        </p:tgtEl>
                                        <p:attrNameLst>
                                          <p:attrName>ppt_x</p:attrName>
                                        </p:attrNameLst>
                                      </p:cBhvr>
                                      <p:tavLst>
                                        <p:tav tm="0">
                                          <p:val>
                                            <p:strVal val="#ppt_x"/>
                                          </p:val>
                                        </p:tav>
                                        <p:tav tm="100000">
                                          <p:val>
                                            <p:strVal val="#ppt_x"/>
                                          </p:val>
                                        </p:tav>
                                      </p:tavLst>
                                    </p:anim>
                                    <p:anim calcmode="lin" valueType="num">
                                      <p:cBhvr additive="base">
                                        <p:cTn id="306" dur="500" fill="hold"/>
                                        <p:tgtEl>
                                          <p:spTgt spid="76"/>
                                        </p:tgtEl>
                                        <p:attrNameLst>
                                          <p:attrName>ppt_y</p:attrName>
                                        </p:attrNameLst>
                                      </p:cBhvr>
                                      <p:tavLst>
                                        <p:tav tm="0">
                                          <p:val>
                                            <p:strVal val="1+#ppt_h/2"/>
                                          </p:val>
                                        </p:tav>
                                        <p:tav tm="100000">
                                          <p:val>
                                            <p:strVal val="#ppt_y"/>
                                          </p:val>
                                        </p:tav>
                                      </p:tavLst>
                                    </p:anim>
                                  </p:childTnLst>
                                </p:cTn>
                              </p:par>
                              <p:par>
                                <p:cTn id="307" presetID="2" presetClass="entr" presetSubtype="4" fill="hold" grpId="0" nodeType="withEffect">
                                  <p:stCondLst>
                                    <p:cond delay="0"/>
                                  </p:stCondLst>
                                  <p:childTnLst>
                                    <p:set>
                                      <p:cBhvr>
                                        <p:cTn id="308" dur="1" fill="hold">
                                          <p:stCondLst>
                                            <p:cond delay="0"/>
                                          </p:stCondLst>
                                        </p:cTn>
                                        <p:tgtEl>
                                          <p:spTgt spid="77"/>
                                        </p:tgtEl>
                                        <p:attrNameLst>
                                          <p:attrName>style.visibility</p:attrName>
                                        </p:attrNameLst>
                                      </p:cBhvr>
                                      <p:to>
                                        <p:strVal val="visible"/>
                                      </p:to>
                                    </p:set>
                                    <p:anim calcmode="lin" valueType="num">
                                      <p:cBhvr additive="base">
                                        <p:cTn id="309" dur="500" fill="hold"/>
                                        <p:tgtEl>
                                          <p:spTgt spid="77"/>
                                        </p:tgtEl>
                                        <p:attrNameLst>
                                          <p:attrName>ppt_x</p:attrName>
                                        </p:attrNameLst>
                                      </p:cBhvr>
                                      <p:tavLst>
                                        <p:tav tm="0">
                                          <p:val>
                                            <p:strVal val="#ppt_x"/>
                                          </p:val>
                                        </p:tav>
                                        <p:tav tm="100000">
                                          <p:val>
                                            <p:strVal val="#ppt_x"/>
                                          </p:val>
                                        </p:tav>
                                      </p:tavLst>
                                    </p:anim>
                                    <p:anim calcmode="lin" valueType="num">
                                      <p:cBhvr additive="base">
                                        <p:cTn id="310" dur="500" fill="hold"/>
                                        <p:tgtEl>
                                          <p:spTgt spid="77"/>
                                        </p:tgtEl>
                                        <p:attrNameLst>
                                          <p:attrName>ppt_y</p:attrName>
                                        </p:attrNameLst>
                                      </p:cBhvr>
                                      <p:tavLst>
                                        <p:tav tm="0">
                                          <p:val>
                                            <p:strVal val="1+#ppt_h/2"/>
                                          </p:val>
                                        </p:tav>
                                        <p:tav tm="100000">
                                          <p:val>
                                            <p:strVal val="#ppt_y"/>
                                          </p:val>
                                        </p:tav>
                                      </p:tavLst>
                                    </p:anim>
                                  </p:childTnLst>
                                </p:cTn>
                              </p:par>
                              <p:par>
                                <p:cTn id="311" presetID="2" presetClass="entr" presetSubtype="4" fill="hold" grpId="0" nodeType="withEffect">
                                  <p:stCondLst>
                                    <p:cond delay="0"/>
                                  </p:stCondLst>
                                  <p:childTnLst>
                                    <p:set>
                                      <p:cBhvr>
                                        <p:cTn id="312" dur="1" fill="hold">
                                          <p:stCondLst>
                                            <p:cond delay="0"/>
                                          </p:stCondLst>
                                        </p:cTn>
                                        <p:tgtEl>
                                          <p:spTgt spid="78"/>
                                        </p:tgtEl>
                                        <p:attrNameLst>
                                          <p:attrName>style.visibility</p:attrName>
                                        </p:attrNameLst>
                                      </p:cBhvr>
                                      <p:to>
                                        <p:strVal val="visible"/>
                                      </p:to>
                                    </p:set>
                                    <p:anim calcmode="lin" valueType="num">
                                      <p:cBhvr additive="base">
                                        <p:cTn id="313" dur="500" fill="hold"/>
                                        <p:tgtEl>
                                          <p:spTgt spid="78"/>
                                        </p:tgtEl>
                                        <p:attrNameLst>
                                          <p:attrName>ppt_x</p:attrName>
                                        </p:attrNameLst>
                                      </p:cBhvr>
                                      <p:tavLst>
                                        <p:tav tm="0">
                                          <p:val>
                                            <p:strVal val="#ppt_x"/>
                                          </p:val>
                                        </p:tav>
                                        <p:tav tm="100000">
                                          <p:val>
                                            <p:strVal val="#ppt_x"/>
                                          </p:val>
                                        </p:tav>
                                      </p:tavLst>
                                    </p:anim>
                                    <p:anim calcmode="lin" valueType="num">
                                      <p:cBhvr additive="base">
                                        <p:cTn id="314" dur="500" fill="hold"/>
                                        <p:tgtEl>
                                          <p:spTgt spid="78"/>
                                        </p:tgtEl>
                                        <p:attrNameLst>
                                          <p:attrName>ppt_y</p:attrName>
                                        </p:attrNameLst>
                                      </p:cBhvr>
                                      <p:tavLst>
                                        <p:tav tm="0">
                                          <p:val>
                                            <p:strVal val="1+#ppt_h/2"/>
                                          </p:val>
                                        </p:tav>
                                        <p:tav tm="100000">
                                          <p:val>
                                            <p:strVal val="#ppt_y"/>
                                          </p:val>
                                        </p:tav>
                                      </p:tavLst>
                                    </p:anim>
                                  </p:childTnLst>
                                </p:cTn>
                              </p:par>
                              <p:par>
                                <p:cTn id="315" presetID="2" presetClass="entr" presetSubtype="4" fill="hold" grpId="0" nodeType="withEffect">
                                  <p:stCondLst>
                                    <p:cond delay="0"/>
                                  </p:stCondLst>
                                  <p:childTnLst>
                                    <p:set>
                                      <p:cBhvr>
                                        <p:cTn id="316" dur="1" fill="hold">
                                          <p:stCondLst>
                                            <p:cond delay="0"/>
                                          </p:stCondLst>
                                        </p:cTn>
                                        <p:tgtEl>
                                          <p:spTgt spid="79"/>
                                        </p:tgtEl>
                                        <p:attrNameLst>
                                          <p:attrName>style.visibility</p:attrName>
                                        </p:attrNameLst>
                                      </p:cBhvr>
                                      <p:to>
                                        <p:strVal val="visible"/>
                                      </p:to>
                                    </p:set>
                                    <p:anim calcmode="lin" valueType="num">
                                      <p:cBhvr additive="base">
                                        <p:cTn id="317" dur="500" fill="hold"/>
                                        <p:tgtEl>
                                          <p:spTgt spid="79"/>
                                        </p:tgtEl>
                                        <p:attrNameLst>
                                          <p:attrName>ppt_x</p:attrName>
                                        </p:attrNameLst>
                                      </p:cBhvr>
                                      <p:tavLst>
                                        <p:tav tm="0">
                                          <p:val>
                                            <p:strVal val="#ppt_x"/>
                                          </p:val>
                                        </p:tav>
                                        <p:tav tm="100000">
                                          <p:val>
                                            <p:strVal val="#ppt_x"/>
                                          </p:val>
                                        </p:tav>
                                      </p:tavLst>
                                    </p:anim>
                                    <p:anim calcmode="lin" valueType="num">
                                      <p:cBhvr additive="base">
                                        <p:cTn id="318" dur="500" fill="hold"/>
                                        <p:tgtEl>
                                          <p:spTgt spid="79"/>
                                        </p:tgtEl>
                                        <p:attrNameLst>
                                          <p:attrName>ppt_y</p:attrName>
                                        </p:attrNameLst>
                                      </p:cBhvr>
                                      <p:tavLst>
                                        <p:tav tm="0">
                                          <p:val>
                                            <p:strVal val="1+#ppt_h/2"/>
                                          </p:val>
                                        </p:tav>
                                        <p:tav tm="100000">
                                          <p:val>
                                            <p:strVal val="#ppt_y"/>
                                          </p:val>
                                        </p:tav>
                                      </p:tavLst>
                                    </p:anim>
                                  </p:childTnLst>
                                </p:cTn>
                              </p:par>
                              <p:par>
                                <p:cTn id="319" presetID="2" presetClass="entr" presetSubtype="4" fill="hold" grpId="0" nodeType="withEffect">
                                  <p:stCondLst>
                                    <p:cond delay="0"/>
                                  </p:stCondLst>
                                  <p:childTnLst>
                                    <p:set>
                                      <p:cBhvr>
                                        <p:cTn id="320" dur="1" fill="hold">
                                          <p:stCondLst>
                                            <p:cond delay="0"/>
                                          </p:stCondLst>
                                        </p:cTn>
                                        <p:tgtEl>
                                          <p:spTgt spid="80"/>
                                        </p:tgtEl>
                                        <p:attrNameLst>
                                          <p:attrName>style.visibility</p:attrName>
                                        </p:attrNameLst>
                                      </p:cBhvr>
                                      <p:to>
                                        <p:strVal val="visible"/>
                                      </p:to>
                                    </p:set>
                                    <p:anim calcmode="lin" valueType="num">
                                      <p:cBhvr additive="base">
                                        <p:cTn id="321" dur="500" fill="hold"/>
                                        <p:tgtEl>
                                          <p:spTgt spid="80"/>
                                        </p:tgtEl>
                                        <p:attrNameLst>
                                          <p:attrName>ppt_x</p:attrName>
                                        </p:attrNameLst>
                                      </p:cBhvr>
                                      <p:tavLst>
                                        <p:tav tm="0">
                                          <p:val>
                                            <p:strVal val="#ppt_x"/>
                                          </p:val>
                                        </p:tav>
                                        <p:tav tm="100000">
                                          <p:val>
                                            <p:strVal val="#ppt_x"/>
                                          </p:val>
                                        </p:tav>
                                      </p:tavLst>
                                    </p:anim>
                                    <p:anim calcmode="lin" valueType="num">
                                      <p:cBhvr additive="base">
                                        <p:cTn id="322" dur="500" fill="hold"/>
                                        <p:tgtEl>
                                          <p:spTgt spid="80"/>
                                        </p:tgtEl>
                                        <p:attrNameLst>
                                          <p:attrName>ppt_y</p:attrName>
                                        </p:attrNameLst>
                                      </p:cBhvr>
                                      <p:tavLst>
                                        <p:tav tm="0">
                                          <p:val>
                                            <p:strVal val="1+#ppt_h/2"/>
                                          </p:val>
                                        </p:tav>
                                        <p:tav tm="100000">
                                          <p:val>
                                            <p:strVal val="#ppt_y"/>
                                          </p:val>
                                        </p:tav>
                                      </p:tavLst>
                                    </p:anim>
                                  </p:childTnLst>
                                </p:cTn>
                              </p:par>
                              <p:par>
                                <p:cTn id="323" presetID="2" presetClass="entr" presetSubtype="4" fill="hold" grpId="0" nodeType="withEffect">
                                  <p:stCondLst>
                                    <p:cond delay="0"/>
                                  </p:stCondLst>
                                  <p:childTnLst>
                                    <p:set>
                                      <p:cBhvr>
                                        <p:cTn id="324" dur="1" fill="hold">
                                          <p:stCondLst>
                                            <p:cond delay="0"/>
                                          </p:stCondLst>
                                        </p:cTn>
                                        <p:tgtEl>
                                          <p:spTgt spid="81"/>
                                        </p:tgtEl>
                                        <p:attrNameLst>
                                          <p:attrName>style.visibility</p:attrName>
                                        </p:attrNameLst>
                                      </p:cBhvr>
                                      <p:to>
                                        <p:strVal val="visible"/>
                                      </p:to>
                                    </p:set>
                                    <p:anim calcmode="lin" valueType="num">
                                      <p:cBhvr additive="base">
                                        <p:cTn id="325" dur="500" fill="hold"/>
                                        <p:tgtEl>
                                          <p:spTgt spid="81"/>
                                        </p:tgtEl>
                                        <p:attrNameLst>
                                          <p:attrName>ppt_x</p:attrName>
                                        </p:attrNameLst>
                                      </p:cBhvr>
                                      <p:tavLst>
                                        <p:tav tm="0">
                                          <p:val>
                                            <p:strVal val="#ppt_x"/>
                                          </p:val>
                                        </p:tav>
                                        <p:tav tm="100000">
                                          <p:val>
                                            <p:strVal val="#ppt_x"/>
                                          </p:val>
                                        </p:tav>
                                      </p:tavLst>
                                    </p:anim>
                                    <p:anim calcmode="lin" valueType="num">
                                      <p:cBhvr additive="base">
                                        <p:cTn id="326" dur="500" fill="hold"/>
                                        <p:tgtEl>
                                          <p:spTgt spid="81"/>
                                        </p:tgtEl>
                                        <p:attrNameLst>
                                          <p:attrName>ppt_y</p:attrName>
                                        </p:attrNameLst>
                                      </p:cBhvr>
                                      <p:tavLst>
                                        <p:tav tm="0">
                                          <p:val>
                                            <p:strVal val="1+#ppt_h/2"/>
                                          </p:val>
                                        </p:tav>
                                        <p:tav tm="100000">
                                          <p:val>
                                            <p:strVal val="#ppt_y"/>
                                          </p:val>
                                        </p:tav>
                                      </p:tavLst>
                                    </p:anim>
                                  </p:childTnLst>
                                </p:cTn>
                              </p:par>
                              <p:par>
                                <p:cTn id="327" presetID="2" presetClass="entr" presetSubtype="4" fill="hold" grpId="0" nodeType="withEffect">
                                  <p:stCondLst>
                                    <p:cond delay="0"/>
                                  </p:stCondLst>
                                  <p:childTnLst>
                                    <p:set>
                                      <p:cBhvr>
                                        <p:cTn id="328" dur="1" fill="hold">
                                          <p:stCondLst>
                                            <p:cond delay="0"/>
                                          </p:stCondLst>
                                        </p:cTn>
                                        <p:tgtEl>
                                          <p:spTgt spid="82"/>
                                        </p:tgtEl>
                                        <p:attrNameLst>
                                          <p:attrName>style.visibility</p:attrName>
                                        </p:attrNameLst>
                                      </p:cBhvr>
                                      <p:to>
                                        <p:strVal val="visible"/>
                                      </p:to>
                                    </p:set>
                                    <p:anim calcmode="lin" valueType="num">
                                      <p:cBhvr additive="base">
                                        <p:cTn id="329" dur="500" fill="hold"/>
                                        <p:tgtEl>
                                          <p:spTgt spid="82"/>
                                        </p:tgtEl>
                                        <p:attrNameLst>
                                          <p:attrName>ppt_x</p:attrName>
                                        </p:attrNameLst>
                                      </p:cBhvr>
                                      <p:tavLst>
                                        <p:tav tm="0">
                                          <p:val>
                                            <p:strVal val="#ppt_x"/>
                                          </p:val>
                                        </p:tav>
                                        <p:tav tm="100000">
                                          <p:val>
                                            <p:strVal val="#ppt_x"/>
                                          </p:val>
                                        </p:tav>
                                      </p:tavLst>
                                    </p:anim>
                                    <p:anim calcmode="lin" valueType="num">
                                      <p:cBhvr additive="base">
                                        <p:cTn id="330" dur="500" fill="hold"/>
                                        <p:tgtEl>
                                          <p:spTgt spid="82"/>
                                        </p:tgtEl>
                                        <p:attrNameLst>
                                          <p:attrName>ppt_y</p:attrName>
                                        </p:attrNameLst>
                                      </p:cBhvr>
                                      <p:tavLst>
                                        <p:tav tm="0">
                                          <p:val>
                                            <p:strVal val="1+#ppt_h/2"/>
                                          </p:val>
                                        </p:tav>
                                        <p:tav tm="100000">
                                          <p:val>
                                            <p:strVal val="#ppt_y"/>
                                          </p:val>
                                        </p:tav>
                                      </p:tavLst>
                                    </p:anim>
                                  </p:childTnLst>
                                </p:cTn>
                              </p:par>
                              <p:par>
                                <p:cTn id="331" presetID="2" presetClass="entr" presetSubtype="4" fill="hold" grpId="0" nodeType="withEffect">
                                  <p:stCondLst>
                                    <p:cond delay="0"/>
                                  </p:stCondLst>
                                  <p:childTnLst>
                                    <p:set>
                                      <p:cBhvr>
                                        <p:cTn id="332" dur="1" fill="hold">
                                          <p:stCondLst>
                                            <p:cond delay="0"/>
                                          </p:stCondLst>
                                        </p:cTn>
                                        <p:tgtEl>
                                          <p:spTgt spid="83"/>
                                        </p:tgtEl>
                                        <p:attrNameLst>
                                          <p:attrName>style.visibility</p:attrName>
                                        </p:attrNameLst>
                                      </p:cBhvr>
                                      <p:to>
                                        <p:strVal val="visible"/>
                                      </p:to>
                                    </p:set>
                                    <p:anim calcmode="lin" valueType="num">
                                      <p:cBhvr additive="base">
                                        <p:cTn id="333" dur="500" fill="hold"/>
                                        <p:tgtEl>
                                          <p:spTgt spid="83"/>
                                        </p:tgtEl>
                                        <p:attrNameLst>
                                          <p:attrName>ppt_x</p:attrName>
                                        </p:attrNameLst>
                                      </p:cBhvr>
                                      <p:tavLst>
                                        <p:tav tm="0">
                                          <p:val>
                                            <p:strVal val="#ppt_x"/>
                                          </p:val>
                                        </p:tav>
                                        <p:tav tm="100000">
                                          <p:val>
                                            <p:strVal val="#ppt_x"/>
                                          </p:val>
                                        </p:tav>
                                      </p:tavLst>
                                    </p:anim>
                                    <p:anim calcmode="lin" valueType="num">
                                      <p:cBhvr additive="base">
                                        <p:cTn id="334" dur="500" fill="hold"/>
                                        <p:tgtEl>
                                          <p:spTgt spid="83"/>
                                        </p:tgtEl>
                                        <p:attrNameLst>
                                          <p:attrName>ppt_y</p:attrName>
                                        </p:attrNameLst>
                                      </p:cBhvr>
                                      <p:tavLst>
                                        <p:tav tm="0">
                                          <p:val>
                                            <p:strVal val="1+#ppt_h/2"/>
                                          </p:val>
                                        </p:tav>
                                        <p:tav tm="100000">
                                          <p:val>
                                            <p:strVal val="#ppt_y"/>
                                          </p:val>
                                        </p:tav>
                                      </p:tavLst>
                                    </p:anim>
                                  </p:childTnLst>
                                </p:cTn>
                              </p:par>
                              <p:par>
                                <p:cTn id="335" presetID="2" presetClass="entr" presetSubtype="4" fill="hold" grpId="0" nodeType="withEffect">
                                  <p:stCondLst>
                                    <p:cond delay="0"/>
                                  </p:stCondLst>
                                  <p:childTnLst>
                                    <p:set>
                                      <p:cBhvr>
                                        <p:cTn id="336" dur="1" fill="hold">
                                          <p:stCondLst>
                                            <p:cond delay="0"/>
                                          </p:stCondLst>
                                        </p:cTn>
                                        <p:tgtEl>
                                          <p:spTgt spid="84"/>
                                        </p:tgtEl>
                                        <p:attrNameLst>
                                          <p:attrName>style.visibility</p:attrName>
                                        </p:attrNameLst>
                                      </p:cBhvr>
                                      <p:to>
                                        <p:strVal val="visible"/>
                                      </p:to>
                                    </p:set>
                                    <p:anim calcmode="lin" valueType="num">
                                      <p:cBhvr additive="base">
                                        <p:cTn id="337" dur="500" fill="hold"/>
                                        <p:tgtEl>
                                          <p:spTgt spid="84"/>
                                        </p:tgtEl>
                                        <p:attrNameLst>
                                          <p:attrName>ppt_x</p:attrName>
                                        </p:attrNameLst>
                                      </p:cBhvr>
                                      <p:tavLst>
                                        <p:tav tm="0">
                                          <p:val>
                                            <p:strVal val="#ppt_x"/>
                                          </p:val>
                                        </p:tav>
                                        <p:tav tm="100000">
                                          <p:val>
                                            <p:strVal val="#ppt_x"/>
                                          </p:val>
                                        </p:tav>
                                      </p:tavLst>
                                    </p:anim>
                                    <p:anim calcmode="lin" valueType="num">
                                      <p:cBhvr additive="base">
                                        <p:cTn id="338" dur="500" fill="hold"/>
                                        <p:tgtEl>
                                          <p:spTgt spid="84"/>
                                        </p:tgtEl>
                                        <p:attrNameLst>
                                          <p:attrName>ppt_y</p:attrName>
                                        </p:attrNameLst>
                                      </p:cBhvr>
                                      <p:tavLst>
                                        <p:tav tm="0">
                                          <p:val>
                                            <p:strVal val="1+#ppt_h/2"/>
                                          </p:val>
                                        </p:tav>
                                        <p:tav tm="100000">
                                          <p:val>
                                            <p:strVal val="#ppt_y"/>
                                          </p:val>
                                        </p:tav>
                                      </p:tavLst>
                                    </p:anim>
                                  </p:childTnLst>
                                </p:cTn>
                              </p:par>
                              <p:par>
                                <p:cTn id="339" presetID="2" presetClass="entr" presetSubtype="4" fill="hold" grpId="0" nodeType="withEffect">
                                  <p:stCondLst>
                                    <p:cond delay="0"/>
                                  </p:stCondLst>
                                  <p:childTnLst>
                                    <p:set>
                                      <p:cBhvr>
                                        <p:cTn id="340" dur="1" fill="hold">
                                          <p:stCondLst>
                                            <p:cond delay="0"/>
                                          </p:stCondLst>
                                        </p:cTn>
                                        <p:tgtEl>
                                          <p:spTgt spid="93"/>
                                        </p:tgtEl>
                                        <p:attrNameLst>
                                          <p:attrName>style.visibility</p:attrName>
                                        </p:attrNameLst>
                                      </p:cBhvr>
                                      <p:to>
                                        <p:strVal val="visible"/>
                                      </p:to>
                                    </p:set>
                                    <p:anim calcmode="lin" valueType="num">
                                      <p:cBhvr additive="base">
                                        <p:cTn id="341" dur="500" fill="hold"/>
                                        <p:tgtEl>
                                          <p:spTgt spid="93"/>
                                        </p:tgtEl>
                                        <p:attrNameLst>
                                          <p:attrName>ppt_x</p:attrName>
                                        </p:attrNameLst>
                                      </p:cBhvr>
                                      <p:tavLst>
                                        <p:tav tm="0">
                                          <p:val>
                                            <p:strVal val="#ppt_x"/>
                                          </p:val>
                                        </p:tav>
                                        <p:tav tm="100000">
                                          <p:val>
                                            <p:strVal val="#ppt_x"/>
                                          </p:val>
                                        </p:tav>
                                      </p:tavLst>
                                    </p:anim>
                                    <p:anim calcmode="lin" valueType="num">
                                      <p:cBhvr additive="base">
                                        <p:cTn id="342" dur="500" fill="hold"/>
                                        <p:tgtEl>
                                          <p:spTgt spid="93"/>
                                        </p:tgtEl>
                                        <p:attrNameLst>
                                          <p:attrName>ppt_y</p:attrName>
                                        </p:attrNameLst>
                                      </p:cBhvr>
                                      <p:tavLst>
                                        <p:tav tm="0">
                                          <p:val>
                                            <p:strVal val="1+#ppt_h/2"/>
                                          </p:val>
                                        </p:tav>
                                        <p:tav tm="100000">
                                          <p:val>
                                            <p:strVal val="#ppt_y"/>
                                          </p:val>
                                        </p:tav>
                                      </p:tavLst>
                                    </p:anim>
                                  </p:childTnLst>
                                </p:cTn>
                              </p:par>
                              <p:par>
                                <p:cTn id="343" presetID="2" presetClass="entr" presetSubtype="4" fill="hold" grpId="0" nodeType="withEffect">
                                  <p:stCondLst>
                                    <p:cond delay="0"/>
                                  </p:stCondLst>
                                  <p:childTnLst>
                                    <p:set>
                                      <p:cBhvr>
                                        <p:cTn id="344" dur="1" fill="hold">
                                          <p:stCondLst>
                                            <p:cond delay="0"/>
                                          </p:stCondLst>
                                        </p:cTn>
                                        <p:tgtEl>
                                          <p:spTgt spid="94"/>
                                        </p:tgtEl>
                                        <p:attrNameLst>
                                          <p:attrName>style.visibility</p:attrName>
                                        </p:attrNameLst>
                                      </p:cBhvr>
                                      <p:to>
                                        <p:strVal val="visible"/>
                                      </p:to>
                                    </p:set>
                                    <p:anim calcmode="lin" valueType="num">
                                      <p:cBhvr additive="base">
                                        <p:cTn id="345" dur="500" fill="hold"/>
                                        <p:tgtEl>
                                          <p:spTgt spid="94"/>
                                        </p:tgtEl>
                                        <p:attrNameLst>
                                          <p:attrName>ppt_x</p:attrName>
                                        </p:attrNameLst>
                                      </p:cBhvr>
                                      <p:tavLst>
                                        <p:tav tm="0">
                                          <p:val>
                                            <p:strVal val="#ppt_x"/>
                                          </p:val>
                                        </p:tav>
                                        <p:tav tm="100000">
                                          <p:val>
                                            <p:strVal val="#ppt_x"/>
                                          </p:val>
                                        </p:tav>
                                      </p:tavLst>
                                    </p:anim>
                                    <p:anim calcmode="lin" valueType="num">
                                      <p:cBhvr additive="base">
                                        <p:cTn id="346" dur="500" fill="hold"/>
                                        <p:tgtEl>
                                          <p:spTgt spid="94"/>
                                        </p:tgtEl>
                                        <p:attrNameLst>
                                          <p:attrName>ppt_y</p:attrName>
                                        </p:attrNameLst>
                                      </p:cBhvr>
                                      <p:tavLst>
                                        <p:tav tm="0">
                                          <p:val>
                                            <p:strVal val="1+#ppt_h/2"/>
                                          </p:val>
                                        </p:tav>
                                        <p:tav tm="100000">
                                          <p:val>
                                            <p:strVal val="#ppt_y"/>
                                          </p:val>
                                        </p:tav>
                                      </p:tavLst>
                                    </p:anim>
                                  </p:childTnLst>
                                </p:cTn>
                              </p:par>
                              <p:par>
                                <p:cTn id="347" presetID="2" presetClass="entr" presetSubtype="4" fill="hold" grpId="0" nodeType="withEffect">
                                  <p:stCondLst>
                                    <p:cond delay="0"/>
                                  </p:stCondLst>
                                  <p:childTnLst>
                                    <p:set>
                                      <p:cBhvr>
                                        <p:cTn id="348" dur="1" fill="hold">
                                          <p:stCondLst>
                                            <p:cond delay="0"/>
                                          </p:stCondLst>
                                        </p:cTn>
                                        <p:tgtEl>
                                          <p:spTgt spid="85"/>
                                        </p:tgtEl>
                                        <p:attrNameLst>
                                          <p:attrName>style.visibility</p:attrName>
                                        </p:attrNameLst>
                                      </p:cBhvr>
                                      <p:to>
                                        <p:strVal val="visible"/>
                                      </p:to>
                                    </p:set>
                                    <p:anim calcmode="lin" valueType="num">
                                      <p:cBhvr additive="base">
                                        <p:cTn id="349" dur="500" fill="hold"/>
                                        <p:tgtEl>
                                          <p:spTgt spid="85"/>
                                        </p:tgtEl>
                                        <p:attrNameLst>
                                          <p:attrName>ppt_x</p:attrName>
                                        </p:attrNameLst>
                                      </p:cBhvr>
                                      <p:tavLst>
                                        <p:tav tm="0">
                                          <p:val>
                                            <p:strVal val="#ppt_x"/>
                                          </p:val>
                                        </p:tav>
                                        <p:tav tm="100000">
                                          <p:val>
                                            <p:strVal val="#ppt_x"/>
                                          </p:val>
                                        </p:tav>
                                      </p:tavLst>
                                    </p:anim>
                                    <p:anim calcmode="lin" valueType="num">
                                      <p:cBhvr additive="base">
                                        <p:cTn id="350" dur="500" fill="hold"/>
                                        <p:tgtEl>
                                          <p:spTgt spid="85"/>
                                        </p:tgtEl>
                                        <p:attrNameLst>
                                          <p:attrName>ppt_y</p:attrName>
                                        </p:attrNameLst>
                                      </p:cBhvr>
                                      <p:tavLst>
                                        <p:tav tm="0">
                                          <p:val>
                                            <p:strVal val="1+#ppt_h/2"/>
                                          </p:val>
                                        </p:tav>
                                        <p:tav tm="100000">
                                          <p:val>
                                            <p:strVal val="#ppt_y"/>
                                          </p:val>
                                        </p:tav>
                                      </p:tavLst>
                                    </p:anim>
                                  </p:childTnLst>
                                </p:cTn>
                              </p:par>
                              <p:par>
                                <p:cTn id="351" presetID="2" presetClass="entr" presetSubtype="4" fill="hold" grpId="0" nodeType="withEffect">
                                  <p:stCondLst>
                                    <p:cond delay="0"/>
                                  </p:stCondLst>
                                  <p:childTnLst>
                                    <p:set>
                                      <p:cBhvr>
                                        <p:cTn id="352" dur="1" fill="hold">
                                          <p:stCondLst>
                                            <p:cond delay="0"/>
                                          </p:stCondLst>
                                        </p:cTn>
                                        <p:tgtEl>
                                          <p:spTgt spid="86"/>
                                        </p:tgtEl>
                                        <p:attrNameLst>
                                          <p:attrName>style.visibility</p:attrName>
                                        </p:attrNameLst>
                                      </p:cBhvr>
                                      <p:to>
                                        <p:strVal val="visible"/>
                                      </p:to>
                                    </p:set>
                                    <p:anim calcmode="lin" valueType="num">
                                      <p:cBhvr additive="base">
                                        <p:cTn id="353" dur="500" fill="hold"/>
                                        <p:tgtEl>
                                          <p:spTgt spid="86"/>
                                        </p:tgtEl>
                                        <p:attrNameLst>
                                          <p:attrName>ppt_x</p:attrName>
                                        </p:attrNameLst>
                                      </p:cBhvr>
                                      <p:tavLst>
                                        <p:tav tm="0">
                                          <p:val>
                                            <p:strVal val="#ppt_x"/>
                                          </p:val>
                                        </p:tav>
                                        <p:tav tm="100000">
                                          <p:val>
                                            <p:strVal val="#ppt_x"/>
                                          </p:val>
                                        </p:tav>
                                      </p:tavLst>
                                    </p:anim>
                                    <p:anim calcmode="lin" valueType="num">
                                      <p:cBhvr additive="base">
                                        <p:cTn id="354" dur="500" fill="hold"/>
                                        <p:tgtEl>
                                          <p:spTgt spid="86"/>
                                        </p:tgtEl>
                                        <p:attrNameLst>
                                          <p:attrName>ppt_y</p:attrName>
                                        </p:attrNameLst>
                                      </p:cBhvr>
                                      <p:tavLst>
                                        <p:tav tm="0">
                                          <p:val>
                                            <p:strVal val="1+#ppt_h/2"/>
                                          </p:val>
                                        </p:tav>
                                        <p:tav tm="100000">
                                          <p:val>
                                            <p:strVal val="#ppt_y"/>
                                          </p:val>
                                        </p:tav>
                                      </p:tavLst>
                                    </p:anim>
                                  </p:childTnLst>
                                </p:cTn>
                              </p:par>
                              <p:par>
                                <p:cTn id="355" presetID="2" presetClass="entr" presetSubtype="4" fill="hold" grpId="0" nodeType="withEffect">
                                  <p:stCondLst>
                                    <p:cond delay="0"/>
                                  </p:stCondLst>
                                  <p:childTnLst>
                                    <p:set>
                                      <p:cBhvr>
                                        <p:cTn id="356" dur="1" fill="hold">
                                          <p:stCondLst>
                                            <p:cond delay="0"/>
                                          </p:stCondLst>
                                        </p:cTn>
                                        <p:tgtEl>
                                          <p:spTgt spid="91"/>
                                        </p:tgtEl>
                                        <p:attrNameLst>
                                          <p:attrName>style.visibility</p:attrName>
                                        </p:attrNameLst>
                                      </p:cBhvr>
                                      <p:to>
                                        <p:strVal val="visible"/>
                                      </p:to>
                                    </p:set>
                                    <p:anim calcmode="lin" valueType="num">
                                      <p:cBhvr additive="base">
                                        <p:cTn id="357" dur="500" fill="hold"/>
                                        <p:tgtEl>
                                          <p:spTgt spid="91"/>
                                        </p:tgtEl>
                                        <p:attrNameLst>
                                          <p:attrName>ppt_x</p:attrName>
                                        </p:attrNameLst>
                                      </p:cBhvr>
                                      <p:tavLst>
                                        <p:tav tm="0">
                                          <p:val>
                                            <p:strVal val="#ppt_x"/>
                                          </p:val>
                                        </p:tav>
                                        <p:tav tm="100000">
                                          <p:val>
                                            <p:strVal val="#ppt_x"/>
                                          </p:val>
                                        </p:tav>
                                      </p:tavLst>
                                    </p:anim>
                                    <p:anim calcmode="lin" valueType="num">
                                      <p:cBhvr additive="base">
                                        <p:cTn id="358" dur="500" fill="hold"/>
                                        <p:tgtEl>
                                          <p:spTgt spid="91"/>
                                        </p:tgtEl>
                                        <p:attrNameLst>
                                          <p:attrName>ppt_y</p:attrName>
                                        </p:attrNameLst>
                                      </p:cBhvr>
                                      <p:tavLst>
                                        <p:tav tm="0">
                                          <p:val>
                                            <p:strVal val="1+#ppt_h/2"/>
                                          </p:val>
                                        </p:tav>
                                        <p:tav tm="100000">
                                          <p:val>
                                            <p:strVal val="#ppt_y"/>
                                          </p:val>
                                        </p:tav>
                                      </p:tavLst>
                                    </p:anim>
                                  </p:childTnLst>
                                </p:cTn>
                              </p:par>
                              <p:par>
                                <p:cTn id="359" presetID="2" presetClass="entr" presetSubtype="4" fill="hold" grpId="0" nodeType="withEffect">
                                  <p:stCondLst>
                                    <p:cond delay="0"/>
                                  </p:stCondLst>
                                  <p:childTnLst>
                                    <p:set>
                                      <p:cBhvr>
                                        <p:cTn id="360" dur="1" fill="hold">
                                          <p:stCondLst>
                                            <p:cond delay="0"/>
                                          </p:stCondLst>
                                        </p:cTn>
                                        <p:tgtEl>
                                          <p:spTgt spid="92"/>
                                        </p:tgtEl>
                                        <p:attrNameLst>
                                          <p:attrName>style.visibility</p:attrName>
                                        </p:attrNameLst>
                                      </p:cBhvr>
                                      <p:to>
                                        <p:strVal val="visible"/>
                                      </p:to>
                                    </p:set>
                                    <p:anim calcmode="lin" valueType="num">
                                      <p:cBhvr additive="base">
                                        <p:cTn id="361" dur="500" fill="hold"/>
                                        <p:tgtEl>
                                          <p:spTgt spid="92"/>
                                        </p:tgtEl>
                                        <p:attrNameLst>
                                          <p:attrName>ppt_x</p:attrName>
                                        </p:attrNameLst>
                                      </p:cBhvr>
                                      <p:tavLst>
                                        <p:tav tm="0">
                                          <p:val>
                                            <p:strVal val="#ppt_x"/>
                                          </p:val>
                                        </p:tav>
                                        <p:tav tm="100000">
                                          <p:val>
                                            <p:strVal val="#ppt_x"/>
                                          </p:val>
                                        </p:tav>
                                      </p:tavLst>
                                    </p:anim>
                                    <p:anim calcmode="lin" valueType="num">
                                      <p:cBhvr additive="base">
                                        <p:cTn id="362" dur="500" fill="hold"/>
                                        <p:tgtEl>
                                          <p:spTgt spid="92"/>
                                        </p:tgtEl>
                                        <p:attrNameLst>
                                          <p:attrName>ppt_y</p:attrName>
                                        </p:attrNameLst>
                                      </p:cBhvr>
                                      <p:tavLst>
                                        <p:tav tm="0">
                                          <p:val>
                                            <p:strVal val="1+#ppt_h/2"/>
                                          </p:val>
                                        </p:tav>
                                        <p:tav tm="100000">
                                          <p:val>
                                            <p:strVal val="#ppt_y"/>
                                          </p:val>
                                        </p:tav>
                                      </p:tavLst>
                                    </p:anim>
                                  </p:childTnLst>
                                </p:cTn>
                              </p:par>
                              <p:par>
                                <p:cTn id="363" presetID="2" presetClass="entr" presetSubtype="4" fill="hold" grpId="0" nodeType="withEffect">
                                  <p:stCondLst>
                                    <p:cond delay="0"/>
                                  </p:stCondLst>
                                  <p:childTnLst>
                                    <p:set>
                                      <p:cBhvr>
                                        <p:cTn id="364" dur="1" fill="hold">
                                          <p:stCondLst>
                                            <p:cond delay="0"/>
                                          </p:stCondLst>
                                        </p:cTn>
                                        <p:tgtEl>
                                          <p:spTgt spid="88"/>
                                        </p:tgtEl>
                                        <p:attrNameLst>
                                          <p:attrName>style.visibility</p:attrName>
                                        </p:attrNameLst>
                                      </p:cBhvr>
                                      <p:to>
                                        <p:strVal val="visible"/>
                                      </p:to>
                                    </p:set>
                                    <p:anim calcmode="lin" valueType="num">
                                      <p:cBhvr additive="base">
                                        <p:cTn id="365" dur="500" fill="hold"/>
                                        <p:tgtEl>
                                          <p:spTgt spid="88"/>
                                        </p:tgtEl>
                                        <p:attrNameLst>
                                          <p:attrName>ppt_x</p:attrName>
                                        </p:attrNameLst>
                                      </p:cBhvr>
                                      <p:tavLst>
                                        <p:tav tm="0">
                                          <p:val>
                                            <p:strVal val="#ppt_x"/>
                                          </p:val>
                                        </p:tav>
                                        <p:tav tm="100000">
                                          <p:val>
                                            <p:strVal val="#ppt_x"/>
                                          </p:val>
                                        </p:tav>
                                      </p:tavLst>
                                    </p:anim>
                                    <p:anim calcmode="lin" valueType="num">
                                      <p:cBhvr additive="base">
                                        <p:cTn id="366"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367" fill="hold">
                      <p:stCondLst>
                        <p:cond delay="indefinite"/>
                      </p:stCondLst>
                      <p:childTnLst>
                        <p:par>
                          <p:cTn id="368" fill="hold">
                            <p:stCondLst>
                              <p:cond delay="0"/>
                            </p:stCondLst>
                            <p:childTnLst>
                              <p:par>
                                <p:cTn id="369" presetID="53" presetClass="entr" presetSubtype="16" fill="hold" grpId="0" nodeType="clickEffect">
                                  <p:stCondLst>
                                    <p:cond delay="0"/>
                                  </p:stCondLst>
                                  <p:childTnLst>
                                    <p:set>
                                      <p:cBhvr>
                                        <p:cTn id="370" dur="1" fill="hold">
                                          <p:stCondLst>
                                            <p:cond delay="0"/>
                                          </p:stCondLst>
                                        </p:cTn>
                                        <p:tgtEl>
                                          <p:spTgt spid="95"/>
                                        </p:tgtEl>
                                        <p:attrNameLst>
                                          <p:attrName>style.visibility</p:attrName>
                                        </p:attrNameLst>
                                      </p:cBhvr>
                                      <p:to>
                                        <p:strVal val="visible"/>
                                      </p:to>
                                    </p:set>
                                    <p:anim calcmode="lin" valueType="num">
                                      <p:cBhvr>
                                        <p:cTn id="371" dur="500" fill="hold"/>
                                        <p:tgtEl>
                                          <p:spTgt spid="95"/>
                                        </p:tgtEl>
                                        <p:attrNameLst>
                                          <p:attrName>ppt_w</p:attrName>
                                        </p:attrNameLst>
                                      </p:cBhvr>
                                      <p:tavLst>
                                        <p:tav tm="0">
                                          <p:val>
                                            <p:fltVal val="0"/>
                                          </p:val>
                                        </p:tav>
                                        <p:tav tm="100000">
                                          <p:val>
                                            <p:strVal val="#ppt_w"/>
                                          </p:val>
                                        </p:tav>
                                      </p:tavLst>
                                    </p:anim>
                                    <p:anim calcmode="lin" valueType="num">
                                      <p:cBhvr>
                                        <p:cTn id="372" dur="500" fill="hold"/>
                                        <p:tgtEl>
                                          <p:spTgt spid="95"/>
                                        </p:tgtEl>
                                        <p:attrNameLst>
                                          <p:attrName>ppt_h</p:attrName>
                                        </p:attrNameLst>
                                      </p:cBhvr>
                                      <p:tavLst>
                                        <p:tav tm="0">
                                          <p:val>
                                            <p:fltVal val="0"/>
                                          </p:val>
                                        </p:tav>
                                        <p:tav tm="100000">
                                          <p:val>
                                            <p:strVal val="#ppt_h"/>
                                          </p:val>
                                        </p:tav>
                                      </p:tavLst>
                                    </p:anim>
                                    <p:animEffect transition="in" filter="fade">
                                      <p:cBhvr>
                                        <p:cTn id="373" dur="500"/>
                                        <p:tgtEl>
                                          <p:spTgt spid="95"/>
                                        </p:tgtEl>
                                      </p:cBhvr>
                                    </p:animEffect>
                                  </p:childTnLst>
                                </p:cTn>
                              </p:par>
                              <p:par>
                                <p:cTn id="374" presetID="53" presetClass="entr" presetSubtype="16" fill="hold" grpId="0" nodeType="withEffect">
                                  <p:stCondLst>
                                    <p:cond delay="0"/>
                                  </p:stCondLst>
                                  <p:childTnLst>
                                    <p:set>
                                      <p:cBhvr>
                                        <p:cTn id="375" dur="1" fill="hold">
                                          <p:stCondLst>
                                            <p:cond delay="0"/>
                                          </p:stCondLst>
                                        </p:cTn>
                                        <p:tgtEl>
                                          <p:spTgt spid="96"/>
                                        </p:tgtEl>
                                        <p:attrNameLst>
                                          <p:attrName>style.visibility</p:attrName>
                                        </p:attrNameLst>
                                      </p:cBhvr>
                                      <p:to>
                                        <p:strVal val="visible"/>
                                      </p:to>
                                    </p:set>
                                    <p:anim calcmode="lin" valueType="num">
                                      <p:cBhvr>
                                        <p:cTn id="376" dur="500" fill="hold"/>
                                        <p:tgtEl>
                                          <p:spTgt spid="96"/>
                                        </p:tgtEl>
                                        <p:attrNameLst>
                                          <p:attrName>ppt_w</p:attrName>
                                        </p:attrNameLst>
                                      </p:cBhvr>
                                      <p:tavLst>
                                        <p:tav tm="0">
                                          <p:val>
                                            <p:fltVal val="0"/>
                                          </p:val>
                                        </p:tav>
                                        <p:tav tm="100000">
                                          <p:val>
                                            <p:strVal val="#ppt_w"/>
                                          </p:val>
                                        </p:tav>
                                      </p:tavLst>
                                    </p:anim>
                                    <p:anim calcmode="lin" valueType="num">
                                      <p:cBhvr>
                                        <p:cTn id="377" dur="500" fill="hold"/>
                                        <p:tgtEl>
                                          <p:spTgt spid="96"/>
                                        </p:tgtEl>
                                        <p:attrNameLst>
                                          <p:attrName>ppt_h</p:attrName>
                                        </p:attrNameLst>
                                      </p:cBhvr>
                                      <p:tavLst>
                                        <p:tav tm="0">
                                          <p:val>
                                            <p:fltVal val="0"/>
                                          </p:val>
                                        </p:tav>
                                        <p:tav tm="100000">
                                          <p:val>
                                            <p:strVal val="#ppt_h"/>
                                          </p:val>
                                        </p:tav>
                                      </p:tavLst>
                                    </p:anim>
                                    <p:animEffect transition="in" filter="fade">
                                      <p:cBhvr>
                                        <p:cTn id="378"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p:bldP spid="9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747" y="98796"/>
            <a:ext cx="1809947" cy="737961"/>
          </a:xfrm>
          <a:prstGeom prst="rect">
            <a:avLst/>
          </a:prstGeom>
        </p:spPr>
      </p:pic>
      <p:sp>
        <p:nvSpPr>
          <p:cNvPr id="5" name="Rectangle 631"/>
          <p:cNvSpPr>
            <a:spLocks noChangeArrowheads="1"/>
          </p:cNvSpPr>
          <p:nvPr/>
        </p:nvSpPr>
        <p:spPr bwMode="auto">
          <a:xfrm>
            <a:off x="887377" y="1030290"/>
            <a:ext cx="2340000" cy="498475"/>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 name="Rectangle 632"/>
          <p:cNvSpPr>
            <a:spLocks noChangeArrowheads="1"/>
          </p:cNvSpPr>
          <p:nvPr/>
        </p:nvSpPr>
        <p:spPr bwMode="auto">
          <a:xfrm>
            <a:off x="3408824" y="1030290"/>
            <a:ext cx="2340000" cy="498475"/>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Rectangle 633"/>
          <p:cNvSpPr>
            <a:spLocks noChangeArrowheads="1"/>
          </p:cNvSpPr>
          <p:nvPr/>
        </p:nvSpPr>
        <p:spPr bwMode="auto">
          <a:xfrm>
            <a:off x="5951016" y="1030290"/>
            <a:ext cx="2340000" cy="498475"/>
          </a:xfrm>
          <a:prstGeom prst="rect">
            <a:avLst/>
          </a:prstGeom>
          <a:solidFill>
            <a:srgbClr val="CA2C3B"/>
          </a:solidFill>
          <a:ln>
            <a:noFill/>
          </a:ln>
        </p:spPr>
        <p:txBody>
          <a:bodyPr/>
          <a:lstStyle/>
          <a:p>
            <a:endParaRPr lang="zh-CN" altLang="en-US"/>
          </a:p>
        </p:txBody>
      </p:sp>
      <p:sp>
        <p:nvSpPr>
          <p:cNvPr id="8" name="Rectangle 634"/>
          <p:cNvSpPr>
            <a:spLocks noChangeArrowheads="1"/>
          </p:cNvSpPr>
          <p:nvPr/>
        </p:nvSpPr>
        <p:spPr bwMode="auto">
          <a:xfrm>
            <a:off x="887377" y="2665415"/>
            <a:ext cx="2340000" cy="500063"/>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Rectangle 635"/>
          <p:cNvSpPr>
            <a:spLocks noChangeArrowheads="1"/>
          </p:cNvSpPr>
          <p:nvPr/>
        </p:nvSpPr>
        <p:spPr bwMode="auto">
          <a:xfrm>
            <a:off x="3408824" y="2665415"/>
            <a:ext cx="2340000" cy="500063"/>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Rectangle 636"/>
          <p:cNvSpPr>
            <a:spLocks noChangeArrowheads="1"/>
          </p:cNvSpPr>
          <p:nvPr/>
        </p:nvSpPr>
        <p:spPr bwMode="auto">
          <a:xfrm>
            <a:off x="5951016" y="2665415"/>
            <a:ext cx="2340000" cy="500063"/>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637"/>
          <p:cNvSpPr>
            <a:spLocks/>
          </p:cNvSpPr>
          <p:nvPr/>
        </p:nvSpPr>
        <p:spPr bwMode="auto">
          <a:xfrm>
            <a:off x="3598395" y="1112840"/>
            <a:ext cx="182563" cy="333375"/>
          </a:xfrm>
          <a:custGeom>
            <a:avLst/>
            <a:gdLst>
              <a:gd name="T0" fmla="*/ 4 w 33"/>
              <a:gd name="T1" fmla="*/ 33 h 60"/>
              <a:gd name="T2" fmla="*/ 24 w 33"/>
              <a:gd name="T3" fmla="*/ 1 h 60"/>
              <a:gd name="T4" fmla="*/ 28 w 33"/>
              <a:gd name="T5" fmla="*/ 0 h 60"/>
              <a:gd name="T6" fmla="*/ 30 w 33"/>
              <a:gd name="T7" fmla="*/ 3 h 60"/>
              <a:gd name="T8" fmla="*/ 29 w 33"/>
              <a:gd name="T9" fmla="*/ 16 h 60"/>
              <a:gd name="T10" fmla="*/ 32 w 33"/>
              <a:gd name="T11" fmla="*/ 43 h 60"/>
              <a:gd name="T12" fmla="*/ 26 w 33"/>
              <a:gd name="T13" fmla="*/ 52 h 60"/>
              <a:gd name="T14" fmla="*/ 14 w 33"/>
              <a:gd name="T15" fmla="*/ 56 h 60"/>
              <a:gd name="T16" fmla="*/ 9 w 33"/>
              <a:gd name="T17" fmla="*/ 59 h 60"/>
              <a:gd name="T18" fmla="*/ 3 w 33"/>
              <a:gd name="T19" fmla="*/ 56 h 60"/>
              <a:gd name="T20" fmla="*/ 1 w 33"/>
              <a:gd name="T21" fmla="*/ 44 h 60"/>
              <a:gd name="T22" fmla="*/ 4 w 33"/>
              <a:gd name="T23" fmla="*/ 3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60">
                <a:moveTo>
                  <a:pt x="4" y="33"/>
                </a:moveTo>
                <a:cubicBezTo>
                  <a:pt x="8" y="14"/>
                  <a:pt x="15" y="6"/>
                  <a:pt x="24" y="1"/>
                </a:cubicBezTo>
                <a:cubicBezTo>
                  <a:pt x="25" y="0"/>
                  <a:pt x="26" y="0"/>
                  <a:pt x="28" y="0"/>
                </a:cubicBezTo>
                <a:cubicBezTo>
                  <a:pt x="29" y="1"/>
                  <a:pt x="30" y="2"/>
                  <a:pt x="30" y="3"/>
                </a:cubicBezTo>
                <a:cubicBezTo>
                  <a:pt x="31" y="9"/>
                  <a:pt x="30" y="13"/>
                  <a:pt x="29" y="16"/>
                </a:cubicBezTo>
                <a:cubicBezTo>
                  <a:pt x="32" y="28"/>
                  <a:pt x="33" y="36"/>
                  <a:pt x="32" y="43"/>
                </a:cubicBezTo>
                <a:cubicBezTo>
                  <a:pt x="31" y="47"/>
                  <a:pt x="29" y="50"/>
                  <a:pt x="26" y="52"/>
                </a:cubicBezTo>
                <a:cubicBezTo>
                  <a:pt x="23" y="55"/>
                  <a:pt x="18" y="56"/>
                  <a:pt x="14" y="56"/>
                </a:cubicBezTo>
                <a:cubicBezTo>
                  <a:pt x="13" y="58"/>
                  <a:pt x="11" y="59"/>
                  <a:pt x="9" y="59"/>
                </a:cubicBezTo>
                <a:cubicBezTo>
                  <a:pt x="5" y="60"/>
                  <a:pt x="4" y="59"/>
                  <a:pt x="3" y="56"/>
                </a:cubicBezTo>
                <a:cubicBezTo>
                  <a:pt x="2" y="52"/>
                  <a:pt x="1" y="48"/>
                  <a:pt x="1" y="44"/>
                </a:cubicBezTo>
                <a:cubicBezTo>
                  <a:pt x="0" y="40"/>
                  <a:pt x="2" y="36"/>
                  <a:pt x="4"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638"/>
          <p:cNvSpPr>
            <a:spLocks/>
          </p:cNvSpPr>
          <p:nvPr/>
        </p:nvSpPr>
        <p:spPr bwMode="auto">
          <a:xfrm>
            <a:off x="3803183" y="1112840"/>
            <a:ext cx="182563" cy="333375"/>
          </a:xfrm>
          <a:custGeom>
            <a:avLst/>
            <a:gdLst>
              <a:gd name="T0" fmla="*/ 29 w 33"/>
              <a:gd name="T1" fmla="*/ 33 h 60"/>
              <a:gd name="T2" fmla="*/ 10 w 33"/>
              <a:gd name="T3" fmla="*/ 1 h 60"/>
              <a:gd name="T4" fmla="*/ 6 w 33"/>
              <a:gd name="T5" fmla="*/ 0 h 60"/>
              <a:gd name="T6" fmla="*/ 3 w 33"/>
              <a:gd name="T7" fmla="*/ 3 h 60"/>
              <a:gd name="T8" fmla="*/ 5 w 33"/>
              <a:gd name="T9" fmla="*/ 16 h 60"/>
              <a:gd name="T10" fmla="*/ 1 w 33"/>
              <a:gd name="T11" fmla="*/ 43 h 60"/>
              <a:gd name="T12" fmla="*/ 7 w 33"/>
              <a:gd name="T13" fmla="*/ 52 h 60"/>
              <a:gd name="T14" fmla="*/ 19 w 33"/>
              <a:gd name="T15" fmla="*/ 56 h 60"/>
              <a:gd name="T16" fmla="*/ 25 w 33"/>
              <a:gd name="T17" fmla="*/ 59 h 60"/>
              <a:gd name="T18" fmla="*/ 30 w 33"/>
              <a:gd name="T19" fmla="*/ 56 h 60"/>
              <a:gd name="T20" fmla="*/ 33 w 33"/>
              <a:gd name="T21" fmla="*/ 44 h 60"/>
              <a:gd name="T22" fmla="*/ 29 w 33"/>
              <a:gd name="T23" fmla="*/ 3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60">
                <a:moveTo>
                  <a:pt x="29" y="33"/>
                </a:moveTo>
                <a:cubicBezTo>
                  <a:pt x="25" y="14"/>
                  <a:pt x="18" y="6"/>
                  <a:pt x="10" y="1"/>
                </a:cubicBezTo>
                <a:cubicBezTo>
                  <a:pt x="8" y="0"/>
                  <a:pt x="7" y="0"/>
                  <a:pt x="6" y="0"/>
                </a:cubicBezTo>
                <a:cubicBezTo>
                  <a:pt x="4" y="1"/>
                  <a:pt x="4" y="2"/>
                  <a:pt x="3" y="3"/>
                </a:cubicBezTo>
                <a:cubicBezTo>
                  <a:pt x="3" y="9"/>
                  <a:pt x="3" y="13"/>
                  <a:pt x="5" y="16"/>
                </a:cubicBezTo>
                <a:cubicBezTo>
                  <a:pt x="1" y="28"/>
                  <a:pt x="0" y="36"/>
                  <a:pt x="1" y="43"/>
                </a:cubicBezTo>
                <a:cubicBezTo>
                  <a:pt x="2" y="47"/>
                  <a:pt x="5" y="50"/>
                  <a:pt x="7" y="52"/>
                </a:cubicBezTo>
                <a:cubicBezTo>
                  <a:pt x="11" y="55"/>
                  <a:pt x="15" y="56"/>
                  <a:pt x="19" y="56"/>
                </a:cubicBezTo>
                <a:cubicBezTo>
                  <a:pt x="20" y="58"/>
                  <a:pt x="22" y="59"/>
                  <a:pt x="25" y="59"/>
                </a:cubicBezTo>
                <a:cubicBezTo>
                  <a:pt x="28" y="60"/>
                  <a:pt x="29" y="59"/>
                  <a:pt x="30" y="56"/>
                </a:cubicBezTo>
                <a:cubicBezTo>
                  <a:pt x="31" y="52"/>
                  <a:pt x="32" y="48"/>
                  <a:pt x="33" y="44"/>
                </a:cubicBezTo>
                <a:cubicBezTo>
                  <a:pt x="33" y="40"/>
                  <a:pt x="32" y="36"/>
                  <a:pt x="29"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639"/>
          <p:cNvSpPr>
            <a:spLocks/>
          </p:cNvSpPr>
          <p:nvPr/>
        </p:nvSpPr>
        <p:spPr bwMode="auto">
          <a:xfrm>
            <a:off x="3758733" y="1157288"/>
            <a:ext cx="66675" cy="71438"/>
          </a:xfrm>
          <a:custGeom>
            <a:avLst/>
            <a:gdLst>
              <a:gd name="T0" fmla="*/ 5 w 12"/>
              <a:gd name="T1" fmla="*/ 0 h 13"/>
              <a:gd name="T2" fmla="*/ 8 w 12"/>
              <a:gd name="T3" fmla="*/ 0 h 13"/>
              <a:gd name="T4" fmla="*/ 8 w 12"/>
              <a:gd name="T5" fmla="*/ 5 h 13"/>
              <a:gd name="T6" fmla="*/ 12 w 12"/>
              <a:gd name="T7" fmla="*/ 10 h 13"/>
              <a:gd name="T8" fmla="*/ 11 w 12"/>
              <a:gd name="T9" fmla="*/ 13 h 13"/>
              <a:gd name="T10" fmla="*/ 6 w 12"/>
              <a:gd name="T11" fmla="*/ 8 h 13"/>
              <a:gd name="T12" fmla="*/ 1 w 12"/>
              <a:gd name="T13" fmla="*/ 13 h 13"/>
              <a:gd name="T14" fmla="*/ 0 w 12"/>
              <a:gd name="T15" fmla="*/ 10 h 13"/>
              <a:gd name="T16" fmla="*/ 5 w 12"/>
              <a:gd name="T17" fmla="*/ 5 h 13"/>
              <a:gd name="T18" fmla="*/ 5 w 12"/>
              <a:gd name="T1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3">
                <a:moveTo>
                  <a:pt x="5" y="0"/>
                </a:moveTo>
                <a:cubicBezTo>
                  <a:pt x="8" y="0"/>
                  <a:pt x="8" y="0"/>
                  <a:pt x="8" y="0"/>
                </a:cubicBezTo>
                <a:cubicBezTo>
                  <a:pt x="8" y="5"/>
                  <a:pt x="8" y="5"/>
                  <a:pt x="8" y="5"/>
                </a:cubicBezTo>
                <a:cubicBezTo>
                  <a:pt x="9" y="8"/>
                  <a:pt x="10" y="9"/>
                  <a:pt x="12" y="10"/>
                </a:cubicBezTo>
                <a:cubicBezTo>
                  <a:pt x="11" y="13"/>
                  <a:pt x="11" y="13"/>
                  <a:pt x="11" y="13"/>
                </a:cubicBezTo>
                <a:cubicBezTo>
                  <a:pt x="9" y="12"/>
                  <a:pt x="7" y="10"/>
                  <a:pt x="6" y="8"/>
                </a:cubicBezTo>
                <a:cubicBezTo>
                  <a:pt x="5" y="11"/>
                  <a:pt x="3" y="12"/>
                  <a:pt x="1" y="13"/>
                </a:cubicBezTo>
                <a:cubicBezTo>
                  <a:pt x="0" y="10"/>
                  <a:pt x="0" y="10"/>
                  <a:pt x="0" y="10"/>
                </a:cubicBezTo>
                <a:cubicBezTo>
                  <a:pt x="2" y="9"/>
                  <a:pt x="4" y="8"/>
                  <a:pt x="5" y="5"/>
                </a:cubicBezTo>
                <a:lnTo>
                  <a:pt x="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640"/>
          <p:cNvSpPr>
            <a:spLocks/>
          </p:cNvSpPr>
          <p:nvPr/>
        </p:nvSpPr>
        <p:spPr bwMode="auto">
          <a:xfrm>
            <a:off x="6089785" y="2720976"/>
            <a:ext cx="444500" cy="349250"/>
          </a:xfrm>
          <a:custGeom>
            <a:avLst/>
            <a:gdLst>
              <a:gd name="T0" fmla="*/ 71 w 80"/>
              <a:gd name="T1" fmla="*/ 39 h 63"/>
              <a:gd name="T2" fmla="*/ 78 w 80"/>
              <a:gd name="T3" fmla="*/ 35 h 63"/>
              <a:gd name="T4" fmla="*/ 77 w 80"/>
              <a:gd name="T5" fmla="*/ 26 h 63"/>
              <a:gd name="T6" fmla="*/ 71 w 80"/>
              <a:gd name="T7" fmla="*/ 20 h 63"/>
              <a:gd name="T8" fmla="*/ 69 w 80"/>
              <a:gd name="T9" fmla="*/ 17 h 63"/>
              <a:gd name="T10" fmla="*/ 65 w 80"/>
              <a:gd name="T11" fmla="*/ 12 h 63"/>
              <a:gd name="T12" fmla="*/ 58 w 80"/>
              <a:gd name="T13" fmla="*/ 6 h 63"/>
              <a:gd name="T14" fmla="*/ 55 w 80"/>
              <a:gd name="T15" fmla="*/ 4 h 63"/>
              <a:gd name="T16" fmla="*/ 44 w 80"/>
              <a:gd name="T17" fmla="*/ 1 h 63"/>
              <a:gd name="T18" fmla="*/ 41 w 80"/>
              <a:gd name="T19" fmla="*/ 2 h 63"/>
              <a:gd name="T20" fmla="*/ 34 w 80"/>
              <a:gd name="T21" fmla="*/ 2 h 63"/>
              <a:gd name="T22" fmla="*/ 30 w 80"/>
              <a:gd name="T23" fmla="*/ 2 h 63"/>
              <a:gd name="T24" fmla="*/ 27 w 80"/>
              <a:gd name="T25" fmla="*/ 2 h 63"/>
              <a:gd name="T26" fmla="*/ 23 w 80"/>
              <a:gd name="T27" fmla="*/ 3 h 63"/>
              <a:gd name="T28" fmla="*/ 19 w 80"/>
              <a:gd name="T29" fmla="*/ 6 h 63"/>
              <a:gd name="T30" fmla="*/ 15 w 80"/>
              <a:gd name="T31" fmla="*/ 8 h 63"/>
              <a:gd name="T32" fmla="*/ 6 w 80"/>
              <a:gd name="T33" fmla="*/ 15 h 63"/>
              <a:gd name="T34" fmla="*/ 4 w 80"/>
              <a:gd name="T35" fmla="*/ 18 h 63"/>
              <a:gd name="T36" fmla="*/ 3 w 80"/>
              <a:gd name="T37" fmla="*/ 20 h 63"/>
              <a:gd name="T38" fmla="*/ 2 w 80"/>
              <a:gd name="T39" fmla="*/ 23 h 63"/>
              <a:gd name="T40" fmla="*/ 2 w 80"/>
              <a:gd name="T41" fmla="*/ 32 h 63"/>
              <a:gd name="T42" fmla="*/ 7 w 80"/>
              <a:gd name="T43" fmla="*/ 38 h 63"/>
              <a:gd name="T44" fmla="*/ 17 w 80"/>
              <a:gd name="T45" fmla="*/ 40 h 63"/>
              <a:gd name="T46" fmla="*/ 26 w 80"/>
              <a:gd name="T47" fmla="*/ 46 h 63"/>
              <a:gd name="T48" fmla="*/ 36 w 80"/>
              <a:gd name="T49" fmla="*/ 45 h 63"/>
              <a:gd name="T50" fmla="*/ 45 w 80"/>
              <a:gd name="T51" fmla="*/ 54 h 63"/>
              <a:gd name="T52" fmla="*/ 57 w 80"/>
              <a:gd name="T53" fmla="*/ 63 h 63"/>
              <a:gd name="T54" fmla="*/ 62 w 80"/>
              <a:gd name="T55" fmla="*/ 63 h 63"/>
              <a:gd name="T56" fmla="*/ 59 w 80"/>
              <a:gd name="T57" fmla="*/ 59 h 63"/>
              <a:gd name="T58" fmla="*/ 71 w 80"/>
              <a:gd name="T59" fmla="*/ 3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0" h="63">
                <a:moveTo>
                  <a:pt x="71" y="39"/>
                </a:moveTo>
                <a:cubicBezTo>
                  <a:pt x="74" y="38"/>
                  <a:pt x="76" y="37"/>
                  <a:pt x="78" y="35"/>
                </a:cubicBezTo>
                <a:cubicBezTo>
                  <a:pt x="80" y="32"/>
                  <a:pt x="79" y="29"/>
                  <a:pt x="77" y="26"/>
                </a:cubicBezTo>
                <a:cubicBezTo>
                  <a:pt x="76" y="22"/>
                  <a:pt x="74" y="21"/>
                  <a:pt x="71" y="20"/>
                </a:cubicBezTo>
                <a:cubicBezTo>
                  <a:pt x="71" y="19"/>
                  <a:pt x="70" y="18"/>
                  <a:pt x="69" y="17"/>
                </a:cubicBezTo>
                <a:cubicBezTo>
                  <a:pt x="68" y="14"/>
                  <a:pt x="67" y="13"/>
                  <a:pt x="65" y="12"/>
                </a:cubicBezTo>
                <a:cubicBezTo>
                  <a:pt x="65" y="9"/>
                  <a:pt x="63" y="7"/>
                  <a:pt x="58" y="6"/>
                </a:cubicBezTo>
                <a:cubicBezTo>
                  <a:pt x="58" y="5"/>
                  <a:pt x="56" y="4"/>
                  <a:pt x="55" y="4"/>
                </a:cubicBezTo>
                <a:cubicBezTo>
                  <a:pt x="51" y="1"/>
                  <a:pt x="47" y="0"/>
                  <a:pt x="44" y="1"/>
                </a:cubicBezTo>
                <a:cubicBezTo>
                  <a:pt x="43" y="1"/>
                  <a:pt x="42" y="1"/>
                  <a:pt x="41" y="2"/>
                </a:cubicBezTo>
                <a:cubicBezTo>
                  <a:pt x="40" y="0"/>
                  <a:pt x="38" y="0"/>
                  <a:pt x="34" y="2"/>
                </a:cubicBezTo>
                <a:cubicBezTo>
                  <a:pt x="32" y="2"/>
                  <a:pt x="31" y="1"/>
                  <a:pt x="30" y="2"/>
                </a:cubicBezTo>
                <a:cubicBezTo>
                  <a:pt x="29" y="2"/>
                  <a:pt x="28" y="1"/>
                  <a:pt x="27" y="2"/>
                </a:cubicBezTo>
                <a:cubicBezTo>
                  <a:pt x="25" y="2"/>
                  <a:pt x="23" y="3"/>
                  <a:pt x="23" y="3"/>
                </a:cubicBezTo>
                <a:cubicBezTo>
                  <a:pt x="22" y="4"/>
                  <a:pt x="20" y="5"/>
                  <a:pt x="19" y="6"/>
                </a:cubicBezTo>
                <a:cubicBezTo>
                  <a:pt x="17" y="5"/>
                  <a:pt x="16" y="6"/>
                  <a:pt x="15" y="8"/>
                </a:cubicBezTo>
                <a:cubicBezTo>
                  <a:pt x="11" y="8"/>
                  <a:pt x="8" y="10"/>
                  <a:pt x="6" y="15"/>
                </a:cubicBezTo>
                <a:cubicBezTo>
                  <a:pt x="5" y="15"/>
                  <a:pt x="4" y="16"/>
                  <a:pt x="4" y="18"/>
                </a:cubicBezTo>
                <a:cubicBezTo>
                  <a:pt x="3" y="19"/>
                  <a:pt x="3" y="19"/>
                  <a:pt x="3" y="20"/>
                </a:cubicBezTo>
                <a:cubicBezTo>
                  <a:pt x="2" y="21"/>
                  <a:pt x="1" y="22"/>
                  <a:pt x="2" y="23"/>
                </a:cubicBezTo>
                <a:cubicBezTo>
                  <a:pt x="0" y="26"/>
                  <a:pt x="1" y="29"/>
                  <a:pt x="2" y="32"/>
                </a:cubicBezTo>
                <a:cubicBezTo>
                  <a:pt x="1" y="33"/>
                  <a:pt x="3" y="36"/>
                  <a:pt x="7" y="38"/>
                </a:cubicBezTo>
                <a:cubicBezTo>
                  <a:pt x="11" y="39"/>
                  <a:pt x="14" y="40"/>
                  <a:pt x="17" y="40"/>
                </a:cubicBezTo>
                <a:cubicBezTo>
                  <a:pt x="18" y="43"/>
                  <a:pt x="22" y="45"/>
                  <a:pt x="26" y="46"/>
                </a:cubicBezTo>
                <a:cubicBezTo>
                  <a:pt x="29" y="47"/>
                  <a:pt x="33" y="46"/>
                  <a:pt x="36" y="45"/>
                </a:cubicBezTo>
                <a:cubicBezTo>
                  <a:pt x="37" y="50"/>
                  <a:pt x="40" y="54"/>
                  <a:pt x="45" y="54"/>
                </a:cubicBezTo>
                <a:cubicBezTo>
                  <a:pt x="48" y="59"/>
                  <a:pt x="52" y="61"/>
                  <a:pt x="57" y="63"/>
                </a:cubicBezTo>
                <a:cubicBezTo>
                  <a:pt x="62" y="63"/>
                  <a:pt x="62" y="63"/>
                  <a:pt x="62" y="63"/>
                </a:cubicBezTo>
                <a:cubicBezTo>
                  <a:pt x="61" y="62"/>
                  <a:pt x="60" y="60"/>
                  <a:pt x="59" y="59"/>
                </a:cubicBezTo>
                <a:cubicBezTo>
                  <a:pt x="51" y="47"/>
                  <a:pt x="58" y="41"/>
                  <a:pt x="71" y="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641"/>
          <p:cNvSpPr>
            <a:spLocks/>
          </p:cNvSpPr>
          <p:nvPr/>
        </p:nvSpPr>
        <p:spPr bwMode="auto">
          <a:xfrm>
            <a:off x="3587281" y="2727326"/>
            <a:ext cx="338138" cy="376238"/>
          </a:xfrm>
          <a:custGeom>
            <a:avLst/>
            <a:gdLst>
              <a:gd name="T0" fmla="*/ 4 w 61"/>
              <a:gd name="T1" fmla="*/ 23 h 68"/>
              <a:gd name="T2" fmla="*/ 3 w 61"/>
              <a:gd name="T3" fmla="*/ 41 h 68"/>
              <a:gd name="T4" fmla="*/ 18 w 61"/>
              <a:gd name="T5" fmla="*/ 59 h 68"/>
              <a:gd name="T6" fmla="*/ 32 w 61"/>
              <a:gd name="T7" fmla="*/ 64 h 68"/>
              <a:gd name="T8" fmla="*/ 54 w 61"/>
              <a:gd name="T9" fmla="*/ 62 h 68"/>
              <a:gd name="T10" fmla="*/ 53 w 61"/>
              <a:gd name="T11" fmla="*/ 38 h 68"/>
              <a:gd name="T12" fmla="*/ 49 w 61"/>
              <a:gd name="T13" fmla="*/ 28 h 68"/>
              <a:gd name="T14" fmla="*/ 36 w 61"/>
              <a:gd name="T15" fmla="*/ 14 h 68"/>
              <a:gd name="T16" fmla="*/ 37 w 61"/>
              <a:gd name="T17" fmla="*/ 9 h 68"/>
              <a:gd name="T18" fmla="*/ 33 w 61"/>
              <a:gd name="T19" fmla="*/ 5 h 68"/>
              <a:gd name="T20" fmla="*/ 34 w 61"/>
              <a:gd name="T21" fmla="*/ 4 h 68"/>
              <a:gd name="T22" fmla="*/ 33 w 61"/>
              <a:gd name="T23" fmla="*/ 3 h 68"/>
              <a:gd name="T24" fmla="*/ 31 w 61"/>
              <a:gd name="T25" fmla="*/ 4 h 68"/>
              <a:gd name="T26" fmla="*/ 26 w 61"/>
              <a:gd name="T27" fmla="*/ 4 h 68"/>
              <a:gd name="T28" fmla="*/ 27 w 61"/>
              <a:gd name="T29" fmla="*/ 2 h 68"/>
              <a:gd name="T30" fmla="*/ 25 w 61"/>
              <a:gd name="T31" fmla="*/ 1 h 68"/>
              <a:gd name="T32" fmla="*/ 20 w 61"/>
              <a:gd name="T33" fmla="*/ 5 h 68"/>
              <a:gd name="T34" fmla="*/ 16 w 61"/>
              <a:gd name="T35" fmla="*/ 7 h 68"/>
              <a:gd name="T36" fmla="*/ 14 w 61"/>
              <a:gd name="T37" fmla="*/ 5 h 68"/>
              <a:gd name="T38" fmla="*/ 12 w 61"/>
              <a:gd name="T39" fmla="*/ 7 h 68"/>
              <a:gd name="T40" fmla="*/ 13 w 61"/>
              <a:gd name="T41" fmla="*/ 10 h 68"/>
              <a:gd name="T42" fmla="*/ 11 w 61"/>
              <a:gd name="T43" fmla="*/ 13 h 68"/>
              <a:gd name="T44" fmla="*/ 8 w 61"/>
              <a:gd name="T45" fmla="*/ 10 h 68"/>
              <a:gd name="T46" fmla="*/ 3 w 61"/>
              <a:gd name="T47" fmla="*/ 10 h 68"/>
              <a:gd name="T48" fmla="*/ 2 w 61"/>
              <a:gd name="T49" fmla="*/ 15 h 68"/>
              <a:gd name="T50" fmla="*/ 4 w 61"/>
              <a:gd name="T51" fmla="*/ 2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8">
                <a:moveTo>
                  <a:pt x="4" y="23"/>
                </a:moveTo>
                <a:cubicBezTo>
                  <a:pt x="1" y="28"/>
                  <a:pt x="1" y="35"/>
                  <a:pt x="3" y="41"/>
                </a:cubicBezTo>
                <a:cubicBezTo>
                  <a:pt x="3" y="49"/>
                  <a:pt x="7" y="56"/>
                  <a:pt x="18" y="59"/>
                </a:cubicBezTo>
                <a:cubicBezTo>
                  <a:pt x="23" y="60"/>
                  <a:pt x="27" y="62"/>
                  <a:pt x="32" y="64"/>
                </a:cubicBezTo>
                <a:cubicBezTo>
                  <a:pt x="41" y="67"/>
                  <a:pt x="50" y="68"/>
                  <a:pt x="54" y="62"/>
                </a:cubicBezTo>
                <a:cubicBezTo>
                  <a:pt x="57" y="59"/>
                  <a:pt x="61" y="52"/>
                  <a:pt x="53" y="38"/>
                </a:cubicBezTo>
                <a:cubicBezTo>
                  <a:pt x="52" y="35"/>
                  <a:pt x="50" y="32"/>
                  <a:pt x="49" y="28"/>
                </a:cubicBezTo>
                <a:cubicBezTo>
                  <a:pt x="48" y="23"/>
                  <a:pt x="46" y="17"/>
                  <a:pt x="36" y="14"/>
                </a:cubicBezTo>
                <a:cubicBezTo>
                  <a:pt x="37" y="12"/>
                  <a:pt x="38" y="11"/>
                  <a:pt x="37" y="9"/>
                </a:cubicBezTo>
                <a:cubicBezTo>
                  <a:pt x="37" y="7"/>
                  <a:pt x="36" y="6"/>
                  <a:pt x="33" y="5"/>
                </a:cubicBezTo>
                <a:cubicBezTo>
                  <a:pt x="33" y="5"/>
                  <a:pt x="33" y="5"/>
                  <a:pt x="34" y="4"/>
                </a:cubicBezTo>
                <a:cubicBezTo>
                  <a:pt x="34" y="4"/>
                  <a:pt x="33" y="3"/>
                  <a:pt x="33" y="3"/>
                </a:cubicBezTo>
                <a:cubicBezTo>
                  <a:pt x="32" y="3"/>
                  <a:pt x="31" y="3"/>
                  <a:pt x="31" y="4"/>
                </a:cubicBezTo>
                <a:cubicBezTo>
                  <a:pt x="29" y="3"/>
                  <a:pt x="28" y="3"/>
                  <a:pt x="26" y="4"/>
                </a:cubicBezTo>
                <a:cubicBezTo>
                  <a:pt x="27" y="3"/>
                  <a:pt x="27" y="2"/>
                  <a:pt x="27" y="2"/>
                </a:cubicBezTo>
                <a:cubicBezTo>
                  <a:pt x="27" y="1"/>
                  <a:pt x="26" y="0"/>
                  <a:pt x="25" y="1"/>
                </a:cubicBezTo>
                <a:cubicBezTo>
                  <a:pt x="24" y="3"/>
                  <a:pt x="22" y="5"/>
                  <a:pt x="20" y="5"/>
                </a:cubicBezTo>
                <a:cubicBezTo>
                  <a:pt x="19" y="6"/>
                  <a:pt x="17" y="6"/>
                  <a:pt x="16" y="7"/>
                </a:cubicBezTo>
                <a:cubicBezTo>
                  <a:pt x="15" y="7"/>
                  <a:pt x="15" y="6"/>
                  <a:pt x="14" y="5"/>
                </a:cubicBezTo>
                <a:cubicBezTo>
                  <a:pt x="13" y="5"/>
                  <a:pt x="12" y="5"/>
                  <a:pt x="12" y="7"/>
                </a:cubicBezTo>
                <a:cubicBezTo>
                  <a:pt x="12" y="7"/>
                  <a:pt x="12" y="8"/>
                  <a:pt x="13" y="10"/>
                </a:cubicBezTo>
                <a:cubicBezTo>
                  <a:pt x="12" y="11"/>
                  <a:pt x="11" y="12"/>
                  <a:pt x="11" y="13"/>
                </a:cubicBezTo>
                <a:cubicBezTo>
                  <a:pt x="10" y="12"/>
                  <a:pt x="9" y="11"/>
                  <a:pt x="8" y="10"/>
                </a:cubicBezTo>
                <a:cubicBezTo>
                  <a:pt x="6" y="8"/>
                  <a:pt x="5" y="8"/>
                  <a:pt x="3" y="10"/>
                </a:cubicBezTo>
                <a:cubicBezTo>
                  <a:pt x="1" y="11"/>
                  <a:pt x="0" y="13"/>
                  <a:pt x="2" y="15"/>
                </a:cubicBezTo>
                <a:cubicBezTo>
                  <a:pt x="3" y="17"/>
                  <a:pt x="4" y="20"/>
                  <a:pt x="4"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642"/>
          <p:cNvSpPr>
            <a:spLocks/>
          </p:cNvSpPr>
          <p:nvPr/>
        </p:nvSpPr>
        <p:spPr bwMode="auto">
          <a:xfrm>
            <a:off x="6151697" y="1135063"/>
            <a:ext cx="393700" cy="300038"/>
          </a:xfrm>
          <a:custGeom>
            <a:avLst/>
            <a:gdLst>
              <a:gd name="T0" fmla="*/ 0 w 71"/>
              <a:gd name="T1" fmla="*/ 22 h 54"/>
              <a:gd name="T2" fmla="*/ 23 w 71"/>
              <a:gd name="T3" fmla="*/ 1 h 54"/>
              <a:gd name="T4" fmla="*/ 50 w 71"/>
              <a:gd name="T5" fmla="*/ 5 h 54"/>
              <a:gd name="T6" fmla="*/ 64 w 71"/>
              <a:gd name="T7" fmla="*/ 7 h 54"/>
              <a:gd name="T8" fmla="*/ 71 w 71"/>
              <a:gd name="T9" fmla="*/ 10 h 54"/>
              <a:gd name="T10" fmla="*/ 66 w 71"/>
              <a:gd name="T11" fmla="*/ 17 h 54"/>
              <a:gd name="T12" fmla="*/ 56 w 71"/>
              <a:gd name="T13" fmla="*/ 23 h 54"/>
              <a:gd name="T14" fmla="*/ 44 w 71"/>
              <a:gd name="T15" fmla="*/ 26 h 54"/>
              <a:gd name="T16" fmla="*/ 45 w 71"/>
              <a:gd name="T17" fmla="*/ 28 h 54"/>
              <a:gd name="T18" fmla="*/ 44 w 71"/>
              <a:gd name="T19" fmla="*/ 31 h 54"/>
              <a:gd name="T20" fmla="*/ 42 w 71"/>
              <a:gd name="T21" fmla="*/ 28 h 54"/>
              <a:gd name="T22" fmla="*/ 39 w 71"/>
              <a:gd name="T23" fmla="*/ 26 h 54"/>
              <a:gd name="T24" fmla="*/ 34 w 71"/>
              <a:gd name="T25" fmla="*/ 31 h 54"/>
              <a:gd name="T26" fmla="*/ 26 w 71"/>
              <a:gd name="T27" fmla="*/ 37 h 54"/>
              <a:gd name="T28" fmla="*/ 18 w 71"/>
              <a:gd name="T29" fmla="*/ 43 h 54"/>
              <a:gd name="T30" fmla="*/ 14 w 71"/>
              <a:gd name="T31" fmla="*/ 49 h 54"/>
              <a:gd name="T32" fmla="*/ 11 w 71"/>
              <a:gd name="T33" fmla="*/ 53 h 54"/>
              <a:gd name="T34" fmla="*/ 6 w 71"/>
              <a:gd name="T35" fmla="*/ 51 h 54"/>
              <a:gd name="T36" fmla="*/ 0 w 71"/>
              <a:gd name="T37" fmla="*/ 2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1" h="54">
                <a:moveTo>
                  <a:pt x="0" y="22"/>
                </a:moveTo>
                <a:cubicBezTo>
                  <a:pt x="0" y="5"/>
                  <a:pt x="11" y="0"/>
                  <a:pt x="23" y="1"/>
                </a:cubicBezTo>
                <a:cubicBezTo>
                  <a:pt x="30" y="2"/>
                  <a:pt x="39" y="4"/>
                  <a:pt x="50" y="5"/>
                </a:cubicBezTo>
                <a:cubicBezTo>
                  <a:pt x="60" y="6"/>
                  <a:pt x="63" y="6"/>
                  <a:pt x="64" y="7"/>
                </a:cubicBezTo>
                <a:cubicBezTo>
                  <a:pt x="69" y="7"/>
                  <a:pt x="71" y="8"/>
                  <a:pt x="71" y="10"/>
                </a:cubicBezTo>
                <a:cubicBezTo>
                  <a:pt x="71" y="12"/>
                  <a:pt x="69" y="15"/>
                  <a:pt x="66" y="17"/>
                </a:cubicBezTo>
                <a:cubicBezTo>
                  <a:pt x="65" y="20"/>
                  <a:pt x="61" y="22"/>
                  <a:pt x="56" y="23"/>
                </a:cubicBezTo>
                <a:cubicBezTo>
                  <a:pt x="53" y="26"/>
                  <a:pt x="49" y="27"/>
                  <a:pt x="44" y="26"/>
                </a:cubicBezTo>
                <a:cubicBezTo>
                  <a:pt x="44" y="27"/>
                  <a:pt x="44" y="27"/>
                  <a:pt x="45" y="28"/>
                </a:cubicBezTo>
                <a:cubicBezTo>
                  <a:pt x="45" y="29"/>
                  <a:pt x="45" y="31"/>
                  <a:pt x="44" y="31"/>
                </a:cubicBezTo>
                <a:cubicBezTo>
                  <a:pt x="42" y="30"/>
                  <a:pt x="42" y="29"/>
                  <a:pt x="42" y="28"/>
                </a:cubicBezTo>
                <a:cubicBezTo>
                  <a:pt x="41" y="27"/>
                  <a:pt x="40" y="26"/>
                  <a:pt x="39" y="26"/>
                </a:cubicBezTo>
                <a:cubicBezTo>
                  <a:pt x="39" y="29"/>
                  <a:pt x="37" y="31"/>
                  <a:pt x="34" y="31"/>
                </a:cubicBezTo>
                <a:cubicBezTo>
                  <a:pt x="32" y="34"/>
                  <a:pt x="30" y="36"/>
                  <a:pt x="26" y="37"/>
                </a:cubicBezTo>
                <a:cubicBezTo>
                  <a:pt x="25" y="40"/>
                  <a:pt x="22" y="42"/>
                  <a:pt x="18" y="43"/>
                </a:cubicBezTo>
                <a:cubicBezTo>
                  <a:pt x="18" y="46"/>
                  <a:pt x="17" y="48"/>
                  <a:pt x="14" y="49"/>
                </a:cubicBezTo>
                <a:cubicBezTo>
                  <a:pt x="14" y="51"/>
                  <a:pt x="13" y="52"/>
                  <a:pt x="11" y="53"/>
                </a:cubicBezTo>
                <a:cubicBezTo>
                  <a:pt x="9" y="54"/>
                  <a:pt x="7" y="53"/>
                  <a:pt x="6" y="51"/>
                </a:cubicBezTo>
                <a:cubicBezTo>
                  <a:pt x="3" y="40"/>
                  <a:pt x="1" y="30"/>
                  <a:pt x="0"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643"/>
          <p:cNvSpPr>
            <a:spLocks/>
          </p:cNvSpPr>
          <p:nvPr/>
        </p:nvSpPr>
        <p:spPr bwMode="auto">
          <a:xfrm>
            <a:off x="1054721" y="1068390"/>
            <a:ext cx="331788" cy="404813"/>
          </a:xfrm>
          <a:custGeom>
            <a:avLst/>
            <a:gdLst>
              <a:gd name="T0" fmla="*/ 34 w 60"/>
              <a:gd name="T1" fmla="*/ 39 h 73"/>
              <a:gd name="T2" fmla="*/ 30 w 60"/>
              <a:gd name="T3" fmla="*/ 18 h 73"/>
              <a:gd name="T4" fmla="*/ 29 w 60"/>
              <a:gd name="T5" fmla="*/ 0 h 73"/>
              <a:gd name="T6" fmla="*/ 36 w 60"/>
              <a:gd name="T7" fmla="*/ 0 h 73"/>
              <a:gd name="T8" fmla="*/ 37 w 60"/>
              <a:gd name="T9" fmla="*/ 17 h 73"/>
              <a:gd name="T10" fmla="*/ 38 w 60"/>
              <a:gd name="T11" fmla="*/ 20 h 73"/>
              <a:gd name="T12" fmla="*/ 41 w 60"/>
              <a:gd name="T13" fmla="*/ 19 h 73"/>
              <a:gd name="T14" fmla="*/ 48 w 60"/>
              <a:gd name="T15" fmla="*/ 19 h 73"/>
              <a:gd name="T16" fmla="*/ 60 w 60"/>
              <a:gd name="T17" fmla="*/ 35 h 73"/>
              <a:gd name="T18" fmla="*/ 55 w 60"/>
              <a:gd name="T19" fmla="*/ 52 h 73"/>
              <a:gd name="T20" fmla="*/ 32 w 60"/>
              <a:gd name="T21" fmla="*/ 66 h 73"/>
              <a:gd name="T22" fmla="*/ 15 w 60"/>
              <a:gd name="T23" fmla="*/ 59 h 73"/>
              <a:gd name="T24" fmla="*/ 10 w 60"/>
              <a:gd name="T25" fmla="*/ 57 h 73"/>
              <a:gd name="T26" fmla="*/ 7 w 60"/>
              <a:gd name="T27" fmla="*/ 59 h 73"/>
              <a:gd name="T28" fmla="*/ 14 w 60"/>
              <a:gd name="T29" fmla="*/ 73 h 73"/>
              <a:gd name="T30" fmla="*/ 5 w 60"/>
              <a:gd name="T31" fmla="*/ 73 h 73"/>
              <a:gd name="T32" fmla="*/ 0 w 60"/>
              <a:gd name="T33" fmla="*/ 59 h 73"/>
              <a:gd name="T34" fmla="*/ 8 w 60"/>
              <a:gd name="T35" fmla="*/ 49 h 73"/>
              <a:gd name="T36" fmla="*/ 18 w 60"/>
              <a:gd name="T37" fmla="*/ 51 h 73"/>
              <a:gd name="T38" fmla="*/ 34 w 60"/>
              <a:gd name="T39" fmla="*/ 3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 h="73">
                <a:moveTo>
                  <a:pt x="34" y="39"/>
                </a:moveTo>
                <a:cubicBezTo>
                  <a:pt x="35" y="31"/>
                  <a:pt x="31" y="25"/>
                  <a:pt x="30" y="18"/>
                </a:cubicBezTo>
                <a:cubicBezTo>
                  <a:pt x="28" y="14"/>
                  <a:pt x="28" y="5"/>
                  <a:pt x="29" y="0"/>
                </a:cubicBezTo>
                <a:cubicBezTo>
                  <a:pt x="36" y="0"/>
                  <a:pt x="36" y="0"/>
                  <a:pt x="36" y="0"/>
                </a:cubicBezTo>
                <a:cubicBezTo>
                  <a:pt x="35" y="5"/>
                  <a:pt x="36" y="13"/>
                  <a:pt x="37" y="17"/>
                </a:cubicBezTo>
                <a:cubicBezTo>
                  <a:pt x="37" y="18"/>
                  <a:pt x="37" y="20"/>
                  <a:pt x="38" y="20"/>
                </a:cubicBezTo>
                <a:cubicBezTo>
                  <a:pt x="39" y="20"/>
                  <a:pt x="40" y="20"/>
                  <a:pt x="41" y="19"/>
                </a:cubicBezTo>
                <a:cubicBezTo>
                  <a:pt x="43" y="18"/>
                  <a:pt x="46" y="19"/>
                  <a:pt x="48" y="19"/>
                </a:cubicBezTo>
                <a:cubicBezTo>
                  <a:pt x="56" y="21"/>
                  <a:pt x="60" y="26"/>
                  <a:pt x="60" y="35"/>
                </a:cubicBezTo>
                <a:cubicBezTo>
                  <a:pt x="60" y="41"/>
                  <a:pt x="58" y="47"/>
                  <a:pt x="55" y="52"/>
                </a:cubicBezTo>
                <a:cubicBezTo>
                  <a:pt x="50" y="61"/>
                  <a:pt x="42" y="66"/>
                  <a:pt x="32" y="66"/>
                </a:cubicBezTo>
                <a:cubicBezTo>
                  <a:pt x="26" y="66"/>
                  <a:pt x="20" y="66"/>
                  <a:pt x="15" y="59"/>
                </a:cubicBezTo>
                <a:cubicBezTo>
                  <a:pt x="14" y="58"/>
                  <a:pt x="12" y="57"/>
                  <a:pt x="10" y="57"/>
                </a:cubicBezTo>
                <a:cubicBezTo>
                  <a:pt x="8" y="57"/>
                  <a:pt x="7" y="58"/>
                  <a:pt x="7" y="59"/>
                </a:cubicBezTo>
                <a:cubicBezTo>
                  <a:pt x="8" y="63"/>
                  <a:pt x="11" y="69"/>
                  <a:pt x="14" y="73"/>
                </a:cubicBezTo>
                <a:cubicBezTo>
                  <a:pt x="5" y="73"/>
                  <a:pt x="5" y="73"/>
                  <a:pt x="5" y="73"/>
                </a:cubicBezTo>
                <a:cubicBezTo>
                  <a:pt x="3" y="69"/>
                  <a:pt x="0" y="63"/>
                  <a:pt x="0" y="59"/>
                </a:cubicBezTo>
                <a:cubicBezTo>
                  <a:pt x="0" y="53"/>
                  <a:pt x="3" y="50"/>
                  <a:pt x="8" y="49"/>
                </a:cubicBezTo>
                <a:cubicBezTo>
                  <a:pt x="11" y="49"/>
                  <a:pt x="14" y="51"/>
                  <a:pt x="18" y="51"/>
                </a:cubicBezTo>
                <a:cubicBezTo>
                  <a:pt x="29" y="51"/>
                  <a:pt x="33" y="45"/>
                  <a:pt x="34" y="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644"/>
          <p:cNvSpPr>
            <a:spLocks/>
          </p:cNvSpPr>
          <p:nvPr/>
        </p:nvSpPr>
        <p:spPr bwMode="auto">
          <a:xfrm>
            <a:off x="1043610" y="2738440"/>
            <a:ext cx="415925" cy="354013"/>
          </a:xfrm>
          <a:custGeom>
            <a:avLst/>
            <a:gdLst>
              <a:gd name="T0" fmla="*/ 14 w 75"/>
              <a:gd name="T1" fmla="*/ 50 h 64"/>
              <a:gd name="T2" fmla="*/ 4 w 75"/>
              <a:gd name="T3" fmla="*/ 39 h 64"/>
              <a:gd name="T4" fmla="*/ 3 w 75"/>
              <a:gd name="T5" fmla="*/ 33 h 64"/>
              <a:gd name="T6" fmla="*/ 3 w 75"/>
              <a:gd name="T7" fmla="*/ 23 h 64"/>
              <a:gd name="T8" fmla="*/ 4 w 75"/>
              <a:gd name="T9" fmla="*/ 15 h 64"/>
              <a:gd name="T10" fmla="*/ 8 w 75"/>
              <a:gd name="T11" fmla="*/ 7 h 64"/>
              <a:gd name="T12" fmla="*/ 14 w 75"/>
              <a:gd name="T13" fmla="*/ 4 h 64"/>
              <a:gd name="T14" fmla="*/ 22 w 75"/>
              <a:gd name="T15" fmla="*/ 6 h 64"/>
              <a:gd name="T16" fmla="*/ 27 w 75"/>
              <a:gd name="T17" fmla="*/ 9 h 64"/>
              <a:gd name="T18" fmla="*/ 34 w 75"/>
              <a:gd name="T19" fmla="*/ 9 h 64"/>
              <a:gd name="T20" fmla="*/ 41 w 75"/>
              <a:gd name="T21" fmla="*/ 10 h 64"/>
              <a:gd name="T22" fmla="*/ 48 w 75"/>
              <a:gd name="T23" fmla="*/ 9 h 64"/>
              <a:gd name="T24" fmla="*/ 56 w 75"/>
              <a:gd name="T25" fmla="*/ 6 h 64"/>
              <a:gd name="T26" fmla="*/ 59 w 75"/>
              <a:gd name="T27" fmla="*/ 2 h 64"/>
              <a:gd name="T28" fmla="*/ 69 w 75"/>
              <a:gd name="T29" fmla="*/ 5 h 64"/>
              <a:gd name="T30" fmla="*/ 71 w 75"/>
              <a:gd name="T31" fmla="*/ 15 h 64"/>
              <a:gd name="T32" fmla="*/ 72 w 75"/>
              <a:gd name="T33" fmla="*/ 22 h 64"/>
              <a:gd name="T34" fmla="*/ 72 w 75"/>
              <a:gd name="T35" fmla="*/ 29 h 64"/>
              <a:gd name="T36" fmla="*/ 70 w 75"/>
              <a:gd name="T37" fmla="*/ 37 h 64"/>
              <a:gd name="T38" fmla="*/ 66 w 75"/>
              <a:gd name="T39" fmla="*/ 45 h 64"/>
              <a:gd name="T40" fmla="*/ 58 w 75"/>
              <a:gd name="T41" fmla="*/ 43 h 64"/>
              <a:gd name="T42" fmla="*/ 52 w 75"/>
              <a:gd name="T43" fmla="*/ 41 h 64"/>
              <a:gd name="T44" fmla="*/ 46 w 75"/>
              <a:gd name="T45" fmla="*/ 41 h 64"/>
              <a:gd name="T46" fmla="*/ 45 w 75"/>
              <a:gd name="T47" fmla="*/ 48 h 64"/>
              <a:gd name="T48" fmla="*/ 46 w 75"/>
              <a:gd name="T49" fmla="*/ 57 h 64"/>
              <a:gd name="T50" fmla="*/ 37 w 75"/>
              <a:gd name="T51" fmla="*/ 61 h 64"/>
              <a:gd name="T52" fmla="*/ 34 w 75"/>
              <a:gd name="T53" fmla="*/ 51 h 64"/>
              <a:gd name="T54" fmla="*/ 35 w 75"/>
              <a:gd name="T55" fmla="*/ 40 h 64"/>
              <a:gd name="T56" fmla="*/ 37 w 75"/>
              <a:gd name="T57" fmla="*/ 35 h 64"/>
              <a:gd name="T58" fmla="*/ 42 w 75"/>
              <a:gd name="T59" fmla="*/ 32 h 64"/>
              <a:gd name="T60" fmla="*/ 48 w 75"/>
              <a:gd name="T61" fmla="*/ 30 h 64"/>
              <a:gd name="T62" fmla="*/ 56 w 75"/>
              <a:gd name="T63" fmla="*/ 32 h 64"/>
              <a:gd name="T64" fmla="*/ 60 w 75"/>
              <a:gd name="T65" fmla="*/ 25 h 64"/>
              <a:gd name="T66" fmla="*/ 59 w 75"/>
              <a:gd name="T67" fmla="*/ 17 h 64"/>
              <a:gd name="T68" fmla="*/ 50 w 75"/>
              <a:gd name="T69" fmla="*/ 21 h 64"/>
              <a:gd name="T70" fmla="*/ 40 w 75"/>
              <a:gd name="T71" fmla="*/ 21 h 64"/>
              <a:gd name="T72" fmla="*/ 31 w 75"/>
              <a:gd name="T73" fmla="*/ 21 h 64"/>
              <a:gd name="T74" fmla="*/ 23 w 75"/>
              <a:gd name="T75" fmla="*/ 18 h 64"/>
              <a:gd name="T76" fmla="*/ 14 w 75"/>
              <a:gd name="T77" fmla="*/ 20 h 64"/>
              <a:gd name="T78" fmla="*/ 16 w 75"/>
              <a:gd name="T79" fmla="*/ 29 h 64"/>
              <a:gd name="T80" fmla="*/ 18 w 75"/>
              <a:gd name="T81" fmla="*/ 36 h 64"/>
              <a:gd name="T82" fmla="*/ 20 w 75"/>
              <a:gd name="T83" fmla="*/ 44 h 64"/>
              <a:gd name="T84" fmla="*/ 14 w 75"/>
              <a:gd name="T85" fmla="*/ 5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5" h="64">
                <a:moveTo>
                  <a:pt x="14" y="50"/>
                </a:moveTo>
                <a:cubicBezTo>
                  <a:pt x="10" y="50"/>
                  <a:pt x="3" y="50"/>
                  <a:pt x="4" y="39"/>
                </a:cubicBezTo>
                <a:cubicBezTo>
                  <a:pt x="1" y="37"/>
                  <a:pt x="2" y="34"/>
                  <a:pt x="3" y="33"/>
                </a:cubicBezTo>
                <a:cubicBezTo>
                  <a:pt x="1" y="29"/>
                  <a:pt x="0" y="26"/>
                  <a:pt x="3" y="23"/>
                </a:cubicBezTo>
                <a:cubicBezTo>
                  <a:pt x="1" y="20"/>
                  <a:pt x="1" y="17"/>
                  <a:pt x="4" y="15"/>
                </a:cubicBezTo>
                <a:cubicBezTo>
                  <a:pt x="3" y="12"/>
                  <a:pt x="4" y="9"/>
                  <a:pt x="8" y="7"/>
                </a:cubicBezTo>
                <a:cubicBezTo>
                  <a:pt x="9" y="5"/>
                  <a:pt x="11" y="4"/>
                  <a:pt x="14" y="4"/>
                </a:cubicBezTo>
                <a:cubicBezTo>
                  <a:pt x="17" y="2"/>
                  <a:pt x="20" y="3"/>
                  <a:pt x="22" y="6"/>
                </a:cubicBezTo>
                <a:cubicBezTo>
                  <a:pt x="25" y="5"/>
                  <a:pt x="26" y="7"/>
                  <a:pt x="27" y="9"/>
                </a:cubicBezTo>
                <a:cubicBezTo>
                  <a:pt x="30" y="7"/>
                  <a:pt x="32" y="7"/>
                  <a:pt x="34" y="9"/>
                </a:cubicBezTo>
                <a:cubicBezTo>
                  <a:pt x="37" y="8"/>
                  <a:pt x="39" y="8"/>
                  <a:pt x="41" y="10"/>
                </a:cubicBezTo>
                <a:cubicBezTo>
                  <a:pt x="43" y="8"/>
                  <a:pt x="46" y="8"/>
                  <a:pt x="48" y="9"/>
                </a:cubicBezTo>
                <a:cubicBezTo>
                  <a:pt x="50" y="6"/>
                  <a:pt x="53" y="5"/>
                  <a:pt x="56" y="6"/>
                </a:cubicBezTo>
                <a:cubicBezTo>
                  <a:pt x="55" y="4"/>
                  <a:pt x="57" y="3"/>
                  <a:pt x="59" y="2"/>
                </a:cubicBezTo>
                <a:cubicBezTo>
                  <a:pt x="64" y="1"/>
                  <a:pt x="66" y="0"/>
                  <a:pt x="69" y="5"/>
                </a:cubicBezTo>
                <a:cubicBezTo>
                  <a:pt x="72" y="8"/>
                  <a:pt x="74" y="10"/>
                  <a:pt x="71" y="15"/>
                </a:cubicBezTo>
                <a:cubicBezTo>
                  <a:pt x="74" y="17"/>
                  <a:pt x="74" y="19"/>
                  <a:pt x="72" y="22"/>
                </a:cubicBezTo>
                <a:cubicBezTo>
                  <a:pt x="75" y="25"/>
                  <a:pt x="74" y="27"/>
                  <a:pt x="72" y="29"/>
                </a:cubicBezTo>
                <a:cubicBezTo>
                  <a:pt x="75" y="33"/>
                  <a:pt x="74" y="35"/>
                  <a:pt x="70" y="37"/>
                </a:cubicBezTo>
                <a:cubicBezTo>
                  <a:pt x="72" y="41"/>
                  <a:pt x="71" y="44"/>
                  <a:pt x="66" y="45"/>
                </a:cubicBezTo>
                <a:cubicBezTo>
                  <a:pt x="63" y="48"/>
                  <a:pt x="61" y="49"/>
                  <a:pt x="58" y="43"/>
                </a:cubicBezTo>
                <a:cubicBezTo>
                  <a:pt x="55" y="45"/>
                  <a:pt x="53" y="45"/>
                  <a:pt x="52" y="41"/>
                </a:cubicBezTo>
                <a:cubicBezTo>
                  <a:pt x="50" y="40"/>
                  <a:pt x="48" y="39"/>
                  <a:pt x="46" y="41"/>
                </a:cubicBezTo>
                <a:cubicBezTo>
                  <a:pt x="48" y="44"/>
                  <a:pt x="48" y="47"/>
                  <a:pt x="45" y="48"/>
                </a:cubicBezTo>
                <a:cubicBezTo>
                  <a:pt x="48" y="51"/>
                  <a:pt x="48" y="54"/>
                  <a:pt x="46" y="57"/>
                </a:cubicBezTo>
                <a:cubicBezTo>
                  <a:pt x="45" y="62"/>
                  <a:pt x="42" y="64"/>
                  <a:pt x="37" y="61"/>
                </a:cubicBezTo>
                <a:cubicBezTo>
                  <a:pt x="34" y="59"/>
                  <a:pt x="32" y="56"/>
                  <a:pt x="34" y="51"/>
                </a:cubicBezTo>
                <a:cubicBezTo>
                  <a:pt x="32" y="48"/>
                  <a:pt x="32" y="44"/>
                  <a:pt x="35" y="40"/>
                </a:cubicBezTo>
                <a:cubicBezTo>
                  <a:pt x="34" y="38"/>
                  <a:pt x="35" y="36"/>
                  <a:pt x="37" y="35"/>
                </a:cubicBezTo>
                <a:cubicBezTo>
                  <a:pt x="38" y="33"/>
                  <a:pt x="39" y="32"/>
                  <a:pt x="42" y="32"/>
                </a:cubicBezTo>
                <a:cubicBezTo>
                  <a:pt x="43" y="30"/>
                  <a:pt x="45" y="29"/>
                  <a:pt x="48" y="30"/>
                </a:cubicBezTo>
                <a:cubicBezTo>
                  <a:pt x="52" y="29"/>
                  <a:pt x="54" y="29"/>
                  <a:pt x="56" y="32"/>
                </a:cubicBezTo>
                <a:cubicBezTo>
                  <a:pt x="56" y="29"/>
                  <a:pt x="56" y="26"/>
                  <a:pt x="60" y="25"/>
                </a:cubicBezTo>
                <a:cubicBezTo>
                  <a:pt x="62" y="22"/>
                  <a:pt x="62" y="19"/>
                  <a:pt x="59" y="17"/>
                </a:cubicBezTo>
                <a:cubicBezTo>
                  <a:pt x="56" y="15"/>
                  <a:pt x="52" y="16"/>
                  <a:pt x="50" y="21"/>
                </a:cubicBezTo>
                <a:cubicBezTo>
                  <a:pt x="47" y="23"/>
                  <a:pt x="44" y="23"/>
                  <a:pt x="40" y="21"/>
                </a:cubicBezTo>
                <a:cubicBezTo>
                  <a:pt x="37" y="23"/>
                  <a:pt x="34" y="23"/>
                  <a:pt x="31" y="21"/>
                </a:cubicBezTo>
                <a:cubicBezTo>
                  <a:pt x="27" y="22"/>
                  <a:pt x="25" y="21"/>
                  <a:pt x="23" y="18"/>
                </a:cubicBezTo>
                <a:cubicBezTo>
                  <a:pt x="19" y="17"/>
                  <a:pt x="16" y="17"/>
                  <a:pt x="14" y="20"/>
                </a:cubicBezTo>
                <a:cubicBezTo>
                  <a:pt x="16" y="23"/>
                  <a:pt x="17" y="26"/>
                  <a:pt x="16" y="29"/>
                </a:cubicBezTo>
                <a:cubicBezTo>
                  <a:pt x="18" y="31"/>
                  <a:pt x="20" y="33"/>
                  <a:pt x="18" y="36"/>
                </a:cubicBezTo>
                <a:cubicBezTo>
                  <a:pt x="20" y="39"/>
                  <a:pt x="20" y="41"/>
                  <a:pt x="20" y="44"/>
                </a:cubicBezTo>
                <a:cubicBezTo>
                  <a:pt x="19" y="47"/>
                  <a:pt x="18" y="49"/>
                  <a:pt x="14" y="5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矩形 1"/>
          <p:cNvSpPr>
            <a:spLocks noChangeArrowheads="1"/>
          </p:cNvSpPr>
          <p:nvPr/>
        </p:nvSpPr>
        <p:spPr bwMode="auto">
          <a:xfrm>
            <a:off x="865153" y="1604141"/>
            <a:ext cx="234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2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20" name="矩形 1"/>
          <p:cNvSpPr>
            <a:spLocks noChangeArrowheads="1"/>
          </p:cNvSpPr>
          <p:nvPr/>
        </p:nvSpPr>
        <p:spPr bwMode="auto">
          <a:xfrm>
            <a:off x="3397713" y="1604141"/>
            <a:ext cx="234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2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21" name="矩形 1"/>
          <p:cNvSpPr>
            <a:spLocks noChangeArrowheads="1"/>
          </p:cNvSpPr>
          <p:nvPr/>
        </p:nvSpPr>
        <p:spPr bwMode="auto">
          <a:xfrm>
            <a:off x="5951017" y="1604141"/>
            <a:ext cx="234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2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22" name="矩形 1"/>
          <p:cNvSpPr>
            <a:spLocks noChangeArrowheads="1"/>
          </p:cNvSpPr>
          <p:nvPr/>
        </p:nvSpPr>
        <p:spPr bwMode="auto">
          <a:xfrm>
            <a:off x="865153" y="3229741"/>
            <a:ext cx="234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2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23" name="矩形 1"/>
          <p:cNvSpPr>
            <a:spLocks noChangeArrowheads="1"/>
          </p:cNvSpPr>
          <p:nvPr/>
        </p:nvSpPr>
        <p:spPr bwMode="auto">
          <a:xfrm>
            <a:off x="3397713" y="3229741"/>
            <a:ext cx="234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2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24" name="矩形 1"/>
          <p:cNvSpPr>
            <a:spLocks noChangeArrowheads="1"/>
          </p:cNvSpPr>
          <p:nvPr/>
        </p:nvSpPr>
        <p:spPr bwMode="auto">
          <a:xfrm>
            <a:off x="5951017" y="3229741"/>
            <a:ext cx="234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2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25" name="TextBox 707"/>
          <p:cNvSpPr txBox="1"/>
          <p:nvPr/>
        </p:nvSpPr>
        <p:spPr>
          <a:xfrm>
            <a:off x="2241185" y="1035053"/>
            <a:ext cx="774572" cy="400110"/>
          </a:xfrm>
          <a:prstGeom prst="rect">
            <a:avLst/>
          </a:prstGeom>
          <a:noFill/>
        </p:spPr>
        <p:txBody>
          <a:bodyPr wrap="none">
            <a:spAutoFit/>
          </a:bodyPr>
          <a:lstStyle>
            <a:defPPr>
              <a:defRPr lang="zh-CN"/>
            </a:defPPr>
            <a:lvl1pPr algn="ctr" fontAlgn="auto">
              <a:spcBef>
                <a:spcPts val="0"/>
              </a:spcBef>
              <a:spcAft>
                <a:spcPts val="0"/>
              </a:spcAft>
              <a:defRPr sz="700" spc="300">
                <a:solidFill>
                  <a:schemeClr val="tx1">
                    <a:lumMod val="65000"/>
                    <a:lumOff val="35000"/>
                  </a:schemeClr>
                </a:solidFill>
                <a:latin typeface="微软雅黑" pitchFamily="34" charset="-122"/>
                <a:ea typeface="微软雅黑" pitchFamily="34" charset="-122"/>
                <a:cs typeface="Arial" pitchFamily="34" charset="0"/>
              </a:defRPr>
            </a:lvl1pPr>
          </a:lstStyle>
          <a:p>
            <a:r>
              <a:rPr lang="zh-CN" altLang="en-US" sz="2000" dirty="0">
                <a:solidFill>
                  <a:schemeClr val="bg1"/>
                </a:solidFill>
              </a:rPr>
              <a:t>标题</a:t>
            </a:r>
          </a:p>
        </p:txBody>
      </p:sp>
      <p:sp>
        <p:nvSpPr>
          <p:cNvPr id="26" name="TextBox 708"/>
          <p:cNvSpPr txBox="1"/>
          <p:nvPr/>
        </p:nvSpPr>
        <p:spPr>
          <a:xfrm>
            <a:off x="4735647" y="1035053"/>
            <a:ext cx="774572" cy="400110"/>
          </a:xfrm>
          <a:prstGeom prst="rect">
            <a:avLst/>
          </a:prstGeom>
          <a:noFill/>
        </p:spPr>
        <p:txBody>
          <a:bodyPr wrap="none">
            <a:spAutoFit/>
          </a:bodyPr>
          <a:lstStyle>
            <a:defPPr>
              <a:defRPr lang="zh-CN"/>
            </a:defPPr>
            <a:lvl1pPr algn="ctr" fontAlgn="auto">
              <a:spcBef>
                <a:spcPts val="0"/>
              </a:spcBef>
              <a:spcAft>
                <a:spcPts val="0"/>
              </a:spcAft>
              <a:defRPr sz="700" spc="300">
                <a:solidFill>
                  <a:schemeClr val="tx1">
                    <a:lumMod val="65000"/>
                    <a:lumOff val="35000"/>
                  </a:schemeClr>
                </a:solidFill>
                <a:latin typeface="微软雅黑" pitchFamily="34" charset="-122"/>
                <a:ea typeface="微软雅黑" pitchFamily="34" charset="-122"/>
                <a:cs typeface="Arial" pitchFamily="34" charset="0"/>
              </a:defRPr>
            </a:lvl1pPr>
          </a:lstStyle>
          <a:p>
            <a:r>
              <a:rPr lang="zh-CN" altLang="en-US" sz="2000" dirty="0">
                <a:solidFill>
                  <a:schemeClr val="bg1"/>
                </a:solidFill>
              </a:rPr>
              <a:t>标题</a:t>
            </a:r>
          </a:p>
        </p:txBody>
      </p:sp>
      <p:sp>
        <p:nvSpPr>
          <p:cNvPr id="27" name="TextBox 709"/>
          <p:cNvSpPr txBox="1"/>
          <p:nvPr/>
        </p:nvSpPr>
        <p:spPr>
          <a:xfrm>
            <a:off x="7301651" y="1035053"/>
            <a:ext cx="774572" cy="400110"/>
          </a:xfrm>
          <a:prstGeom prst="rect">
            <a:avLst/>
          </a:prstGeom>
          <a:noFill/>
        </p:spPr>
        <p:txBody>
          <a:bodyPr wrap="none">
            <a:spAutoFit/>
          </a:bodyPr>
          <a:lstStyle>
            <a:defPPr>
              <a:defRPr lang="zh-CN"/>
            </a:defPPr>
            <a:lvl1pPr algn="ctr" fontAlgn="auto">
              <a:spcBef>
                <a:spcPts val="0"/>
              </a:spcBef>
              <a:spcAft>
                <a:spcPts val="0"/>
              </a:spcAft>
              <a:defRPr sz="700" spc="300">
                <a:solidFill>
                  <a:schemeClr val="tx1">
                    <a:lumMod val="65000"/>
                    <a:lumOff val="35000"/>
                  </a:schemeClr>
                </a:solidFill>
                <a:latin typeface="微软雅黑" pitchFamily="34" charset="-122"/>
                <a:ea typeface="微软雅黑" pitchFamily="34" charset="-122"/>
                <a:cs typeface="Arial" pitchFamily="34" charset="0"/>
              </a:defRPr>
            </a:lvl1pPr>
          </a:lstStyle>
          <a:p>
            <a:r>
              <a:rPr lang="zh-CN" altLang="en-US" sz="2000" dirty="0">
                <a:solidFill>
                  <a:schemeClr val="bg1"/>
                </a:solidFill>
              </a:rPr>
              <a:t>标题</a:t>
            </a:r>
          </a:p>
        </p:txBody>
      </p:sp>
      <p:sp>
        <p:nvSpPr>
          <p:cNvPr id="28" name="TextBox 710"/>
          <p:cNvSpPr txBox="1"/>
          <p:nvPr/>
        </p:nvSpPr>
        <p:spPr>
          <a:xfrm>
            <a:off x="2241188" y="2679253"/>
            <a:ext cx="774572" cy="400110"/>
          </a:xfrm>
          <a:prstGeom prst="rect">
            <a:avLst/>
          </a:prstGeom>
          <a:noFill/>
        </p:spPr>
        <p:txBody>
          <a:bodyPr wrap="none">
            <a:spAutoFit/>
          </a:bodyPr>
          <a:lstStyle>
            <a:defPPr>
              <a:defRPr lang="zh-CN"/>
            </a:defPPr>
            <a:lvl1pPr algn="ctr" fontAlgn="auto">
              <a:spcBef>
                <a:spcPts val="0"/>
              </a:spcBef>
              <a:spcAft>
                <a:spcPts val="0"/>
              </a:spcAft>
              <a:defRPr sz="700" spc="300">
                <a:solidFill>
                  <a:schemeClr val="tx1">
                    <a:lumMod val="65000"/>
                    <a:lumOff val="35000"/>
                  </a:schemeClr>
                </a:solidFill>
                <a:latin typeface="微软雅黑" pitchFamily="34" charset="-122"/>
                <a:ea typeface="微软雅黑" pitchFamily="34" charset="-122"/>
                <a:cs typeface="Arial" pitchFamily="34" charset="0"/>
              </a:defRPr>
            </a:lvl1pPr>
          </a:lstStyle>
          <a:p>
            <a:r>
              <a:rPr lang="zh-CN" altLang="en-US" sz="2000" dirty="0">
                <a:solidFill>
                  <a:schemeClr val="bg1"/>
                </a:solidFill>
              </a:rPr>
              <a:t>标题</a:t>
            </a:r>
          </a:p>
        </p:txBody>
      </p:sp>
      <p:sp>
        <p:nvSpPr>
          <p:cNvPr id="29" name="TextBox 711"/>
          <p:cNvSpPr txBox="1"/>
          <p:nvPr/>
        </p:nvSpPr>
        <p:spPr>
          <a:xfrm>
            <a:off x="4735647" y="2679253"/>
            <a:ext cx="774572" cy="400110"/>
          </a:xfrm>
          <a:prstGeom prst="rect">
            <a:avLst/>
          </a:prstGeom>
          <a:noFill/>
        </p:spPr>
        <p:txBody>
          <a:bodyPr wrap="none">
            <a:spAutoFit/>
          </a:bodyPr>
          <a:lstStyle>
            <a:defPPr>
              <a:defRPr lang="zh-CN"/>
            </a:defPPr>
            <a:lvl1pPr algn="ctr" fontAlgn="auto">
              <a:spcBef>
                <a:spcPts val="0"/>
              </a:spcBef>
              <a:spcAft>
                <a:spcPts val="0"/>
              </a:spcAft>
              <a:defRPr sz="700" spc="300">
                <a:solidFill>
                  <a:schemeClr val="tx1">
                    <a:lumMod val="65000"/>
                    <a:lumOff val="35000"/>
                  </a:schemeClr>
                </a:solidFill>
                <a:latin typeface="微软雅黑" pitchFamily="34" charset="-122"/>
                <a:ea typeface="微软雅黑" pitchFamily="34" charset="-122"/>
                <a:cs typeface="Arial" pitchFamily="34" charset="0"/>
              </a:defRPr>
            </a:lvl1pPr>
          </a:lstStyle>
          <a:p>
            <a:r>
              <a:rPr lang="zh-CN" altLang="en-US" sz="2000" dirty="0">
                <a:solidFill>
                  <a:schemeClr val="bg1"/>
                </a:solidFill>
              </a:rPr>
              <a:t>标题</a:t>
            </a:r>
          </a:p>
        </p:txBody>
      </p:sp>
      <p:sp>
        <p:nvSpPr>
          <p:cNvPr id="30" name="TextBox 712"/>
          <p:cNvSpPr txBox="1"/>
          <p:nvPr/>
        </p:nvSpPr>
        <p:spPr>
          <a:xfrm>
            <a:off x="7301651" y="2679253"/>
            <a:ext cx="774572" cy="400110"/>
          </a:xfrm>
          <a:prstGeom prst="rect">
            <a:avLst/>
          </a:prstGeom>
          <a:noFill/>
        </p:spPr>
        <p:txBody>
          <a:bodyPr wrap="none">
            <a:spAutoFit/>
          </a:bodyPr>
          <a:lstStyle>
            <a:defPPr>
              <a:defRPr lang="zh-CN"/>
            </a:defPPr>
            <a:lvl1pPr algn="ctr" fontAlgn="auto">
              <a:spcBef>
                <a:spcPts val="0"/>
              </a:spcBef>
              <a:spcAft>
                <a:spcPts val="0"/>
              </a:spcAft>
              <a:defRPr sz="700" spc="300">
                <a:solidFill>
                  <a:schemeClr val="tx1">
                    <a:lumMod val="65000"/>
                    <a:lumOff val="35000"/>
                  </a:schemeClr>
                </a:solidFill>
                <a:latin typeface="微软雅黑" pitchFamily="34" charset="-122"/>
                <a:ea typeface="微软雅黑" pitchFamily="34" charset="-122"/>
                <a:cs typeface="Arial" pitchFamily="34" charset="0"/>
              </a:defRPr>
            </a:lvl1pPr>
          </a:lstStyle>
          <a:p>
            <a:r>
              <a:rPr lang="zh-CN" altLang="en-US" sz="2000" dirty="0">
                <a:solidFill>
                  <a:schemeClr val="bg1"/>
                </a:solidFill>
              </a:rPr>
              <a:t>标题</a:t>
            </a:r>
          </a:p>
        </p:txBody>
      </p:sp>
    </p:spTree>
    <p:extLst>
      <p:ext uri="{BB962C8B-B14F-4D97-AF65-F5344CB8AC3E}">
        <p14:creationId xmlns:p14="http://schemas.microsoft.com/office/powerpoint/2010/main" val="319303007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randombar(horizontal)">
                                      <p:cBhvr>
                                        <p:cTn id="19" dur="500"/>
                                        <p:tgtEl>
                                          <p:spTgt spid="12"/>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randombar(horizontal)">
                                      <p:cBhvr>
                                        <p:cTn id="22" dur="500"/>
                                        <p:tgtEl>
                                          <p:spTgt spid="13"/>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randombar(horizontal)">
                                      <p:cBhvr>
                                        <p:cTn id="25" dur="500"/>
                                        <p:tgtEl>
                                          <p:spTgt spid="16"/>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randombar(horizontal)">
                                      <p:cBhvr>
                                        <p:cTn id="28" dur="500"/>
                                        <p:tgtEl>
                                          <p:spTgt spid="17"/>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randombar(horizontal)">
                                      <p:cBhvr>
                                        <p:cTn id="31" dur="500"/>
                                        <p:tgtEl>
                                          <p:spTgt spid="1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randombar(horizontal)">
                                      <p:cBhvr>
                                        <p:cTn id="34" dur="500"/>
                                        <p:tgtEl>
                                          <p:spTgt spid="20"/>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randombar(horizontal)">
                                      <p:cBhvr>
                                        <p:cTn id="37" dur="500"/>
                                        <p:tgtEl>
                                          <p:spTgt spid="21"/>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randombar(horizontal)">
                                      <p:cBhvr>
                                        <p:cTn id="40" dur="500"/>
                                        <p:tgtEl>
                                          <p:spTgt spid="25"/>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randombar(horizontal)">
                                      <p:cBhvr>
                                        <p:cTn id="43" dur="500"/>
                                        <p:tgtEl>
                                          <p:spTgt spid="26"/>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randombar(horizontal)">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randombar(horizontal)">
                                      <p:cBhvr>
                                        <p:cTn id="51" dur="500"/>
                                        <p:tgtEl>
                                          <p:spTgt spid="8"/>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randombar(horizontal)">
                                      <p:cBhvr>
                                        <p:cTn id="54" dur="500"/>
                                        <p:tgtEl>
                                          <p:spTgt spid="9"/>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randombar(horizontal)">
                                      <p:cBhvr>
                                        <p:cTn id="57" dur="500"/>
                                        <p:tgtEl>
                                          <p:spTgt spid="10"/>
                                        </p:tgtEl>
                                      </p:cBhvr>
                                    </p:animEffect>
                                  </p:childTnLst>
                                </p:cTn>
                              </p:par>
                              <p:par>
                                <p:cTn id="58" presetID="14" presetClass="entr" presetSubtype="1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randombar(horizontal)">
                                      <p:cBhvr>
                                        <p:cTn id="60" dur="500"/>
                                        <p:tgtEl>
                                          <p:spTgt spid="14"/>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randombar(horizontal)">
                                      <p:cBhvr>
                                        <p:cTn id="63" dur="500"/>
                                        <p:tgtEl>
                                          <p:spTgt spid="15"/>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randombar(horizontal)">
                                      <p:cBhvr>
                                        <p:cTn id="66" dur="500"/>
                                        <p:tgtEl>
                                          <p:spTgt spid="18"/>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randombar(horizontal)">
                                      <p:cBhvr>
                                        <p:cTn id="69" dur="500"/>
                                        <p:tgtEl>
                                          <p:spTgt spid="22"/>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randombar(horizontal)">
                                      <p:cBhvr>
                                        <p:cTn id="72" dur="500"/>
                                        <p:tgtEl>
                                          <p:spTgt spid="23"/>
                                        </p:tgtEl>
                                      </p:cBhvr>
                                    </p:animEffect>
                                  </p:childTnLst>
                                </p:cTn>
                              </p:par>
                              <p:par>
                                <p:cTn id="73" presetID="14" presetClass="entr" presetSubtype="1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randombar(horizontal)">
                                      <p:cBhvr>
                                        <p:cTn id="75" dur="500"/>
                                        <p:tgtEl>
                                          <p:spTgt spid="24"/>
                                        </p:tgtEl>
                                      </p:cBhvr>
                                    </p:animEffect>
                                  </p:childTnLst>
                                </p:cTn>
                              </p:par>
                              <p:par>
                                <p:cTn id="76" presetID="14" presetClass="entr" presetSubtype="1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randombar(horizontal)">
                                      <p:cBhvr>
                                        <p:cTn id="78" dur="500"/>
                                        <p:tgtEl>
                                          <p:spTgt spid="28"/>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randombar(horizontal)">
                                      <p:cBhvr>
                                        <p:cTn id="81" dur="500"/>
                                        <p:tgtEl>
                                          <p:spTgt spid="29"/>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randombar(horizontal)">
                                      <p:cBhvr>
                                        <p:cTn id="8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Rectangle 5"/>
          <p:cNvSpPr>
            <a:spLocks noChangeArrowheads="1"/>
          </p:cNvSpPr>
          <p:nvPr/>
        </p:nvSpPr>
        <p:spPr bwMode="auto">
          <a:xfrm>
            <a:off x="6956425" y="1489077"/>
            <a:ext cx="25400" cy="161925"/>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 name="Freeform 6"/>
          <p:cNvSpPr>
            <a:spLocks/>
          </p:cNvSpPr>
          <p:nvPr/>
        </p:nvSpPr>
        <p:spPr bwMode="auto">
          <a:xfrm>
            <a:off x="6943725" y="1476377"/>
            <a:ext cx="249238" cy="212725"/>
          </a:xfrm>
          <a:custGeom>
            <a:avLst/>
            <a:gdLst>
              <a:gd name="T0" fmla="*/ 157 w 157"/>
              <a:gd name="T1" fmla="*/ 8 h 134"/>
              <a:gd name="T2" fmla="*/ 126 w 157"/>
              <a:gd name="T3" fmla="*/ 8 h 134"/>
              <a:gd name="T4" fmla="*/ 126 w 157"/>
              <a:gd name="T5" fmla="*/ 0 h 134"/>
              <a:gd name="T6" fmla="*/ 32 w 157"/>
              <a:gd name="T7" fmla="*/ 0 h 134"/>
              <a:gd name="T8" fmla="*/ 32 w 157"/>
              <a:gd name="T9" fmla="*/ 8 h 134"/>
              <a:gd name="T10" fmla="*/ 0 w 157"/>
              <a:gd name="T11" fmla="*/ 8 h 134"/>
              <a:gd name="T12" fmla="*/ 0 w 157"/>
              <a:gd name="T13" fmla="*/ 16 h 134"/>
              <a:gd name="T14" fmla="*/ 134 w 157"/>
              <a:gd name="T15" fmla="*/ 16 h 134"/>
              <a:gd name="T16" fmla="*/ 134 w 157"/>
              <a:gd name="T17" fmla="*/ 95 h 134"/>
              <a:gd name="T18" fmla="*/ 8 w 157"/>
              <a:gd name="T19" fmla="*/ 95 h 134"/>
              <a:gd name="T20" fmla="*/ 8 w 157"/>
              <a:gd name="T21" fmla="*/ 110 h 134"/>
              <a:gd name="T22" fmla="*/ 63 w 157"/>
              <a:gd name="T23" fmla="*/ 110 h 134"/>
              <a:gd name="T24" fmla="*/ 32 w 157"/>
              <a:gd name="T25" fmla="*/ 134 h 134"/>
              <a:gd name="T26" fmla="*/ 40 w 157"/>
              <a:gd name="T27" fmla="*/ 134 h 134"/>
              <a:gd name="T28" fmla="*/ 79 w 157"/>
              <a:gd name="T29" fmla="*/ 110 h 134"/>
              <a:gd name="T30" fmla="*/ 118 w 157"/>
              <a:gd name="T31" fmla="*/ 134 h 134"/>
              <a:gd name="T32" fmla="*/ 126 w 157"/>
              <a:gd name="T33" fmla="*/ 134 h 134"/>
              <a:gd name="T34" fmla="*/ 87 w 157"/>
              <a:gd name="T35" fmla="*/ 110 h 134"/>
              <a:gd name="T36" fmla="*/ 149 w 157"/>
              <a:gd name="T37" fmla="*/ 110 h 134"/>
              <a:gd name="T38" fmla="*/ 149 w 157"/>
              <a:gd name="T39" fmla="*/ 110 h 134"/>
              <a:gd name="T40" fmla="*/ 149 w 157"/>
              <a:gd name="T41" fmla="*/ 110 h 134"/>
              <a:gd name="T42" fmla="*/ 149 w 157"/>
              <a:gd name="T43" fmla="*/ 16 h 134"/>
              <a:gd name="T44" fmla="*/ 157 w 157"/>
              <a:gd name="T45" fmla="*/ 16 h 134"/>
              <a:gd name="T46" fmla="*/ 157 w 157"/>
              <a:gd name="T47" fmla="*/ 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7" h="134">
                <a:moveTo>
                  <a:pt x="157" y="8"/>
                </a:moveTo>
                <a:lnTo>
                  <a:pt x="126" y="8"/>
                </a:lnTo>
                <a:lnTo>
                  <a:pt x="126" y="0"/>
                </a:lnTo>
                <a:lnTo>
                  <a:pt x="32" y="0"/>
                </a:lnTo>
                <a:lnTo>
                  <a:pt x="32" y="8"/>
                </a:lnTo>
                <a:lnTo>
                  <a:pt x="0" y="8"/>
                </a:lnTo>
                <a:lnTo>
                  <a:pt x="0" y="16"/>
                </a:lnTo>
                <a:lnTo>
                  <a:pt x="134" y="16"/>
                </a:lnTo>
                <a:lnTo>
                  <a:pt x="134" y="95"/>
                </a:lnTo>
                <a:lnTo>
                  <a:pt x="8" y="95"/>
                </a:lnTo>
                <a:lnTo>
                  <a:pt x="8" y="110"/>
                </a:lnTo>
                <a:lnTo>
                  <a:pt x="63" y="110"/>
                </a:lnTo>
                <a:lnTo>
                  <a:pt x="32" y="134"/>
                </a:lnTo>
                <a:lnTo>
                  <a:pt x="40" y="134"/>
                </a:lnTo>
                <a:lnTo>
                  <a:pt x="79" y="110"/>
                </a:lnTo>
                <a:lnTo>
                  <a:pt x="118" y="134"/>
                </a:lnTo>
                <a:lnTo>
                  <a:pt x="126" y="134"/>
                </a:lnTo>
                <a:lnTo>
                  <a:pt x="87" y="110"/>
                </a:lnTo>
                <a:lnTo>
                  <a:pt x="149" y="110"/>
                </a:lnTo>
                <a:lnTo>
                  <a:pt x="149" y="110"/>
                </a:lnTo>
                <a:lnTo>
                  <a:pt x="149" y="110"/>
                </a:lnTo>
                <a:lnTo>
                  <a:pt x="149" y="16"/>
                </a:lnTo>
                <a:lnTo>
                  <a:pt x="157" y="16"/>
                </a:lnTo>
                <a:lnTo>
                  <a:pt x="157" y="8"/>
                </a:ln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Rectangle 7"/>
          <p:cNvSpPr>
            <a:spLocks noChangeArrowheads="1"/>
          </p:cNvSpPr>
          <p:nvPr/>
        </p:nvSpPr>
        <p:spPr bwMode="auto">
          <a:xfrm>
            <a:off x="7018338" y="1576388"/>
            <a:ext cx="25400" cy="38100"/>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Rectangle 8"/>
          <p:cNvSpPr>
            <a:spLocks noChangeArrowheads="1"/>
          </p:cNvSpPr>
          <p:nvPr/>
        </p:nvSpPr>
        <p:spPr bwMode="auto">
          <a:xfrm>
            <a:off x="7056438" y="1527177"/>
            <a:ext cx="25400" cy="87313"/>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Rectangle 9"/>
          <p:cNvSpPr>
            <a:spLocks noChangeArrowheads="1"/>
          </p:cNvSpPr>
          <p:nvPr/>
        </p:nvSpPr>
        <p:spPr bwMode="auto">
          <a:xfrm>
            <a:off x="7081840" y="1539877"/>
            <a:ext cx="23813" cy="74613"/>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10"/>
          <p:cNvSpPr>
            <a:spLocks/>
          </p:cNvSpPr>
          <p:nvPr/>
        </p:nvSpPr>
        <p:spPr bwMode="auto">
          <a:xfrm>
            <a:off x="5984875" y="3817940"/>
            <a:ext cx="349250" cy="112713"/>
          </a:xfrm>
          <a:custGeom>
            <a:avLst/>
            <a:gdLst>
              <a:gd name="T0" fmla="*/ 220 w 220"/>
              <a:gd name="T1" fmla="*/ 55 h 71"/>
              <a:gd name="T2" fmla="*/ 220 w 220"/>
              <a:gd name="T3" fmla="*/ 0 h 71"/>
              <a:gd name="T4" fmla="*/ 196 w 220"/>
              <a:gd name="T5" fmla="*/ 0 h 71"/>
              <a:gd name="T6" fmla="*/ 196 w 220"/>
              <a:gd name="T7" fmla="*/ 55 h 71"/>
              <a:gd name="T8" fmla="*/ 24 w 220"/>
              <a:gd name="T9" fmla="*/ 55 h 71"/>
              <a:gd name="T10" fmla="*/ 24 w 220"/>
              <a:gd name="T11" fmla="*/ 0 h 71"/>
              <a:gd name="T12" fmla="*/ 0 w 220"/>
              <a:gd name="T13" fmla="*/ 0 h 71"/>
              <a:gd name="T14" fmla="*/ 0 w 220"/>
              <a:gd name="T15" fmla="*/ 71 h 71"/>
              <a:gd name="T16" fmla="*/ 0 w 220"/>
              <a:gd name="T17" fmla="*/ 71 h 71"/>
              <a:gd name="T18" fmla="*/ 0 w 220"/>
              <a:gd name="T19" fmla="*/ 71 h 71"/>
              <a:gd name="T20" fmla="*/ 220 w 220"/>
              <a:gd name="T21" fmla="*/ 71 h 71"/>
              <a:gd name="T22" fmla="*/ 220 w 220"/>
              <a:gd name="T23" fmla="*/ 55 h 71"/>
              <a:gd name="T24" fmla="*/ 220 w 220"/>
              <a:gd name="T25" fmla="*/ 5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1">
                <a:moveTo>
                  <a:pt x="220" y="55"/>
                </a:moveTo>
                <a:lnTo>
                  <a:pt x="220" y="0"/>
                </a:lnTo>
                <a:lnTo>
                  <a:pt x="196" y="0"/>
                </a:lnTo>
                <a:lnTo>
                  <a:pt x="196" y="55"/>
                </a:lnTo>
                <a:lnTo>
                  <a:pt x="24" y="55"/>
                </a:lnTo>
                <a:lnTo>
                  <a:pt x="24" y="0"/>
                </a:lnTo>
                <a:lnTo>
                  <a:pt x="0" y="0"/>
                </a:lnTo>
                <a:lnTo>
                  <a:pt x="0" y="71"/>
                </a:lnTo>
                <a:lnTo>
                  <a:pt x="0" y="71"/>
                </a:lnTo>
                <a:lnTo>
                  <a:pt x="0" y="71"/>
                </a:lnTo>
                <a:lnTo>
                  <a:pt x="220" y="71"/>
                </a:lnTo>
                <a:lnTo>
                  <a:pt x="220" y="55"/>
                </a:lnTo>
                <a:lnTo>
                  <a:pt x="220" y="55"/>
                </a:lnTo>
                <a:close/>
              </a:path>
            </a:pathLst>
          </a:custGeom>
          <a:solidFill>
            <a:srgbClr val="CA2C3B"/>
          </a:solidFill>
          <a:ln>
            <a:noFill/>
          </a:ln>
        </p:spPr>
        <p:txBody>
          <a:bodyPr/>
          <a:lstStyle/>
          <a:p>
            <a:endParaRPr lang="zh-CN" altLang="en-US" sz="1600"/>
          </a:p>
        </p:txBody>
      </p:sp>
      <p:sp>
        <p:nvSpPr>
          <p:cNvPr id="11" name="Freeform 11"/>
          <p:cNvSpPr>
            <a:spLocks/>
          </p:cNvSpPr>
          <p:nvPr/>
        </p:nvSpPr>
        <p:spPr bwMode="auto">
          <a:xfrm>
            <a:off x="6035675" y="3532188"/>
            <a:ext cx="236538" cy="285750"/>
          </a:xfrm>
          <a:custGeom>
            <a:avLst/>
            <a:gdLst>
              <a:gd name="T0" fmla="*/ 4 w 19"/>
              <a:gd name="T1" fmla="*/ 9 h 23"/>
              <a:gd name="T2" fmla="*/ 5 w 19"/>
              <a:gd name="T3" fmla="*/ 9 h 23"/>
              <a:gd name="T4" fmla="*/ 5 w 19"/>
              <a:gd name="T5" fmla="*/ 19 h 23"/>
              <a:gd name="T6" fmla="*/ 8 w 19"/>
              <a:gd name="T7" fmla="*/ 23 h 23"/>
              <a:gd name="T8" fmla="*/ 10 w 19"/>
              <a:gd name="T9" fmla="*/ 23 h 23"/>
              <a:gd name="T10" fmla="*/ 14 w 19"/>
              <a:gd name="T11" fmla="*/ 19 h 23"/>
              <a:gd name="T12" fmla="*/ 14 w 19"/>
              <a:gd name="T13" fmla="*/ 9 h 23"/>
              <a:gd name="T14" fmla="*/ 15 w 19"/>
              <a:gd name="T15" fmla="*/ 9 h 23"/>
              <a:gd name="T16" fmla="*/ 17 w 19"/>
              <a:gd name="T17" fmla="*/ 7 h 23"/>
              <a:gd name="T18" fmla="*/ 12 w 19"/>
              <a:gd name="T19" fmla="*/ 1 h 23"/>
              <a:gd name="T20" fmla="*/ 7 w 19"/>
              <a:gd name="T21" fmla="*/ 1 h 23"/>
              <a:gd name="T22" fmla="*/ 1 w 19"/>
              <a:gd name="T23" fmla="*/ 7 h 23"/>
              <a:gd name="T24" fmla="*/ 4 w 19"/>
              <a:gd name="T25"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23">
                <a:moveTo>
                  <a:pt x="4" y="9"/>
                </a:moveTo>
                <a:cubicBezTo>
                  <a:pt x="4" y="9"/>
                  <a:pt x="4" y="9"/>
                  <a:pt x="5" y="9"/>
                </a:cubicBezTo>
                <a:cubicBezTo>
                  <a:pt x="5" y="19"/>
                  <a:pt x="5" y="19"/>
                  <a:pt x="5" y="19"/>
                </a:cubicBezTo>
                <a:cubicBezTo>
                  <a:pt x="5" y="21"/>
                  <a:pt x="6" y="23"/>
                  <a:pt x="8" y="23"/>
                </a:cubicBezTo>
                <a:cubicBezTo>
                  <a:pt x="10" y="23"/>
                  <a:pt x="10" y="23"/>
                  <a:pt x="10" y="23"/>
                </a:cubicBezTo>
                <a:cubicBezTo>
                  <a:pt x="12" y="23"/>
                  <a:pt x="14" y="21"/>
                  <a:pt x="14" y="19"/>
                </a:cubicBezTo>
                <a:cubicBezTo>
                  <a:pt x="14" y="9"/>
                  <a:pt x="14" y="9"/>
                  <a:pt x="14" y="9"/>
                </a:cubicBezTo>
                <a:cubicBezTo>
                  <a:pt x="14" y="9"/>
                  <a:pt x="14" y="9"/>
                  <a:pt x="15" y="9"/>
                </a:cubicBezTo>
                <a:cubicBezTo>
                  <a:pt x="18" y="9"/>
                  <a:pt x="19" y="8"/>
                  <a:pt x="17" y="7"/>
                </a:cubicBezTo>
                <a:cubicBezTo>
                  <a:pt x="16" y="5"/>
                  <a:pt x="13" y="3"/>
                  <a:pt x="12" y="1"/>
                </a:cubicBezTo>
                <a:cubicBezTo>
                  <a:pt x="11" y="0"/>
                  <a:pt x="8" y="0"/>
                  <a:pt x="7" y="1"/>
                </a:cubicBezTo>
                <a:cubicBezTo>
                  <a:pt x="5" y="3"/>
                  <a:pt x="3" y="5"/>
                  <a:pt x="1" y="7"/>
                </a:cubicBezTo>
                <a:cubicBezTo>
                  <a:pt x="0" y="8"/>
                  <a:pt x="1" y="9"/>
                  <a:pt x="4" y="9"/>
                </a:cubicBezTo>
                <a:close/>
              </a:path>
            </a:pathLst>
          </a:custGeom>
          <a:solidFill>
            <a:srgbClr val="CA2C3B"/>
          </a:solidFill>
          <a:ln>
            <a:noFill/>
          </a:ln>
        </p:spPr>
        <p:txBody>
          <a:bodyPr/>
          <a:lstStyle/>
          <a:p>
            <a:endParaRPr lang="zh-CN" altLang="en-US" sz="1600"/>
          </a:p>
        </p:txBody>
      </p:sp>
      <p:sp>
        <p:nvSpPr>
          <p:cNvPr id="12" name="Oval 12"/>
          <p:cNvSpPr>
            <a:spLocks noChangeArrowheads="1"/>
          </p:cNvSpPr>
          <p:nvPr/>
        </p:nvSpPr>
        <p:spPr bwMode="auto">
          <a:xfrm>
            <a:off x="6869115" y="2747965"/>
            <a:ext cx="200025" cy="98425"/>
          </a:xfrm>
          <a:prstGeom prst="ellipse">
            <a:avLst/>
          </a:prstGeom>
          <a:solidFill>
            <a:srgbClr val="CA2C3B"/>
          </a:solidFill>
          <a:ln>
            <a:noFill/>
          </a:ln>
        </p:spPr>
        <p:txBody>
          <a:bodyPr/>
          <a:lstStyle/>
          <a:p>
            <a:endParaRPr lang="zh-CN" altLang="en-US" sz="1600"/>
          </a:p>
        </p:txBody>
      </p:sp>
      <p:sp>
        <p:nvSpPr>
          <p:cNvPr id="13" name="Freeform 13"/>
          <p:cNvSpPr>
            <a:spLocks/>
          </p:cNvSpPr>
          <p:nvPr/>
        </p:nvSpPr>
        <p:spPr bwMode="auto">
          <a:xfrm>
            <a:off x="6869115" y="2859088"/>
            <a:ext cx="200025" cy="63500"/>
          </a:xfrm>
          <a:custGeom>
            <a:avLst/>
            <a:gdLst>
              <a:gd name="T0" fmla="*/ 8 w 16"/>
              <a:gd name="T1" fmla="*/ 2 h 5"/>
              <a:gd name="T2" fmla="*/ 1 w 16"/>
              <a:gd name="T3" fmla="*/ 0 h 5"/>
              <a:gd name="T4" fmla="*/ 0 w 16"/>
              <a:gd name="T5" fmla="*/ 1 h 5"/>
              <a:gd name="T6" fmla="*/ 8 w 16"/>
              <a:gd name="T7" fmla="*/ 5 h 5"/>
              <a:gd name="T8" fmla="*/ 16 w 16"/>
              <a:gd name="T9" fmla="*/ 1 h 5"/>
              <a:gd name="T10" fmla="*/ 16 w 16"/>
              <a:gd name="T11" fmla="*/ 0 h 5"/>
              <a:gd name="T12" fmla="*/ 8 w 1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16" h="5">
                <a:moveTo>
                  <a:pt x="8" y="2"/>
                </a:moveTo>
                <a:cubicBezTo>
                  <a:pt x="5" y="2"/>
                  <a:pt x="2" y="1"/>
                  <a:pt x="1" y="0"/>
                </a:cubicBezTo>
                <a:cubicBezTo>
                  <a:pt x="0" y="0"/>
                  <a:pt x="0" y="1"/>
                  <a:pt x="0" y="1"/>
                </a:cubicBezTo>
                <a:cubicBezTo>
                  <a:pt x="0" y="3"/>
                  <a:pt x="4" y="5"/>
                  <a:pt x="8" y="5"/>
                </a:cubicBezTo>
                <a:cubicBezTo>
                  <a:pt x="13" y="5"/>
                  <a:pt x="16" y="3"/>
                  <a:pt x="16" y="1"/>
                </a:cubicBezTo>
                <a:cubicBezTo>
                  <a:pt x="16" y="1"/>
                  <a:pt x="16" y="0"/>
                  <a:pt x="16" y="0"/>
                </a:cubicBezTo>
                <a:cubicBezTo>
                  <a:pt x="14" y="1"/>
                  <a:pt x="12" y="2"/>
                  <a:pt x="8" y="2"/>
                </a:cubicBezTo>
                <a:close/>
              </a:path>
            </a:pathLst>
          </a:custGeom>
          <a:solidFill>
            <a:srgbClr val="CA2C3B"/>
          </a:solidFill>
          <a:ln>
            <a:noFill/>
          </a:ln>
        </p:spPr>
        <p:txBody>
          <a:bodyPr/>
          <a:lstStyle/>
          <a:p>
            <a:endParaRPr lang="zh-CN" altLang="en-US" sz="1600"/>
          </a:p>
        </p:txBody>
      </p:sp>
      <p:sp>
        <p:nvSpPr>
          <p:cNvPr id="14" name="Freeform 14"/>
          <p:cNvSpPr>
            <a:spLocks/>
          </p:cNvSpPr>
          <p:nvPr/>
        </p:nvSpPr>
        <p:spPr bwMode="auto">
          <a:xfrm>
            <a:off x="6869115" y="2909890"/>
            <a:ext cx="200025" cy="74613"/>
          </a:xfrm>
          <a:custGeom>
            <a:avLst/>
            <a:gdLst>
              <a:gd name="T0" fmla="*/ 8 w 16"/>
              <a:gd name="T1" fmla="*/ 3 h 6"/>
              <a:gd name="T2" fmla="*/ 1 w 16"/>
              <a:gd name="T3" fmla="*/ 0 h 6"/>
              <a:gd name="T4" fmla="*/ 0 w 16"/>
              <a:gd name="T5" fmla="*/ 2 h 6"/>
              <a:gd name="T6" fmla="*/ 8 w 16"/>
              <a:gd name="T7" fmla="*/ 6 h 6"/>
              <a:gd name="T8" fmla="*/ 16 w 16"/>
              <a:gd name="T9" fmla="*/ 2 h 6"/>
              <a:gd name="T10" fmla="*/ 16 w 16"/>
              <a:gd name="T11" fmla="*/ 0 h 6"/>
              <a:gd name="T12" fmla="*/ 8 w 16"/>
              <a:gd name="T13" fmla="*/ 3 h 6"/>
            </a:gdLst>
            <a:ahLst/>
            <a:cxnLst>
              <a:cxn ang="0">
                <a:pos x="T0" y="T1"/>
              </a:cxn>
              <a:cxn ang="0">
                <a:pos x="T2" y="T3"/>
              </a:cxn>
              <a:cxn ang="0">
                <a:pos x="T4" y="T5"/>
              </a:cxn>
              <a:cxn ang="0">
                <a:pos x="T6" y="T7"/>
              </a:cxn>
              <a:cxn ang="0">
                <a:pos x="T8" y="T9"/>
              </a:cxn>
              <a:cxn ang="0">
                <a:pos x="T10" y="T11"/>
              </a:cxn>
              <a:cxn ang="0">
                <a:pos x="T12" y="T13"/>
              </a:cxn>
            </a:cxnLst>
            <a:rect l="0" t="0" r="r" b="b"/>
            <a:pathLst>
              <a:path w="16" h="6">
                <a:moveTo>
                  <a:pt x="8" y="3"/>
                </a:moveTo>
                <a:cubicBezTo>
                  <a:pt x="5" y="3"/>
                  <a:pt x="2" y="2"/>
                  <a:pt x="1" y="0"/>
                </a:cubicBezTo>
                <a:cubicBezTo>
                  <a:pt x="0" y="1"/>
                  <a:pt x="0" y="1"/>
                  <a:pt x="0" y="2"/>
                </a:cubicBezTo>
                <a:cubicBezTo>
                  <a:pt x="0" y="4"/>
                  <a:pt x="4" y="6"/>
                  <a:pt x="8" y="6"/>
                </a:cubicBezTo>
                <a:cubicBezTo>
                  <a:pt x="13" y="6"/>
                  <a:pt x="16" y="4"/>
                  <a:pt x="16" y="2"/>
                </a:cubicBezTo>
                <a:cubicBezTo>
                  <a:pt x="16" y="1"/>
                  <a:pt x="16" y="1"/>
                  <a:pt x="16" y="0"/>
                </a:cubicBezTo>
                <a:cubicBezTo>
                  <a:pt x="14" y="2"/>
                  <a:pt x="12" y="3"/>
                  <a:pt x="8" y="3"/>
                </a:cubicBezTo>
                <a:close/>
              </a:path>
            </a:pathLst>
          </a:custGeom>
          <a:solidFill>
            <a:srgbClr val="CA2C3B"/>
          </a:solidFill>
          <a:ln>
            <a:noFill/>
          </a:ln>
        </p:spPr>
        <p:txBody>
          <a:bodyPr/>
          <a:lstStyle/>
          <a:p>
            <a:endParaRPr lang="zh-CN" altLang="en-US" sz="1600"/>
          </a:p>
        </p:txBody>
      </p:sp>
      <p:sp>
        <p:nvSpPr>
          <p:cNvPr id="15" name="Freeform 15"/>
          <p:cNvSpPr>
            <a:spLocks noEditPoints="1"/>
          </p:cNvSpPr>
          <p:nvPr/>
        </p:nvSpPr>
        <p:spPr bwMode="auto">
          <a:xfrm>
            <a:off x="1587502" y="3059113"/>
            <a:ext cx="187325" cy="236538"/>
          </a:xfrm>
          <a:custGeom>
            <a:avLst/>
            <a:gdLst>
              <a:gd name="T0" fmla="*/ 15 w 15"/>
              <a:gd name="T1" fmla="*/ 7 h 19"/>
              <a:gd name="T2" fmla="*/ 7 w 15"/>
              <a:gd name="T3" fmla="*/ 0 h 19"/>
              <a:gd name="T4" fmla="*/ 0 w 15"/>
              <a:gd name="T5" fmla="*/ 7 h 19"/>
              <a:gd name="T6" fmla="*/ 3 w 15"/>
              <a:gd name="T7" fmla="*/ 13 h 19"/>
              <a:gd name="T8" fmla="*/ 3 w 15"/>
              <a:gd name="T9" fmla="*/ 13 h 19"/>
              <a:gd name="T10" fmla="*/ 5 w 15"/>
              <a:gd name="T11" fmla="*/ 16 h 19"/>
              <a:gd name="T12" fmla="*/ 7 w 15"/>
              <a:gd name="T13" fmla="*/ 19 h 19"/>
              <a:gd name="T14" fmla="*/ 9 w 15"/>
              <a:gd name="T15" fmla="*/ 16 h 19"/>
              <a:gd name="T16" fmla="*/ 12 w 15"/>
              <a:gd name="T17" fmla="*/ 13 h 19"/>
              <a:gd name="T18" fmla="*/ 12 w 15"/>
              <a:gd name="T19" fmla="*/ 13 h 19"/>
              <a:gd name="T20" fmla="*/ 15 w 15"/>
              <a:gd name="T21" fmla="*/ 7 h 19"/>
              <a:gd name="T22" fmla="*/ 7 w 15"/>
              <a:gd name="T23" fmla="*/ 13 h 19"/>
              <a:gd name="T24" fmla="*/ 1 w 15"/>
              <a:gd name="T25" fmla="*/ 7 h 19"/>
              <a:gd name="T26" fmla="*/ 7 w 15"/>
              <a:gd name="T27" fmla="*/ 1 h 19"/>
              <a:gd name="T28" fmla="*/ 14 w 15"/>
              <a:gd name="T29" fmla="*/ 7 h 19"/>
              <a:gd name="T30" fmla="*/ 7 w 15"/>
              <a:gd name="T31" fmla="*/ 1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9">
                <a:moveTo>
                  <a:pt x="15" y="7"/>
                </a:moveTo>
                <a:cubicBezTo>
                  <a:pt x="15" y="3"/>
                  <a:pt x="11" y="0"/>
                  <a:pt x="7" y="0"/>
                </a:cubicBezTo>
                <a:cubicBezTo>
                  <a:pt x="3" y="0"/>
                  <a:pt x="0" y="3"/>
                  <a:pt x="0" y="7"/>
                </a:cubicBezTo>
                <a:cubicBezTo>
                  <a:pt x="0" y="10"/>
                  <a:pt x="1" y="12"/>
                  <a:pt x="3" y="13"/>
                </a:cubicBezTo>
                <a:cubicBezTo>
                  <a:pt x="3" y="13"/>
                  <a:pt x="3" y="13"/>
                  <a:pt x="3" y="13"/>
                </a:cubicBezTo>
                <a:cubicBezTo>
                  <a:pt x="5" y="16"/>
                  <a:pt x="5" y="16"/>
                  <a:pt x="5" y="16"/>
                </a:cubicBezTo>
                <a:cubicBezTo>
                  <a:pt x="7" y="19"/>
                  <a:pt x="7" y="19"/>
                  <a:pt x="7" y="19"/>
                </a:cubicBezTo>
                <a:cubicBezTo>
                  <a:pt x="9" y="16"/>
                  <a:pt x="9" y="16"/>
                  <a:pt x="9" y="16"/>
                </a:cubicBezTo>
                <a:cubicBezTo>
                  <a:pt x="12" y="13"/>
                  <a:pt x="12" y="13"/>
                  <a:pt x="12" y="13"/>
                </a:cubicBezTo>
                <a:cubicBezTo>
                  <a:pt x="12" y="13"/>
                  <a:pt x="12" y="13"/>
                  <a:pt x="12" y="13"/>
                </a:cubicBezTo>
                <a:cubicBezTo>
                  <a:pt x="14" y="12"/>
                  <a:pt x="15" y="10"/>
                  <a:pt x="15" y="7"/>
                </a:cubicBezTo>
                <a:close/>
                <a:moveTo>
                  <a:pt x="7" y="13"/>
                </a:moveTo>
                <a:cubicBezTo>
                  <a:pt x="4" y="13"/>
                  <a:pt x="1" y="11"/>
                  <a:pt x="1" y="7"/>
                </a:cubicBezTo>
                <a:cubicBezTo>
                  <a:pt x="1" y="4"/>
                  <a:pt x="4" y="1"/>
                  <a:pt x="7" y="1"/>
                </a:cubicBezTo>
                <a:cubicBezTo>
                  <a:pt x="11" y="1"/>
                  <a:pt x="14" y="4"/>
                  <a:pt x="14" y="7"/>
                </a:cubicBezTo>
                <a:cubicBezTo>
                  <a:pt x="14" y="11"/>
                  <a:pt x="11" y="13"/>
                  <a:pt x="7" y="13"/>
                </a:cubicBezTo>
                <a:close/>
              </a:path>
            </a:pathLst>
          </a:custGeom>
          <a:solidFill>
            <a:srgbClr val="CA2C3B"/>
          </a:solidFill>
          <a:ln>
            <a:noFill/>
          </a:ln>
        </p:spPr>
        <p:txBody>
          <a:bodyPr/>
          <a:lstStyle/>
          <a:p>
            <a:endParaRPr lang="zh-CN" altLang="en-US" sz="1600"/>
          </a:p>
        </p:txBody>
      </p:sp>
      <p:sp>
        <p:nvSpPr>
          <p:cNvPr id="16" name="Freeform 16"/>
          <p:cNvSpPr>
            <a:spLocks/>
          </p:cNvSpPr>
          <p:nvPr/>
        </p:nvSpPr>
        <p:spPr bwMode="auto">
          <a:xfrm>
            <a:off x="2111375" y="1427163"/>
            <a:ext cx="311150" cy="298450"/>
          </a:xfrm>
          <a:custGeom>
            <a:avLst/>
            <a:gdLst>
              <a:gd name="T0" fmla="*/ 23 w 196"/>
              <a:gd name="T1" fmla="*/ 165 h 188"/>
              <a:gd name="T2" fmla="*/ 23 w 196"/>
              <a:gd name="T3" fmla="*/ 0 h 188"/>
              <a:gd name="T4" fmla="*/ 0 w 196"/>
              <a:gd name="T5" fmla="*/ 0 h 188"/>
              <a:gd name="T6" fmla="*/ 0 w 196"/>
              <a:gd name="T7" fmla="*/ 188 h 188"/>
              <a:gd name="T8" fmla="*/ 0 w 196"/>
              <a:gd name="T9" fmla="*/ 188 h 188"/>
              <a:gd name="T10" fmla="*/ 23 w 196"/>
              <a:gd name="T11" fmla="*/ 188 h 188"/>
              <a:gd name="T12" fmla="*/ 196 w 196"/>
              <a:gd name="T13" fmla="*/ 188 h 188"/>
              <a:gd name="T14" fmla="*/ 196 w 196"/>
              <a:gd name="T15" fmla="*/ 165 h 188"/>
              <a:gd name="T16" fmla="*/ 23 w 196"/>
              <a:gd name="T17" fmla="*/ 16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188">
                <a:moveTo>
                  <a:pt x="23" y="165"/>
                </a:moveTo>
                <a:lnTo>
                  <a:pt x="23" y="0"/>
                </a:lnTo>
                <a:lnTo>
                  <a:pt x="0" y="0"/>
                </a:lnTo>
                <a:lnTo>
                  <a:pt x="0" y="188"/>
                </a:lnTo>
                <a:lnTo>
                  <a:pt x="0" y="188"/>
                </a:lnTo>
                <a:lnTo>
                  <a:pt x="23" y="188"/>
                </a:lnTo>
                <a:lnTo>
                  <a:pt x="196" y="188"/>
                </a:lnTo>
                <a:lnTo>
                  <a:pt x="196" y="165"/>
                </a:lnTo>
                <a:lnTo>
                  <a:pt x="23" y="165"/>
                </a:lnTo>
                <a:close/>
              </a:path>
            </a:pathLst>
          </a:custGeom>
          <a:solidFill>
            <a:srgbClr val="CA2C3B"/>
          </a:solidFill>
          <a:ln>
            <a:noFill/>
          </a:ln>
        </p:spPr>
        <p:txBody>
          <a:bodyPr/>
          <a:lstStyle/>
          <a:p>
            <a:endParaRPr lang="zh-CN" altLang="en-US" sz="1600"/>
          </a:p>
        </p:txBody>
      </p:sp>
      <p:sp>
        <p:nvSpPr>
          <p:cNvPr id="17" name="Freeform 17"/>
          <p:cNvSpPr>
            <a:spLocks/>
          </p:cNvSpPr>
          <p:nvPr/>
        </p:nvSpPr>
        <p:spPr bwMode="auto">
          <a:xfrm>
            <a:off x="2160588" y="1465263"/>
            <a:ext cx="249238" cy="198438"/>
          </a:xfrm>
          <a:custGeom>
            <a:avLst/>
            <a:gdLst>
              <a:gd name="T0" fmla="*/ 63 w 157"/>
              <a:gd name="T1" fmla="*/ 70 h 125"/>
              <a:gd name="T2" fmla="*/ 79 w 157"/>
              <a:gd name="T3" fmla="*/ 86 h 125"/>
              <a:gd name="T4" fmla="*/ 141 w 157"/>
              <a:gd name="T5" fmla="*/ 31 h 125"/>
              <a:gd name="T6" fmla="*/ 149 w 157"/>
              <a:gd name="T7" fmla="*/ 39 h 125"/>
              <a:gd name="T8" fmla="*/ 149 w 157"/>
              <a:gd name="T9" fmla="*/ 15 h 125"/>
              <a:gd name="T10" fmla="*/ 157 w 157"/>
              <a:gd name="T11" fmla="*/ 0 h 125"/>
              <a:gd name="T12" fmla="*/ 141 w 157"/>
              <a:gd name="T13" fmla="*/ 0 h 125"/>
              <a:gd name="T14" fmla="*/ 118 w 157"/>
              <a:gd name="T15" fmla="*/ 7 h 125"/>
              <a:gd name="T16" fmla="*/ 126 w 157"/>
              <a:gd name="T17" fmla="*/ 23 h 125"/>
              <a:gd name="T18" fmla="*/ 79 w 157"/>
              <a:gd name="T19" fmla="*/ 70 h 125"/>
              <a:gd name="T20" fmla="*/ 63 w 157"/>
              <a:gd name="T21" fmla="*/ 54 h 125"/>
              <a:gd name="T22" fmla="*/ 0 w 157"/>
              <a:gd name="T23" fmla="*/ 117 h 125"/>
              <a:gd name="T24" fmla="*/ 8 w 157"/>
              <a:gd name="T25" fmla="*/ 125 h 125"/>
              <a:gd name="T26" fmla="*/ 63 w 157"/>
              <a:gd name="T27" fmla="*/ 7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7" h="125">
                <a:moveTo>
                  <a:pt x="63" y="70"/>
                </a:moveTo>
                <a:lnTo>
                  <a:pt x="79" y="86"/>
                </a:lnTo>
                <a:lnTo>
                  <a:pt x="141" y="31"/>
                </a:lnTo>
                <a:lnTo>
                  <a:pt x="149" y="39"/>
                </a:lnTo>
                <a:lnTo>
                  <a:pt x="149" y="15"/>
                </a:lnTo>
                <a:lnTo>
                  <a:pt x="157" y="0"/>
                </a:lnTo>
                <a:lnTo>
                  <a:pt x="141" y="0"/>
                </a:lnTo>
                <a:lnTo>
                  <a:pt x="118" y="7"/>
                </a:lnTo>
                <a:lnTo>
                  <a:pt x="126" y="23"/>
                </a:lnTo>
                <a:lnTo>
                  <a:pt x="79" y="70"/>
                </a:lnTo>
                <a:lnTo>
                  <a:pt x="63" y="54"/>
                </a:lnTo>
                <a:lnTo>
                  <a:pt x="0" y="117"/>
                </a:lnTo>
                <a:lnTo>
                  <a:pt x="8" y="125"/>
                </a:lnTo>
                <a:lnTo>
                  <a:pt x="63" y="70"/>
                </a:lnTo>
                <a:close/>
              </a:path>
            </a:pathLst>
          </a:custGeom>
          <a:solidFill>
            <a:srgbClr val="CA2C3B"/>
          </a:solidFill>
          <a:ln>
            <a:noFill/>
          </a:ln>
        </p:spPr>
        <p:txBody>
          <a:bodyPr/>
          <a:lstStyle/>
          <a:p>
            <a:endParaRPr lang="zh-CN" altLang="en-US" sz="1600"/>
          </a:p>
        </p:txBody>
      </p:sp>
      <p:sp>
        <p:nvSpPr>
          <p:cNvPr id="18" name="Freeform 18"/>
          <p:cNvSpPr>
            <a:spLocks/>
          </p:cNvSpPr>
          <p:nvPr/>
        </p:nvSpPr>
        <p:spPr bwMode="auto">
          <a:xfrm>
            <a:off x="2211390" y="3544890"/>
            <a:ext cx="360363" cy="385763"/>
          </a:xfrm>
          <a:custGeom>
            <a:avLst/>
            <a:gdLst>
              <a:gd name="T0" fmla="*/ 19 w 29"/>
              <a:gd name="T1" fmla="*/ 14 h 31"/>
              <a:gd name="T2" fmla="*/ 22 w 29"/>
              <a:gd name="T3" fmla="*/ 8 h 31"/>
              <a:gd name="T4" fmla="*/ 15 w 29"/>
              <a:gd name="T5" fmla="*/ 0 h 31"/>
              <a:gd name="T6" fmla="*/ 7 w 29"/>
              <a:gd name="T7" fmla="*/ 8 h 31"/>
              <a:gd name="T8" fmla="*/ 11 w 29"/>
              <a:gd name="T9" fmla="*/ 14 h 31"/>
              <a:gd name="T10" fmla="*/ 0 w 29"/>
              <a:gd name="T11" fmla="*/ 31 h 31"/>
              <a:gd name="T12" fmla="*/ 29 w 29"/>
              <a:gd name="T13" fmla="*/ 31 h 31"/>
              <a:gd name="T14" fmla="*/ 19 w 29"/>
              <a:gd name="T15" fmla="*/ 14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31">
                <a:moveTo>
                  <a:pt x="19" y="14"/>
                </a:moveTo>
                <a:cubicBezTo>
                  <a:pt x="21" y="12"/>
                  <a:pt x="22" y="10"/>
                  <a:pt x="22" y="8"/>
                </a:cubicBezTo>
                <a:cubicBezTo>
                  <a:pt x="22" y="4"/>
                  <a:pt x="19" y="0"/>
                  <a:pt x="15" y="0"/>
                </a:cubicBezTo>
                <a:cubicBezTo>
                  <a:pt x="11" y="0"/>
                  <a:pt x="7" y="4"/>
                  <a:pt x="7" y="8"/>
                </a:cubicBezTo>
                <a:cubicBezTo>
                  <a:pt x="7" y="10"/>
                  <a:pt x="9" y="12"/>
                  <a:pt x="11" y="14"/>
                </a:cubicBezTo>
                <a:cubicBezTo>
                  <a:pt x="5" y="16"/>
                  <a:pt x="1" y="23"/>
                  <a:pt x="0" y="31"/>
                </a:cubicBezTo>
                <a:cubicBezTo>
                  <a:pt x="29" y="31"/>
                  <a:pt x="29" y="31"/>
                  <a:pt x="29" y="31"/>
                </a:cubicBezTo>
                <a:cubicBezTo>
                  <a:pt x="28" y="23"/>
                  <a:pt x="24" y="16"/>
                  <a:pt x="19" y="14"/>
                </a:cubicBezTo>
                <a:close/>
              </a:path>
            </a:pathLst>
          </a:custGeom>
          <a:solidFill>
            <a:srgbClr val="CA2C3B"/>
          </a:solidFill>
          <a:ln>
            <a:noFill/>
          </a:ln>
        </p:spPr>
        <p:txBody>
          <a:bodyPr/>
          <a:lstStyle/>
          <a:p>
            <a:endParaRPr lang="zh-CN" altLang="en-US" sz="1600"/>
          </a:p>
        </p:txBody>
      </p:sp>
      <p:sp>
        <p:nvSpPr>
          <p:cNvPr id="19" name="Freeform 19"/>
          <p:cNvSpPr>
            <a:spLocks noEditPoints="1"/>
          </p:cNvSpPr>
          <p:nvPr/>
        </p:nvSpPr>
        <p:spPr bwMode="auto">
          <a:xfrm>
            <a:off x="4452940" y="1377950"/>
            <a:ext cx="174625" cy="249238"/>
          </a:xfrm>
          <a:custGeom>
            <a:avLst/>
            <a:gdLst>
              <a:gd name="T0" fmla="*/ 13 w 14"/>
              <a:gd name="T1" fmla="*/ 0 h 20"/>
              <a:gd name="T2" fmla="*/ 1 w 14"/>
              <a:gd name="T3" fmla="*/ 0 h 20"/>
              <a:gd name="T4" fmla="*/ 0 w 14"/>
              <a:gd name="T5" fmla="*/ 1 h 20"/>
              <a:gd name="T6" fmla="*/ 0 w 14"/>
              <a:gd name="T7" fmla="*/ 19 h 20"/>
              <a:gd name="T8" fmla="*/ 1 w 14"/>
              <a:gd name="T9" fmla="*/ 20 h 20"/>
              <a:gd name="T10" fmla="*/ 13 w 14"/>
              <a:gd name="T11" fmla="*/ 20 h 20"/>
              <a:gd name="T12" fmla="*/ 14 w 14"/>
              <a:gd name="T13" fmla="*/ 19 h 20"/>
              <a:gd name="T14" fmla="*/ 14 w 14"/>
              <a:gd name="T15" fmla="*/ 1 h 20"/>
              <a:gd name="T16" fmla="*/ 13 w 14"/>
              <a:gd name="T17" fmla="*/ 0 h 20"/>
              <a:gd name="T18" fmla="*/ 7 w 14"/>
              <a:gd name="T19" fmla="*/ 19 h 20"/>
              <a:gd name="T20" fmla="*/ 6 w 14"/>
              <a:gd name="T21" fmla="*/ 19 h 20"/>
              <a:gd name="T22" fmla="*/ 7 w 14"/>
              <a:gd name="T23" fmla="*/ 18 h 20"/>
              <a:gd name="T24" fmla="*/ 7 w 14"/>
              <a:gd name="T25" fmla="*/ 19 h 20"/>
              <a:gd name="T26" fmla="*/ 7 w 14"/>
              <a:gd name="T27" fmla="*/ 19 h 20"/>
              <a:gd name="T28" fmla="*/ 13 w 14"/>
              <a:gd name="T29" fmla="*/ 18 h 20"/>
              <a:gd name="T30" fmla="*/ 1 w 14"/>
              <a:gd name="T31" fmla="*/ 18 h 20"/>
              <a:gd name="T32" fmla="*/ 1 w 14"/>
              <a:gd name="T33" fmla="*/ 2 h 20"/>
              <a:gd name="T34" fmla="*/ 13 w 14"/>
              <a:gd name="T35" fmla="*/ 2 h 20"/>
              <a:gd name="T36" fmla="*/ 13 w 14"/>
              <a:gd name="T3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 h="20">
                <a:moveTo>
                  <a:pt x="13" y="0"/>
                </a:moveTo>
                <a:cubicBezTo>
                  <a:pt x="1" y="0"/>
                  <a:pt x="1" y="0"/>
                  <a:pt x="1" y="0"/>
                </a:cubicBezTo>
                <a:cubicBezTo>
                  <a:pt x="0" y="0"/>
                  <a:pt x="0" y="1"/>
                  <a:pt x="0" y="1"/>
                </a:cubicBezTo>
                <a:cubicBezTo>
                  <a:pt x="0" y="19"/>
                  <a:pt x="0" y="19"/>
                  <a:pt x="0" y="19"/>
                </a:cubicBezTo>
                <a:cubicBezTo>
                  <a:pt x="0" y="19"/>
                  <a:pt x="0" y="20"/>
                  <a:pt x="1" y="20"/>
                </a:cubicBezTo>
                <a:cubicBezTo>
                  <a:pt x="13" y="20"/>
                  <a:pt x="13" y="20"/>
                  <a:pt x="13" y="20"/>
                </a:cubicBezTo>
                <a:cubicBezTo>
                  <a:pt x="14" y="20"/>
                  <a:pt x="14" y="19"/>
                  <a:pt x="14" y="19"/>
                </a:cubicBezTo>
                <a:cubicBezTo>
                  <a:pt x="14" y="1"/>
                  <a:pt x="14" y="1"/>
                  <a:pt x="14" y="1"/>
                </a:cubicBezTo>
                <a:cubicBezTo>
                  <a:pt x="14" y="1"/>
                  <a:pt x="14" y="0"/>
                  <a:pt x="13" y="0"/>
                </a:cubicBezTo>
                <a:close/>
                <a:moveTo>
                  <a:pt x="7" y="19"/>
                </a:moveTo>
                <a:cubicBezTo>
                  <a:pt x="7" y="19"/>
                  <a:pt x="6" y="19"/>
                  <a:pt x="6" y="19"/>
                </a:cubicBezTo>
                <a:cubicBezTo>
                  <a:pt x="6" y="19"/>
                  <a:pt x="7" y="18"/>
                  <a:pt x="7" y="18"/>
                </a:cubicBezTo>
                <a:cubicBezTo>
                  <a:pt x="7" y="18"/>
                  <a:pt x="7" y="19"/>
                  <a:pt x="7" y="19"/>
                </a:cubicBezTo>
                <a:cubicBezTo>
                  <a:pt x="7" y="19"/>
                  <a:pt x="7" y="19"/>
                  <a:pt x="7" y="19"/>
                </a:cubicBezTo>
                <a:close/>
                <a:moveTo>
                  <a:pt x="13" y="18"/>
                </a:moveTo>
                <a:cubicBezTo>
                  <a:pt x="1" y="18"/>
                  <a:pt x="1" y="18"/>
                  <a:pt x="1" y="18"/>
                </a:cubicBezTo>
                <a:cubicBezTo>
                  <a:pt x="1" y="2"/>
                  <a:pt x="1" y="2"/>
                  <a:pt x="1" y="2"/>
                </a:cubicBezTo>
                <a:cubicBezTo>
                  <a:pt x="13" y="2"/>
                  <a:pt x="13" y="2"/>
                  <a:pt x="13" y="2"/>
                </a:cubicBezTo>
                <a:lnTo>
                  <a:pt x="13" y="18"/>
                </a:lnTo>
                <a:close/>
              </a:path>
            </a:pathLst>
          </a:custGeom>
          <a:solidFill>
            <a:srgbClr val="CA2C3B"/>
          </a:solidFill>
          <a:ln>
            <a:noFill/>
          </a:ln>
        </p:spPr>
        <p:txBody>
          <a:bodyPr/>
          <a:lstStyle/>
          <a:p>
            <a:endParaRPr lang="zh-CN" altLang="en-US" sz="1600"/>
          </a:p>
        </p:txBody>
      </p:sp>
      <p:sp>
        <p:nvSpPr>
          <p:cNvPr id="20" name="Freeform 20"/>
          <p:cNvSpPr>
            <a:spLocks/>
          </p:cNvSpPr>
          <p:nvPr/>
        </p:nvSpPr>
        <p:spPr bwMode="auto">
          <a:xfrm>
            <a:off x="4540250" y="2373315"/>
            <a:ext cx="349250" cy="423863"/>
          </a:xfrm>
          <a:custGeom>
            <a:avLst/>
            <a:gdLst>
              <a:gd name="T0" fmla="*/ 28 w 28"/>
              <a:gd name="T1" fmla="*/ 13 h 34"/>
              <a:gd name="T2" fmla="*/ 14 w 28"/>
              <a:gd name="T3" fmla="*/ 0 h 34"/>
              <a:gd name="T4" fmla="*/ 0 w 28"/>
              <a:gd name="T5" fmla="*/ 13 h 34"/>
              <a:gd name="T6" fmla="*/ 1 w 28"/>
              <a:gd name="T7" fmla="*/ 18 h 34"/>
              <a:gd name="T8" fmla="*/ 1 w 28"/>
              <a:gd name="T9" fmla="*/ 18 h 34"/>
              <a:gd name="T10" fmla="*/ 3 w 28"/>
              <a:gd name="T11" fmla="*/ 21 h 34"/>
              <a:gd name="T12" fmla="*/ 7 w 28"/>
              <a:gd name="T13" fmla="*/ 33 h 34"/>
              <a:gd name="T14" fmla="*/ 9 w 28"/>
              <a:gd name="T15" fmla="*/ 34 h 34"/>
              <a:gd name="T16" fmla="*/ 19 w 28"/>
              <a:gd name="T17" fmla="*/ 34 h 34"/>
              <a:gd name="T18" fmla="*/ 21 w 28"/>
              <a:gd name="T19" fmla="*/ 33 h 34"/>
              <a:gd name="T20" fmla="*/ 26 w 28"/>
              <a:gd name="T21" fmla="*/ 21 h 34"/>
              <a:gd name="T22" fmla="*/ 27 w 28"/>
              <a:gd name="T23" fmla="*/ 18 h 34"/>
              <a:gd name="T24" fmla="*/ 27 w 28"/>
              <a:gd name="T25" fmla="*/ 18 h 34"/>
              <a:gd name="T26" fmla="*/ 27 w 28"/>
              <a:gd name="T27" fmla="*/ 18 h 34"/>
              <a:gd name="T28" fmla="*/ 28 w 28"/>
              <a:gd name="T29"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4">
                <a:moveTo>
                  <a:pt x="28" y="13"/>
                </a:moveTo>
                <a:cubicBezTo>
                  <a:pt x="28" y="6"/>
                  <a:pt x="22" y="0"/>
                  <a:pt x="14" y="0"/>
                </a:cubicBezTo>
                <a:cubicBezTo>
                  <a:pt x="6" y="0"/>
                  <a:pt x="0" y="6"/>
                  <a:pt x="0" y="13"/>
                </a:cubicBezTo>
                <a:cubicBezTo>
                  <a:pt x="0" y="15"/>
                  <a:pt x="0" y="17"/>
                  <a:pt x="1" y="18"/>
                </a:cubicBezTo>
                <a:cubicBezTo>
                  <a:pt x="1" y="18"/>
                  <a:pt x="1" y="18"/>
                  <a:pt x="1" y="18"/>
                </a:cubicBezTo>
                <a:cubicBezTo>
                  <a:pt x="1" y="19"/>
                  <a:pt x="2" y="20"/>
                  <a:pt x="3" y="21"/>
                </a:cubicBezTo>
                <a:cubicBezTo>
                  <a:pt x="5" y="24"/>
                  <a:pt x="7" y="31"/>
                  <a:pt x="7" y="33"/>
                </a:cubicBezTo>
                <a:cubicBezTo>
                  <a:pt x="7" y="34"/>
                  <a:pt x="8" y="34"/>
                  <a:pt x="9" y="34"/>
                </a:cubicBezTo>
                <a:cubicBezTo>
                  <a:pt x="19" y="34"/>
                  <a:pt x="19" y="34"/>
                  <a:pt x="19" y="34"/>
                </a:cubicBezTo>
                <a:cubicBezTo>
                  <a:pt x="20" y="34"/>
                  <a:pt x="21" y="34"/>
                  <a:pt x="21" y="33"/>
                </a:cubicBezTo>
                <a:cubicBezTo>
                  <a:pt x="21" y="31"/>
                  <a:pt x="23" y="24"/>
                  <a:pt x="26" y="21"/>
                </a:cubicBezTo>
                <a:cubicBezTo>
                  <a:pt x="26" y="20"/>
                  <a:pt x="27" y="19"/>
                  <a:pt x="27" y="18"/>
                </a:cubicBezTo>
                <a:cubicBezTo>
                  <a:pt x="27" y="18"/>
                  <a:pt x="27" y="18"/>
                  <a:pt x="27" y="18"/>
                </a:cubicBezTo>
                <a:cubicBezTo>
                  <a:pt x="27" y="18"/>
                  <a:pt x="27" y="18"/>
                  <a:pt x="27" y="18"/>
                </a:cubicBezTo>
                <a:cubicBezTo>
                  <a:pt x="28" y="17"/>
                  <a:pt x="28" y="15"/>
                  <a:pt x="28" y="13"/>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21"/>
          <p:cNvSpPr>
            <a:spLocks/>
          </p:cNvSpPr>
          <p:nvPr/>
        </p:nvSpPr>
        <p:spPr bwMode="auto">
          <a:xfrm>
            <a:off x="4627565" y="2822577"/>
            <a:ext cx="174625" cy="36513"/>
          </a:xfrm>
          <a:custGeom>
            <a:avLst/>
            <a:gdLst>
              <a:gd name="T0" fmla="*/ 14 w 14"/>
              <a:gd name="T1" fmla="*/ 2 h 3"/>
              <a:gd name="T2" fmla="*/ 12 w 14"/>
              <a:gd name="T3" fmla="*/ 0 h 3"/>
              <a:gd name="T4" fmla="*/ 2 w 14"/>
              <a:gd name="T5" fmla="*/ 0 h 3"/>
              <a:gd name="T6" fmla="*/ 0 w 14"/>
              <a:gd name="T7" fmla="*/ 2 h 3"/>
              <a:gd name="T8" fmla="*/ 0 w 14"/>
              <a:gd name="T9" fmla="*/ 2 h 3"/>
              <a:gd name="T10" fmla="*/ 2 w 14"/>
              <a:gd name="T11" fmla="*/ 3 h 3"/>
              <a:gd name="T12" fmla="*/ 12 w 14"/>
              <a:gd name="T13" fmla="*/ 3 h 3"/>
              <a:gd name="T14" fmla="*/ 14 w 14"/>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3">
                <a:moveTo>
                  <a:pt x="14" y="2"/>
                </a:moveTo>
                <a:cubicBezTo>
                  <a:pt x="14" y="1"/>
                  <a:pt x="13" y="0"/>
                  <a:pt x="12" y="0"/>
                </a:cubicBezTo>
                <a:cubicBezTo>
                  <a:pt x="2" y="0"/>
                  <a:pt x="2" y="0"/>
                  <a:pt x="2" y="0"/>
                </a:cubicBezTo>
                <a:cubicBezTo>
                  <a:pt x="1" y="0"/>
                  <a:pt x="0" y="1"/>
                  <a:pt x="0" y="2"/>
                </a:cubicBezTo>
                <a:cubicBezTo>
                  <a:pt x="0" y="2"/>
                  <a:pt x="0" y="2"/>
                  <a:pt x="0" y="2"/>
                </a:cubicBezTo>
                <a:cubicBezTo>
                  <a:pt x="0" y="2"/>
                  <a:pt x="1" y="3"/>
                  <a:pt x="2" y="3"/>
                </a:cubicBezTo>
                <a:cubicBezTo>
                  <a:pt x="12" y="3"/>
                  <a:pt x="12" y="3"/>
                  <a:pt x="12" y="3"/>
                </a:cubicBezTo>
                <a:cubicBezTo>
                  <a:pt x="13" y="3"/>
                  <a:pt x="14" y="2"/>
                  <a:pt x="14" y="2"/>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22"/>
          <p:cNvSpPr>
            <a:spLocks/>
          </p:cNvSpPr>
          <p:nvPr/>
        </p:nvSpPr>
        <p:spPr bwMode="auto">
          <a:xfrm>
            <a:off x="4627565" y="2884488"/>
            <a:ext cx="174625" cy="25400"/>
          </a:xfrm>
          <a:custGeom>
            <a:avLst/>
            <a:gdLst>
              <a:gd name="T0" fmla="*/ 14 w 14"/>
              <a:gd name="T1" fmla="*/ 1 h 2"/>
              <a:gd name="T2" fmla="*/ 12 w 14"/>
              <a:gd name="T3" fmla="*/ 0 h 2"/>
              <a:gd name="T4" fmla="*/ 2 w 14"/>
              <a:gd name="T5" fmla="*/ 0 h 2"/>
              <a:gd name="T6" fmla="*/ 0 w 14"/>
              <a:gd name="T7" fmla="*/ 1 h 2"/>
              <a:gd name="T8" fmla="*/ 0 w 14"/>
              <a:gd name="T9" fmla="*/ 1 h 2"/>
              <a:gd name="T10" fmla="*/ 2 w 14"/>
              <a:gd name="T11" fmla="*/ 2 h 2"/>
              <a:gd name="T12" fmla="*/ 12 w 14"/>
              <a:gd name="T13" fmla="*/ 2 h 2"/>
              <a:gd name="T14" fmla="*/ 14 w 14"/>
              <a:gd name="T15" fmla="*/ 1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2">
                <a:moveTo>
                  <a:pt x="14" y="1"/>
                </a:moveTo>
                <a:cubicBezTo>
                  <a:pt x="14" y="0"/>
                  <a:pt x="13" y="0"/>
                  <a:pt x="12" y="0"/>
                </a:cubicBezTo>
                <a:cubicBezTo>
                  <a:pt x="2" y="0"/>
                  <a:pt x="2" y="0"/>
                  <a:pt x="2" y="0"/>
                </a:cubicBezTo>
                <a:cubicBezTo>
                  <a:pt x="1" y="0"/>
                  <a:pt x="0" y="0"/>
                  <a:pt x="0" y="1"/>
                </a:cubicBezTo>
                <a:cubicBezTo>
                  <a:pt x="0" y="1"/>
                  <a:pt x="0" y="1"/>
                  <a:pt x="0" y="1"/>
                </a:cubicBezTo>
                <a:cubicBezTo>
                  <a:pt x="0" y="2"/>
                  <a:pt x="1" y="2"/>
                  <a:pt x="2" y="2"/>
                </a:cubicBezTo>
                <a:cubicBezTo>
                  <a:pt x="12" y="2"/>
                  <a:pt x="12" y="2"/>
                  <a:pt x="12" y="2"/>
                </a:cubicBezTo>
                <a:cubicBezTo>
                  <a:pt x="13" y="2"/>
                  <a:pt x="14" y="2"/>
                  <a:pt x="14"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23"/>
          <p:cNvSpPr>
            <a:spLocks/>
          </p:cNvSpPr>
          <p:nvPr/>
        </p:nvSpPr>
        <p:spPr bwMode="auto">
          <a:xfrm>
            <a:off x="4664077" y="2933700"/>
            <a:ext cx="100013" cy="25400"/>
          </a:xfrm>
          <a:custGeom>
            <a:avLst/>
            <a:gdLst>
              <a:gd name="T0" fmla="*/ 8 w 8"/>
              <a:gd name="T1" fmla="*/ 1 h 2"/>
              <a:gd name="T2" fmla="*/ 6 w 8"/>
              <a:gd name="T3" fmla="*/ 2 h 2"/>
              <a:gd name="T4" fmla="*/ 2 w 8"/>
              <a:gd name="T5" fmla="*/ 2 h 2"/>
              <a:gd name="T6" fmla="*/ 0 w 8"/>
              <a:gd name="T7" fmla="*/ 1 h 2"/>
              <a:gd name="T8" fmla="*/ 0 w 8"/>
              <a:gd name="T9" fmla="*/ 1 h 2"/>
              <a:gd name="T10" fmla="*/ 2 w 8"/>
              <a:gd name="T11" fmla="*/ 0 h 2"/>
              <a:gd name="T12" fmla="*/ 6 w 8"/>
              <a:gd name="T13" fmla="*/ 0 h 2"/>
              <a:gd name="T14" fmla="*/ 8 w 8"/>
              <a:gd name="T15" fmla="*/ 1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2">
                <a:moveTo>
                  <a:pt x="8" y="1"/>
                </a:moveTo>
                <a:cubicBezTo>
                  <a:pt x="8" y="2"/>
                  <a:pt x="7" y="2"/>
                  <a:pt x="6" y="2"/>
                </a:cubicBezTo>
                <a:cubicBezTo>
                  <a:pt x="2" y="2"/>
                  <a:pt x="2" y="2"/>
                  <a:pt x="2" y="2"/>
                </a:cubicBezTo>
                <a:cubicBezTo>
                  <a:pt x="1" y="2"/>
                  <a:pt x="0" y="2"/>
                  <a:pt x="0" y="1"/>
                </a:cubicBezTo>
                <a:cubicBezTo>
                  <a:pt x="0" y="1"/>
                  <a:pt x="0" y="1"/>
                  <a:pt x="0" y="1"/>
                </a:cubicBezTo>
                <a:cubicBezTo>
                  <a:pt x="0" y="0"/>
                  <a:pt x="1" y="0"/>
                  <a:pt x="2" y="0"/>
                </a:cubicBezTo>
                <a:cubicBezTo>
                  <a:pt x="6" y="0"/>
                  <a:pt x="6" y="0"/>
                  <a:pt x="6" y="0"/>
                </a:cubicBezTo>
                <a:cubicBezTo>
                  <a:pt x="7" y="0"/>
                  <a:pt x="8" y="0"/>
                  <a:pt x="8"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24"/>
          <p:cNvSpPr>
            <a:spLocks noEditPoints="1"/>
          </p:cNvSpPr>
          <p:nvPr/>
        </p:nvSpPr>
        <p:spPr bwMode="auto">
          <a:xfrm>
            <a:off x="4090988" y="1987550"/>
            <a:ext cx="1246188" cy="1258888"/>
          </a:xfrm>
          <a:custGeom>
            <a:avLst/>
            <a:gdLst>
              <a:gd name="T0" fmla="*/ 50 w 100"/>
              <a:gd name="T1" fmla="*/ 101 h 101"/>
              <a:gd name="T2" fmla="*/ 0 w 100"/>
              <a:gd name="T3" fmla="*/ 50 h 101"/>
              <a:gd name="T4" fmla="*/ 50 w 100"/>
              <a:gd name="T5" fmla="*/ 0 h 101"/>
              <a:gd name="T6" fmla="*/ 100 w 100"/>
              <a:gd name="T7" fmla="*/ 50 h 101"/>
              <a:gd name="T8" fmla="*/ 50 w 100"/>
              <a:gd name="T9" fmla="*/ 101 h 101"/>
              <a:gd name="T10" fmla="*/ 50 w 100"/>
              <a:gd name="T11" fmla="*/ 3 h 101"/>
              <a:gd name="T12" fmla="*/ 2 w 100"/>
              <a:gd name="T13" fmla="*/ 50 h 101"/>
              <a:gd name="T14" fmla="*/ 50 w 100"/>
              <a:gd name="T15" fmla="*/ 98 h 101"/>
              <a:gd name="T16" fmla="*/ 98 w 100"/>
              <a:gd name="T17" fmla="*/ 50 h 101"/>
              <a:gd name="T18" fmla="*/ 50 w 100"/>
              <a:gd name="T19" fmla="*/ 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1">
                <a:moveTo>
                  <a:pt x="50" y="101"/>
                </a:moveTo>
                <a:cubicBezTo>
                  <a:pt x="22" y="101"/>
                  <a:pt x="0" y="78"/>
                  <a:pt x="0" y="50"/>
                </a:cubicBezTo>
                <a:cubicBezTo>
                  <a:pt x="0" y="23"/>
                  <a:pt x="22" y="0"/>
                  <a:pt x="50" y="0"/>
                </a:cubicBezTo>
                <a:cubicBezTo>
                  <a:pt x="78" y="0"/>
                  <a:pt x="100" y="23"/>
                  <a:pt x="100" y="50"/>
                </a:cubicBezTo>
                <a:cubicBezTo>
                  <a:pt x="100" y="78"/>
                  <a:pt x="78" y="101"/>
                  <a:pt x="50" y="101"/>
                </a:cubicBezTo>
                <a:close/>
                <a:moveTo>
                  <a:pt x="50" y="3"/>
                </a:moveTo>
                <a:cubicBezTo>
                  <a:pt x="24" y="3"/>
                  <a:pt x="2" y="24"/>
                  <a:pt x="2" y="50"/>
                </a:cubicBezTo>
                <a:cubicBezTo>
                  <a:pt x="2" y="77"/>
                  <a:pt x="24" y="98"/>
                  <a:pt x="50" y="98"/>
                </a:cubicBezTo>
                <a:cubicBezTo>
                  <a:pt x="76" y="98"/>
                  <a:pt x="98" y="77"/>
                  <a:pt x="98" y="50"/>
                </a:cubicBezTo>
                <a:cubicBezTo>
                  <a:pt x="98" y="24"/>
                  <a:pt x="76" y="3"/>
                  <a:pt x="50" y="3"/>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25"/>
          <p:cNvSpPr>
            <a:spLocks noEditPoints="1"/>
          </p:cNvSpPr>
          <p:nvPr/>
        </p:nvSpPr>
        <p:spPr bwMode="auto">
          <a:xfrm>
            <a:off x="6745288" y="1265238"/>
            <a:ext cx="647700" cy="647700"/>
          </a:xfrm>
          <a:custGeom>
            <a:avLst/>
            <a:gdLst>
              <a:gd name="T0" fmla="*/ 26 w 52"/>
              <a:gd name="T1" fmla="*/ 52 h 52"/>
              <a:gd name="T2" fmla="*/ 0 w 52"/>
              <a:gd name="T3" fmla="*/ 26 h 52"/>
              <a:gd name="T4" fmla="*/ 26 w 52"/>
              <a:gd name="T5" fmla="*/ 0 h 52"/>
              <a:gd name="T6" fmla="*/ 52 w 52"/>
              <a:gd name="T7" fmla="*/ 26 h 52"/>
              <a:gd name="T8" fmla="*/ 26 w 52"/>
              <a:gd name="T9" fmla="*/ 52 h 52"/>
              <a:gd name="T10" fmla="*/ 26 w 52"/>
              <a:gd name="T11" fmla="*/ 1 h 52"/>
              <a:gd name="T12" fmla="*/ 2 w 52"/>
              <a:gd name="T13" fmla="*/ 26 h 52"/>
              <a:gd name="T14" fmla="*/ 26 w 52"/>
              <a:gd name="T15" fmla="*/ 50 h 52"/>
              <a:gd name="T16" fmla="*/ 51 w 52"/>
              <a:gd name="T17" fmla="*/ 26 h 52"/>
              <a:gd name="T18" fmla="*/ 26 w 52"/>
              <a:gd name="T19" fmla="*/ 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2">
                <a:moveTo>
                  <a:pt x="26" y="52"/>
                </a:moveTo>
                <a:cubicBezTo>
                  <a:pt x="12" y="52"/>
                  <a:pt x="0" y="40"/>
                  <a:pt x="0" y="26"/>
                </a:cubicBezTo>
                <a:cubicBezTo>
                  <a:pt x="0" y="11"/>
                  <a:pt x="12" y="0"/>
                  <a:pt x="26" y="0"/>
                </a:cubicBezTo>
                <a:cubicBezTo>
                  <a:pt x="41" y="0"/>
                  <a:pt x="52" y="11"/>
                  <a:pt x="52" y="26"/>
                </a:cubicBezTo>
                <a:cubicBezTo>
                  <a:pt x="52" y="40"/>
                  <a:pt x="41" y="52"/>
                  <a:pt x="26" y="52"/>
                </a:cubicBezTo>
                <a:close/>
                <a:moveTo>
                  <a:pt x="26" y="1"/>
                </a:moveTo>
                <a:cubicBezTo>
                  <a:pt x="13" y="1"/>
                  <a:pt x="2" y="12"/>
                  <a:pt x="2" y="26"/>
                </a:cubicBezTo>
                <a:cubicBezTo>
                  <a:pt x="2" y="39"/>
                  <a:pt x="13" y="50"/>
                  <a:pt x="26" y="50"/>
                </a:cubicBezTo>
                <a:cubicBezTo>
                  <a:pt x="40" y="50"/>
                  <a:pt x="51" y="39"/>
                  <a:pt x="51" y="26"/>
                </a:cubicBezTo>
                <a:cubicBezTo>
                  <a:pt x="51" y="12"/>
                  <a:pt x="40" y="1"/>
                  <a:pt x="26" y="1"/>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26"/>
          <p:cNvSpPr>
            <a:spLocks noEditPoints="1"/>
          </p:cNvSpPr>
          <p:nvPr/>
        </p:nvSpPr>
        <p:spPr bwMode="auto">
          <a:xfrm>
            <a:off x="6694490" y="2598738"/>
            <a:ext cx="549275" cy="547688"/>
          </a:xfrm>
          <a:custGeom>
            <a:avLst/>
            <a:gdLst>
              <a:gd name="T0" fmla="*/ 22 w 44"/>
              <a:gd name="T1" fmla="*/ 44 h 44"/>
              <a:gd name="T2" fmla="*/ 0 w 44"/>
              <a:gd name="T3" fmla="*/ 22 h 44"/>
              <a:gd name="T4" fmla="*/ 22 w 44"/>
              <a:gd name="T5" fmla="*/ 0 h 44"/>
              <a:gd name="T6" fmla="*/ 44 w 44"/>
              <a:gd name="T7" fmla="*/ 22 h 44"/>
              <a:gd name="T8" fmla="*/ 22 w 44"/>
              <a:gd name="T9" fmla="*/ 44 h 44"/>
              <a:gd name="T10" fmla="*/ 22 w 44"/>
              <a:gd name="T11" fmla="*/ 2 h 44"/>
              <a:gd name="T12" fmla="*/ 2 w 44"/>
              <a:gd name="T13" fmla="*/ 22 h 44"/>
              <a:gd name="T14" fmla="*/ 22 w 44"/>
              <a:gd name="T15" fmla="*/ 42 h 44"/>
              <a:gd name="T16" fmla="*/ 42 w 44"/>
              <a:gd name="T17" fmla="*/ 22 h 44"/>
              <a:gd name="T18" fmla="*/ 22 w 44"/>
              <a:gd name="T19" fmla="*/ 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22" y="44"/>
                </a:moveTo>
                <a:cubicBezTo>
                  <a:pt x="10" y="44"/>
                  <a:pt x="0" y="34"/>
                  <a:pt x="0" y="22"/>
                </a:cubicBezTo>
                <a:cubicBezTo>
                  <a:pt x="0" y="10"/>
                  <a:pt x="10" y="0"/>
                  <a:pt x="22" y="0"/>
                </a:cubicBezTo>
                <a:cubicBezTo>
                  <a:pt x="34" y="0"/>
                  <a:pt x="44" y="10"/>
                  <a:pt x="44" y="22"/>
                </a:cubicBezTo>
                <a:cubicBezTo>
                  <a:pt x="44" y="34"/>
                  <a:pt x="34" y="44"/>
                  <a:pt x="22" y="44"/>
                </a:cubicBezTo>
                <a:close/>
                <a:moveTo>
                  <a:pt x="22" y="2"/>
                </a:moveTo>
                <a:cubicBezTo>
                  <a:pt x="11" y="2"/>
                  <a:pt x="2" y="11"/>
                  <a:pt x="2" y="22"/>
                </a:cubicBezTo>
                <a:cubicBezTo>
                  <a:pt x="2" y="33"/>
                  <a:pt x="11" y="42"/>
                  <a:pt x="22" y="42"/>
                </a:cubicBezTo>
                <a:cubicBezTo>
                  <a:pt x="33" y="42"/>
                  <a:pt x="42" y="33"/>
                  <a:pt x="42" y="22"/>
                </a:cubicBezTo>
                <a:cubicBezTo>
                  <a:pt x="42" y="11"/>
                  <a:pt x="33" y="2"/>
                  <a:pt x="22" y="2"/>
                </a:cubicBezTo>
                <a:close/>
              </a:path>
            </a:pathLst>
          </a:custGeom>
          <a:solidFill>
            <a:srgbClr val="CA2C3B"/>
          </a:solidFill>
          <a:ln>
            <a:noFill/>
          </a:ln>
        </p:spPr>
        <p:txBody>
          <a:bodyPr/>
          <a:lstStyle/>
          <a:p>
            <a:endParaRPr lang="zh-CN" altLang="en-US" sz="1600"/>
          </a:p>
        </p:txBody>
      </p:sp>
      <p:sp>
        <p:nvSpPr>
          <p:cNvPr id="27" name="Freeform 27"/>
          <p:cNvSpPr>
            <a:spLocks noEditPoints="1"/>
          </p:cNvSpPr>
          <p:nvPr/>
        </p:nvSpPr>
        <p:spPr bwMode="auto">
          <a:xfrm>
            <a:off x="5735640" y="3295650"/>
            <a:ext cx="847725" cy="846138"/>
          </a:xfrm>
          <a:custGeom>
            <a:avLst/>
            <a:gdLst>
              <a:gd name="T0" fmla="*/ 34 w 68"/>
              <a:gd name="T1" fmla="*/ 68 h 68"/>
              <a:gd name="T2" fmla="*/ 0 w 68"/>
              <a:gd name="T3" fmla="*/ 34 h 68"/>
              <a:gd name="T4" fmla="*/ 34 w 68"/>
              <a:gd name="T5" fmla="*/ 0 h 68"/>
              <a:gd name="T6" fmla="*/ 68 w 68"/>
              <a:gd name="T7" fmla="*/ 34 h 68"/>
              <a:gd name="T8" fmla="*/ 34 w 68"/>
              <a:gd name="T9" fmla="*/ 68 h 68"/>
              <a:gd name="T10" fmla="*/ 34 w 68"/>
              <a:gd name="T11" fmla="*/ 3 h 68"/>
              <a:gd name="T12" fmla="*/ 2 w 68"/>
              <a:gd name="T13" fmla="*/ 34 h 68"/>
              <a:gd name="T14" fmla="*/ 34 w 68"/>
              <a:gd name="T15" fmla="*/ 66 h 68"/>
              <a:gd name="T16" fmla="*/ 65 w 68"/>
              <a:gd name="T17" fmla="*/ 34 h 68"/>
              <a:gd name="T18" fmla="*/ 34 w 68"/>
              <a:gd name="T19" fmla="*/ 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68">
                <a:moveTo>
                  <a:pt x="34" y="68"/>
                </a:moveTo>
                <a:cubicBezTo>
                  <a:pt x="15" y="68"/>
                  <a:pt x="0" y="53"/>
                  <a:pt x="0" y="34"/>
                </a:cubicBezTo>
                <a:cubicBezTo>
                  <a:pt x="0" y="16"/>
                  <a:pt x="15" y="0"/>
                  <a:pt x="34" y="0"/>
                </a:cubicBezTo>
                <a:cubicBezTo>
                  <a:pt x="53" y="0"/>
                  <a:pt x="68" y="16"/>
                  <a:pt x="68" y="34"/>
                </a:cubicBezTo>
                <a:cubicBezTo>
                  <a:pt x="68" y="53"/>
                  <a:pt x="53" y="68"/>
                  <a:pt x="34" y="68"/>
                </a:cubicBezTo>
                <a:close/>
                <a:moveTo>
                  <a:pt x="34" y="3"/>
                </a:moveTo>
                <a:cubicBezTo>
                  <a:pt x="17" y="3"/>
                  <a:pt x="2" y="17"/>
                  <a:pt x="2" y="34"/>
                </a:cubicBezTo>
                <a:cubicBezTo>
                  <a:pt x="2" y="52"/>
                  <a:pt x="17" y="66"/>
                  <a:pt x="34" y="66"/>
                </a:cubicBezTo>
                <a:cubicBezTo>
                  <a:pt x="51" y="66"/>
                  <a:pt x="65" y="52"/>
                  <a:pt x="65" y="34"/>
                </a:cubicBezTo>
                <a:cubicBezTo>
                  <a:pt x="65" y="17"/>
                  <a:pt x="51" y="3"/>
                  <a:pt x="34" y="3"/>
                </a:cubicBezTo>
                <a:close/>
              </a:path>
            </a:pathLst>
          </a:custGeom>
          <a:solidFill>
            <a:srgbClr val="CA2C3B"/>
          </a:solidFill>
          <a:ln>
            <a:noFill/>
          </a:ln>
        </p:spPr>
        <p:txBody>
          <a:bodyPr/>
          <a:lstStyle/>
          <a:p>
            <a:endParaRPr lang="zh-CN" altLang="en-US" sz="1600"/>
          </a:p>
        </p:txBody>
      </p:sp>
      <p:sp>
        <p:nvSpPr>
          <p:cNvPr id="28" name="Freeform 28"/>
          <p:cNvSpPr>
            <a:spLocks noEditPoints="1"/>
          </p:cNvSpPr>
          <p:nvPr/>
        </p:nvSpPr>
        <p:spPr bwMode="auto">
          <a:xfrm>
            <a:off x="1924050" y="3270250"/>
            <a:ext cx="935038" cy="935038"/>
          </a:xfrm>
          <a:custGeom>
            <a:avLst/>
            <a:gdLst>
              <a:gd name="T0" fmla="*/ 37 w 75"/>
              <a:gd name="T1" fmla="*/ 75 h 75"/>
              <a:gd name="T2" fmla="*/ 0 w 75"/>
              <a:gd name="T3" fmla="*/ 38 h 75"/>
              <a:gd name="T4" fmla="*/ 37 w 75"/>
              <a:gd name="T5" fmla="*/ 0 h 75"/>
              <a:gd name="T6" fmla="*/ 75 w 75"/>
              <a:gd name="T7" fmla="*/ 38 h 75"/>
              <a:gd name="T8" fmla="*/ 37 w 75"/>
              <a:gd name="T9" fmla="*/ 75 h 75"/>
              <a:gd name="T10" fmla="*/ 37 w 75"/>
              <a:gd name="T11" fmla="*/ 3 h 75"/>
              <a:gd name="T12" fmla="*/ 2 w 75"/>
              <a:gd name="T13" fmla="*/ 38 h 75"/>
              <a:gd name="T14" fmla="*/ 37 w 75"/>
              <a:gd name="T15" fmla="*/ 73 h 75"/>
              <a:gd name="T16" fmla="*/ 72 w 75"/>
              <a:gd name="T17" fmla="*/ 38 h 75"/>
              <a:gd name="T18" fmla="*/ 37 w 75"/>
              <a:gd name="T19" fmla="*/ 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75">
                <a:moveTo>
                  <a:pt x="37" y="75"/>
                </a:moveTo>
                <a:cubicBezTo>
                  <a:pt x="17" y="75"/>
                  <a:pt x="0" y="59"/>
                  <a:pt x="0" y="38"/>
                </a:cubicBezTo>
                <a:cubicBezTo>
                  <a:pt x="0" y="17"/>
                  <a:pt x="17" y="0"/>
                  <a:pt x="37" y="0"/>
                </a:cubicBezTo>
                <a:cubicBezTo>
                  <a:pt x="58" y="0"/>
                  <a:pt x="75" y="17"/>
                  <a:pt x="75" y="38"/>
                </a:cubicBezTo>
                <a:cubicBezTo>
                  <a:pt x="75" y="59"/>
                  <a:pt x="58" y="75"/>
                  <a:pt x="37" y="75"/>
                </a:cubicBezTo>
                <a:close/>
                <a:moveTo>
                  <a:pt x="37" y="3"/>
                </a:moveTo>
                <a:cubicBezTo>
                  <a:pt x="18" y="3"/>
                  <a:pt x="2" y="18"/>
                  <a:pt x="2" y="38"/>
                </a:cubicBezTo>
                <a:cubicBezTo>
                  <a:pt x="2" y="57"/>
                  <a:pt x="18" y="73"/>
                  <a:pt x="37" y="73"/>
                </a:cubicBezTo>
                <a:cubicBezTo>
                  <a:pt x="57" y="73"/>
                  <a:pt x="72" y="57"/>
                  <a:pt x="72" y="38"/>
                </a:cubicBezTo>
                <a:cubicBezTo>
                  <a:pt x="72" y="18"/>
                  <a:pt x="57" y="3"/>
                  <a:pt x="37" y="3"/>
                </a:cubicBezTo>
                <a:close/>
              </a:path>
            </a:pathLst>
          </a:custGeom>
          <a:solidFill>
            <a:srgbClr val="CA2C3B"/>
          </a:solidFill>
          <a:ln>
            <a:noFill/>
          </a:ln>
        </p:spPr>
        <p:txBody>
          <a:bodyPr/>
          <a:lstStyle/>
          <a:p>
            <a:endParaRPr lang="zh-CN" altLang="en-US" sz="1600"/>
          </a:p>
        </p:txBody>
      </p:sp>
      <p:sp>
        <p:nvSpPr>
          <p:cNvPr id="29" name="Freeform 29"/>
          <p:cNvSpPr>
            <a:spLocks noEditPoints="1"/>
          </p:cNvSpPr>
          <p:nvPr/>
        </p:nvSpPr>
        <p:spPr bwMode="auto">
          <a:xfrm>
            <a:off x="1476377" y="2984502"/>
            <a:ext cx="398463" cy="385763"/>
          </a:xfrm>
          <a:custGeom>
            <a:avLst/>
            <a:gdLst>
              <a:gd name="T0" fmla="*/ 16 w 32"/>
              <a:gd name="T1" fmla="*/ 31 h 31"/>
              <a:gd name="T2" fmla="*/ 6 w 32"/>
              <a:gd name="T3" fmla="*/ 27 h 31"/>
              <a:gd name="T4" fmla="*/ 1 w 32"/>
              <a:gd name="T5" fmla="*/ 16 h 31"/>
              <a:gd name="T6" fmla="*/ 4 w 32"/>
              <a:gd name="T7" fmla="*/ 5 h 31"/>
              <a:gd name="T8" fmla="*/ 16 w 32"/>
              <a:gd name="T9" fmla="*/ 0 h 31"/>
              <a:gd name="T10" fmla="*/ 26 w 32"/>
              <a:gd name="T11" fmla="*/ 3 h 31"/>
              <a:gd name="T12" fmla="*/ 32 w 32"/>
              <a:gd name="T13" fmla="*/ 14 h 31"/>
              <a:gd name="T14" fmla="*/ 28 w 32"/>
              <a:gd name="T15" fmla="*/ 25 h 31"/>
              <a:gd name="T16" fmla="*/ 16 w 32"/>
              <a:gd name="T17" fmla="*/ 31 h 31"/>
              <a:gd name="T18" fmla="*/ 16 w 32"/>
              <a:gd name="T19" fmla="*/ 1 h 31"/>
              <a:gd name="T20" fmla="*/ 6 w 32"/>
              <a:gd name="T21" fmla="*/ 6 h 31"/>
              <a:gd name="T22" fmla="*/ 2 w 32"/>
              <a:gd name="T23" fmla="*/ 16 h 31"/>
              <a:gd name="T24" fmla="*/ 7 w 32"/>
              <a:gd name="T25" fmla="*/ 26 h 31"/>
              <a:gd name="T26" fmla="*/ 16 w 32"/>
              <a:gd name="T27" fmla="*/ 29 h 31"/>
              <a:gd name="T28" fmla="*/ 27 w 32"/>
              <a:gd name="T29" fmla="*/ 24 h 31"/>
              <a:gd name="T30" fmla="*/ 30 w 32"/>
              <a:gd name="T31" fmla="*/ 14 h 31"/>
              <a:gd name="T32" fmla="*/ 25 w 32"/>
              <a:gd name="T33" fmla="*/ 5 h 31"/>
              <a:gd name="T34" fmla="*/ 16 w 32"/>
              <a:gd name="T3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1">
                <a:moveTo>
                  <a:pt x="16" y="31"/>
                </a:moveTo>
                <a:cubicBezTo>
                  <a:pt x="13" y="31"/>
                  <a:pt x="9" y="29"/>
                  <a:pt x="6" y="27"/>
                </a:cubicBezTo>
                <a:cubicBezTo>
                  <a:pt x="3" y="24"/>
                  <a:pt x="1" y="21"/>
                  <a:pt x="1" y="16"/>
                </a:cubicBezTo>
                <a:cubicBezTo>
                  <a:pt x="0" y="12"/>
                  <a:pt x="2" y="8"/>
                  <a:pt x="4" y="5"/>
                </a:cubicBezTo>
                <a:cubicBezTo>
                  <a:pt x="7" y="2"/>
                  <a:pt x="12" y="0"/>
                  <a:pt x="16" y="0"/>
                </a:cubicBezTo>
                <a:cubicBezTo>
                  <a:pt x="20" y="0"/>
                  <a:pt x="23" y="1"/>
                  <a:pt x="26" y="3"/>
                </a:cubicBezTo>
                <a:cubicBezTo>
                  <a:pt x="29" y="6"/>
                  <a:pt x="31" y="10"/>
                  <a:pt x="32" y="14"/>
                </a:cubicBezTo>
                <a:cubicBezTo>
                  <a:pt x="32" y="18"/>
                  <a:pt x="31" y="22"/>
                  <a:pt x="28" y="25"/>
                </a:cubicBezTo>
                <a:cubicBezTo>
                  <a:pt x="25" y="29"/>
                  <a:pt x="21" y="31"/>
                  <a:pt x="16" y="31"/>
                </a:cubicBezTo>
                <a:close/>
                <a:moveTo>
                  <a:pt x="16" y="1"/>
                </a:moveTo>
                <a:cubicBezTo>
                  <a:pt x="12" y="1"/>
                  <a:pt x="8" y="3"/>
                  <a:pt x="6" y="6"/>
                </a:cubicBezTo>
                <a:cubicBezTo>
                  <a:pt x="3" y="9"/>
                  <a:pt x="2" y="13"/>
                  <a:pt x="2" y="16"/>
                </a:cubicBezTo>
                <a:cubicBezTo>
                  <a:pt x="3" y="20"/>
                  <a:pt x="4" y="23"/>
                  <a:pt x="7" y="26"/>
                </a:cubicBezTo>
                <a:cubicBezTo>
                  <a:pt x="10" y="28"/>
                  <a:pt x="13" y="29"/>
                  <a:pt x="16" y="29"/>
                </a:cubicBezTo>
                <a:cubicBezTo>
                  <a:pt x="20" y="29"/>
                  <a:pt x="24" y="27"/>
                  <a:pt x="27" y="24"/>
                </a:cubicBezTo>
                <a:cubicBezTo>
                  <a:pt x="29" y="21"/>
                  <a:pt x="30" y="18"/>
                  <a:pt x="30" y="14"/>
                </a:cubicBezTo>
                <a:cubicBezTo>
                  <a:pt x="30" y="10"/>
                  <a:pt x="28" y="7"/>
                  <a:pt x="25" y="5"/>
                </a:cubicBezTo>
                <a:cubicBezTo>
                  <a:pt x="23" y="2"/>
                  <a:pt x="20" y="1"/>
                  <a:pt x="16" y="1"/>
                </a:cubicBezTo>
                <a:close/>
              </a:path>
            </a:pathLst>
          </a:custGeom>
          <a:solidFill>
            <a:srgbClr val="CA2C3B"/>
          </a:solidFill>
          <a:ln>
            <a:noFill/>
          </a:ln>
        </p:spPr>
        <p:txBody>
          <a:bodyPr/>
          <a:lstStyle/>
          <a:p>
            <a:endParaRPr lang="zh-CN" altLang="en-US" sz="1600"/>
          </a:p>
        </p:txBody>
      </p:sp>
      <p:sp>
        <p:nvSpPr>
          <p:cNvPr id="30" name="Freeform 30"/>
          <p:cNvSpPr>
            <a:spLocks noEditPoints="1"/>
          </p:cNvSpPr>
          <p:nvPr/>
        </p:nvSpPr>
        <p:spPr bwMode="auto">
          <a:xfrm>
            <a:off x="1849440" y="1216027"/>
            <a:ext cx="773113" cy="722313"/>
          </a:xfrm>
          <a:custGeom>
            <a:avLst/>
            <a:gdLst>
              <a:gd name="T0" fmla="*/ 33 w 62"/>
              <a:gd name="T1" fmla="*/ 58 h 58"/>
              <a:gd name="T2" fmla="*/ 14 w 62"/>
              <a:gd name="T3" fmla="*/ 51 h 58"/>
              <a:gd name="T4" fmla="*/ 11 w 62"/>
              <a:gd name="T5" fmla="*/ 10 h 58"/>
              <a:gd name="T6" fmla="*/ 33 w 62"/>
              <a:gd name="T7" fmla="*/ 0 h 58"/>
              <a:gd name="T8" fmla="*/ 51 w 62"/>
              <a:gd name="T9" fmla="*/ 7 h 58"/>
              <a:gd name="T10" fmla="*/ 61 w 62"/>
              <a:gd name="T11" fmla="*/ 26 h 58"/>
              <a:gd name="T12" fmla="*/ 55 w 62"/>
              <a:gd name="T13" fmla="*/ 47 h 58"/>
              <a:gd name="T14" fmla="*/ 33 w 62"/>
              <a:gd name="T15" fmla="*/ 58 h 58"/>
              <a:gd name="T16" fmla="*/ 33 w 62"/>
              <a:gd name="T17" fmla="*/ 2 h 58"/>
              <a:gd name="T18" fmla="*/ 12 w 62"/>
              <a:gd name="T19" fmla="*/ 11 h 58"/>
              <a:gd name="T20" fmla="*/ 15 w 62"/>
              <a:gd name="T21" fmla="*/ 50 h 58"/>
              <a:gd name="T22" fmla="*/ 33 w 62"/>
              <a:gd name="T23" fmla="*/ 56 h 58"/>
              <a:gd name="T24" fmla="*/ 53 w 62"/>
              <a:gd name="T25" fmla="*/ 46 h 58"/>
              <a:gd name="T26" fmla="*/ 60 w 62"/>
              <a:gd name="T27" fmla="*/ 26 h 58"/>
              <a:gd name="T28" fmla="*/ 50 w 62"/>
              <a:gd name="T29" fmla="*/ 8 h 58"/>
              <a:gd name="T30" fmla="*/ 33 w 62"/>
              <a:gd name="T31"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 h="58">
                <a:moveTo>
                  <a:pt x="33" y="58"/>
                </a:moveTo>
                <a:cubicBezTo>
                  <a:pt x="26" y="58"/>
                  <a:pt x="19" y="55"/>
                  <a:pt x="14" y="51"/>
                </a:cubicBezTo>
                <a:cubicBezTo>
                  <a:pt x="2" y="41"/>
                  <a:pt x="0" y="22"/>
                  <a:pt x="11" y="10"/>
                </a:cubicBezTo>
                <a:cubicBezTo>
                  <a:pt x="16" y="4"/>
                  <a:pt x="24" y="0"/>
                  <a:pt x="33" y="0"/>
                </a:cubicBezTo>
                <a:cubicBezTo>
                  <a:pt x="39" y="0"/>
                  <a:pt x="46" y="2"/>
                  <a:pt x="51" y="7"/>
                </a:cubicBezTo>
                <a:cubicBezTo>
                  <a:pt x="57" y="12"/>
                  <a:pt x="61" y="19"/>
                  <a:pt x="61" y="26"/>
                </a:cubicBezTo>
                <a:cubicBezTo>
                  <a:pt x="62" y="34"/>
                  <a:pt x="60" y="41"/>
                  <a:pt x="55" y="47"/>
                </a:cubicBezTo>
                <a:cubicBezTo>
                  <a:pt x="49" y="54"/>
                  <a:pt x="41" y="58"/>
                  <a:pt x="33" y="58"/>
                </a:cubicBezTo>
                <a:close/>
                <a:moveTo>
                  <a:pt x="33" y="2"/>
                </a:moveTo>
                <a:cubicBezTo>
                  <a:pt x="25" y="2"/>
                  <a:pt x="17" y="5"/>
                  <a:pt x="12" y="11"/>
                </a:cubicBezTo>
                <a:cubicBezTo>
                  <a:pt x="2" y="23"/>
                  <a:pt x="4" y="40"/>
                  <a:pt x="15" y="50"/>
                </a:cubicBezTo>
                <a:cubicBezTo>
                  <a:pt x="20" y="54"/>
                  <a:pt x="26" y="56"/>
                  <a:pt x="33" y="56"/>
                </a:cubicBezTo>
                <a:cubicBezTo>
                  <a:pt x="41" y="56"/>
                  <a:pt x="48" y="52"/>
                  <a:pt x="53" y="46"/>
                </a:cubicBezTo>
                <a:cubicBezTo>
                  <a:pt x="58" y="41"/>
                  <a:pt x="60" y="34"/>
                  <a:pt x="60" y="26"/>
                </a:cubicBezTo>
                <a:cubicBezTo>
                  <a:pt x="59" y="19"/>
                  <a:pt x="56" y="13"/>
                  <a:pt x="50" y="8"/>
                </a:cubicBezTo>
                <a:cubicBezTo>
                  <a:pt x="45" y="4"/>
                  <a:pt x="39" y="2"/>
                  <a:pt x="33" y="2"/>
                </a:cubicBezTo>
                <a:close/>
              </a:path>
            </a:pathLst>
          </a:custGeom>
          <a:solidFill>
            <a:srgbClr val="CA2C3B"/>
          </a:solidFill>
          <a:ln>
            <a:noFill/>
          </a:ln>
        </p:spPr>
        <p:txBody>
          <a:bodyPr/>
          <a:lstStyle/>
          <a:p>
            <a:endParaRPr lang="zh-CN" altLang="en-US" sz="1600"/>
          </a:p>
        </p:txBody>
      </p:sp>
      <p:sp>
        <p:nvSpPr>
          <p:cNvPr id="31" name="Freeform 31"/>
          <p:cNvSpPr>
            <a:spLocks noEditPoints="1"/>
          </p:cNvSpPr>
          <p:nvPr/>
        </p:nvSpPr>
        <p:spPr bwMode="auto">
          <a:xfrm>
            <a:off x="4265615" y="1265240"/>
            <a:ext cx="549275" cy="498475"/>
          </a:xfrm>
          <a:custGeom>
            <a:avLst/>
            <a:gdLst>
              <a:gd name="T0" fmla="*/ 22 w 44"/>
              <a:gd name="T1" fmla="*/ 40 h 40"/>
              <a:gd name="T2" fmla="*/ 9 w 44"/>
              <a:gd name="T3" fmla="*/ 36 h 40"/>
              <a:gd name="T4" fmla="*/ 7 w 44"/>
              <a:gd name="T5" fmla="*/ 7 h 40"/>
              <a:gd name="T6" fmla="*/ 22 w 44"/>
              <a:gd name="T7" fmla="*/ 0 h 40"/>
              <a:gd name="T8" fmla="*/ 35 w 44"/>
              <a:gd name="T9" fmla="*/ 5 h 40"/>
              <a:gd name="T10" fmla="*/ 37 w 44"/>
              <a:gd name="T11" fmla="*/ 33 h 40"/>
              <a:gd name="T12" fmla="*/ 22 w 44"/>
              <a:gd name="T13" fmla="*/ 40 h 40"/>
              <a:gd name="T14" fmla="*/ 22 w 44"/>
              <a:gd name="T15" fmla="*/ 3 h 40"/>
              <a:gd name="T16" fmla="*/ 9 w 44"/>
              <a:gd name="T17" fmla="*/ 9 h 40"/>
              <a:gd name="T18" fmla="*/ 11 w 44"/>
              <a:gd name="T19" fmla="*/ 34 h 40"/>
              <a:gd name="T20" fmla="*/ 22 w 44"/>
              <a:gd name="T21" fmla="*/ 38 h 40"/>
              <a:gd name="T22" fmla="*/ 35 w 44"/>
              <a:gd name="T23" fmla="*/ 32 h 40"/>
              <a:gd name="T24" fmla="*/ 33 w 44"/>
              <a:gd name="T25" fmla="*/ 7 h 40"/>
              <a:gd name="T26" fmla="*/ 22 w 44"/>
              <a:gd name="T27" fmla="*/ 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 h="40">
                <a:moveTo>
                  <a:pt x="22" y="40"/>
                </a:moveTo>
                <a:cubicBezTo>
                  <a:pt x="17" y="40"/>
                  <a:pt x="13" y="39"/>
                  <a:pt x="9" y="36"/>
                </a:cubicBezTo>
                <a:cubicBezTo>
                  <a:pt x="1" y="28"/>
                  <a:pt x="0" y="16"/>
                  <a:pt x="7" y="7"/>
                </a:cubicBezTo>
                <a:cubicBezTo>
                  <a:pt x="10" y="3"/>
                  <a:pt x="16" y="0"/>
                  <a:pt x="22" y="0"/>
                </a:cubicBezTo>
                <a:cubicBezTo>
                  <a:pt x="27" y="0"/>
                  <a:pt x="31" y="2"/>
                  <a:pt x="35" y="5"/>
                </a:cubicBezTo>
                <a:cubicBezTo>
                  <a:pt x="43" y="12"/>
                  <a:pt x="44" y="25"/>
                  <a:pt x="37" y="33"/>
                </a:cubicBezTo>
                <a:cubicBezTo>
                  <a:pt x="33" y="38"/>
                  <a:pt x="28" y="40"/>
                  <a:pt x="22" y="40"/>
                </a:cubicBezTo>
                <a:close/>
                <a:moveTo>
                  <a:pt x="22" y="3"/>
                </a:moveTo>
                <a:cubicBezTo>
                  <a:pt x="17" y="3"/>
                  <a:pt x="12" y="5"/>
                  <a:pt x="9" y="9"/>
                </a:cubicBezTo>
                <a:cubicBezTo>
                  <a:pt x="2" y="16"/>
                  <a:pt x="3" y="27"/>
                  <a:pt x="11" y="34"/>
                </a:cubicBezTo>
                <a:cubicBezTo>
                  <a:pt x="14" y="36"/>
                  <a:pt x="18" y="38"/>
                  <a:pt x="22" y="38"/>
                </a:cubicBezTo>
                <a:cubicBezTo>
                  <a:pt x="27" y="38"/>
                  <a:pt x="32" y="35"/>
                  <a:pt x="35" y="32"/>
                </a:cubicBezTo>
                <a:cubicBezTo>
                  <a:pt x="41" y="24"/>
                  <a:pt x="41" y="13"/>
                  <a:pt x="33" y="7"/>
                </a:cubicBezTo>
                <a:cubicBezTo>
                  <a:pt x="30" y="4"/>
                  <a:pt x="26" y="3"/>
                  <a:pt x="22" y="3"/>
                </a:cubicBezTo>
                <a:close/>
              </a:path>
            </a:pathLst>
          </a:custGeom>
          <a:solidFill>
            <a:srgbClr val="CA2C3B"/>
          </a:solidFill>
          <a:ln>
            <a:noFill/>
          </a:ln>
        </p:spPr>
        <p:txBody>
          <a:bodyPr/>
          <a:lstStyle/>
          <a:p>
            <a:endParaRPr lang="zh-CN" altLang="en-US" sz="1600"/>
          </a:p>
        </p:txBody>
      </p:sp>
      <p:sp>
        <p:nvSpPr>
          <p:cNvPr id="32" name="Freeform 32"/>
          <p:cNvSpPr>
            <a:spLocks/>
          </p:cNvSpPr>
          <p:nvPr/>
        </p:nvSpPr>
        <p:spPr bwMode="auto">
          <a:xfrm>
            <a:off x="4552952" y="1751013"/>
            <a:ext cx="74613" cy="261938"/>
          </a:xfrm>
          <a:custGeom>
            <a:avLst/>
            <a:gdLst>
              <a:gd name="T0" fmla="*/ 39 w 47"/>
              <a:gd name="T1" fmla="*/ 165 h 165"/>
              <a:gd name="T2" fmla="*/ 0 w 47"/>
              <a:gd name="T3" fmla="*/ 8 h 165"/>
              <a:gd name="T4" fmla="*/ 8 w 47"/>
              <a:gd name="T5" fmla="*/ 0 h 165"/>
              <a:gd name="T6" fmla="*/ 47 w 47"/>
              <a:gd name="T7" fmla="*/ 165 h 165"/>
              <a:gd name="T8" fmla="*/ 39 w 47"/>
              <a:gd name="T9" fmla="*/ 165 h 165"/>
            </a:gdLst>
            <a:ahLst/>
            <a:cxnLst>
              <a:cxn ang="0">
                <a:pos x="T0" y="T1"/>
              </a:cxn>
              <a:cxn ang="0">
                <a:pos x="T2" y="T3"/>
              </a:cxn>
              <a:cxn ang="0">
                <a:pos x="T4" y="T5"/>
              </a:cxn>
              <a:cxn ang="0">
                <a:pos x="T6" y="T7"/>
              </a:cxn>
              <a:cxn ang="0">
                <a:pos x="T8" y="T9"/>
              </a:cxn>
            </a:cxnLst>
            <a:rect l="0" t="0" r="r" b="b"/>
            <a:pathLst>
              <a:path w="47" h="165">
                <a:moveTo>
                  <a:pt x="39" y="165"/>
                </a:moveTo>
                <a:lnTo>
                  <a:pt x="0" y="8"/>
                </a:lnTo>
                <a:lnTo>
                  <a:pt x="8" y="0"/>
                </a:lnTo>
                <a:lnTo>
                  <a:pt x="47" y="165"/>
                </a:lnTo>
                <a:lnTo>
                  <a:pt x="39" y="165"/>
                </a:lnTo>
                <a:close/>
              </a:path>
            </a:pathLst>
          </a:custGeom>
          <a:solidFill>
            <a:srgbClr val="CA2C3B"/>
          </a:solidFill>
          <a:ln>
            <a:noFill/>
          </a:ln>
        </p:spPr>
        <p:txBody>
          <a:bodyPr/>
          <a:lstStyle/>
          <a:p>
            <a:endParaRPr lang="zh-CN" altLang="en-US" sz="1600"/>
          </a:p>
        </p:txBody>
      </p:sp>
      <p:sp>
        <p:nvSpPr>
          <p:cNvPr id="33" name="Freeform 33"/>
          <p:cNvSpPr>
            <a:spLocks/>
          </p:cNvSpPr>
          <p:nvPr/>
        </p:nvSpPr>
        <p:spPr bwMode="auto">
          <a:xfrm>
            <a:off x="5162550" y="1689100"/>
            <a:ext cx="1595438" cy="522288"/>
          </a:xfrm>
          <a:custGeom>
            <a:avLst/>
            <a:gdLst>
              <a:gd name="T0" fmla="*/ 8 w 1005"/>
              <a:gd name="T1" fmla="*/ 329 h 329"/>
              <a:gd name="T2" fmla="*/ 0 w 1005"/>
              <a:gd name="T3" fmla="*/ 321 h 329"/>
              <a:gd name="T4" fmla="*/ 1005 w 1005"/>
              <a:gd name="T5" fmla="*/ 0 h 329"/>
              <a:gd name="T6" fmla="*/ 1005 w 1005"/>
              <a:gd name="T7" fmla="*/ 8 h 329"/>
              <a:gd name="T8" fmla="*/ 8 w 1005"/>
              <a:gd name="T9" fmla="*/ 329 h 329"/>
            </a:gdLst>
            <a:ahLst/>
            <a:cxnLst>
              <a:cxn ang="0">
                <a:pos x="T0" y="T1"/>
              </a:cxn>
              <a:cxn ang="0">
                <a:pos x="T2" y="T3"/>
              </a:cxn>
              <a:cxn ang="0">
                <a:pos x="T4" y="T5"/>
              </a:cxn>
              <a:cxn ang="0">
                <a:pos x="T6" y="T7"/>
              </a:cxn>
              <a:cxn ang="0">
                <a:pos x="T8" y="T9"/>
              </a:cxn>
            </a:cxnLst>
            <a:rect l="0" t="0" r="r" b="b"/>
            <a:pathLst>
              <a:path w="1005" h="329">
                <a:moveTo>
                  <a:pt x="8" y="329"/>
                </a:moveTo>
                <a:lnTo>
                  <a:pt x="0" y="321"/>
                </a:lnTo>
                <a:lnTo>
                  <a:pt x="1005" y="0"/>
                </a:lnTo>
                <a:lnTo>
                  <a:pt x="1005" y="8"/>
                </a:lnTo>
                <a:lnTo>
                  <a:pt x="8" y="329"/>
                </a:ln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34"/>
          <p:cNvSpPr>
            <a:spLocks/>
          </p:cNvSpPr>
          <p:nvPr/>
        </p:nvSpPr>
        <p:spPr bwMode="auto">
          <a:xfrm>
            <a:off x="5026027" y="3133727"/>
            <a:ext cx="735013" cy="473075"/>
          </a:xfrm>
          <a:custGeom>
            <a:avLst/>
            <a:gdLst>
              <a:gd name="T0" fmla="*/ 455 w 463"/>
              <a:gd name="T1" fmla="*/ 298 h 298"/>
              <a:gd name="T2" fmla="*/ 0 w 463"/>
              <a:gd name="T3" fmla="*/ 8 h 298"/>
              <a:gd name="T4" fmla="*/ 8 w 463"/>
              <a:gd name="T5" fmla="*/ 0 h 298"/>
              <a:gd name="T6" fmla="*/ 463 w 463"/>
              <a:gd name="T7" fmla="*/ 282 h 298"/>
              <a:gd name="T8" fmla="*/ 455 w 463"/>
              <a:gd name="T9" fmla="*/ 298 h 298"/>
            </a:gdLst>
            <a:ahLst/>
            <a:cxnLst>
              <a:cxn ang="0">
                <a:pos x="T0" y="T1"/>
              </a:cxn>
              <a:cxn ang="0">
                <a:pos x="T2" y="T3"/>
              </a:cxn>
              <a:cxn ang="0">
                <a:pos x="T4" y="T5"/>
              </a:cxn>
              <a:cxn ang="0">
                <a:pos x="T6" y="T7"/>
              </a:cxn>
              <a:cxn ang="0">
                <a:pos x="T8" y="T9"/>
              </a:cxn>
            </a:cxnLst>
            <a:rect l="0" t="0" r="r" b="b"/>
            <a:pathLst>
              <a:path w="463" h="298">
                <a:moveTo>
                  <a:pt x="455" y="298"/>
                </a:moveTo>
                <a:lnTo>
                  <a:pt x="0" y="8"/>
                </a:lnTo>
                <a:lnTo>
                  <a:pt x="8" y="0"/>
                </a:lnTo>
                <a:lnTo>
                  <a:pt x="463" y="282"/>
                </a:lnTo>
                <a:lnTo>
                  <a:pt x="455" y="298"/>
                </a:lnTo>
                <a:close/>
              </a:path>
            </a:pathLst>
          </a:custGeom>
          <a:solidFill>
            <a:srgbClr val="CA2C3B"/>
          </a:solidFill>
          <a:ln>
            <a:noFill/>
          </a:ln>
        </p:spPr>
        <p:txBody>
          <a:bodyPr/>
          <a:lstStyle/>
          <a:p>
            <a:endParaRPr lang="zh-CN" altLang="en-US" sz="1600"/>
          </a:p>
        </p:txBody>
      </p:sp>
      <p:sp>
        <p:nvSpPr>
          <p:cNvPr id="35" name="Freeform 35"/>
          <p:cNvSpPr>
            <a:spLocks/>
          </p:cNvSpPr>
          <p:nvPr/>
        </p:nvSpPr>
        <p:spPr bwMode="auto">
          <a:xfrm>
            <a:off x="6470652" y="3095625"/>
            <a:ext cx="385763" cy="387350"/>
          </a:xfrm>
          <a:custGeom>
            <a:avLst/>
            <a:gdLst>
              <a:gd name="T0" fmla="*/ 16 w 243"/>
              <a:gd name="T1" fmla="*/ 244 h 244"/>
              <a:gd name="T2" fmla="*/ 0 w 243"/>
              <a:gd name="T3" fmla="*/ 228 h 244"/>
              <a:gd name="T4" fmla="*/ 236 w 243"/>
              <a:gd name="T5" fmla="*/ 0 h 244"/>
              <a:gd name="T6" fmla="*/ 243 w 243"/>
              <a:gd name="T7" fmla="*/ 16 h 244"/>
              <a:gd name="T8" fmla="*/ 16 w 243"/>
              <a:gd name="T9" fmla="*/ 244 h 244"/>
            </a:gdLst>
            <a:ahLst/>
            <a:cxnLst>
              <a:cxn ang="0">
                <a:pos x="T0" y="T1"/>
              </a:cxn>
              <a:cxn ang="0">
                <a:pos x="T2" y="T3"/>
              </a:cxn>
              <a:cxn ang="0">
                <a:pos x="T4" y="T5"/>
              </a:cxn>
              <a:cxn ang="0">
                <a:pos x="T6" y="T7"/>
              </a:cxn>
              <a:cxn ang="0">
                <a:pos x="T8" y="T9"/>
              </a:cxn>
            </a:cxnLst>
            <a:rect l="0" t="0" r="r" b="b"/>
            <a:pathLst>
              <a:path w="243" h="244">
                <a:moveTo>
                  <a:pt x="16" y="244"/>
                </a:moveTo>
                <a:lnTo>
                  <a:pt x="0" y="228"/>
                </a:lnTo>
                <a:lnTo>
                  <a:pt x="236" y="0"/>
                </a:lnTo>
                <a:lnTo>
                  <a:pt x="243" y="16"/>
                </a:lnTo>
                <a:lnTo>
                  <a:pt x="16" y="244"/>
                </a:lnTo>
                <a:close/>
              </a:path>
            </a:pathLst>
          </a:custGeom>
          <a:solidFill>
            <a:srgbClr val="CA2C3B"/>
          </a:solidFill>
          <a:ln>
            <a:noFill/>
          </a:ln>
        </p:spPr>
        <p:txBody>
          <a:bodyPr/>
          <a:lstStyle/>
          <a:p>
            <a:endParaRPr lang="zh-CN" altLang="en-US" sz="1600"/>
          </a:p>
        </p:txBody>
      </p:sp>
      <p:sp>
        <p:nvSpPr>
          <p:cNvPr id="36" name="Freeform 36"/>
          <p:cNvSpPr>
            <a:spLocks/>
          </p:cNvSpPr>
          <p:nvPr/>
        </p:nvSpPr>
        <p:spPr bwMode="auto">
          <a:xfrm>
            <a:off x="2808290" y="3059113"/>
            <a:ext cx="1495425" cy="522288"/>
          </a:xfrm>
          <a:custGeom>
            <a:avLst/>
            <a:gdLst>
              <a:gd name="T0" fmla="*/ 0 w 942"/>
              <a:gd name="T1" fmla="*/ 329 h 329"/>
              <a:gd name="T2" fmla="*/ 0 w 942"/>
              <a:gd name="T3" fmla="*/ 321 h 329"/>
              <a:gd name="T4" fmla="*/ 942 w 942"/>
              <a:gd name="T5" fmla="*/ 0 h 329"/>
              <a:gd name="T6" fmla="*/ 942 w 942"/>
              <a:gd name="T7" fmla="*/ 8 h 329"/>
              <a:gd name="T8" fmla="*/ 0 w 942"/>
              <a:gd name="T9" fmla="*/ 329 h 329"/>
            </a:gdLst>
            <a:ahLst/>
            <a:cxnLst>
              <a:cxn ang="0">
                <a:pos x="T0" y="T1"/>
              </a:cxn>
              <a:cxn ang="0">
                <a:pos x="T2" y="T3"/>
              </a:cxn>
              <a:cxn ang="0">
                <a:pos x="T4" y="T5"/>
              </a:cxn>
              <a:cxn ang="0">
                <a:pos x="T6" y="T7"/>
              </a:cxn>
              <a:cxn ang="0">
                <a:pos x="T8" y="T9"/>
              </a:cxn>
            </a:cxnLst>
            <a:rect l="0" t="0" r="r" b="b"/>
            <a:pathLst>
              <a:path w="942" h="329">
                <a:moveTo>
                  <a:pt x="0" y="329"/>
                </a:moveTo>
                <a:lnTo>
                  <a:pt x="0" y="321"/>
                </a:lnTo>
                <a:lnTo>
                  <a:pt x="942" y="0"/>
                </a:lnTo>
                <a:lnTo>
                  <a:pt x="942" y="8"/>
                </a:lnTo>
                <a:lnTo>
                  <a:pt x="0" y="329"/>
                </a:lnTo>
                <a:close/>
              </a:path>
            </a:pathLst>
          </a:custGeom>
          <a:solidFill>
            <a:srgbClr val="CA2C3B"/>
          </a:solidFill>
          <a:ln>
            <a:noFill/>
          </a:ln>
        </p:spPr>
        <p:txBody>
          <a:bodyPr/>
          <a:lstStyle/>
          <a:p>
            <a:endParaRPr lang="zh-CN" altLang="en-US" sz="1600"/>
          </a:p>
        </p:txBody>
      </p:sp>
      <p:sp>
        <p:nvSpPr>
          <p:cNvPr id="37" name="Freeform 37"/>
          <p:cNvSpPr>
            <a:spLocks/>
          </p:cNvSpPr>
          <p:nvPr/>
        </p:nvSpPr>
        <p:spPr bwMode="auto">
          <a:xfrm>
            <a:off x="1787525" y="3295650"/>
            <a:ext cx="236538" cy="211138"/>
          </a:xfrm>
          <a:custGeom>
            <a:avLst/>
            <a:gdLst>
              <a:gd name="T0" fmla="*/ 133 w 149"/>
              <a:gd name="T1" fmla="*/ 133 h 133"/>
              <a:gd name="T2" fmla="*/ 0 w 149"/>
              <a:gd name="T3" fmla="*/ 16 h 133"/>
              <a:gd name="T4" fmla="*/ 15 w 149"/>
              <a:gd name="T5" fmla="*/ 0 h 133"/>
              <a:gd name="T6" fmla="*/ 149 w 149"/>
              <a:gd name="T7" fmla="*/ 118 h 133"/>
              <a:gd name="T8" fmla="*/ 133 w 149"/>
              <a:gd name="T9" fmla="*/ 133 h 133"/>
            </a:gdLst>
            <a:ahLst/>
            <a:cxnLst>
              <a:cxn ang="0">
                <a:pos x="T0" y="T1"/>
              </a:cxn>
              <a:cxn ang="0">
                <a:pos x="T2" y="T3"/>
              </a:cxn>
              <a:cxn ang="0">
                <a:pos x="T4" y="T5"/>
              </a:cxn>
              <a:cxn ang="0">
                <a:pos x="T6" y="T7"/>
              </a:cxn>
              <a:cxn ang="0">
                <a:pos x="T8" y="T9"/>
              </a:cxn>
            </a:cxnLst>
            <a:rect l="0" t="0" r="r" b="b"/>
            <a:pathLst>
              <a:path w="149" h="133">
                <a:moveTo>
                  <a:pt x="133" y="133"/>
                </a:moveTo>
                <a:lnTo>
                  <a:pt x="0" y="16"/>
                </a:lnTo>
                <a:lnTo>
                  <a:pt x="15" y="0"/>
                </a:lnTo>
                <a:lnTo>
                  <a:pt x="149" y="118"/>
                </a:lnTo>
                <a:lnTo>
                  <a:pt x="133" y="133"/>
                </a:lnTo>
                <a:close/>
              </a:path>
            </a:pathLst>
          </a:custGeom>
          <a:solidFill>
            <a:srgbClr val="CA2C3B"/>
          </a:solidFill>
          <a:ln>
            <a:noFill/>
          </a:ln>
        </p:spPr>
        <p:txBody>
          <a:bodyPr/>
          <a:lstStyle/>
          <a:p>
            <a:endParaRPr lang="zh-CN" altLang="en-US" sz="1600"/>
          </a:p>
        </p:txBody>
      </p:sp>
      <p:sp>
        <p:nvSpPr>
          <p:cNvPr id="38" name="Freeform 38"/>
          <p:cNvSpPr>
            <a:spLocks/>
          </p:cNvSpPr>
          <p:nvPr/>
        </p:nvSpPr>
        <p:spPr bwMode="auto">
          <a:xfrm>
            <a:off x="2571750" y="1701800"/>
            <a:ext cx="1619250" cy="622300"/>
          </a:xfrm>
          <a:custGeom>
            <a:avLst/>
            <a:gdLst>
              <a:gd name="T0" fmla="*/ 1012 w 1020"/>
              <a:gd name="T1" fmla="*/ 392 h 392"/>
              <a:gd name="T2" fmla="*/ 0 w 1020"/>
              <a:gd name="T3" fmla="*/ 7 h 392"/>
              <a:gd name="T4" fmla="*/ 8 w 1020"/>
              <a:gd name="T5" fmla="*/ 0 h 392"/>
              <a:gd name="T6" fmla="*/ 1020 w 1020"/>
              <a:gd name="T7" fmla="*/ 376 h 392"/>
              <a:gd name="T8" fmla="*/ 1012 w 1020"/>
              <a:gd name="T9" fmla="*/ 392 h 392"/>
            </a:gdLst>
            <a:ahLst/>
            <a:cxnLst>
              <a:cxn ang="0">
                <a:pos x="T0" y="T1"/>
              </a:cxn>
              <a:cxn ang="0">
                <a:pos x="T2" y="T3"/>
              </a:cxn>
              <a:cxn ang="0">
                <a:pos x="T4" y="T5"/>
              </a:cxn>
              <a:cxn ang="0">
                <a:pos x="T6" y="T7"/>
              </a:cxn>
              <a:cxn ang="0">
                <a:pos x="T8" y="T9"/>
              </a:cxn>
            </a:cxnLst>
            <a:rect l="0" t="0" r="r" b="b"/>
            <a:pathLst>
              <a:path w="1020" h="392">
                <a:moveTo>
                  <a:pt x="1012" y="392"/>
                </a:moveTo>
                <a:lnTo>
                  <a:pt x="0" y="7"/>
                </a:lnTo>
                <a:lnTo>
                  <a:pt x="8" y="0"/>
                </a:lnTo>
                <a:lnTo>
                  <a:pt x="1020" y="376"/>
                </a:lnTo>
                <a:lnTo>
                  <a:pt x="1012" y="392"/>
                </a:lnTo>
                <a:close/>
              </a:path>
            </a:pathLst>
          </a:custGeom>
          <a:solidFill>
            <a:srgbClr val="CA2C3B"/>
          </a:solidFill>
          <a:ln>
            <a:noFill/>
          </a:ln>
        </p:spPr>
        <p:txBody>
          <a:bodyPr/>
          <a:lstStyle/>
          <a:p>
            <a:endParaRPr lang="zh-CN" altLang="en-US" sz="1600"/>
          </a:p>
        </p:txBody>
      </p:sp>
      <p:sp>
        <p:nvSpPr>
          <p:cNvPr id="39" name="TextBox 58"/>
          <p:cNvSpPr txBox="1"/>
          <p:nvPr/>
        </p:nvSpPr>
        <p:spPr bwMode="auto">
          <a:xfrm>
            <a:off x="1905796" y="4265083"/>
            <a:ext cx="954107" cy="276999"/>
          </a:xfrm>
          <a:prstGeom prst="rect">
            <a:avLst/>
          </a:prstGeom>
          <a:solidFill>
            <a:srgbClr val="CA2C3B"/>
          </a:solidFill>
        </p:spPr>
        <p:txBody>
          <a:bodyPr wrap="none">
            <a:spAutoFit/>
          </a:bodyPr>
          <a:lstStyle/>
          <a:p>
            <a:pPr algn="ctr" fontAlgn="auto">
              <a:spcBef>
                <a:spcPts val="0"/>
              </a:spcBef>
              <a:spcAft>
                <a:spcPts val="0"/>
              </a:spcAft>
              <a:defRPr/>
            </a:pPr>
            <a:r>
              <a:rPr lang="zh-CN" altLang="en-US" sz="1200" spc="300" dirty="0">
                <a:solidFill>
                  <a:schemeClr val="bg1"/>
                </a:solidFill>
                <a:latin typeface="微软雅黑" pitchFamily="34" charset="-122"/>
                <a:ea typeface="微软雅黑" pitchFamily="34" charset="-122"/>
                <a:cs typeface="Arial" pitchFamily="34" charset="0"/>
              </a:rPr>
              <a:t>添加标题</a:t>
            </a:r>
          </a:p>
        </p:txBody>
      </p:sp>
      <p:sp>
        <p:nvSpPr>
          <p:cNvPr id="40" name="TextBox 59"/>
          <p:cNvSpPr txBox="1"/>
          <p:nvPr/>
        </p:nvSpPr>
        <p:spPr bwMode="auto">
          <a:xfrm>
            <a:off x="7308306" y="2751068"/>
            <a:ext cx="954107" cy="276999"/>
          </a:xfrm>
          <a:prstGeom prst="rect">
            <a:avLst/>
          </a:prstGeom>
          <a:solidFill>
            <a:srgbClr val="CA2C3B"/>
          </a:solid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dirty="0">
                <a:solidFill>
                  <a:schemeClr val="bg1"/>
                </a:solidFill>
              </a:rPr>
              <a:t>添加标题</a:t>
            </a:r>
          </a:p>
        </p:txBody>
      </p:sp>
      <p:sp>
        <p:nvSpPr>
          <p:cNvPr id="41" name="TextBox 60"/>
          <p:cNvSpPr txBox="1"/>
          <p:nvPr/>
        </p:nvSpPr>
        <p:spPr bwMode="auto">
          <a:xfrm>
            <a:off x="4063198" y="890602"/>
            <a:ext cx="954107" cy="276999"/>
          </a:xfrm>
          <a:prstGeom prst="rect">
            <a:avLst/>
          </a:prstGeom>
          <a:solidFill>
            <a:srgbClr val="CA2C3B"/>
          </a:solid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dirty="0">
                <a:solidFill>
                  <a:schemeClr val="bg1"/>
                </a:solidFill>
              </a:rPr>
              <a:t>添加标题</a:t>
            </a:r>
          </a:p>
        </p:txBody>
      </p:sp>
      <p:sp>
        <p:nvSpPr>
          <p:cNvPr id="42" name="TextBox 62"/>
          <p:cNvSpPr txBox="1"/>
          <p:nvPr/>
        </p:nvSpPr>
        <p:spPr bwMode="auto">
          <a:xfrm>
            <a:off x="5707179" y="4265083"/>
            <a:ext cx="954107" cy="276999"/>
          </a:xfrm>
          <a:prstGeom prst="rect">
            <a:avLst/>
          </a:prstGeom>
          <a:solidFill>
            <a:srgbClr val="CA2C3B"/>
          </a:solidFill>
        </p:spPr>
        <p:txBody>
          <a:bodyPr wrap="none">
            <a:spAutoFit/>
          </a:bodyPr>
          <a:lstStyle>
            <a:defPPr>
              <a:defRPr lang="zh-CN"/>
            </a:defPPr>
            <a:lvl1pPr algn="ctr" fontAlgn="auto">
              <a:spcBef>
                <a:spcPts val="0"/>
              </a:spcBef>
              <a:spcAft>
                <a:spcPts val="0"/>
              </a:spcAft>
              <a:defRPr sz="1400" spc="300">
                <a:solidFill>
                  <a:srgbClr val="EBAC07"/>
                </a:solidFill>
                <a:latin typeface="微软雅黑" pitchFamily="34" charset="-122"/>
                <a:ea typeface="微软雅黑" pitchFamily="34" charset="-122"/>
                <a:cs typeface="Arial" pitchFamily="34" charset="0"/>
              </a:defRPr>
            </a:lvl1pPr>
          </a:lstStyle>
          <a:p>
            <a:r>
              <a:rPr lang="zh-CN" altLang="en-US" sz="1200" dirty="0">
                <a:solidFill>
                  <a:schemeClr val="bg1"/>
                </a:solidFill>
              </a:rPr>
              <a:t>添加标题</a:t>
            </a:r>
          </a:p>
        </p:txBody>
      </p:sp>
      <p:sp>
        <p:nvSpPr>
          <p:cNvPr id="43" name="TextBox 63"/>
          <p:cNvSpPr txBox="1"/>
          <p:nvPr/>
        </p:nvSpPr>
        <p:spPr bwMode="auto">
          <a:xfrm>
            <a:off x="881591" y="1465265"/>
            <a:ext cx="954107" cy="276999"/>
          </a:xfrm>
          <a:prstGeom prst="rect">
            <a:avLst/>
          </a:prstGeom>
          <a:solidFill>
            <a:srgbClr val="CA2C3B"/>
          </a:solidFill>
        </p:spPr>
        <p:txBody>
          <a:bodyPr wrap="none">
            <a:spAutoFit/>
          </a:bodyPr>
          <a:lstStyle>
            <a:defPPr>
              <a:defRPr lang="zh-CN"/>
            </a:defPPr>
            <a:lvl1pPr algn="ctr" fontAlgn="auto">
              <a:spcBef>
                <a:spcPts val="0"/>
              </a:spcBef>
              <a:spcAft>
                <a:spcPts val="0"/>
              </a:spcAft>
              <a:defRPr sz="1400" spc="300">
                <a:solidFill>
                  <a:srgbClr val="284848"/>
                </a:solidFill>
                <a:latin typeface="微软雅黑" pitchFamily="34" charset="-122"/>
                <a:ea typeface="微软雅黑" pitchFamily="34" charset="-122"/>
                <a:cs typeface="Arial" pitchFamily="34" charset="0"/>
              </a:defRPr>
            </a:lvl1pPr>
          </a:lstStyle>
          <a:p>
            <a:r>
              <a:rPr lang="zh-CN" altLang="en-US" sz="1200" dirty="0">
                <a:solidFill>
                  <a:schemeClr val="bg1"/>
                </a:solidFill>
              </a:rPr>
              <a:t>添加标题</a:t>
            </a:r>
          </a:p>
        </p:txBody>
      </p:sp>
      <p:sp>
        <p:nvSpPr>
          <p:cNvPr id="44" name="TextBox 64"/>
          <p:cNvSpPr txBox="1"/>
          <p:nvPr/>
        </p:nvSpPr>
        <p:spPr bwMode="auto">
          <a:xfrm>
            <a:off x="522270" y="3043260"/>
            <a:ext cx="954107" cy="276999"/>
          </a:xfrm>
          <a:prstGeom prst="rect">
            <a:avLst/>
          </a:prstGeom>
          <a:solidFill>
            <a:srgbClr val="CA2C3B"/>
          </a:solidFill>
        </p:spPr>
        <p:txBody>
          <a:bodyPr wrap="none">
            <a:spAutoFit/>
          </a:bodyPr>
          <a:lstStyle>
            <a:defPPr>
              <a:defRPr lang="zh-CN"/>
            </a:defPPr>
            <a:lvl1pPr algn="ctr" fontAlgn="auto">
              <a:spcBef>
                <a:spcPts val="0"/>
              </a:spcBef>
              <a:spcAft>
                <a:spcPts val="0"/>
              </a:spcAft>
              <a:defRPr sz="1400" spc="300">
                <a:solidFill>
                  <a:srgbClr val="EBAC07"/>
                </a:solidFill>
                <a:latin typeface="微软雅黑" pitchFamily="34" charset="-122"/>
                <a:ea typeface="微软雅黑" pitchFamily="34" charset="-122"/>
                <a:cs typeface="Arial" pitchFamily="34" charset="0"/>
              </a:defRPr>
            </a:lvl1pPr>
          </a:lstStyle>
          <a:p>
            <a:r>
              <a:rPr lang="zh-CN" altLang="en-US" sz="1200" dirty="0">
                <a:solidFill>
                  <a:schemeClr val="bg1"/>
                </a:solidFill>
              </a:rPr>
              <a:t>添加标题</a:t>
            </a:r>
          </a:p>
        </p:txBody>
      </p:sp>
      <p:sp>
        <p:nvSpPr>
          <p:cNvPr id="45" name="TextBox 65"/>
          <p:cNvSpPr txBox="1"/>
          <p:nvPr/>
        </p:nvSpPr>
        <p:spPr bwMode="auto">
          <a:xfrm>
            <a:off x="4287036" y="3398066"/>
            <a:ext cx="954107" cy="276999"/>
          </a:xfrm>
          <a:prstGeom prst="rect">
            <a:avLst/>
          </a:prstGeom>
          <a:solidFill>
            <a:srgbClr val="CA2C3B"/>
          </a:solidFill>
        </p:spPr>
        <p:txBody>
          <a:bodyPr wrap="none">
            <a:spAutoFit/>
          </a:bodyPr>
          <a:lstStyle>
            <a:defPPr>
              <a:defRPr lang="zh-CN"/>
            </a:defPPr>
            <a:lvl1pPr algn="ctr" fontAlgn="auto">
              <a:spcBef>
                <a:spcPts val="0"/>
              </a:spcBef>
              <a:spcAft>
                <a:spcPts val="0"/>
              </a:spcAft>
              <a:defRPr sz="1400" spc="300">
                <a:solidFill>
                  <a:srgbClr val="284848"/>
                </a:solidFill>
                <a:latin typeface="微软雅黑" pitchFamily="34" charset="-122"/>
                <a:ea typeface="微软雅黑" pitchFamily="34" charset="-122"/>
                <a:cs typeface="Arial" pitchFamily="34" charset="0"/>
              </a:defRPr>
            </a:lvl1pPr>
          </a:lstStyle>
          <a:p>
            <a:r>
              <a:rPr lang="zh-CN" altLang="en-US" sz="1200" dirty="0">
                <a:solidFill>
                  <a:schemeClr val="bg1"/>
                </a:solidFill>
              </a:rPr>
              <a:t>添加标题</a:t>
            </a:r>
          </a:p>
        </p:txBody>
      </p:sp>
      <p:sp>
        <p:nvSpPr>
          <p:cNvPr id="46" name="TextBox 66"/>
          <p:cNvSpPr txBox="1"/>
          <p:nvPr/>
        </p:nvSpPr>
        <p:spPr bwMode="auto">
          <a:xfrm>
            <a:off x="7452322" y="1381533"/>
            <a:ext cx="954107" cy="276999"/>
          </a:xfrm>
          <a:prstGeom prst="rect">
            <a:avLst/>
          </a:prstGeom>
          <a:solidFill>
            <a:srgbClr val="CA2C3B"/>
          </a:solidFill>
        </p:spPr>
        <p:txBody>
          <a:bodyPr wrap="none">
            <a:spAutoFit/>
          </a:bodyPr>
          <a:lstStyle>
            <a:defPPr>
              <a:defRPr lang="zh-CN"/>
            </a:defPPr>
            <a:lvl1pPr algn="ctr" fontAlgn="auto">
              <a:spcBef>
                <a:spcPts val="0"/>
              </a:spcBef>
              <a:spcAft>
                <a:spcPts val="0"/>
              </a:spcAft>
              <a:defRPr sz="1200" spc="300">
                <a:solidFill>
                  <a:srgbClr val="3D9077"/>
                </a:solidFill>
                <a:latin typeface="微软雅黑" pitchFamily="34" charset="-122"/>
                <a:ea typeface="微软雅黑" pitchFamily="34" charset="-122"/>
                <a:cs typeface="Arial" pitchFamily="34" charset="0"/>
              </a:defRPr>
            </a:lvl1pPr>
          </a:lstStyle>
          <a:p>
            <a:r>
              <a:rPr lang="zh-CN" altLang="en-US" dirty="0">
                <a:solidFill>
                  <a:schemeClr val="bg1"/>
                </a:solidFill>
              </a:rPr>
              <a:t>添加标题</a:t>
            </a:r>
          </a:p>
        </p:txBody>
      </p:sp>
    </p:spTree>
    <p:extLst>
      <p:ext uri="{BB962C8B-B14F-4D97-AF65-F5344CB8AC3E}">
        <p14:creationId xmlns:p14="http://schemas.microsoft.com/office/powerpoint/2010/main" val="424089320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500" fill="hold"/>
                                        <p:tgtEl>
                                          <p:spTgt spid="22"/>
                                        </p:tgtEl>
                                        <p:attrNameLst>
                                          <p:attrName>ppt_w</p:attrName>
                                        </p:attrNameLst>
                                      </p:cBhvr>
                                      <p:tavLst>
                                        <p:tav tm="0">
                                          <p:val>
                                            <p:fltVal val="0"/>
                                          </p:val>
                                        </p:tav>
                                        <p:tav tm="100000">
                                          <p:val>
                                            <p:strVal val="#ppt_w"/>
                                          </p:val>
                                        </p:tav>
                                      </p:tavLst>
                                    </p:anim>
                                    <p:anim calcmode="lin" valueType="num">
                                      <p:cBhvr>
                                        <p:cTn id="93" dur="500" fill="hold"/>
                                        <p:tgtEl>
                                          <p:spTgt spid="22"/>
                                        </p:tgtEl>
                                        <p:attrNameLst>
                                          <p:attrName>ppt_h</p:attrName>
                                        </p:attrNameLst>
                                      </p:cBhvr>
                                      <p:tavLst>
                                        <p:tav tm="0">
                                          <p:val>
                                            <p:fltVal val="0"/>
                                          </p:val>
                                        </p:tav>
                                        <p:tav tm="100000">
                                          <p:val>
                                            <p:strVal val="#ppt_h"/>
                                          </p:val>
                                        </p:tav>
                                      </p:tavLst>
                                    </p:anim>
                                    <p:animEffect transition="in" filter="fade">
                                      <p:cBhvr>
                                        <p:cTn id="94" dur="500"/>
                                        <p:tgtEl>
                                          <p:spTgt spid="22"/>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p:cTn id="97" dur="500" fill="hold"/>
                                        <p:tgtEl>
                                          <p:spTgt spid="23"/>
                                        </p:tgtEl>
                                        <p:attrNameLst>
                                          <p:attrName>ppt_w</p:attrName>
                                        </p:attrNameLst>
                                      </p:cBhvr>
                                      <p:tavLst>
                                        <p:tav tm="0">
                                          <p:val>
                                            <p:fltVal val="0"/>
                                          </p:val>
                                        </p:tav>
                                        <p:tav tm="100000">
                                          <p:val>
                                            <p:strVal val="#ppt_w"/>
                                          </p:val>
                                        </p:tav>
                                      </p:tavLst>
                                    </p:anim>
                                    <p:anim calcmode="lin" valueType="num">
                                      <p:cBhvr>
                                        <p:cTn id="98" dur="500" fill="hold"/>
                                        <p:tgtEl>
                                          <p:spTgt spid="23"/>
                                        </p:tgtEl>
                                        <p:attrNameLst>
                                          <p:attrName>ppt_h</p:attrName>
                                        </p:attrNameLst>
                                      </p:cBhvr>
                                      <p:tavLst>
                                        <p:tav tm="0">
                                          <p:val>
                                            <p:fltVal val="0"/>
                                          </p:val>
                                        </p:tav>
                                        <p:tav tm="100000">
                                          <p:val>
                                            <p:strVal val="#ppt_h"/>
                                          </p:val>
                                        </p:tav>
                                      </p:tavLst>
                                    </p:anim>
                                    <p:animEffect transition="in" filter="fade">
                                      <p:cBhvr>
                                        <p:cTn id="99" dur="500"/>
                                        <p:tgtEl>
                                          <p:spTgt spid="23"/>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4"/>
                                        </p:tgtEl>
                                        <p:attrNameLst>
                                          <p:attrName>style.visibility</p:attrName>
                                        </p:attrNameLst>
                                      </p:cBhvr>
                                      <p:to>
                                        <p:strVal val="visible"/>
                                      </p:to>
                                    </p:set>
                                    <p:anim calcmode="lin" valueType="num">
                                      <p:cBhvr>
                                        <p:cTn id="102" dur="500" fill="hold"/>
                                        <p:tgtEl>
                                          <p:spTgt spid="24"/>
                                        </p:tgtEl>
                                        <p:attrNameLst>
                                          <p:attrName>ppt_w</p:attrName>
                                        </p:attrNameLst>
                                      </p:cBhvr>
                                      <p:tavLst>
                                        <p:tav tm="0">
                                          <p:val>
                                            <p:fltVal val="0"/>
                                          </p:val>
                                        </p:tav>
                                        <p:tav tm="100000">
                                          <p:val>
                                            <p:strVal val="#ppt_w"/>
                                          </p:val>
                                        </p:tav>
                                      </p:tavLst>
                                    </p:anim>
                                    <p:anim calcmode="lin" valueType="num">
                                      <p:cBhvr>
                                        <p:cTn id="103" dur="500" fill="hold"/>
                                        <p:tgtEl>
                                          <p:spTgt spid="24"/>
                                        </p:tgtEl>
                                        <p:attrNameLst>
                                          <p:attrName>ppt_h</p:attrName>
                                        </p:attrNameLst>
                                      </p:cBhvr>
                                      <p:tavLst>
                                        <p:tav tm="0">
                                          <p:val>
                                            <p:fltVal val="0"/>
                                          </p:val>
                                        </p:tav>
                                        <p:tav tm="100000">
                                          <p:val>
                                            <p:strVal val="#ppt_h"/>
                                          </p:val>
                                        </p:tav>
                                      </p:tavLst>
                                    </p:anim>
                                    <p:animEffect transition="in" filter="fade">
                                      <p:cBhvr>
                                        <p:cTn id="104" dur="500"/>
                                        <p:tgtEl>
                                          <p:spTgt spid="24"/>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p:cTn id="107" dur="500" fill="hold"/>
                                        <p:tgtEl>
                                          <p:spTgt spid="25"/>
                                        </p:tgtEl>
                                        <p:attrNameLst>
                                          <p:attrName>ppt_w</p:attrName>
                                        </p:attrNameLst>
                                      </p:cBhvr>
                                      <p:tavLst>
                                        <p:tav tm="0">
                                          <p:val>
                                            <p:fltVal val="0"/>
                                          </p:val>
                                        </p:tav>
                                        <p:tav tm="100000">
                                          <p:val>
                                            <p:strVal val="#ppt_w"/>
                                          </p:val>
                                        </p:tav>
                                      </p:tavLst>
                                    </p:anim>
                                    <p:anim calcmode="lin" valueType="num">
                                      <p:cBhvr>
                                        <p:cTn id="108" dur="500" fill="hold"/>
                                        <p:tgtEl>
                                          <p:spTgt spid="25"/>
                                        </p:tgtEl>
                                        <p:attrNameLst>
                                          <p:attrName>ppt_h</p:attrName>
                                        </p:attrNameLst>
                                      </p:cBhvr>
                                      <p:tavLst>
                                        <p:tav tm="0">
                                          <p:val>
                                            <p:fltVal val="0"/>
                                          </p:val>
                                        </p:tav>
                                        <p:tav tm="100000">
                                          <p:val>
                                            <p:strVal val="#ppt_h"/>
                                          </p:val>
                                        </p:tav>
                                      </p:tavLst>
                                    </p:anim>
                                    <p:animEffect transition="in" filter="fade">
                                      <p:cBhvr>
                                        <p:cTn id="109" dur="500"/>
                                        <p:tgtEl>
                                          <p:spTgt spid="25"/>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6"/>
                                        </p:tgtEl>
                                        <p:attrNameLst>
                                          <p:attrName>style.visibility</p:attrName>
                                        </p:attrNameLst>
                                      </p:cBhvr>
                                      <p:to>
                                        <p:strVal val="visible"/>
                                      </p:to>
                                    </p:set>
                                    <p:anim calcmode="lin" valueType="num">
                                      <p:cBhvr>
                                        <p:cTn id="112" dur="500" fill="hold"/>
                                        <p:tgtEl>
                                          <p:spTgt spid="26"/>
                                        </p:tgtEl>
                                        <p:attrNameLst>
                                          <p:attrName>ppt_w</p:attrName>
                                        </p:attrNameLst>
                                      </p:cBhvr>
                                      <p:tavLst>
                                        <p:tav tm="0">
                                          <p:val>
                                            <p:fltVal val="0"/>
                                          </p:val>
                                        </p:tav>
                                        <p:tav tm="100000">
                                          <p:val>
                                            <p:strVal val="#ppt_w"/>
                                          </p:val>
                                        </p:tav>
                                      </p:tavLst>
                                    </p:anim>
                                    <p:anim calcmode="lin" valueType="num">
                                      <p:cBhvr>
                                        <p:cTn id="113" dur="500" fill="hold"/>
                                        <p:tgtEl>
                                          <p:spTgt spid="26"/>
                                        </p:tgtEl>
                                        <p:attrNameLst>
                                          <p:attrName>ppt_h</p:attrName>
                                        </p:attrNameLst>
                                      </p:cBhvr>
                                      <p:tavLst>
                                        <p:tav tm="0">
                                          <p:val>
                                            <p:fltVal val="0"/>
                                          </p:val>
                                        </p:tav>
                                        <p:tav tm="100000">
                                          <p:val>
                                            <p:strVal val="#ppt_h"/>
                                          </p:val>
                                        </p:tav>
                                      </p:tavLst>
                                    </p:anim>
                                    <p:animEffect transition="in" filter="fade">
                                      <p:cBhvr>
                                        <p:cTn id="114" dur="500"/>
                                        <p:tgtEl>
                                          <p:spTgt spid="26"/>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7"/>
                                        </p:tgtEl>
                                        <p:attrNameLst>
                                          <p:attrName>style.visibility</p:attrName>
                                        </p:attrNameLst>
                                      </p:cBhvr>
                                      <p:to>
                                        <p:strVal val="visible"/>
                                      </p:to>
                                    </p:set>
                                    <p:anim calcmode="lin" valueType="num">
                                      <p:cBhvr>
                                        <p:cTn id="117" dur="500" fill="hold"/>
                                        <p:tgtEl>
                                          <p:spTgt spid="27"/>
                                        </p:tgtEl>
                                        <p:attrNameLst>
                                          <p:attrName>ppt_w</p:attrName>
                                        </p:attrNameLst>
                                      </p:cBhvr>
                                      <p:tavLst>
                                        <p:tav tm="0">
                                          <p:val>
                                            <p:fltVal val="0"/>
                                          </p:val>
                                        </p:tav>
                                        <p:tav tm="100000">
                                          <p:val>
                                            <p:strVal val="#ppt_w"/>
                                          </p:val>
                                        </p:tav>
                                      </p:tavLst>
                                    </p:anim>
                                    <p:anim calcmode="lin" valueType="num">
                                      <p:cBhvr>
                                        <p:cTn id="118" dur="500" fill="hold"/>
                                        <p:tgtEl>
                                          <p:spTgt spid="27"/>
                                        </p:tgtEl>
                                        <p:attrNameLst>
                                          <p:attrName>ppt_h</p:attrName>
                                        </p:attrNameLst>
                                      </p:cBhvr>
                                      <p:tavLst>
                                        <p:tav tm="0">
                                          <p:val>
                                            <p:fltVal val="0"/>
                                          </p:val>
                                        </p:tav>
                                        <p:tav tm="100000">
                                          <p:val>
                                            <p:strVal val="#ppt_h"/>
                                          </p:val>
                                        </p:tav>
                                      </p:tavLst>
                                    </p:anim>
                                    <p:animEffect transition="in" filter="fade">
                                      <p:cBhvr>
                                        <p:cTn id="119" dur="500"/>
                                        <p:tgtEl>
                                          <p:spTgt spid="27"/>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8"/>
                                        </p:tgtEl>
                                        <p:attrNameLst>
                                          <p:attrName>style.visibility</p:attrName>
                                        </p:attrNameLst>
                                      </p:cBhvr>
                                      <p:to>
                                        <p:strVal val="visible"/>
                                      </p:to>
                                    </p:set>
                                    <p:anim calcmode="lin" valueType="num">
                                      <p:cBhvr>
                                        <p:cTn id="122" dur="500" fill="hold"/>
                                        <p:tgtEl>
                                          <p:spTgt spid="28"/>
                                        </p:tgtEl>
                                        <p:attrNameLst>
                                          <p:attrName>ppt_w</p:attrName>
                                        </p:attrNameLst>
                                      </p:cBhvr>
                                      <p:tavLst>
                                        <p:tav tm="0">
                                          <p:val>
                                            <p:fltVal val="0"/>
                                          </p:val>
                                        </p:tav>
                                        <p:tav tm="100000">
                                          <p:val>
                                            <p:strVal val="#ppt_w"/>
                                          </p:val>
                                        </p:tav>
                                      </p:tavLst>
                                    </p:anim>
                                    <p:anim calcmode="lin" valueType="num">
                                      <p:cBhvr>
                                        <p:cTn id="123" dur="500" fill="hold"/>
                                        <p:tgtEl>
                                          <p:spTgt spid="28"/>
                                        </p:tgtEl>
                                        <p:attrNameLst>
                                          <p:attrName>ppt_h</p:attrName>
                                        </p:attrNameLst>
                                      </p:cBhvr>
                                      <p:tavLst>
                                        <p:tav tm="0">
                                          <p:val>
                                            <p:fltVal val="0"/>
                                          </p:val>
                                        </p:tav>
                                        <p:tav tm="100000">
                                          <p:val>
                                            <p:strVal val="#ppt_h"/>
                                          </p:val>
                                        </p:tav>
                                      </p:tavLst>
                                    </p:anim>
                                    <p:animEffect transition="in" filter="fade">
                                      <p:cBhvr>
                                        <p:cTn id="124" dur="500"/>
                                        <p:tgtEl>
                                          <p:spTgt spid="28"/>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 calcmode="lin" valueType="num">
                                      <p:cBhvr>
                                        <p:cTn id="127" dur="500" fill="hold"/>
                                        <p:tgtEl>
                                          <p:spTgt spid="29"/>
                                        </p:tgtEl>
                                        <p:attrNameLst>
                                          <p:attrName>ppt_w</p:attrName>
                                        </p:attrNameLst>
                                      </p:cBhvr>
                                      <p:tavLst>
                                        <p:tav tm="0">
                                          <p:val>
                                            <p:fltVal val="0"/>
                                          </p:val>
                                        </p:tav>
                                        <p:tav tm="100000">
                                          <p:val>
                                            <p:strVal val="#ppt_w"/>
                                          </p:val>
                                        </p:tav>
                                      </p:tavLst>
                                    </p:anim>
                                    <p:anim calcmode="lin" valueType="num">
                                      <p:cBhvr>
                                        <p:cTn id="128" dur="500" fill="hold"/>
                                        <p:tgtEl>
                                          <p:spTgt spid="29"/>
                                        </p:tgtEl>
                                        <p:attrNameLst>
                                          <p:attrName>ppt_h</p:attrName>
                                        </p:attrNameLst>
                                      </p:cBhvr>
                                      <p:tavLst>
                                        <p:tav tm="0">
                                          <p:val>
                                            <p:fltVal val="0"/>
                                          </p:val>
                                        </p:tav>
                                        <p:tav tm="100000">
                                          <p:val>
                                            <p:strVal val="#ppt_h"/>
                                          </p:val>
                                        </p:tav>
                                      </p:tavLst>
                                    </p:anim>
                                    <p:animEffect transition="in" filter="fade">
                                      <p:cBhvr>
                                        <p:cTn id="129" dur="500"/>
                                        <p:tgtEl>
                                          <p:spTgt spid="29"/>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30"/>
                                        </p:tgtEl>
                                        <p:attrNameLst>
                                          <p:attrName>style.visibility</p:attrName>
                                        </p:attrNameLst>
                                      </p:cBhvr>
                                      <p:to>
                                        <p:strVal val="visible"/>
                                      </p:to>
                                    </p:set>
                                    <p:anim calcmode="lin" valueType="num">
                                      <p:cBhvr>
                                        <p:cTn id="132" dur="500" fill="hold"/>
                                        <p:tgtEl>
                                          <p:spTgt spid="30"/>
                                        </p:tgtEl>
                                        <p:attrNameLst>
                                          <p:attrName>ppt_w</p:attrName>
                                        </p:attrNameLst>
                                      </p:cBhvr>
                                      <p:tavLst>
                                        <p:tav tm="0">
                                          <p:val>
                                            <p:fltVal val="0"/>
                                          </p:val>
                                        </p:tav>
                                        <p:tav tm="100000">
                                          <p:val>
                                            <p:strVal val="#ppt_w"/>
                                          </p:val>
                                        </p:tav>
                                      </p:tavLst>
                                    </p:anim>
                                    <p:anim calcmode="lin" valueType="num">
                                      <p:cBhvr>
                                        <p:cTn id="133" dur="500" fill="hold"/>
                                        <p:tgtEl>
                                          <p:spTgt spid="30"/>
                                        </p:tgtEl>
                                        <p:attrNameLst>
                                          <p:attrName>ppt_h</p:attrName>
                                        </p:attrNameLst>
                                      </p:cBhvr>
                                      <p:tavLst>
                                        <p:tav tm="0">
                                          <p:val>
                                            <p:fltVal val="0"/>
                                          </p:val>
                                        </p:tav>
                                        <p:tav tm="100000">
                                          <p:val>
                                            <p:strVal val="#ppt_h"/>
                                          </p:val>
                                        </p:tav>
                                      </p:tavLst>
                                    </p:anim>
                                    <p:animEffect transition="in" filter="fade">
                                      <p:cBhvr>
                                        <p:cTn id="134" dur="500"/>
                                        <p:tgtEl>
                                          <p:spTgt spid="30"/>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1"/>
                                        </p:tgtEl>
                                        <p:attrNameLst>
                                          <p:attrName>style.visibility</p:attrName>
                                        </p:attrNameLst>
                                      </p:cBhvr>
                                      <p:to>
                                        <p:strVal val="visible"/>
                                      </p:to>
                                    </p:set>
                                    <p:anim calcmode="lin" valueType="num">
                                      <p:cBhvr>
                                        <p:cTn id="137" dur="500" fill="hold"/>
                                        <p:tgtEl>
                                          <p:spTgt spid="31"/>
                                        </p:tgtEl>
                                        <p:attrNameLst>
                                          <p:attrName>ppt_w</p:attrName>
                                        </p:attrNameLst>
                                      </p:cBhvr>
                                      <p:tavLst>
                                        <p:tav tm="0">
                                          <p:val>
                                            <p:fltVal val="0"/>
                                          </p:val>
                                        </p:tav>
                                        <p:tav tm="100000">
                                          <p:val>
                                            <p:strVal val="#ppt_w"/>
                                          </p:val>
                                        </p:tav>
                                      </p:tavLst>
                                    </p:anim>
                                    <p:anim calcmode="lin" valueType="num">
                                      <p:cBhvr>
                                        <p:cTn id="138" dur="500" fill="hold"/>
                                        <p:tgtEl>
                                          <p:spTgt spid="31"/>
                                        </p:tgtEl>
                                        <p:attrNameLst>
                                          <p:attrName>ppt_h</p:attrName>
                                        </p:attrNameLst>
                                      </p:cBhvr>
                                      <p:tavLst>
                                        <p:tav tm="0">
                                          <p:val>
                                            <p:fltVal val="0"/>
                                          </p:val>
                                        </p:tav>
                                        <p:tav tm="100000">
                                          <p:val>
                                            <p:strVal val="#ppt_h"/>
                                          </p:val>
                                        </p:tav>
                                      </p:tavLst>
                                    </p:anim>
                                    <p:animEffect transition="in" filter="fade">
                                      <p:cBhvr>
                                        <p:cTn id="139" dur="500"/>
                                        <p:tgtEl>
                                          <p:spTgt spid="31"/>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32"/>
                                        </p:tgtEl>
                                        <p:attrNameLst>
                                          <p:attrName>style.visibility</p:attrName>
                                        </p:attrNameLst>
                                      </p:cBhvr>
                                      <p:to>
                                        <p:strVal val="visible"/>
                                      </p:to>
                                    </p:set>
                                    <p:anim calcmode="lin" valueType="num">
                                      <p:cBhvr>
                                        <p:cTn id="142" dur="500" fill="hold"/>
                                        <p:tgtEl>
                                          <p:spTgt spid="32"/>
                                        </p:tgtEl>
                                        <p:attrNameLst>
                                          <p:attrName>ppt_w</p:attrName>
                                        </p:attrNameLst>
                                      </p:cBhvr>
                                      <p:tavLst>
                                        <p:tav tm="0">
                                          <p:val>
                                            <p:fltVal val="0"/>
                                          </p:val>
                                        </p:tav>
                                        <p:tav tm="100000">
                                          <p:val>
                                            <p:strVal val="#ppt_w"/>
                                          </p:val>
                                        </p:tav>
                                      </p:tavLst>
                                    </p:anim>
                                    <p:anim calcmode="lin" valueType="num">
                                      <p:cBhvr>
                                        <p:cTn id="143" dur="500" fill="hold"/>
                                        <p:tgtEl>
                                          <p:spTgt spid="32"/>
                                        </p:tgtEl>
                                        <p:attrNameLst>
                                          <p:attrName>ppt_h</p:attrName>
                                        </p:attrNameLst>
                                      </p:cBhvr>
                                      <p:tavLst>
                                        <p:tav tm="0">
                                          <p:val>
                                            <p:fltVal val="0"/>
                                          </p:val>
                                        </p:tav>
                                        <p:tav tm="100000">
                                          <p:val>
                                            <p:strVal val="#ppt_h"/>
                                          </p:val>
                                        </p:tav>
                                      </p:tavLst>
                                    </p:anim>
                                    <p:animEffect transition="in" filter="fade">
                                      <p:cBhvr>
                                        <p:cTn id="144" dur="500"/>
                                        <p:tgtEl>
                                          <p:spTgt spid="32"/>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p:cTn id="147" dur="500" fill="hold"/>
                                        <p:tgtEl>
                                          <p:spTgt spid="33"/>
                                        </p:tgtEl>
                                        <p:attrNameLst>
                                          <p:attrName>ppt_w</p:attrName>
                                        </p:attrNameLst>
                                      </p:cBhvr>
                                      <p:tavLst>
                                        <p:tav tm="0">
                                          <p:val>
                                            <p:fltVal val="0"/>
                                          </p:val>
                                        </p:tav>
                                        <p:tav tm="100000">
                                          <p:val>
                                            <p:strVal val="#ppt_w"/>
                                          </p:val>
                                        </p:tav>
                                      </p:tavLst>
                                    </p:anim>
                                    <p:anim calcmode="lin" valueType="num">
                                      <p:cBhvr>
                                        <p:cTn id="148" dur="500" fill="hold"/>
                                        <p:tgtEl>
                                          <p:spTgt spid="33"/>
                                        </p:tgtEl>
                                        <p:attrNameLst>
                                          <p:attrName>ppt_h</p:attrName>
                                        </p:attrNameLst>
                                      </p:cBhvr>
                                      <p:tavLst>
                                        <p:tav tm="0">
                                          <p:val>
                                            <p:fltVal val="0"/>
                                          </p:val>
                                        </p:tav>
                                        <p:tav tm="100000">
                                          <p:val>
                                            <p:strVal val="#ppt_h"/>
                                          </p:val>
                                        </p:tav>
                                      </p:tavLst>
                                    </p:anim>
                                    <p:animEffect transition="in" filter="fade">
                                      <p:cBhvr>
                                        <p:cTn id="149" dur="500"/>
                                        <p:tgtEl>
                                          <p:spTgt spid="33"/>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34"/>
                                        </p:tgtEl>
                                        <p:attrNameLst>
                                          <p:attrName>style.visibility</p:attrName>
                                        </p:attrNameLst>
                                      </p:cBhvr>
                                      <p:to>
                                        <p:strVal val="visible"/>
                                      </p:to>
                                    </p:set>
                                    <p:anim calcmode="lin" valueType="num">
                                      <p:cBhvr>
                                        <p:cTn id="152" dur="500" fill="hold"/>
                                        <p:tgtEl>
                                          <p:spTgt spid="34"/>
                                        </p:tgtEl>
                                        <p:attrNameLst>
                                          <p:attrName>ppt_w</p:attrName>
                                        </p:attrNameLst>
                                      </p:cBhvr>
                                      <p:tavLst>
                                        <p:tav tm="0">
                                          <p:val>
                                            <p:fltVal val="0"/>
                                          </p:val>
                                        </p:tav>
                                        <p:tav tm="100000">
                                          <p:val>
                                            <p:strVal val="#ppt_w"/>
                                          </p:val>
                                        </p:tav>
                                      </p:tavLst>
                                    </p:anim>
                                    <p:anim calcmode="lin" valueType="num">
                                      <p:cBhvr>
                                        <p:cTn id="153" dur="500" fill="hold"/>
                                        <p:tgtEl>
                                          <p:spTgt spid="34"/>
                                        </p:tgtEl>
                                        <p:attrNameLst>
                                          <p:attrName>ppt_h</p:attrName>
                                        </p:attrNameLst>
                                      </p:cBhvr>
                                      <p:tavLst>
                                        <p:tav tm="0">
                                          <p:val>
                                            <p:fltVal val="0"/>
                                          </p:val>
                                        </p:tav>
                                        <p:tav tm="100000">
                                          <p:val>
                                            <p:strVal val="#ppt_h"/>
                                          </p:val>
                                        </p:tav>
                                      </p:tavLst>
                                    </p:anim>
                                    <p:animEffect transition="in" filter="fade">
                                      <p:cBhvr>
                                        <p:cTn id="154" dur="500"/>
                                        <p:tgtEl>
                                          <p:spTgt spid="34"/>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35"/>
                                        </p:tgtEl>
                                        <p:attrNameLst>
                                          <p:attrName>style.visibility</p:attrName>
                                        </p:attrNameLst>
                                      </p:cBhvr>
                                      <p:to>
                                        <p:strVal val="visible"/>
                                      </p:to>
                                    </p:set>
                                    <p:anim calcmode="lin" valueType="num">
                                      <p:cBhvr>
                                        <p:cTn id="157" dur="500" fill="hold"/>
                                        <p:tgtEl>
                                          <p:spTgt spid="35"/>
                                        </p:tgtEl>
                                        <p:attrNameLst>
                                          <p:attrName>ppt_w</p:attrName>
                                        </p:attrNameLst>
                                      </p:cBhvr>
                                      <p:tavLst>
                                        <p:tav tm="0">
                                          <p:val>
                                            <p:fltVal val="0"/>
                                          </p:val>
                                        </p:tav>
                                        <p:tav tm="100000">
                                          <p:val>
                                            <p:strVal val="#ppt_w"/>
                                          </p:val>
                                        </p:tav>
                                      </p:tavLst>
                                    </p:anim>
                                    <p:anim calcmode="lin" valueType="num">
                                      <p:cBhvr>
                                        <p:cTn id="158" dur="500" fill="hold"/>
                                        <p:tgtEl>
                                          <p:spTgt spid="35"/>
                                        </p:tgtEl>
                                        <p:attrNameLst>
                                          <p:attrName>ppt_h</p:attrName>
                                        </p:attrNameLst>
                                      </p:cBhvr>
                                      <p:tavLst>
                                        <p:tav tm="0">
                                          <p:val>
                                            <p:fltVal val="0"/>
                                          </p:val>
                                        </p:tav>
                                        <p:tav tm="100000">
                                          <p:val>
                                            <p:strVal val="#ppt_h"/>
                                          </p:val>
                                        </p:tav>
                                      </p:tavLst>
                                    </p:anim>
                                    <p:animEffect transition="in" filter="fade">
                                      <p:cBhvr>
                                        <p:cTn id="159" dur="500"/>
                                        <p:tgtEl>
                                          <p:spTgt spid="35"/>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36"/>
                                        </p:tgtEl>
                                        <p:attrNameLst>
                                          <p:attrName>style.visibility</p:attrName>
                                        </p:attrNameLst>
                                      </p:cBhvr>
                                      <p:to>
                                        <p:strVal val="visible"/>
                                      </p:to>
                                    </p:set>
                                    <p:anim calcmode="lin" valueType="num">
                                      <p:cBhvr>
                                        <p:cTn id="162" dur="500" fill="hold"/>
                                        <p:tgtEl>
                                          <p:spTgt spid="36"/>
                                        </p:tgtEl>
                                        <p:attrNameLst>
                                          <p:attrName>ppt_w</p:attrName>
                                        </p:attrNameLst>
                                      </p:cBhvr>
                                      <p:tavLst>
                                        <p:tav tm="0">
                                          <p:val>
                                            <p:fltVal val="0"/>
                                          </p:val>
                                        </p:tav>
                                        <p:tav tm="100000">
                                          <p:val>
                                            <p:strVal val="#ppt_w"/>
                                          </p:val>
                                        </p:tav>
                                      </p:tavLst>
                                    </p:anim>
                                    <p:anim calcmode="lin" valueType="num">
                                      <p:cBhvr>
                                        <p:cTn id="163" dur="500" fill="hold"/>
                                        <p:tgtEl>
                                          <p:spTgt spid="36"/>
                                        </p:tgtEl>
                                        <p:attrNameLst>
                                          <p:attrName>ppt_h</p:attrName>
                                        </p:attrNameLst>
                                      </p:cBhvr>
                                      <p:tavLst>
                                        <p:tav tm="0">
                                          <p:val>
                                            <p:fltVal val="0"/>
                                          </p:val>
                                        </p:tav>
                                        <p:tav tm="100000">
                                          <p:val>
                                            <p:strVal val="#ppt_h"/>
                                          </p:val>
                                        </p:tav>
                                      </p:tavLst>
                                    </p:anim>
                                    <p:animEffect transition="in" filter="fade">
                                      <p:cBhvr>
                                        <p:cTn id="164" dur="500"/>
                                        <p:tgtEl>
                                          <p:spTgt spid="36"/>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37"/>
                                        </p:tgtEl>
                                        <p:attrNameLst>
                                          <p:attrName>style.visibility</p:attrName>
                                        </p:attrNameLst>
                                      </p:cBhvr>
                                      <p:to>
                                        <p:strVal val="visible"/>
                                      </p:to>
                                    </p:set>
                                    <p:anim calcmode="lin" valueType="num">
                                      <p:cBhvr>
                                        <p:cTn id="167" dur="500" fill="hold"/>
                                        <p:tgtEl>
                                          <p:spTgt spid="37"/>
                                        </p:tgtEl>
                                        <p:attrNameLst>
                                          <p:attrName>ppt_w</p:attrName>
                                        </p:attrNameLst>
                                      </p:cBhvr>
                                      <p:tavLst>
                                        <p:tav tm="0">
                                          <p:val>
                                            <p:fltVal val="0"/>
                                          </p:val>
                                        </p:tav>
                                        <p:tav tm="100000">
                                          <p:val>
                                            <p:strVal val="#ppt_w"/>
                                          </p:val>
                                        </p:tav>
                                      </p:tavLst>
                                    </p:anim>
                                    <p:anim calcmode="lin" valueType="num">
                                      <p:cBhvr>
                                        <p:cTn id="168" dur="500" fill="hold"/>
                                        <p:tgtEl>
                                          <p:spTgt spid="37"/>
                                        </p:tgtEl>
                                        <p:attrNameLst>
                                          <p:attrName>ppt_h</p:attrName>
                                        </p:attrNameLst>
                                      </p:cBhvr>
                                      <p:tavLst>
                                        <p:tav tm="0">
                                          <p:val>
                                            <p:fltVal val="0"/>
                                          </p:val>
                                        </p:tav>
                                        <p:tav tm="100000">
                                          <p:val>
                                            <p:strVal val="#ppt_h"/>
                                          </p:val>
                                        </p:tav>
                                      </p:tavLst>
                                    </p:anim>
                                    <p:animEffect transition="in" filter="fade">
                                      <p:cBhvr>
                                        <p:cTn id="169" dur="500"/>
                                        <p:tgtEl>
                                          <p:spTgt spid="37"/>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38"/>
                                        </p:tgtEl>
                                        <p:attrNameLst>
                                          <p:attrName>style.visibility</p:attrName>
                                        </p:attrNameLst>
                                      </p:cBhvr>
                                      <p:to>
                                        <p:strVal val="visible"/>
                                      </p:to>
                                    </p:set>
                                    <p:anim calcmode="lin" valueType="num">
                                      <p:cBhvr>
                                        <p:cTn id="172" dur="500" fill="hold"/>
                                        <p:tgtEl>
                                          <p:spTgt spid="38"/>
                                        </p:tgtEl>
                                        <p:attrNameLst>
                                          <p:attrName>ppt_w</p:attrName>
                                        </p:attrNameLst>
                                      </p:cBhvr>
                                      <p:tavLst>
                                        <p:tav tm="0">
                                          <p:val>
                                            <p:fltVal val="0"/>
                                          </p:val>
                                        </p:tav>
                                        <p:tav tm="100000">
                                          <p:val>
                                            <p:strVal val="#ppt_w"/>
                                          </p:val>
                                        </p:tav>
                                      </p:tavLst>
                                    </p:anim>
                                    <p:anim calcmode="lin" valueType="num">
                                      <p:cBhvr>
                                        <p:cTn id="173" dur="500" fill="hold"/>
                                        <p:tgtEl>
                                          <p:spTgt spid="38"/>
                                        </p:tgtEl>
                                        <p:attrNameLst>
                                          <p:attrName>ppt_h</p:attrName>
                                        </p:attrNameLst>
                                      </p:cBhvr>
                                      <p:tavLst>
                                        <p:tav tm="0">
                                          <p:val>
                                            <p:fltVal val="0"/>
                                          </p:val>
                                        </p:tav>
                                        <p:tav tm="100000">
                                          <p:val>
                                            <p:strVal val="#ppt_h"/>
                                          </p:val>
                                        </p:tav>
                                      </p:tavLst>
                                    </p:anim>
                                    <p:animEffect transition="in" filter="fade">
                                      <p:cBhvr>
                                        <p:cTn id="174" dur="500"/>
                                        <p:tgtEl>
                                          <p:spTgt spid="38"/>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39"/>
                                        </p:tgtEl>
                                        <p:attrNameLst>
                                          <p:attrName>style.visibility</p:attrName>
                                        </p:attrNameLst>
                                      </p:cBhvr>
                                      <p:to>
                                        <p:strVal val="visible"/>
                                      </p:to>
                                    </p:set>
                                    <p:anim calcmode="lin" valueType="num">
                                      <p:cBhvr>
                                        <p:cTn id="177" dur="500" fill="hold"/>
                                        <p:tgtEl>
                                          <p:spTgt spid="39"/>
                                        </p:tgtEl>
                                        <p:attrNameLst>
                                          <p:attrName>ppt_w</p:attrName>
                                        </p:attrNameLst>
                                      </p:cBhvr>
                                      <p:tavLst>
                                        <p:tav tm="0">
                                          <p:val>
                                            <p:fltVal val="0"/>
                                          </p:val>
                                        </p:tav>
                                        <p:tav tm="100000">
                                          <p:val>
                                            <p:strVal val="#ppt_w"/>
                                          </p:val>
                                        </p:tav>
                                      </p:tavLst>
                                    </p:anim>
                                    <p:anim calcmode="lin" valueType="num">
                                      <p:cBhvr>
                                        <p:cTn id="178" dur="500" fill="hold"/>
                                        <p:tgtEl>
                                          <p:spTgt spid="39"/>
                                        </p:tgtEl>
                                        <p:attrNameLst>
                                          <p:attrName>ppt_h</p:attrName>
                                        </p:attrNameLst>
                                      </p:cBhvr>
                                      <p:tavLst>
                                        <p:tav tm="0">
                                          <p:val>
                                            <p:fltVal val="0"/>
                                          </p:val>
                                        </p:tav>
                                        <p:tav tm="100000">
                                          <p:val>
                                            <p:strVal val="#ppt_h"/>
                                          </p:val>
                                        </p:tav>
                                      </p:tavLst>
                                    </p:anim>
                                    <p:animEffect transition="in" filter="fade">
                                      <p:cBhvr>
                                        <p:cTn id="179" dur="500"/>
                                        <p:tgtEl>
                                          <p:spTgt spid="39"/>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40"/>
                                        </p:tgtEl>
                                        <p:attrNameLst>
                                          <p:attrName>style.visibility</p:attrName>
                                        </p:attrNameLst>
                                      </p:cBhvr>
                                      <p:to>
                                        <p:strVal val="visible"/>
                                      </p:to>
                                    </p:set>
                                    <p:anim calcmode="lin" valueType="num">
                                      <p:cBhvr>
                                        <p:cTn id="182" dur="500" fill="hold"/>
                                        <p:tgtEl>
                                          <p:spTgt spid="40"/>
                                        </p:tgtEl>
                                        <p:attrNameLst>
                                          <p:attrName>ppt_w</p:attrName>
                                        </p:attrNameLst>
                                      </p:cBhvr>
                                      <p:tavLst>
                                        <p:tav tm="0">
                                          <p:val>
                                            <p:fltVal val="0"/>
                                          </p:val>
                                        </p:tav>
                                        <p:tav tm="100000">
                                          <p:val>
                                            <p:strVal val="#ppt_w"/>
                                          </p:val>
                                        </p:tav>
                                      </p:tavLst>
                                    </p:anim>
                                    <p:anim calcmode="lin" valueType="num">
                                      <p:cBhvr>
                                        <p:cTn id="183" dur="500" fill="hold"/>
                                        <p:tgtEl>
                                          <p:spTgt spid="40"/>
                                        </p:tgtEl>
                                        <p:attrNameLst>
                                          <p:attrName>ppt_h</p:attrName>
                                        </p:attrNameLst>
                                      </p:cBhvr>
                                      <p:tavLst>
                                        <p:tav tm="0">
                                          <p:val>
                                            <p:fltVal val="0"/>
                                          </p:val>
                                        </p:tav>
                                        <p:tav tm="100000">
                                          <p:val>
                                            <p:strVal val="#ppt_h"/>
                                          </p:val>
                                        </p:tav>
                                      </p:tavLst>
                                    </p:anim>
                                    <p:animEffect transition="in" filter="fade">
                                      <p:cBhvr>
                                        <p:cTn id="184" dur="500"/>
                                        <p:tgtEl>
                                          <p:spTgt spid="40"/>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41"/>
                                        </p:tgtEl>
                                        <p:attrNameLst>
                                          <p:attrName>style.visibility</p:attrName>
                                        </p:attrNameLst>
                                      </p:cBhvr>
                                      <p:to>
                                        <p:strVal val="visible"/>
                                      </p:to>
                                    </p:set>
                                    <p:anim calcmode="lin" valueType="num">
                                      <p:cBhvr>
                                        <p:cTn id="187" dur="500" fill="hold"/>
                                        <p:tgtEl>
                                          <p:spTgt spid="41"/>
                                        </p:tgtEl>
                                        <p:attrNameLst>
                                          <p:attrName>ppt_w</p:attrName>
                                        </p:attrNameLst>
                                      </p:cBhvr>
                                      <p:tavLst>
                                        <p:tav tm="0">
                                          <p:val>
                                            <p:fltVal val="0"/>
                                          </p:val>
                                        </p:tav>
                                        <p:tav tm="100000">
                                          <p:val>
                                            <p:strVal val="#ppt_w"/>
                                          </p:val>
                                        </p:tav>
                                      </p:tavLst>
                                    </p:anim>
                                    <p:anim calcmode="lin" valueType="num">
                                      <p:cBhvr>
                                        <p:cTn id="188" dur="500" fill="hold"/>
                                        <p:tgtEl>
                                          <p:spTgt spid="41"/>
                                        </p:tgtEl>
                                        <p:attrNameLst>
                                          <p:attrName>ppt_h</p:attrName>
                                        </p:attrNameLst>
                                      </p:cBhvr>
                                      <p:tavLst>
                                        <p:tav tm="0">
                                          <p:val>
                                            <p:fltVal val="0"/>
                                          </p:val>
                                        </p:tav>
                                        <p:tav tm="100000">
                                          <p:val>
                                            <p:strVal val="#ppt_h"/>
                                          </p:val>
                                        </p:tav>
                                      </p:tavLst>
                                    </p:anim>
                                    <p:animEffect transition="in" filter="fade">
                                      <p:cBhvr>
                                        <p:cTn id="189" dur="500"/>
                                        <p:tgtEl>
                                          <p:spTgt spid="41"/>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42"/>
                                        </p:tgtEl>
                                        <p:attrNameLst>
                                          <p:attrName>style.visibility</p:attrName>
                                        </p:attrNameLst>
                                      </p:cBhvr>
                                      <p:to>
                                        <p:strVal val="visible"/>
                                      </p:to>
                                    </p:set>
                                    <p:anim calcmode="lin" valueType="num">
                                      <p:cBhvr>
                                        <p:cTn id="192" dur="500" fill="hold"/>
                                        <p:tgtEl>
                                          <p:spTgt spid="42"/>
                                        </p:tgtEl>
                                        <p:attrNameLst>
                                          <p:attrName>ppt_w</p:attrName>
                                        </p:attrNameLst>
                                      </p:cBhvr>
                                      <p:tavLst>
                                        <p:tav tm="0">
                                          <p:val>
                                            <p:fltVal val="0"/>
                                          </p:val>
                                        </p:tav>
                                        <p:tav tm="100000">
                                          <p:val>
                                            <p:strVal val="#ppt_w"/>
                                          </p:val>
                                        </p:tav>
                                      </p:tavLst>
                                    </p:anim>
                                    <p:anim calcmode="lin" valueType="num">
                                      <p:cBhvr>
                                        <p:cTn id="193" dur="500" fill="hold"/>
                                        <p:tgtEl>
                                          <p:spTgt spid="42"/>
                                        </p:tgtEl>
                                        <p:attrNameLst>
                                          <p:attrName>ppt_h</p:attrName>
                                        </p:attrNameLst>
                                      </p:cBhvr>
                                      <p:tavLst>
                                        <p:tav tm="0">
                                          <p:val>
                                            <p:fltVal val="0"/>
                                          </p:val>
                                        </p:tav>
                                        <p:tav tm="100000">
                                          <p:val>
                                            <p:strVal val="#ppt_h"/>
                                          </p:val>
                                        </p:tav>
                                      </p:tavLst>
                                    </p:anim>
                                    <p:animEffect transition="in" filter="fade">
                                      <p:cBhvr>
                                        <p:cTn id="194" dur="500"/>
                                        <p:tgtEl>
                                          <p:spTgt spid="42"/>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43"/>
                                        </p:tgtEl>
                                        <p:attrNameLst>
                                          <p:attrName>style.visibility</p:attrName>
                                        </p:attrNameLst>
                                      </p:cBhvr>
                                      <p:to>
                                        <p:strVal val="visible"/>
                                      </p:to>
                                    </p:set>
                                    <p:anim calcmode="lin" valueType="num">
                                      <p:cBhvr>
                                        <p:cTn id="197" dur="500" fill="hold"/>
                                        <p:tgtEl>
                                          <p:spTgt spid="43"/>
                                        </p:tgtEl>
                                        <p:attrNameLst>
                                          <p:attrName>ppt_w</p:attrName>
                                        </p:attrNameLst>
                                      </p:cBhvr>
                                      <p:tavLst>
                                        <p:tav tm="0">
                                          <p:val>
                                            <p:fltVal val="0"/>
                                          </p:val>
                                        </p:tav>
                                        <p:tav tm="100000">
                                          <p:val>
                                            <p:strVal val="#ppt_w"/>
                                          </p:val>
                                        </p:tav>
                                      </p:tavLst>
                                    </p:anim>
                                    <p:anim calcmode="lin" valueType="num">
                                      <p:cBhvr>
                                        <p:cTn id="198" dur="500" fill="hold"/>
                                        <p:tgtEl>
                                          <p:spTgt spid="43"/>
                                        </p:tgtEl>
                                        <p:attrNameLst>
                                          <p:attrName>ppt_h</p:attrName>
                                        </p:attrNameLst>
                                      </p:cBhvr>
                                      <p:tavLst>
                                        <p:tav tm="0">
                                          <p:val>
                                            <p:fltVal val="0"/>
                                          </p:val>
                                        </p:tav>
                                        <p:tav tm="100000">
                                          <p:val>
                                            <p:strVal val="#ppt_h"/>
                                          </p:val>
                                        </p:tav>
                                      </p:tavLst>
                                    </p:anim>
                                    <p:animEffect transition="in" filter="fade">
                                      <p:cBhvr>
                                        <p:cTn id="199" dur="500"/>
                                        <p:tgtEl>
                                          <p:spTgt spid="43"/>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44"/>
                                        </p:tgtEl>
                                        <p:attrNameLst>
                                          <p:attrName>style.visibility</p:attrName>
                                        </p:attrNameLst>
                                      </p:cBhvr>
                                      <p:to>
                                        <p:strVal val="visible"/>
                                      </p:to>
                                    </p:set>
                                    <p:anim calcmode="lin" valueType="num">
                                      <p:cBhvr>
                                        <p:cTn id="202" dur="500" fill="hold"/>
                                        <p:tgtEl>
                                          <p:spTgt spid="44"/>
                                        </p:tgtEl>
                                        <p:attrNameLst>
                                          <p:attrName>ppt_w</p:attrName>
                                        </p:attrNameLst>
                                      </p:cBhvr>
                                      <p:tavLst>
                                        <p:tav tm="0">
                                          <p:val>
                                            <p:fltVal val="0"/>
                                          </p:val>
                                        </p:tav>
                                        <p:tav tm="100000">
                                          <p:val>
                                            <p:strVal val="#ppt_w"/>
                                          </p:val>
                                        </p:tav>
                                      </p:tavLst>
                                    </p:anim>
                                    <p:anim calcmode="lin" valueType="num">
                                      <p:cBhvr>
                                        <p:cTn id="203" dur="500" fill="hold"/>
                                        <p:tgtEl>
                                          <p:spTgt spid="44"/>
                                        </p:tgtEl>
                                        <p:attrNameLst>
                                          <p:attrName>ppt_h</p:attrName>
                                        </p:attrNameLst>
                                      </p:cBhvr>
                                      <p:tavLst>
                                        <p:tav tm="0">
                                          <p:val>
                                            <p:fltVal val="0"/>
                                          </p:val>
                                        </p:tav>
                                        <p:tav tm="100000">
                                          <p:val>
                                            <p:strVal val="#ppt_h"/>
                                          </p:val>
                                        </p:tav>
                                      </p:tavLst>
                                    </p:anim>
                                    <p:animEffect transition="in" filter="fade">
                                      <p:cBhvr>
                                        <p:cTn id="204" dur="500"/>
                                        <p:tgtEl>
                                          <p:spTgt spid="44"/>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45"/>
                                        </p:tgtEl>
                                        <p:attrNameLst>
                                          <p:attrName>style.visibility</p:attrName>
                                        </p:attrNameLst>
                                      </p:cBhvr>
                                      <p:to>
                                        <p:strVal val="visible"/>
                                      </p:to>
                                    </p:set>
                                    <p:anim calcmode="lin" valueType="num">
                                      <p:cBhvr>
                                        <p:cTn id="207" dur="500" fill="hold"/>
                                        <p:tgtEl>
                                          <p:spTgt spid="45"/>
                                        </p:tgtEl>
                                        <p:attrNameLst>
                                          <p:attrName>ppt_w</p:attrName>
                                        </p:attrNameLst>
                                      </p:cBhvr>
                                      <p:tavLst>
                                        <p:tav tm="0">
                                          <p:val>
                                            <p:fltVal val="0"/>
                                          </p:val>
                                        </p:tav>
                                        <p:tav tm="100000">
                                          <p:val>
                                            <p:strVal val="#ppt_w"/>
                                          </p:val>
                                        </p:tav>
                                      </p:tavLst>
                                    </p:anim>
                                    <p:anim calcmode="lin" valueType="num">
                                      <p:cBhvr>
                                        <p:cTn id="208" dur="500" fill="hold"/>
                                        <p:tgtEl>
                                          <p:spTgt spid="45"/>
                                        </p:tgtEl>
                                        <p:attrNameLst>
                                          <p:attrName>ppt_h</p:attrName>
                                        </p:attrNameLst>
                                      </p:cBhvr>
                                      <p:tavLst>
                                        <p:tav tm="0">
                                          <p:val>
                                            <p:fltVal val="0"/>
                                          </p:val>
                                        </p:tav>
                                        <p:tav tm="100000">
                                          <p:val>
                                            <p:strVal val="#ppt_h"/>
                                          </p:val>
                                        </p:tav>
                                      </p:tavLst>
                                    </p:anim>
                                    <p:animEffect transition="in" filter="fade">
                                      <p:cBhvr>
                                        <p:cTn id="209" dur="500"/>
                                        <p:tgtEl>
                                          <p:spTgt spid="45"/>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46"/>
                                        </p:tgtEl>
                                        <p:attrNameLst>
                                          <p:attrName>style.visibility</p:attrName>
                                        </p:attrNameLst>
                                      </p:cBhvr>
                                      <p:to>
                                        <p:strVal val="visible"/>
                                      </p:to>
                                    </p:set>
                                    <p:anim calcmode="lin" valueType="num">
                                      <p:cBhvr>
                                        <p:cTn id="212" dur="500" fill="hold"/>
                                        <p:tgtEl>
                                          <p:spTgt spid="46"/>
                                        </p:tgtEl>
                                        <p:attrNameLst>
                                          <p:attrName>ppt_w</p:attrName>
                                        </p:attrNameLst>
                                      </p:cBhvr>
                                      <p:tavLst>
                                        <p:tav tm="0">
                                          <p:val>
                                            <p:fltVal val="0"/>
                                          </p:val>
                                        </p:tav>
                                        <p:tav tm="100000">
                                          <p:val>
                                            <p:strVal val="#ppt_w"/>
                                          </p:val>
                                        </p:tav>
                                      </p:tavLst>
                                    </p:anim>
                                    <p:anim calcmode="lin" valueType="num">
                                      <p:cBhvr>
                                        <p:cTn id="213" dur="500" fill="hold"/>
                                        <p:tgtEl>
                                          <p:spTgt spid="46"/>
                                        </p:tgtEl>
                                        <p:attrNameLst>
                                          <p:attrName>ppt_h</p:attrName>
                                        </p:attrNameLst>
                                      </p:cBhvr>
                                      <p:tavLst>
                                        <p:tav tm="0">
                                          <p:val>
                                            <p:fltVal val="0"/>
                                          </p:val>
                                        </p:tav>
                                        <p:tav tm="100000">
                                          <p:val>
                                            <p:strVal val="#ppt_h"/>
                                          </p:val>
                                        </p:tav>
                                      </p:tavLst>
                                    </p:anim>
                                    <p:animEffect transition="in" filter="fade">
                                      <p:cBhvr>
                                        <p:cTn id="21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2386094" y="205978"/>
            <a:ext cx="2796519" cy="361259"/>
          </a:xfrm>
          <a:prstGeom prst="rect">
            <a:avLst/>
          </a:prstGeom>
        </p:spPr>
        <p:txBody>
          <a:bodyPr/>
          <a:lstStyle>
            <a:lvl1pPr algn="l" defTabSz="685800" rtl="0" eaLnBrk="1" latinLnBrk="0" hangingPunct="1">
              <a:lnSpc>
                <a:spcPct val="90000"/>
              </a:lnSpc>
              <a:spcBef>
                <a:spcPct val="0"/>
              </a:spcBef>
              <a:buNone/>
              <a:defRPr sz="1600" b="0" kern="1200">
                <a:solidFill>
                  <a:srgbClr val="613620"/>
                </a:solidFill>
                <a:latin typeface="+mj-lt"/>
                <a:ea typeface="+mj-ea"/>
                <a:cs typeface="+mj-cs"/>
              </a:defRPr>
            </a:lvl1pPr>
          </a:lstStyle>
          <a:p>
            <a:pPr defTabSz="514350"/>
            <a:r>
              <a:rPr lang="en-US" altLang="zh-CN" sz="1200">
                <a:latin typeface="Calibri"/>
                <a:ea typeface="微软雅黑"/>
              </a:rPr>
              <a:t>2.3 </a:t>
            </a:r>
            <a:r>
              <a:rPr lang="zh-CN" altLang="en-US" sz="1200">
                <a:latin typeface="Calibri"/>
                <a:ea typeface="微软雅黑"/>
              </a:rPr>
              <a:t>市场概述</a:t>
            </a:r>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6089" t="3668" r="2106" b="4528"/>
          <a:stretch/>
        </p:blipFill>
        <p:spPr>
          <a:xfrm>
            <a:off x="2047874" y="-1"/>
            <a:ext cx="5143502" cy="5143502"/>
          </a:xfrm>
          <a:prstGeom prst="rect">
            <a:avLst/>
          </a:prstGeom>
        </p:spPr>
      </p:pic>
      <p:sp>
        <p:nvSpPr>
          <p:cNvPr id="6" name="矩形 5"/>
          <p:cNvSpPr/>
          <p:nvPr/>
        </p:nvSpPr>
        <p:spPr>
          <a:xfrm>
            <a:off x="2047874" y="-1"/>
            <a:ext cx="5143502" cy="5143501"/>
          </a:xfrm>
          <a:prstGeom prst="rect">
            <a:avLst/>
          </a:prstGeom>
          <a:solidFill>
            <a:srgbClr val="C51729">
              <a:alpha val="80000"/>
            </a:srgbClr>
          </a:solidFill>
          <a:ln w="12700" cap="flat" cmpd="sng" algn="ctr">
            <a:noFill/>
            <a:prstDash val="solid"/>
            <a:miter lim="800000"/>
          </a:ln>
          <a:effectLst/>
        </p:spPr>
        <p:txBody>
          <a:bodyPr rtlCol="0" anchor="ctr"/>
          <a:lstStyle/>
          <a:p>
            <a:pPr algn="ctr" defTabSz="514350"/>
            <a:endParaRPr lang="zh-CN" altLang="en-US" sz="1013" kern="0">
              <a:solidFill>
                <a:prstClr val="white"/>
              </a:solidFill>
              <a:latin typeface="Calibri Light"/>
            </a:endParaRPr>
          </a:p>
        </p:txBody>
      </p:sp>
      <p:sp>
        <p:nvSpPr>
          <p:cNvPr id="7" name="Rectangle 5"/>
          <p:cNvSpPr/>
          <p:nvPr/>
        </p:nvSpPr>
        <p:spPr>
          <a:xfrm>
            <a:off x="2510042" y="246749"/>
            <a:ext cx="4046202" cy="4551976"/>
          </a:xfrm>
          <a:prstGeom prst="rect">
            <a:avLst/>
          </a:prstGeom>
          <a:noFill/>
          <a:ln w="127000" cap="flat" cmpd="sng" algn="ctr">
            <a:solidFill>
              <a:srgbClr val="FFFFFF">
                <a:alpha val="60000"/>
              </a:srgbClr>
            </a:solidFill>
            <a:prstDash val="solid"/>
            <a:miter lim="800000"/>
          </a:ln>
          <a:effectLst/>
        </p:spPr>
        <p:txBody>
          <a:bodyPr rtlCol="0" anchor="ctr"/>
          <a:lstStyle/>
          <a:p>
            <a:pPr algn="ctr">
              <a:defRPr/>
            </a:pPr>
            <a:endParaRPr lang="en-US" sz="1013" kern="0">
              <a:solidFill>
                <a:srgbClr val="FFFFFF"/>
              </a:solidFill>
              <a:latin typeface="微软雅黑"/>
              <a:ea typeface="Microsoft YaHei UI"/>
            </a:endParaRPr>
          </a:p>
        </p:txBody>
      </p:sp>
      <p:sp>
        <p:nvSpPr>
          <p:cNvPr id="8" name="Title 2"/>
          <p:cNvSpPr txBox="1">
            <a:spLocks/>
          </p:cNvSpPr>
          <p:nvPr/>
        </p:nvSpPr>
        <p:spPr>
          <a:xfrm>
            <a:off x="2809348" y="1008643"/>
            <a:ext cx="3641214" cy="1374182"/>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3200" kern="1200">
                <a:solidFill>
                  <a:schemeClr val="bg2">
                    <a:lumMod val="50000"/>
                  </a:schemeClr>
                </a:solidFill>
                <a:latin typeface="+mj-lt"/>
                <a:ea typeface="+mj-ea"/>
                <a:cs typeface="+mj-cs"/>
              </a:defRPr>
            </a:lvl1pPr>
          </a:lstStyle>
          <a:p>
            <a:pPr algn="ctr"/>
            <a:endParaRPr lang="en-US" sz="2400" b="1">
              <a:solidFill>
                <a:srgbClr val="FFFFFF"/>
              </a:solidFill>
              <a:latin typeface="微软雅黑"/>
              <a:ea typeface="Microsoft YaHei UI"/>
            </a:endParaRPr>
          </a:p>
        </p:txBody>
      </p:sp>
      <p:sp>
        <p:nvSpPr>
          <p:cNvPr id="9" name="TextBox 14"/>
          <p:cNvSpPr txBox="1"/>
          <p:nvPr/>
        </p:nvSpPr>
        <p:spPr>
          <a:xfrm>
            <a:off x="2934310" y="3028726"/>
            <a:ext cx="3197665" cy="1131079"/>
          </a:xfrm>
          <a:prstGeom prst="rect">
            <a:avLst/>
          </a:prstGeom>
          <a:noFill/>
        </p:spPr>
        <p:txBody>
          <a:bodyPr wrap="square" lIns="0" rtlCol="0">
            <a:spAutoFit/>
          </a:bodyPr>
          <a:lstStyle/>
          <a:p>
            <a:pPr algn="ctr">
              <a:lnSpc>
                <a:spcPct val="125000"/>
              </a:lnSpc>
            </a:pPr>
            <a:r>
              <a:rPr lang="zh-CN" altLang="en-US" sz="5400" dirty="0">
                <a:solidFill>
                  <a:srgbClr val="FFFFFF"/>
                </a:solidFill>
                <a:latin typeface="★日文毛笔" panose="02000609000000000000" pitchFamily="49" charset="-128"/>
                <a:ea typeface="★日文毛笔" panose="02000609000000000000" pitchFamily="49" charset="-128"/>
              </a:rPr>
              <a:t>五四青年</a:t>
            </a:r>
            <a:endParaRPr lang="en-US" sz="5400" dirty="0">
              <a:solidFill>
                <a:srgbClr val="FFFFFF"/>
              </a:solidFill>
              <a:latin typeface="★日文毛笔" panose="02000609000000000000" pitchFamily="49" charset="-128"/>
              <a:ea typeface="★日文毛笔" panose="02000609000000000000" pitchFamily="49" charset="-128"/>
            </a:endParaRPr>
          </a:p>
        </p:txBody>
      </p:sp>
      <p:sp>
        <p:nvSpPr>
          <p:cNvPr id="10" name="矩形 9"/>
          <p:cNvSpPr/>
          <p:nvPr/>
        </p:nvSpPr>
        <p:spPr>
          <a:xfrm>
            <a:off x="3404254" y="771730"/>
            <a:ext cx="2851669" cy="2169825"/>
          </a:xfrm>
          <a:prstGeom prst="rect">
            <a:avLst/>
          </a:prstGeom>
        </p:spPr>
        <p:txBody>
          <a:bodyPr wrap="square">
            <a:spAutoFit/>
          </a:bodyPr>
          <a:lstStyle/>
          <a:p>
            <a:pPr algn="ctr" defTabSz="514350"/>
            <a:r>
              <a:rPr lang="en-US" altLang="zh-CN" sz="13500" b="1" dirty="0">
                <a:solidFill>
                  <a:srgbClr val="FFFFFF"/>
                </a:solidFill>
                <a:latin typeface="微软雅黑"/>
                <a:ea typeface="Microsoft YaHei UI"/>
              </a:rPr>
              <a:t>03</a:t>
            </a:r>
          </a:p>
        </p:txBody>
      </p:sp>
      <p:cxnSp>
        <p:nvCxnSpPr>
          <p:cNvPr id="11" name="直接连接符 10"/>
          <p:cNvCxnSpPr>
            <a:cxnSpLocks/>
          </p:cNvCxnSpPr>
          <p:nvPr/>
        </p:nvCxnSpPr>
        <p:spPr>
          <a:xfrm>
            <a:off x="3792313" y="2824231"/>
            <a:ext cx="1481660" cy="1"/>
          </a:xfrm>
          <a:prstGeom prst="line">
            <a:avLst/>
          </a:prstGeom>
          <a:noFill/>
          <a:ln w="6350" cap="flat" cmpd="sng" algn="ctr">
            <a:solidFill>
              <a:sysClr val="window" lastClr="FFFFFF"/>
            </a:solidFill>
            <a:prstDash val="solid"/>
            <a:miter lim="800000"/>
          </a:ln>
          <a:effectLst/>
        </p:spPr>
      </p:cxnSp>
    </p:spTree>
    <p:extLst>
      <p:ext uri="{BB962C8B-B14F-4D97-AF65-F5344CB8AC3E}">
        <p14:creationId xmlns:p14="http://schemas.microsoft.com/office/powerpoint/2010/main" val="417175025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Freeform 1169"/>
          <p:cNvSpPr>
            <a:spLocks/>
          </p:cNvSpPr>
          <p:nvPr/>
        </p:nvSpPr>
        <p:spPr bwMode="auto">
          <a:xfrm>
            <a:off x="4184650" y="1862783"/>
            <a:ext cx="812800" cy="993775"/>
          </a:xfrm>
          <a:custGeom>
            <a:avLst/>
            <a:gdLst>
              <a:gd name="T0" fmla="*/ 144 w 144"/>
              <a:gd name="T1" fmla="*/ 68 h 176"/>
              <a:gd name="T2" fmla="*/ 72 w 144"/>
              <a:gd name="T3" fmla="*/ 0 h 176"/>
              <a:gd name="T4" fmla="*/ 0 w 144"/>
              <a:gd name="T5" fmla="*/ 68 h 176"/>
              <a:gd name="T6" fmla="*/ 6 w 144"/>
              <a:gd name="T7" fmla="*/ 94 h 176"/>
              <a:gd name="T8" fmla="*/ 6 w 144"/>
              <a:gd name="T9" fmla="*/ 94 h 176"/>
              <a:gd name="T10" fmla="*/ 13 w 144"/>
              <a:gd name="T11" fmla="*/ 106 h 176"/>
              <a:gd name="T12" fmla="*/ 38 w 144"/>
              <a:gd name="T13" fmla="*/ 169 h 176"/>
              <a:gd name="T14" fmla="*/ 48 w 144"/>
              <a:gd name="T15" fmla="*/ 176 h 176"/>
              <a:gd name="T16" fmla="*/ 96 w 144"/>
              <a:gd name="T17" fmla="*/ 176 h 176"/>
              <a:gd name="T18" fmla="*/ 106 w 144"/>
              <a:gd name="T19" fmla="*/ 169 h 176"/>
              <a:gd name="T20" fmla="*/ 131 w 144"/>
              <a:gd name="T21" fmla="*/ 106 h 176"/>
              <a:gd name="T22" fmla="*/ 138 w 144"/>
              <a:gd name="T23" fmla="*/ 94 h 176"/>
              <a:gd name="T24" fmla="*/ 138 w 144"/>
              <a:gd name="T25" fmla="*/ 94 h 176"/>
              <a:gd name="T26" fmla="*/ 138 w 144"/>
              <a:gd name="T27" fmla="*/ 94 h 176"/>
              <a:gd name="T28" fmla="*/ 144 w 144"/>
              <a:gd name="T29" fmla="*/ 6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4" h="176">
                <a:moveTo>
                  <a:pt x="144" y="68"/>
                </a:moveTo>
                <a:cubicBezTo>
                  <a:pt x="144" y="30"/>
                  <a:pt x="111" y="0"/>
                  <a:pt x="72" y="0"/>
                </a:cubicBezTo>
                <a:cubicBezTo>
                  <a:pt x="32" y="0"/>
                  <a:pt x="0" y="30"/>
                  <a:pt x="0" y="68"/>
                </a:cubicBezTo>
                <a:cubicBezTo>
                  <a:pt x="0" y="77"/>
                  <a:pt x="2" y="86"/>
                  <a:pt x="6" y="94"/>
                </a:cubicBezTo>
                <a:cubicBezTo>
                  <a:pt x="6" y="94"/>
                  <a:pt x="6" y="94"/>
                  <a:pt x="6" y="94"/>
                </a:cubicBezTo>
                <a:cubicBezTo>
                  <a:pt x="8" y="98"/>
                  <a:pt x="10" y="102"/>
                  <a:pt x="13" y="106"/>
                </a:cubicBezTo>
                <a:cubicBezTo>
                  <a:pt x="24" y="125"/>
                  <a:pt x="38" y="161"/>
                  <a:pt x="38" y="169"/>
                </a:cubicBezTo>
                <a:cubicBezTo>
                  <a:pt x="38" y="173"/>
                  <a:pt x="42" y="176"/>
                  <a:pt x="48" y="176"/>
                </a:cubicBezTo>
                <a:cubicBezTo>
                  <a:pt x="96" y="176"/>
                  <a:pt x="96" y="176"/>
                  <a:pt x="96" y="176"/>
                </a:cubicBezTo>
                <a:cubicBezTo>
                  <a:pt x="102" y="176"/>
                  <a:pt x="106" y="173"/>
                  <a:pt x="106" y="169"/>
                </a:cubicBezTo>
                <a:cubicBezTo>
                  <a:pt x="106" y="161"/>
                  <a:pt x="119" y="125"/>
                  <a:pt x="131" y="106"/>
                </a:cubicBezTo>
                <a:cubicBezTo>
                  <a:pt x="133" y="102"/>
                  <a:pt x="136" y="98"/>
                  <a:pt x="138" y="94"/>
                </a:cubicBezTo>
                <a:cubicBezTo>
                  <a:pt x="138" y="94"/>
                  <a:pt x="138" y="94"/>
                  <a:pt x="138" y="94"/>
                </a:cubicBezTo>
                <a:cubicBezTo>
                  <a:pt x="138" y="94"/>
                  <a:pt x="138" y="94"/>
                  <a:pt x="138" y="94"/>
                </a:cubicBezTo>
                <a:cubicBezTo>
                  <a:pt x="142" y="86"/>
                  <a:pt x="144" y="77"/>
                  <a:pt x="144" y="68"/>
                </a:cubicBezTo>
                <a:close/>
              </a:path>
            </a:pathLst>
          </a:cu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solidFill>
                <a:srgbClr val="CA2C3B"/>
              </a:solidFill>
              <a:latin typeface="+mn-lt"/>
              <a:ea typeface="+mn-ea"/>
            </a:endParaRPr>
          </a:p>
        </p:txBody>
      </p:sp>
      <p:sp>
        <p:nvSpPr>
          <p:cNvPr id="6" name="Freeform 1170"/>
          <p:cNvSpPr>
            <a:spLocks/>
          </p:cNvSpPr>
          <p:nvPr/>
        </p:nvSpPr>
        <p:spPr bwMode="auto">
          <a:xfrm>
            <a:off x="4398965" y="2907358"/>
            <a:ext cx="384175" cy="73025"/>
          </a:xfrm>
          <a:custGeom>
            <a:avLst/>
            <a:gdLst>
              <a:gd name="T0" fmla="*/ 68 w 68"/>
              <a:gd name="T1" fmla="*/ 7 h 13"/>
              <a:gd name="T2" fmla="*/ 60 w 68"/>
              <a:gd name="T3" fmla="*/ 0 h 13"/>
              <a:gd name="T4" fmla="*/ 8 w 68"/>
              <a:gd name="T5" fmla="*/ 0 h 13"/>
              <a:gd name="T6" fmla="*/ 0 w 68"/>
              <a:gd name="T7" fmla="*/ 7 h 13"/>
              <a:gd name="T8" fmla="*/ 0 w 68"/>
              <a:gd name="T9" fmla="*/ 7 h 13"/>
              <a:gd name="T10" fmla="*/ 8 w 68"/>
              <a:gd name="T11" fmla="*/ 13 h 13"/>
              <a:gd name="T12" fmla="*/ 60 w 68"/>
              <a:gd name="T13" fmla="*/ 13 h 13"/>
              <a:gd name="T14" fmla="*/ 68 w 68"/>
              <a:gd name="T15" fmla="*/ 7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3">
                <a:moveTo>
                  <a:pt x="68" y="7"/>
                </a:moveTo>
                <a:cubicBezTo>
                  <a:pt x="68" y="3"/>
                  <a:pt x="64" y="0"/>
                  <a:pt x="60" y="0"/>
                </a:cubicBezTo>
                <a:cubicBezTo>
                  <a:pt x="8" y="0"/>
                  <a:pt x="8" y="0"/>
                  <a:pt x="8" y="0"/>
                </a:cubicBezTo>
                <a:cubicBezTo>
                  <a:pt x="4" y="0"/>
                  <a:pt x="0" y="3"/>
                  <a:pt x="0" y="7"/>
                </a:cubicBezTo>
                <a:cubicBezTo>
                  <a:pt x="0" y="7"/>
                  <a:pt x="0" y="7"/>
                  <a:pt x="0" y="7"/>
                </a:cubicBezTo>
                <a:cubicBezTo>
                  <a:pt x="0" y="11"/>
                  <a:pt x="4" y="13"/>
                  <a:pt x="8" y="13"/>
                </a:cubicBezTo>
                <a:cubicBezTo>
                  <a:pt x="60" y="13"/>
                  <a:pt x="60" y="13"/>
                  <a:pt x="60" y="13"/>
                </a:cubicBezTo>
                <a:cubicBezTo>
                  <a:pt x="64" y="13"/>
                  <a:pt x="68" y="11"/>
                  <a:pt x="68" y="7"/>
                </a:cubicBezTo>
                <a:close/>
              </a:path>
            </a:pathLst>
          </a:cu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solidFill>
                <a:schemeClr val="lt1"/>
              </a:solidFill>
              <a:latin typeface="+mn-lt"/>
              <a:ea typeface="+mn-ea"/>
            </a:endParaRPr>
          </a:p>
        </p:txBody>
      </p:sp>
      <p:sp>
        <p:nvSpPr>
          <p:cNvPr id="7" name="Freeform 1171"/>
          <p:cNvSpPr>
            <a:spLocks/>
          </p:cNvSpPr>
          <p:nvPr/>
        </p:nvSpPr>
        <p:spPr bwMode="auto">
          <a:xfrm>
            <a:off x="4398965" y="3035946"/>
            <a:ext cx="384175" cy="74613"/>
          </a:xfrm>
          <a:custGeom>
            <a:avLst/>
            <a:gdLst>
              <a:gd name="T0" fmla="*/ 68 w 68"/>
              <a:gd name="T1" fmla="*/ 6 h 13"/>
              <a:gd name="T2" fmla="*/ 60 w 68"/>
              <a:gd name="T3" fmla="*/ 0 h 13"/>
              <a:gd name="T4" fmla="*/ 8 w 68"/>
              <a:gd name="T5" fmla="*/ 0 h 13"/>
              <a:gd name="T6" fmla="*/ 0 w 68"/>
              <a:gd name="T7" fmla="*/ 6 h 13"/>
              <a:gd name="T8" fmla="*/ 0 w 68"/>
              <a:gd name="T9" fmla="*/ 6 h 13"/>
              <a:gd name="T10" fmla="*/ 8 w 68"/>
              <a:gd name="T11" fmla="*/ 13 h 13"/>
              <a:gd name="T12" fmla="*/ 60 w 68"/>
              <a:gd name="T13" fmla="*/ 13 h 13"/>
              <a:gd name="T14" fmla="*/ 68 w 68"/>
              <a:gd name="T15" fmla="*/ 6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3">
                <a:moveTo>
                  <a:pt x="68" y="6"/>
                </a:moveTo>
                <a:cubicBezTo>
                  <a:pt x="68" y="3"/>
                  <a:pt x="64" y="0"/>
                  <a:pt x="60" y="0"/>
                </a:cubicBezTo>
                <a:cubicBezTo>
                  <a:pt x="8" y="0"/>
                  <a:pt x="8" y="0"/>
                  <a:pt x="8" y="0"/>
                </a:cubicBezTo>
                <a:cubicBezTo>
                  <a:pt x="4" y="0"/>
                  <a:pt x="0" y="3"/>
                  <a:pt x="0" y="6"/>
                </a:cubicBezTo>
                <a:cubicBezTo>
                  <a:pt x="0" y="6"/>
                  <a:pt x="0" y="6"/>
                  <a:pt x="0" y="6"/>
                </a:cubicBezTo>
                <a:cubicBezTo>
                  <a:pt x="0" y="10"/>
                  <a:pt x="4" y="13"/>
                  <a:pt x="8" y="13"/>
                </a:cubicBezTo>
                <a:cubicBezTo>
                  <a:pt x="60" y="13"/>
                  <a:pt x="60" y="13"/>
                  <a:pt x="60" y="13"/>
                </a:cubicBezTo>
                <a:cubicBezTo>
                  <a:pt x="64" y="13"/>
                  <a:pt x="68" y="10"/>
                  <a:pt x="68" y="6"/>
                </a:cubicBezTo>
                <a:close/>
              </a:path>
            </a:pathLst>
          </a:cu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solidFill>
                <a:schemeClr val="lt1"/>
              </a:solidFill>
              <a:latin typeface="+mn-lt"/>
              <a:ea typeface="+mn-ea"/>
            </a:endParaRPr>
          </a:p>
        </p:txBody>
      </p:sp>
      <p:sp>
        <p:nvSpPr>
          <p:cNvPr id="8" name="Freeform 1172"/>
          <p:cNvSpPr>
            <a:spLocks/>
          </p:cNvSpPr>
          <p:nvPr/>
        </p:nvSpPr>
        <p:spPr bwMode="auto">
          <a:xfrm>
            <a:off x="4483100" y="3161358"/>
            <a:ext cx="214312" cy="66675"/>
          </a:xfrm>
          <a:custGeom>
            <a:avLst/>
            <a:gdLst>
              <a:gd name="T0" fmla="*/ 38 w 38"/>
              <a:gd name="T1" fmla="*/ 6 h 12"/>
              <a:gd name="T2" fmla="*/ 31 w 38"/>
              <a:gd name="T3" fmla="*/ 12 h 12"/>
              <a:gd name="T4" fmla="*/ 6 w 38"/>
              <a:gd name="T5" fmla="*/ 12 h 12"/>
              <a:gd name="T6" fmla="*/ 0 w 38"/>
              <a:gd name="T7" fmla="*/ 6 h 12"/>
              <a:gd name="T8" fmla="*/ 0 w 38"/>
              <a:gd name="T9" fmla="*/ 6 h 12"/>
              <a:gd name="T10" fmla="*/ 6 w 38"/>
              <a:gd name="T11" fmla="*/ 0 h 12"/>
              <a:gd name="T12" fmla="*/ 31 w 38"/>
              <a:gd name="T13" fmla="*/ 0 h 12"/>
              <a:gd name="T14" fmla="*/ 38 w 38"/>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12">
                <a:moveTo>
                  <a:pt x="38" y="6"/>
                </a:moveTo>
                <a:cubicBezTo>
                  <a:pt x="38" y="9"/>
                  <a:pt x="35" y="12"/>
                  <a:pt x="31" y="12"/>
                </a:cubicBezTo>
                <a:cubicBezTo>
                  <a:pt x="6" y="12"/>
                  <a:pt x="6" y="12"/>
                  <a:pt x="6" y="12"/>
                </a:cubicBezTo>
                <a:cubicBezTo>
                  <a:pt x="3" y="12"/>
                  <a:pt x="0" y="9"/>
                  <a:pt x="0" y="6"/>
                </a:cubicBezTo>
                <a:cubicBezTo>
                  <a:pt x="0" y="6"/>
                  <a:pt x="0" y="6"/>
                  <a:pt x="0" y="6"/>
                </a:cubicBezTo>
                <a:cubicBezTo>
                  <a:pt x="0" y="2"/>
                  <a:pt x="3" y="0"/>
                  <a:pt x="6" y="0"/>
                </a:cubicBezTo>
                <a:cubicBezTo>
                  <a:pt x="31" y="0"/>
                  <a:pt x="31" y="0"/>
                  <a:pt x="31" y="0"/>
                </a:cubicBezTo>
                <a:cubicBezTo>
                  <a:pt x="35" y="0"/>
                  <a:pt x="38" y="2"/>
                  <a:pt x="38" y="6"/>
                </a:cubicBezTo>
                <a:close/>
              </a:path>
            </a:pathLst>
          </a:custGeom>
          <a:solidFill>
            <a:srgbClr val="CA2C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solidFill>
                <a:schemeClr val="lt1"/>
              </a:solidFill>
              <a:latin typeface="+mn-lt"/>
              <a:ea typeface="+mn-ea"/>
            </a:endParaRPr>
          </a:p>
        </p:txBody>
      </p:sp>
      <p:sp>
        <p:nvSpPr>
          <p:cNvPr id="9" name="Freeform 1173"/>
          <p:cNvSpPr>
            <a:spLocks/>
          </p:cNvSpPr>
          <p:nvPr/>
        </p:nvSpPr>
        <p:spPr bwMode="auto">
          <a:xfrm>
            <a:off x="5024438" y="2878781"/>
            <a:ext cx="677862" cy="388938"/>
          </a:xfrm>
          <a:custGeom>
            <a:avLst/>
            <a:gdLst>
              <a:gd name="T0" fmla="*/ 0 w 427"/>
              <a:gd name="T1" fmla="*/ 0 h 245"/>
              <a:gd name="T2" fmla="*/ 427 w 427"/>
              <a:gd name="T3" fmla="*/ 245 h 245"/>
              <a:gd name="T4" fmla="*/ 0 w 427"/>
              <a:gd name="T5" fmla="*/ 0 h 245"/>
            </a:gdLst>
            <a:ahLst/>
            <a:cxnLst>
              <a:cxn ang="0">
                <a:pos x="T0" y="T1"/>
              </a:cxn>
              <a:cxn ang="0">
                <a:pos x="T2" y="T3"/>
              </a:cxn>
              <a:cxn ang="0">
                <a:pos x="T4" y="T5"/>
              </a:cxn>
            </a:cxnLst>
            <a:rect l="0" t="0" r="r" b="b"/>
            <a:pathLst>
              <a:path w="427" h="245">
                <a:moveTo>
                  <a:pt x="0" y="0"/>
                </a:moveTo>
                <a:lnTo>
                  <a:pt x="427" y="245"/>
                </a:lnTo>
                <a:lnTo>
                  <a:pt x="0" y="0"/>
                </a:lnTo>
                <a:close/>
              </a:path>
            </a:pathLst>
          </a:custGeom>
          <a:solidFill>
            <a:srgbClr val="3C2C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1174"/>
          <p:cNvSpPr>
            <a:spLocks noChangeShapeType="1"/>
          </p:cNvSpPr>
          <p:nvPr/>
        </p:nvSpPr>
        <p:spPr bwMode="auto">
          <a:xfrm>
            <a:off x="5024438" y="2878781"/>
            <a:ext cx="677862" cy="3889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1175"/>
          <p:cNvSpPr>
            <a:spLocks/>
          </p:cNvSpPr>
          <p:nvPr/>
        </p:nvSpPr>
        <p:spPr bwMode="auto">
          <a:xfrm>
            <a:off x="5070477" y="1597669"/>
            <a:ext cx="676275" cy="395288"/>
          </a:xfrm>
          <a:custGeom>
            <a:avLst/>
            <a:gdLst>
              <a:gd name="T0" fmla="*/ 0 w 426"/>
              <a:gd name="T1" fmla="*/ 249 h 249"/>
              <a:gd name="T2" fmla="*/ 426 w 426"/>
              <a:gd name="T3" fmla="*/ 0 h 249"/>
              <a:gd name="T4" fmla="*/ 0 w 426"/>
              <a:gd name="T5" fmla="*/ 249 h 249"/>
            </a:gdLst>
            <a:ahLst/>
            <a:cxnLst>
              <a:cxn ang="0">
                <a:pos x="T0" y="T1"/>
              </a:cxn>
              <a:cxn ang="0">
                <a:pos x="T2" y="T3"/>
              </a:cxn>
              <a:cxn ang="0">
                <a:pos x="T4" y="T5"/>
              </a:cxn>
            </a:cxnLst>
            <a:rect l="0" t="0" r="r" b="b"/>
            <a:pathLst>
              <a:path w="426" h="249">
                <a:moveTo>
                  <a:pt x="0" y="249"/>
                </a:moveTo>
                <a:lnTo>
                  <a:pt x="426" y="0"/>
                </a:lnTo>
                <a:lnTo>
                  <a:pt x="0" y="249"/>
                </a:lnTo>
                <a:close/>
              </a:path>
            </a:pathLst>
          </a:custGeom>
          <a:solidFill>
            <a:srgbClr val="3C2C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Line 1176"/>
          <p:cNvSpPr>
            <a:spLocks noChangeShapeType="1"/>
          </p:cNvSpPr>
          <p:nvPr/>
        </p:nvSpPr>
        <p:spPr bwMode="auto">
          <a:xfrm flipV="1">
            <a:off x="5070477" y="1597669"/>
            <a:ext cx="676275" cy="395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1177"/>
          <p:cNvSpPr>
            <a:spLocks/>
          </p:cNvSpPr>
          <p:nvPr/>
        </p:nvSpPr>
        <p:spPr bwMode="auto">
          <a:xfrm>
            <a:off x="3455988" y="1597669"/>
            <a:ext cx="677862" cy="388938"/>
          </a:xfrm>
          <a:custGeom>
            <a:avLst/>
            <a:gdLst>
              <a:gd name="T0" fmla="*/ 427 w 427"/>
              <a:gd name="T1" fmla="*/ 245 h 245"/>
              <a:gd name="T2" fmla="*/ 0 w 427"/>
              <a:gd name="T3" fmla="*/ 0 h 245"/>
              <a:gd name="T4" fmla="*/ 427 w 427"/>
              <a:gd name="T5" fmla="*/ 245 h 245"/>
            </a:gdLst>
            <a:ahLst/>
            <a:cxnLst>
              <a:cxn ang="0">
                <a:pos x="T0" y="T1"/>
              </a:cxn>
              <a:cxn ang="0">
                <a:pos x="T2" y="T3"/>
              </a:cxn>
              <a:cxn ang="0">
                <a:pos x="T4" y="T5"/>
              </a:cxn>
            </a:cxnLst>
            <a:rect l="0" t="0" r="r" b="b"/>
            <a:pathLst>
              <a:path w="427" h="245">
                <a:moveTo>
                  <a:pt x="427" y="245"/>
                </a:moveTo>
                <a:lnTo>
                  <a:pt x="0" y="0"/>
                </a:lnTo>
                <a:lnTo>
                  <a:pt x="427" y="245"/>
                </a:lnTo>
                <a:close/>
              </a:path>
            </a:pathLst>
          </a:custGeom>
          <a:solidFill>
            <a:srgbClr val="3C2C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178"/>
          <p:cNvSpPr>
            <a:spLocks noChangeShapeType="1"/>
          </p:cNvSpPr>
          <p:nvPr/>
        </p:nvSpPr>
        <p:spPr bwMode="auto">
          <a:xfrm flipH="1" flipV="1">
            <a:off x="3455988" y="1597669"/>
            <a:ext cx="677862" cy="3889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1179"/>
          <p:cNvSpPr>
            <a:spLocks/>
          </p:cNvSpPr>
          <p:nvPr/>
        </p:nvSpPr>
        <p:spPr bwMode="auto">
          <a:xfrm>
            <a:off x="3411538" y="2872431"/>
            <a:ext cx="677862" cy="395288"/>
          </a:xfrm>
          <a:custGeom>
            <a:avLst/>
            <a:gdLst>
              <a:gd name="T0" fmla="*/ 427 w 427"/>
              <a:gd name="T1" fmla="*/ 0 h 249"/>
              <a:gd name="T2" fmla="*/ 0 w 427"/>
              <a:gd name="T3" fmla="*/ 249 h 249"/>
              <a:gd name="T4" fmla="*/ 427 w 427"/>
              <a:gd name="T5" fmla="*/ 0 h 249"/>
            </a:gdLst>
            <a:ahLst/>
            <a:cxnLst>
              <a:cxn ang="0">
                <a:pos x="T0" y="T1"/>
              </a:cxn>
              <a:cxn ang="0">
                <a:pos x="T2" y="T3"/>
              </a:cxn>
              <a:cxn ang="0">
                <a:pos x="T4" y="T5"/>
              </a:cxn>
            </a:cxnLst>
            <a:rect l="0" t="0" r="r" b="b"/>
            <a:pathLst>
              <a:path w="427" h="249">
                <a:moveTo>
                  <a:pt x="427" y="0"/>
                </a:moveTo>
                <a:lnTo>
                  <a:pt x="0" y="249"/>
                </a:lnTo>
                <a:lnTo>
                  <a:pt x="427" y="0"/>
                </a:lnTo>
                <a:close/>
              </a:path>
            </a:pathLst>
          </a:custGeom>
          <a:solidFill>
            <a:srgbClr val="3C2C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180"/>
          <p:cNvSpPr>
            <a:spLocks noChangeShapeType="1"/>
          </p:cNvSpPr>
          <p:nvPr/>
        </p:nvSpPr>
        <p:spPr bwMode="auto">
          <a:xfrm flipH="1">
            <a:off x="3411538" y="2872431"/>
            <a:ext cx="677862" cy="395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1181"/>
          <p:cNvSpPr>
            <a:spLocks/>
          </p:cNvSpPr>
          <p:nvPr/>
        </p:nvSpPr>
        <p:spPr bwMode="auto">
          <a:xfrm>
            <a:off x="5344569" y="1217910"/>
            <a:ext cx="504952" cy="388042"/>
          </a:xfrm>
          <a:custGeom>
            <a:avLst/>
            <a:gdLst>
              <a:gd name="T0" fmla="*/ 29 w 57"/>
              <a:gd name="T1" fmla="*/ 0 h 44"/>
              <a:gd name="T2" fmla="*/ 0 w 57"/>
              <a:gd name="T3" fmla="*/ 19 h 44"/>
              <a:gd name="T4" fmla="*/ 14 w 57"/>
              <a:gd name="T5" fmla="*/ 36 h 44"/>
              <a:gd name="T6" fmla="*/ 8 w 57"/>
              <a:gd name="T7" fmla="*/ 44 h 44"/>
              <a:gd name="T8" fmla="*/ 19 w 57"/>
              <a:gd name="T9" fmla="*/ 38 h 44"/>
              <a:gd name="T10" fmla="*/ 29 w 57"/>
              <a:gd name="T11" fmla="*/ 39 h 44"/>
              <a:gd name="T12" fmla="*/ 57 w 57"/>
              <a:gd name="T13" fmla="*/ 19 h 44"/>
              <a:gd name="T14" fmla="*/ 29 w 57"/>
              <a:gd name="T15" fmla="*/ 0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44">
                <a:moveTo>
                  <a:pt x="29" y="0"/>
                </a:moveTo>
                <a:cubicBezTo>
                  <a:pt x="13" y="0"/>
                  <a:pt x="0" y="9"/>
                  <a:pt x="0" y="19"/>
                </a:cubicBezTo>
                <a:cubicBezTo>
                  <a:pt x="0" y="27"/>
                  <a:pt x="6" y="33"/>
                  <a:pt x="14" y="36"/>
                </a:cubicBezTo>
                <a:cubicBezTo>
                  <a:pt x="8" y="44"/>
                  <a:pt x="8" y="44"/>
                  <a:pt x="8" y="44"/>
                </a:cubicBezTo>
                <a:cubicBezTo>
                  <a:pt x="19" y="38"/>
                  <a:pt x="19" y="38"/>
                  <a:pt x="19" y="38"/>
                </a:cubicBezTo>
                <a:cubicBezTo>
                  <a:pt x="22" y="39"/>
                  <a:pt x="25" y="39"/>
                  <a:pt x="29" y="39"/>
                </a:cubicBezTo>
                <a:cubicBezTo>
                  <a:pt x="45" y="39"/>
                  <a:pt x="57" y="30"/>
                  <a:pt x="57" y="19"/>
                </a:cubicBezTo>
                <a:cubicBezTo>
                  <a:pt x="57" y="9"/>
                  <a:pt x="45" y="0"/>
                  <a:pt x="29" y="0"/>
                </a:cubicBezTo>
                <a:close/>
              </a:path>
            </a:pathLst>
          </a:custGeom>
          <a:solidFill>
            <a:srgbClr val="CA2C3B"/>
          </a:solidFill>
          <a:ln>
            <a:noFill/>
          </a:ln>
        </p:spPr>
        <p:txBody>
          <a:bodyPr/>
          <a:lstStyle/>
          <a:p>
            <a:endParaRPr lang="zh-CN" altLang="en-US" sz="1600">
              <a:solidFill>
                <a:srgbClr val="CA2C3B"/>
              </a:solidFill>
            </a:endParaRPr>
          </a:p>
        </p:txBody>
      </p:sp>
      <p:sp>
        <p:nvSpPr>
          <p:cNvPr id="18" name="Freeform 1182"/>
          <p:cNvSpPr>
            <a:spLocks/>
          </p:cNvSpPr>
          <p:nvPr/>
        </p:nvSpPr>
        <p:spPr bwMode="auto">
          <a:xfrm>
            <a:off x="3425334" y="2954050"/>
            <a:ext cx="470128" cy="452714"/>
          </a:xfrm>
          <a:custGeom>
            <a:avLst/>
            <a:gdLst>
              <a:gd name="T0" fmla="*/ 25 w 53"/>
              <a:gd name="T1" fmla="*/ 2 h 51"/>
              <a:gd name="T2" fmla="*/ 28 w 53"/>
              <a:gd name="T3" fmla="*/ 2 h 51"/>
              <a:gd name="T4" fmla="*/ 34 w 53"/>
              <a:gd name="T5" fmla="*/ 13 h 51"/>
              <a:gd name="T6" fmla="*/ 39 w 53"/>
              <a:gd name="T7" fmla="*/ 17 h 51"/>
              <a:gd name="T8" fmla="*/ 51 w 53"/>
              <a:gd name="T9" fmla="*/ 19 h 51"/>
              <a:gd name="T10" fmla="*/ 52 w 53"/>
              <a:gd name="T11" fmla="*/ 21 h 51"/>
              <a:gd name="T12" fmla="*/ 43 w 53"/>
              <a:gd name="T13" fmla="*/ 30 h 51"/>
              <a:gd name="T14" fmla="*/ 41 w 53"/>
              <a:gd name="T15" fmla="*/ 36 h 51"/>
              <a:gd name="T16" fmla="*/ 43 w 53"/>
              <a:gd name="T17" fmla="*/ 48 h 51"/>
              <a:gd name="T18" fmla="*/ 41 w 53"/>
              <a:gd name="T19" fmla="*/ 50 h 51"/>
              <a:gd name="T20" fmla="*/ 30 w 53"/>
              <a:gd name="T21" fmla="*/ 44 h 51"/>
              <a:gd name="T22" fmla="*/ 24 w 53"/>
              <a:gd name="T23" fmla="*/ 44 h 51"/>
              <a:gd name="T24" fmla="*/ 13 w 53"/>
              <a:gd name="T25" fmla="*/ 50 h 51"/>
              <a:gd name="T26" fmla="*/ 10 w 53"/>
              <a:gd name="T27" fmla="*/ 48 h 51"/>
              <a:gd name="T28" fmla="*/ 12 w 53"/>
              <a:gd name="T29" fmla="*/ 36 h 51"/>
              <a:gd name="T30" fmla="*/ 11 w 53"/>
              <a:gd name="T31" fmla="*/ 30 h 51"/>
              <a:gd name="T32" fmla="*/ 2 w 53"/>
              <a:gd name="T33" fmla="*/ 21 h 51"/>
              <a:gd name="T34" fmla="*/ 3 w 53"/>
              <a:gd name="T35" fmla="*/ 19 h 51"/>
              <a:gd name="T36" fmla="*/ 15 w 53"/>
              <a:gd name="T37" fmla="*/ 17 h 51"/>
              <a:gd name="T38" fmla="*/ 20 w 53"/>
              <a:gd name="T39" fmla="*/ 13 h 51"/>
              <a:gd name="T40" fmla="*/ 25 w 53"/>
              <a:gd name="T41" fmla="*/ 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 h="51">
                <a:moveTo>
                  <a:pt x="25" y="2"/>
                </a:moveTo>
                <a:cubicBezTo>
                  <a:pt x="26" y="0"/>
                  <a:pt x="27" y="0"/>
                  <a:pt x="28" y="2"/>
                </a:cubicBezTo>
                <a:cubicBezTo>
                  <a:pt x="34" y="13"/>
                  <a:pt x="34" y="13"/>
                  <a:pt x="34" y="13"/>
                </a:cubicBezTo>
                <a:cubicBezTo>
                  <a:pt x="35" y="15"/>
                  <a:pt x="37" y="17"/>
                  <a:pt x="39" y="17"/>
                </a:cubicBezTo>
                <a:cubicBezTo>
                  <a:pt x="51" y="19"/>
                  <a:pt x="51" y="19"/>
                  <a:pt x="51" y="19"/>
                </a:cubicBezTo>
                <a:cubicBezTo>
                  <a:pt x="53" y="19"/>
                  <a:pt x="53" y="20"/>
                  <a:pt x="52" y="21"/>
                </a:cubicBezTo>
                <a:cubicBezTo>
                  <a:pt x="43" y="30"/>
                  <a:pt x="43" y="30"/>
                  <a:pt x="43" y="30"/>
                </a:cubicBezTo>
                <a:cubicBezTo>
                  <a:pt x="42" y="31"/>
                  <a:pt x="41" y="34"/>
                  <a:pt x="41" y="36"/>
                </a:cubicBezTo>
                <a:cubicBezTo>
                  <a:pt x="43" y="48"/>
                  <a:pt x="43" y="48"/>
                  <a:pt x="43" y="48"/>
                </a:cubicBezTo>
                <a:cubicBezTo>
                  <a:pt x="44" y="50"/>
                  <a:pt x="42" y="51"/>
                  <a:pt x="41" y="50"/>
                </a:cubicBezTo>
                <a:cubicBezTo>
                  <a:pt x="30" y="44"/>
                  <a:pt x="30" y="44"/>
                  <a:pt x="30" y="44"/>
                </a:cubicBezTo>
                <a:cubicBezTo>
                  <a:pt x="28" y="43"/>
                  <a:pt x="25" y="43"/>
                  <a:pt x="24" y="44"/>
                </a:cubicBezTo>
                <a:cubicBezTo>
                  <a:pt x="13" y="50"/>
                  <a:pt x="13" y="50"/>
                  <a:pt x="13" y="50"/>
                </a:cubicBezTo>
                <a:cubicBezTo>
                  <a:pt x="11" y="51"/>
                  <a:pt x="10" y="50"/>
                  <a:pt x="10" y="48"/>
                </a:cubicBezTo>
                <a:cubicBezTo>
                  <a:pt x="12" y="36"/>
                  <a:pt x="12" y="36"/>
                  <a:pt x="12" y="36"/>
                </a:cubicBezTo>
                <a:cubicBezTo>
                  <a:pt x="13" y="34"/>
                  <a:pt x="12" y="31"/>
                  <a:pt x="11" y="30"/>
                </a:cubicBezTo>
                <a:cubicBezTo>
                  <a:pt x="2" y="21"/>
                  <a:pt x="2" y="21"/>
                  <a:pt x="2" y="21"/>
                </a:cubicBezTo>
                <a:cubicBezTo>
                  <a:pt x="0" y="20"/>
                  <a:pt x="1" y="19"/>
                  <a:pt x="3" y="19"/>
                </a:cubicBezTo>
                <a:cubicBezTo>
                  <a:pt x="15" y="17"/>
                  <a:pt x="15" y="17"/>
                  <a:pt x="15" y="17"/>
                </a:cubicBezTo>
                <a:cubicBezTo>
                  <a:pt x="17" y="17"/>
                  <a:pt x="19" y="15"/>
                  <a:pt x="20" y="13"/>
                </a:cubicBezTo>
                <a:lnTo>
                  <a:pt x="25" y="2"/>
                </a:lnTo>
                <a:close/>
              </a:path>
            </a:pathLst>
          </a:custGeom>
          <a:solidFill>
            <a:srgbClr val="CA2C3B"/>
          </a:solidFill>
          <a:ln>
            <a:noFill/>
          </a:ln>
        </p:spPr>
        <p:txBody>
          <a:bodyPr/>
          <a:lstStyle/>
          <a:p>
            <a:endParaRPr lang="zh-CN" altLang="en-US" sz="1600">
              <a:solidFill>
                <a:srgbClr val="CA2C3B"/>
              </a:solidFill>
            </a:endParaRPr>
          </a:p>
        </p:txBody>
      </p:sp>
      <p:sp>
        <p:nvSpPr>
          <p:cNvPr id="19" name="Freeform 1183"/>
          <p:cNvSpPr>
            <a:spLocks/>
          </p:cNvSpPr>
          <p:nvPr/>
        </p:nvSpPr>
        <p:spPr bwMode="auto">
          <a:xfrm>
            <a:off x="3485016" y="1203598"/>
            <a:ext cx="343268" cy="370630"/>
          </a:xfrm>
          <a:custGeom>
            <a:avLst/>
            <a:gdLst>
              <a:gd name="T0" fmla="*/ 25 w 39"/>
              <a:gd name="T1" fmla="*/ 18 h 42"/>
              <a:gd name="T2" fmla="*/ 29 w 39"/>
              <a:gd name="T3" fmla="*/ 10 h 42"/>
              <a:gd name="T4" fmla="*/ 19 w 39"/>
              <a:gd name="T5" fmla="*/ 0 h 42"/>
              <a:gd name="T6" fmla="*/ 9 w 39"/>
              <a:gd name="T7" fmla="*/ 10 h 42"/>
              <a:gd name="T8" fmla="*/ 14 w 39"/>
              <a:gd name="T9" fmla="*/ 18 h 42"/>
              <a:gd name="T10" fmla="*/ 0 w 39"/>
              <a:gd name="T11" fmla="*/ 42 h 42"/>
              <a:gd name="T12" fmla="*/ 39 w 39"/>
              <a:gd name="T13" fmla="*/ 42 h 42"/>
              <a:gd name="T14" fmla="*/ 25 w 39"/>
              <a:gd name="T15" fmla="*/ 18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42">
                <a:moveTo>
                  <a:pt x="25" y="18"/>
                </a:moveTo>
                <a:cubicBezTo>
                  <a:pt x="27" y="16"/>
                  <a:pt x="29" y="13"/>
                  <a:pt x="29" y="10"/>
                </a:cubicBezTo>
                <a:cubicBezTo>
                  <a:pt x="29" y="4"/>
                  <a:pt x="25" y="0"/>
                  <a:pt x="19" y="0"/>
                </a:cubicBezTo>
                <a:cubicBezTo>
                  <a:pt x="14" y="0"/>
                  <a:pt x="9" y="4"/>
                  <a:pt x="9" y="10"/>
                </a:cubicBezTo>
                <a:cubicBezTo>
                  <a:pt x="9" y="13"/>
                  <a:pt x="11" y="16"/>
                  <a:pt x="14" y="18"/>
                </a:cubicBezTo>
                <a:cubicBezTo>
                  <a:pt x="7" y="21"/>
                  <a:pt x="1" y="30"/>
                  <a:pt x="0" y="42"/>
                </a:cubicBezTo>
                <a:cubicBezTo>
                  <a:pt x="39" y="42"/>
                  <a:pt x="39" y="42"/>
                  <a:pt x="39" y="42"/>
                </a:cubicBezTo>
                <a:cubicBezTo>
                  <a:pt x="37" y="30"/>
                  <a:pt x="32" y="21"/>
                  <a:pt x="25" y="18"/>
                </a:cubicBezTo>
                <a:close/>
              </a:path>
            </a:pathLst>
          </a:custGeom>
          <a:solidFill>
            <a:srgbClr val="CA2C3B"/>
          </a:solidFill>
          <a:ln>
            <a:noFill/>
          </a:ln>
        </p:spPr>
        <p:txBody>
          <a:bodyPr/>
          <a:lstStyle/>
          <a:p>
            <a:endParaRPr lang="zh-CN" altLang="en-US" sz="1600">
              <a:solidFill>
                <a:srgbClr val="CA2C3B"/>
              </a:solidFill>
            </a:endParaRPr>
          </a:p>
        </p:txBody>
      </p:sp>
      <p:sp>
        <p:nvSpPr>
          <p:cNvPr id="20" name="Freeform 1184"/>
          <p:cNvSpPr>
            <a:spLocks/>
          </p:cNvSpPr>
          <p:nvPr/>
        </p:nvSpPr>
        <p:spPr bwMode="auto">
          <a:xfrm>
            <a:off x="5379393" y="2967150"/>
            <a:ext cx="470128" cy="415402"/>
          </a:xfrm>
          <a:custGeom>
            <a:avLst/>
            <a:gdLst>
              <a:gd name="T0" fmla="*/ 27 w 53"/>
              <a:gd name="T1" fmla="*/ 10 h 47"/>
              <a:gd name="T2" fmla="*/ 13 w 53"/>
              <a:gd name="T3" fmla="*/ 0 h 47"/>
              <a:gd name="T4" fmla="*/ 1 w 53"/>
              <a:gd name="T5" fmla="*/ 16 h 47"/>
              <a:gd name="T6" fmla="*/ 26 w 53"/>
              <a:gd name="T7" fmla="*/ 47 h 47"/>
              <a:gd name="T8" fmla="*/ 52 w 53"/>
              <a:gd name="T9" fmla="*/ 17 h 47"/>
              <a:gd name="T10" fmla="*/ 40 w 53"/>
              <a:gd name="T11" fmla="*/ 1 h 47"/>
              <a:gd name="T12" fmla="*/ 27 w 53"/>
              <a:gd name="T13" fmla="*/ 10 h 47"/>
            </a:gdLst>
            <a:ahLst/>
            <a:cxnLst>
              <a:cxn ang="0">
                <a:pos x="T0" y="T1"/>
              </a:cxn>
              <a:cxn ang="0">
                <a:pos x="T2" y="T3"/>
              </a:cxn>
              <a:cxn ang="0">
                <a:pos x="T4" y="T5"/>
              </a:cxn>
              <a:cxn ang="0">
                <a:pos x="T6" y="T7"/>
              </a:cxn>
              <a:cxn ang="0">
                <a:pos x="T8" y="T9"/>
              </a:cxn>
              <a:cxn ang="0">
                <a:pos x="T10" y="T11"/>
              </a:cxn>
              <a:cxn ang="0">
                <a:pos x="T12" y="T13"/>
              </a:cxn>
            </a:cxnLst>
            <a:rect l="0" t="0" r="r" b="b"/>
            <a:pathLst>
              <a:path w="53" h="47">
                <a:moveTo>
                  <a:pt x="27" y="10"/>
                </a:moveTo>
                <a:cubicBezTo>
                  <a:pt x="24" y="4"/>
                  <a:pt x="20" y="0"/>
                  <a:pt x="13" y="0"/>
                </a:cubicBezTo>
                <a:cubicBezTo>
                  <a:pt x="4" y="1"/>
                  <a:pt x="0" y="8"/>
                  <a:pt x="1" y="16"/>
                </a:cubicBezTo>
                <a:cubicBezTo>
                  <a:pt x="2" y="27"/>
                  <a:pt x="16" y="33"/>
                  <a:pt x="26" y="47"/>
                </a:cubicBezTo>
                <a:cubicBezTo>
                  <a:pt x="36" y="34"/>
                  <a:pt x="51" y="27"/>
                  <a:pt x="52" y="17"/>
                </a:cubicBezTo>
                <a:cubicBezTo>
                  <a:pt x="53" y="8"/>
                  <a:pt x="49" y="1"/>
                  <a:pt x="40" y="1"/>
                </a:cubicBezTo>
                <a:cubicBezTo>
                  <a:pt x="33" y="0"/>
                  <a:pt x="29" y="4"/>
                  <a:pt x="27" y="10"/>
                </a:cubicBezTo>
                <a:close/>
              </a:path>
            </a:pathLst>
          </a:custGeom>
          <a:solidFill>
            <a:srgbClr val="CA2C3B"/>
          </a:solidFill>
          <a:ln>
            <a:noFill/>
          </a:ln>
        </p:spPr>
        <p:txBody>
          <a:bodyPr/>
          <a:lstStyle/>
          <a:p>
            <a:endParaRPr lang="zh-CN" altLang="en-US" sz="1600">
              <a:solidFill>
                <a:srgbClr val="CA2C3B"/>
              </a:solidFill>
            </a:endParaRPr>
          </a:p>
        </p:txBody>
      </p:sp>
      <p:sp>
        <p:nvSpPr>
          <p:cNvPr id="21" name="矩形 1"/>
          <p:cNvSpPr>
            <a:spLocks noChangeArrowheads="1"/>
          </p:cNvSpPr>
          <p:nvPr/>
        </p:nvSpPr>
        <p:spPr bwMode="auto">
          <a:xfrm>
            <a:off x="755576" y="1607423"/>
            <a:ext cx="3194052" cy="548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105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050" dirty="0">
              <a:solidFill>
                <a:schemeClr val="tx1">
                  <a:lumMod val="65000"/>
                  <a:lumOff val="35000"/>
                </a:schemeClr>
              </a:solidFill>
              <a:latin typeface="微软雅黑" pitchFamily="34" charset="-122"/>
              <a:ea typeface="微软雅黑" pitchFamily="34" charset="-122"/>
            </a:endParaRPr>
          </a:p>
        </p:txBody>
      </p:sp>
      <p:sp>
        <p:nvSpPr>
          <p:cNvPr id="22" name="矩形 1"/>
          <p:cNvSpPr>
            <a:spLocks noChangeArrowheads="1"/>
          </p:cNvSpPr>
          <p:nvPr/>
        </p:nvSpPr>
        <p:spPr bwMode="auto">
          <a:xfrm>
            <a:off x="5266380" y="1607423"/>
            <a:ext cx="3194052" cy="548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105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050" dirty="0">
              <a:solidFill>
                <a:schemeClr val="tx1">
                  <a:lumMod val="65000"/>
                  <a:lumOff val="35000"/>
                </a:schemeClr>
              </a:solidFill>
              <a:latin typeface="微软雅黑" pitchFamily="34" charset="-122"/>
              <a:ea typeface="微软雅黑" pitchFamily="34" charset="-122"/>
            </a:endParaRPr>
          </a:p>
        </p:txBody>
      </p:sp>
      <p:sp>
        <p:nvSpPr>
          <p:cNvPr id="23" name="矩形 1"/>
          <p:cNvSpPr>
            <a:spLocks noChangeArrowheads="1"/>
          </p:cNvSpPr>
          <p:nvPr/>
        </p:nvSpPr>
        <p:spPr bwMode="auto">
          <a:xfrm>
            <a:off x="755576" y="3463426"/>
            <a:ext cx="319405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105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050" dirty="0">
              <a:solidFill>
                <a:schemeClr val="tx1">
                  <a:lumMod val="65000"/>
                  <a:lumOff val="35000"/>
                </a:schemeClr>
              </a:solidFill>
              <a:latin typeface="微软雅黑" pitchFamily="34" charset="-122"/>
              <a:ea typeface="微软雅黑" pitchFamily="34" charset="-122"/>
            </a:endParaRPr>
          </a:p>
        </p:txBody>
      </p:sp>
      <p:sp>
        <p:nvSpPr>
          <p:cNvPr id="24" name="矩形 1"/>
          <p:cNvSpPr>
            <a:spLocks noChangeArrowheads="1"/>
          </p:cNvSpPr>
          <p:nvPr/>
        </p:nvSpPr>
        <p:spPr bwMode="auto">
          <a:xfrm>
            <a:off x="5266380" y="3463426"/>
            <a:ext cx="319405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105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050" dirty="0">
              <a:solidFill>
                <a:schemeClr val="tx1">
                  <a:lumMod val="65000"/>
                  <a:lumOff val="35000"/>
                </a:schemeClr>
              </a:solidFill>
              <a:latin typeface="微软雅黑" pitchFamily="34" charset="-122"/>
              <a:ea typeface="微软雅黑" pitchFamily="34" charset="-122"/>
            </a:endParaRPr>
          </a:p>
        </p:txBody>
      </p:sp>
      <p:sp>
        <p:nvSpPr>
          <p:cNvPr id="25" name="TextBox 1210"/>
          <p:cNvSpPr txBox="1"/>
          <p:nvPr/>
        </p:nvSpPr>
        <p:spPr bwMode="auto">
          <a:xfrm>
            <a:off x="1641732" y="1273433"/>
            <a:ext cx="1723549"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pPr algn="r"/>
            <a:r>
              <a:rPr lang="zh-CN" altLang="en-US" dirty="0">
                <a:solidFill>
                  <a:schemeClr val="tx1"/>
                </a:solidFill>
              </a:rPr>
              <a:t>点击此处添加标题</a:t>
            </a:r>
          </a:p>
        </p:txBody>
      </p:sp>
      <p:sp>
        <p:nvSpPr>
          <p:cNvPr id="26" name="TextBox 1211"/>
          <p:cNvSpPr txBox="1"/>
          <p:nvPr/>
        </p:nvSpPr>
        <p:spPr bwMode="auto">
          <a:xfrm>
            <a:off x="1651037" y="3087718"/>
            <a:ext cx="1723549"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8BC925"/>
                </a:solidFill>
                <a:latin typeface="微软雅黑" pitchFamily="34" charset="-122"/>
                <a:ea typeface="微软雅黑" pitchFamily="34" charset="-122"/>
                <a:cs typeface="Arial" pitchFamily="34" charset="0"/>
              </a:defRPr>
            </a:lvl1pPr>
          </a:lstStyle>
          <a:p>
            <a:r>
              <a:rPr lang="zh-CN" altLang="en-US" dirty="0">
                <a:solidFill>
                  <a:schemeClr val="tx1"/>
                </a:solidFill>
              </a:rPr>
              <a:t>点击此处添加标题</a:t>
            </a:r>
          </a:p>
        </p:txBody>
      </p:sp>
      <p:sp>
        <p:nvSpPr>
          <p:cNvPr id="27" name="TextBox 1212"/>
          <p:cNvSpPr txBox="1"/>
          <p:nvPr/>
        </p:nvSpPr>
        <p:spPr bwMode="auto">
          <a:xfrm>
            <a:off x="5944190" y="1273433"/>
            <a:ext cx="1723549"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EBAC07"/>
                </a:solidFill>
                <a:latin typeface="微软雅黑" pitchFamily="34" charset="-122"/>
                <a:ea typeface="微软雅黑" pitchFamily="34" charset="-122"/>
                <a:cs typeface="Arial" pitchFamily="34" charset="0"/>
              </a:defRPr>
            </a:lvl1pPr>
          </a:lstStyle>
          <a:p>
            <a:pPr algn="l"/>
            <a:r>
              <a:rPr lang="zh-CN" altLang="en-US" dirty="0">
                <a:solidFill>
                  <a:schemeClr val="tx1"/>
                </a:solidFill>
              </a:rPr>
              <a:t>点击此处添加标题</a:t>
            </a:r>
          </a:p>
        </p:txBody>
      </p:sp>
      <p:sp>
        <p:nvSpPr>
          <p:cNvPr id="28" name="TextBox 1213"/>
          <p:cNvSpPr txBox="1"/>
          <p:nvPr/>
        </p:nvSpPr>
        <p:spPr bwMode="auto">
          <a:xfrm>
            <a:off x="5907579" y="3087718"/>
            <a:ext cx="1723549"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284848"/>
                </a:solidFill>
                <a:latin typeface="微软雅黑" pitchFamily="34" charset="-122"/>
                <a:ea typeface="微软雅黑" pitchFamily="34" charset="-122"/>
                <a:cs typeface="Arial" pitchFamily="34" charset="0"/>
              </a:defRPr>
            </a:lvl1pPr>
          </a:lstStyle>
          <a:p>
            <a:pPr algn="l"/>
            <a:r>
              <a:rPr lang="zh-CN" altLang="en-US" dirty="0">
                <a:solidFill>
                  <a:schemeClr val="tx1"/>
                </a:solidFill>
              </a:rPr>
              <a:t>点击此处添加标题</a:t>
            </a:r>
          </a:p>
        </p:txBody>
      </p:sp>
    </p:spTree>
    <p:extLst>
      <p:ext uri="{BB962C8B-B14F-4D97-AF65-F5344CB8AC3E}">
        <p14:creationId xmlns:p14="http://schemas.microsoft.com/office/powerpoint/2010/main" val="296812922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6"/>
                                        </p:tgtEl>
                                      </p:cBhvr>
                                    </p:animEffect>
                                    <p:animScale>
                                      <p:cBhvr>
                                        <p:cTn id="10" dur="250" autoRev="1" fill="hold"/>
                                        <p:tgtEl>
                                          <p:spTgt spid="6"/>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7"/>
                                        </p:tgtEl>
                                      </p:cBhvr>
                                    </p:animEffect>
                                    <p:animScale>
                                      <p:cBhvr>
                                        <p:cTn id="13" dur="250" autoRev="1" fill="hold"/>
                                        <p:tgtEl>
                                          <p:spTgt spid="7"/>
                                        </p:tgtEl>
                                      </p:cBhvr>
                                      <p:by x="105000" y="105000"/>
                                    </p:animScale>
                                  </p:childTnLst>
                                </p:cTn>
                              </p:par>
                              <p:par>
                                <p:cTn id="14" presetID="26" presetClass="emph" presetSubtype="0" fill="hold" grpId="0" nodeType="withEffect">
                                  <p:stCondLst>
                                    <p:cond delay="0"/>
                                  </p:stCondLst>
                                  <p:childTnLst>
                                    <p:animEffect transition="out" filter="fade">
                                      <p:cBhvr>
                                        <p:cTn id="15" dur="500" tmFilter="0, 0; .2, .5; .8, .5; 1, 0"/>
                                        <p:tgtEl>
                                          <p:spTgt spid="8"/>
                                        </p:tgtEl>
                                      </p:cBhvr>
                                    </p:animEffect>
                                    <p:animScale>
                                      <p:cBhvr>
                                        <p:cTn id="16" dur="250" autoRev="1" fill="hold"/>
                                        <p:tgtEl>
                                          <p:spTgt spid="8"/>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0-#ppt_w/2"/>
                                          </p:val>
                                        </p:tav>
                                        <p:tav tm="100000">
                                          <p:val>
                                            <p:strVal val="#ppt_x"/>
                                          </p:val>
                                        </p:tav>
                                      </p:tavLst>
                                    </p:anim>
                                    <p:anim calcmode="lin" valueType="num">
                                      <p:cBhvr additive="base">
                                        <p:cTn id="22" dur="500" fill="hold"/>
                                        <p:tgtEl>
                                          <p:spTgt spid="13"/>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nodePh="1">
                                  <p:stCondLst>
                                    <p:cond delay="0"/>
                                  </p:stCondLst>
                                  <p:endCondLst>
                                    <p:cond evt="begin" delay="0">
                                      <p:tn val="23"/>
                                    </p:cond>
                                  </p:end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0-#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0-#ppt_w/2"/>
                                          </p:val>
                                        </p:tav>
                                        <p:tav tm="100000">
                                          <p:val>
                                            <p:strVal val="#ppt_x"/>
                                          </p:val>
                                        </p:tav>
                                      </p:tavLst>
                                    </p:anim>
                                    <p:anim calcmode="lin" valueType="num">
                                      <p:cBhvr additive="base">
                                        <p:cTn id="30" dur="500" fill="hold"/>
                                        <p:tgtEl>
                                          <p:spTgt spid="19"/>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0-#ppt_w/2"/>
                                          </p:val>
                                        </p:tav>
                                        <p:tav tm="100000">
                                          <p:val>
                                            <p:strVal val="#ppt_x"/>
                                          </p:val>
                                        </p:tav>
                                      </p:tavLst>
                                    </p:anim>
                                    <p:anim calcmode="lin" valueType="num">
                                      <p:cBhvr additive="base">
                                        <p:cTn id="34" dur="500" fill="hold"/>
                                        <p:tgtEl>
                                          <p:spTgt spid="21"/>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0-#ppt_w/2"/>
                                          </p:val>
                                        </p:tav>
                                        <p:tav tm="100000">
                                          <p:val>
                                            <p:strVal val="#ppt_x"/>
                                          </p:val>
                                        </p:tav>
                                      </p:tavLst>
                                    </p:anim>
                                    <p:anim calcmode="lin" valueType="num">
                                      <p:cBhvr additive="base">
                                        <p:cTn id="3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1+#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nodePh="1">
                                  <p:stCondLst>
                                    <p:cond delay="0"/>
                                  </p:stCondLst>
                                  <p:endCondLst>
                                    <p:cond evt="begin" delay="0">
                                      <p:tn val="45"/>
                                    </p:cond>
                                  </p:end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1+#ppt_w/2"/>
                                          </p:val>
                                        </p:tav>
                                        <p:tav tm="100000">
                                          <p:val>
                                            <p:strVal val="#ppt_x"/>
                                          </p:val>
                                        </p:tav>
                                      </p:tavLst>
                                    </p:anim>
                                    <p:anim calcmode="lin" valueType="num">
                                      <p:cBhvr additive="base">
                                        <p:cTn id="48" dur="500" fill="hold"/>
                                        <p:tgtEl>
                                          <p:spTgt spid="12"/>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1+#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1+#ppt_w/2"/>
                                          </p:val>
                                        </p:tav>
                                        <p:tav tm="100000">
                                          <p:val>
                                            <p:strVal val="#ppt_x"/>
                                          </p:val>
                                        </p:tav>
                                      </p:tavLst>
                                    </p:anim>
                                    <p:anim calcmode="lin" valueType="num">
                                      <p:cBhvr additive="base">
                                        <p:cTn id="56" dur="500" fill="hold"/>
                                        <p:tgtEl>
                                          <p:spTgt spid="22"/>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500" fill="hold"/>
                                        <p:tgtEl>
                                          <p:spTgt spid="27"/>
                                        </p:tgtEl>
                                        <p:attrNameLst>
                                          <p:attrName>ppt_x</p:attrName>
                                        </p:attrNameLst>
                                      </p:cBhvr>
                                      <p:tavLst>
                                        <p:tav tm="0">
                                          <p:val>
                                            <p:strVal val="1+#ppt_w/2"/>
                                          </p:val>
                                        </p:tav>
                                        <p:tav tm="100000">
                                          <p:val>
                                            <p:strVal val="#ppt_x"/>
                                          </p:val>
                                        </p:tav>
                                      </p:tavLst>
                                    </p:anim>
                                    <p:anim calcmode="lin" valueType="num">
                                      <p:cBhvr additive="base">
                                        <p:cTn id="6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ppt_x</p:attrName>
                                        </p:attrNameLst>
                                      </p:cBhvr>
                                      <p:tavLst>
                                        <p:tav tm="0">
                                          <p:val>
                                            <p:strVal val="#ppt_x"/>
                                          </p:val>
                                        </p:tav>
                                        <p:tav tm="100000">
                                          <p:val>
                                            <p:strVal val="#ppt_x"/>
                                          </p:val>
                                        </p:tav>
                                      </p:tavLst>
                                    </p:anim>
                                    <p:anim calcmode="lin" valueType="num">
                                      <p:cBhvr additive="base">
                                        <p:cTn id="66" dur="500" fill="hold"/>
                                        <p:tgtEl>
                                          <p:spTgt spid="15"/>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nodePh="1">
                                  <p:stCondLst>
                                    <p:cond delay="0"/>
                                  </p:stCondLst>
                                  <p:endCondLst>
                                    <p:cond evt="begin" delay="0">
                                      <p:tn val="67"/>
                                    </p:cond>
                                  </p:end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p:tgtEl>
                                          <p:spTgt spid="16"/>
                                        </p:tgtEl>
                                        <p:attrNameLst>
                                          <p:attrName>ppt_x</p:attrName>
                                        </p:attrNameLst>
                                      </p:cBhvr>
                                      <p:tavLst>
                                        <p:tav tm="0">
                                          <p:val>
                                            <p:strVal val="#ppt_x"/>
                                          </p:val>
                                        </p:tav>
                                        <p:tav tm="100000">
                                          <p:val>
                                            <p:strVal val="#ppt_x"/>
                                          </p:val>
                                        </p:tav>
                                      </p:tavLst>
                                    </p:anim>
                                    <p:anim calcmode="lin" valueType="num">
                                      <p:cBhvr additive="base">
                                        <p:cTn id="70" dur="500" fill="hold"/>
                                        <p:tgtEl>
                                          <p:spTgt spid="16"/>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9"/>
                                        </p:tgtEl>
                                        <p:attrNameLst>
                                          <p:attrName>style.visibility</p:attrName>
                                        </p:attrNameLst>
                                      </p:cBhvr>
                                      <p:to>
                                        <p:strVal val="visible"/>
                                      </p:to>
                                    </p:set>
                                    <p:anim calcmode="lin" valueType="num">
                                      <p:cBhvr additive="base">
                                        <p:cTn id="87" dur="500" fill="hold"/>
                                        <p:tgtEl>
                                          <p:spTgt spid="9"/>
                                        </p:tgtEl>
                                        <p:attrNameLst>
                                          <p:attrName>ppt_x</p:attrName>
                                        </p:attrNameLst>
                                      </p:cBhvr>
                                      <p:tavLst>
                                        <p:tav tm="0">
                                          <p:val>
                                            <p:strVal val="#ppt_x"/>
                                          </p:val>
                                        </p:tav>
                                        <p:tav tm="100000">
                                          <p:val>
                                            <p:strVal val="#ppt_x"/>
                                          </p:val>
                                        </p:tav>
                                      </p:tavLst>
                                    </p:anim>
                                    <p:anim calcmode="lin" valueType="num">
                                      <p:cBhvr additive="base">
                                        <p:cTn id="88" dur="500" fill="hold"/>
                                        <p:tgtEl>
                                          <p:spTgt spid="9"/>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nodePh="1">
                                  <p:stCondLst>
                                    <p:cond delay="0"/>
                                  </p:stCondLst>
                                  <p:endCondLst>
                                    <p:cond evt="begin" delay="0">
                                      <p:tn val="89"/>
                                    </p:cond>
                                  </p:endCondLst>
                                  <p:childTnLst>
                                    <p:set>
                                      <p:cBhvr>
                                        <p:cTn id="90" dur="1" fill="hold">
                                          <p:stCondLst>
                                            <p:cond delay="0"/>
                                          </p:stCondLst>
                                        </p:cTn>
                                        <p:tgtEl>
                                          <p:spTgt spid="10"/>
                                        </p:tgtEl>
                                        <p:attrNameLst>
                                          <p:attrName>style.visibility</p:attrName>
                                        </p:attrNameLst>
                                      </p:cBhvr>
                                      <p:to>
                                        <p:strVal val="visible"/>
                                      </p:to>
                                    </p:set>
                                    <p:anim calcmode="lin" valueType="num">
                                      <p:cBhvr additive="base">
                                        <p:cTn id="91" dur="500" fill="hold"/>
                                        <p:tgtEl>
                                          <p:spTgt spid="10"/>
                                        </p:tgtEl>
                                        <p:attrNameLst>
                                          <p:attrName>ppt_x</p:attrName>
                                        </p:attrNameLst>
                                      </p:cBhvr>
                                      <p:tavLst>
                                        <p:tav tm="0">
                                          <p:val>
                                            <p:strVal val="#ppt_x"/>
                                          </p:val>
                                        </p:tav>
                                        <p:tav tm="100000">
                                          <p:val>
                                            <p:strVal val="#ppt_x"/>
                                          </p:val>
                                        </p:tav>
                                      </p:tavLst>
                                    </p:anim>
                                    <p:anim calcmode="lin" valueType="num">
                                      <p:cBhvr additive="base">
                                        <p:cTn id="92" dur="500" fill="hold"/>
                                        <p:tgtEl>
                                          <p:spTgt spid="10"/>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0"/>
                                        </p:tgtEl>
                                        <p:attrNameLst>
                                          <p:attrName>style.visibility</p:attrName>
                                        </p:attrNameLst>
                                      </p:cBhvr>
                                      <p:to>
                                        <p:strVal val="visible"/>
                                      </p:to>
                                    </p:set>
                                    <p:anim calcmode="lin" valueType="num">
                                      <p:cBhvr additive="base">
                                        <p:cTn id="95" dur="500" fill="hold"/>
                                        <p:tgtEl>
                                          <p:spTgt spid="20"/>
                                        </p:tgtEl>
                                        <p:attrNameLst>
                                          <p:attrName>ppt_x</p:attrName>
                                        </p:attrNameLst>
                                      </p:cBhvr>
                                      <p:tavLst>
                                        <p:tav tm="0">
                                          <p:val>
                                            <p:strVal val="#ppt_x"/>
                                          </p:val>
                                        </p:tav>
                                        <p:tav tm="100000">
                                          <p:val>
                                            <p:strVal val="#ppt_x"/>
                                          </p:val>
                                        </p:tav>
                                      </p:tavLst>
                                    </p:anim>
                                    <p:anim calcmode="lin" valueType="num">
                                      <p:cBhvr additive="base">
                                        <p:cTn id="96" dur="500" fill="hold"/>
                                        <p:tgtEl>
                                          <p:spTgt spid="20"/>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additive="base">
                                        <p:cTn id="99" dur="500" fill="hold"/>
                                        <p:tgtEl>
                                          <p:spTgt spid="24"/>
                                        </p:tgtEl>
                                        <p:attrNameLst>
                                          <p:attrName>ppt_x</p:attrName>
                                        </p:attrNameLst>
                                      </p:cBhvr>
                                      <p:tavLst>
                                        <p:tav tm="0">
                                          <p:val>
                                            <p:strVal val="#ppt_x"/>
                                          </p:val>
                                        </p:tav>
                                        <p:tav tm="100000">
                                          <p:val>
                                            <p:strVal val="#ppt_x"/>
                                          </p:val>
                                        </p:tav>
                                      </p:tavLst>
                                    </p:anim>
                                    <p:anim calcmode="lin" valueType="num">
                                      <p:cBhvr additive="base">
                                        <p:cTn id="100" dur="500" fill="hold"/>
                                        <p:tgtEl>
                                          <p:spTgt spid="24"/>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500" fill="hold"/>
                                        <p:tgtEl>
                                          <p:spTgt spid="28"/>
                                        </p:tgtEl>
                                        <p:attrNameLst>
                                          <p:attrName>ppt_x</p:attrName>
                                        </p:attrNameLst>
                                      </p:cBhvr>
                                      <p:tavLst>
                                        <p:tav tm="0">
                                          <p:val>
                                            <p:strVal val="#ppt_x"/>
                                          </p:val>
                                        </p:tav>
                                        <p:tav tm="100000">
                                          <p:val>
                                            <p:strVal val="#ppt_x"/>
                                          </p:val>
                                        </p:tav>
                                      </p:tavLst>
                                    </p:anim>
                                    <p:anim calcmode="lin" valueType="num">
                                      <p:cBhvr additive="base">
                                        <p:cTn id="10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animBg="1"/>
      <p:bldP spid="12" grpId="0"/>
      <p:bldP spid="13" grpId="0" animBg="1"/>
      <p:bldP spid="14" grpId="0"/>
      <p:bldP spid="15" grpId="0" animBg="1"/>
      <p:bldP spid="16" grpId="0"/>
      <p:bldP spid="17" grpId="0" animBg="1"/>
      <p:bldP spid="18" grpId="0" animBg="1"/>
      <p:bldP spid="19" grpId="0" animBg="1"/>
      <p:bldP spid="20" grpId="0" animBg="1"/>
      <p:bldP spid="21" grpId="0"/>
      <p:bldP spid="22" grpId="0"/>
      <p:bldP spid="23" grpId="0"/>
      <p:bldP spid="24" grpId="0"/>
      <p:bldP spid="25" grpId="0"/>
      <p:bldP spid="26" grpId="0"/>
      <p:bldP spid="27"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grpSp>
        <p:nvGrpSpPr>
          <p:cNvPr id="5" name="组合 4"/>
          <p:cNvGrpSpPr/>
          <p:nvPr/>
        </p:nvGrpSpPr>
        <p:grpSpPr>
          <a:xfrm>
            <a:off x="1043608" y="3559176"/>
            <a:ext cx="444500" cy="577850"/>
            <a:chOff x="1043608" y="3559176"/>
            <a:chExt cx="444500" cy="577850"/>
          </a:xfrm>
          <a:solidFill>
            <a:srgbClr val="CA2C3B"/>
          </a:solidFill>
        </p:grpSpPr>
        <p:sp>
          <p:nvSpPr>
            <p:cNvPr id="6" name="Freeform 5"/>
            <p:cNvSpPr>
              <a:spLocks/>
            </p:cNvSpPr>
            <p:nvPr/>
          </p:nvSpPr>
          <p:spPr bwMode="auto">
            <a:xfrm>
              <a:off x="1099170" y="3654426"/>
              <a:ext cx="388938" cy="85725"/>
            </a:xfrm>
            <a:custGeom>
              <a:avLst/>
              <a:gdLst>
                <a:gd name="T0" fmla="*/ 44 w 49"/>
                <a:gd name="T1" fmla="*/ 0 h 11"/>
                <a:gd name="T2" fmla="*/ 6 w 49"/>
                <a:gd name="T3" fmla="*/ 0 h 11"/>
                <a:gd name="T4" fmla="*/ 0 w 49"/>
                <a:gd name="T5" fmla="*/ 5 h 11"/>
                <a:gd name="T6" fmla="*/ 0 w 49"/>
                <a:gd name="T7" fmla="*/ 11 h 11"/>
                <a:gd name="T8" fmla="*/ 49 w 49"/>
                <a:gd name="T9" fmla="*/ 11 h 11"/>
                <a:gd name="T10" fmla="*/ 49 w 49"/>
                <a:gd name="T11" fmla="*/ 5 h 11"/>
                <a:gd name="T12" fmla="*/ 44 w 49"/>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9" h="11">
                  <a:moveTo>
                    <a:pt x="44" y="0"/>
                  </a:moveTo>
                  <a:cubicBezTo>
                    <a:pt x="6" y="0"/>
                    <a:pt x="6" y="0"/>
                    <a:pt x="6" y="0"/>
                  </a:cubicBezTo>
                  <a:cubicBezTo>
                    <a:pt x="3" y="0"/>
                    <a:pt x="0" y="2"/>
                    <a:pt x="0" y="5"/>
                  </a:cubicBezTo>
                  <a:cubicBezTo>
                    <a:pt x="0" y="11"/>
                    <a:pt x="0" y="11"/>
                    <a:pt x="0" y="11"/>
                  </a:cubicBezTo>
                  <a:cubicBezTo>
                    <a:pt x="49" y="11"/>
                    <a:pt x="49" y="11"/>
                    <a:pt x="49" y="11"/>
                  </a:cubicBezTo>
                  <a:cubicBezTo>
                    <a:pt x="49" y="5"/>
                    <a:pt x="49" y="5"/>
                    <a:pt x="49" y="5"/>
                  </a:cubicBezTo>
                  <a:cubicBezTo>
                    <a:pt x="49" y="2"/>
                    <a:pt x="46" y="0"/>
                    <a:pt x="44" y="0"/>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7" name="Rectangle 6"/>
            <p:cNvSpPr>
              <a:spLocks noChangeArrowheads="1"/>
            </p:cNvSpPr>
            <p:nvPr/>
          </p:nvSpPr>
          <p:spPr bwMode="auto">
            <a:xfrm>
              <a:off x="1099170" y="3748088"/>
              <a:ext cx="1508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8" name="Oval 7"/>
            <p:cNvSpPr>
              <a:spLocks noChangeArrowheads="1"/>
            </p:cNvSpPr>
            <p:nvPr/>
          </p:nvSpPr>
          <p:spPr bwMode="auto">
            <a:xfrm>
              <a:off x="1265858" y="3559176"/>
              <a:ext cx="79375" cy="79375"/>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9" name="Oval 8"/>
            <p:cNvSpPr>
              <a:spLocks noChangeArrowheads="1"/>
            </p:cNvSpPr>
            <p:nvPr/>
          </p:nvSpPr>
          <p:spPr bwMode="auto">
            <a:xfrm>
              <a:off x="1392858" y="3559176"/>
              <a:ext cx="79375" cy="79375"/>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10" name="Oval 9"/>
            <p:cNvSpPr>
              <a:spLocks noChangeArrowheads="1"/>
            </p:cNvSpPr>
            <p:nvPr/>
          </p:nvSpPr>
          <p:spPr bwMode="auto">
            <a:xfrm>
              <a:off x="1353170" y="3582988"/>
              <a:ext cx="31750" cy="3175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11" name="Freeform 10"/>
            <p:cNvSpPr>
              <a:spLocks/>
            </p:cNvSpPr>
            <p:nvPr/>
          </p:nvSpPr>
          <p:spPr bwMode="auto">
            <a:xfrm>
              <a:off x="1043608" y="3811588"/>
              <a:ext cx="261938" cy="325438"/>
            </a:xfrm>
            <a:custGeom>
              <a:avLst/>
              <a:gdLst>
                <a:gd name="T0" fmla="*/ 28 w 33"/>
                <a:gd name="T1" fmla="*/ 20 h 41"/>
                <a:gd name="T2" fmla="*/ 17 w 33"/>
                <a:gd name="T3" fmla="*/ 41 h 41"/>
                <a:gd name="T4" fmla="*/ 6 w 33"/>
                <a:gd name="T5" fmla="*/ 20 h 41"/>
                <a:gd name="T6" fmla="*/ 17 w 33"/>
                <a:gd name="T7" fmla="*/ 0 h 41"/>
                <a:gd name="T8" fmla="*/ 28 w 33"/>
                <a:gd name="T9" fmla="*/ 20 h 41"/>
              </a:gdLst>
              <a:ahLst/>
              <a:cxnLst>
                <a:cxn ang="0">
                  <a:pos x="T0" y="T1"/>
                </a:cxn>
                <a:cxn ang="0">
                  <a:pos x="T2" y="T3"/>
                </a:cxn>
                <a:cxn ang="0">
                  <a:pos x="T4" y="T5"/>
                </a:cxn>
                <a:cxn ang="0">
                  <a:pos x="T6" y="T7"/>
                </a:cxn>
                <a:cxn ang="0">
                  <a:pos x="T8" y="T9"/>
                </a:cxn>
              </a:cxnLst>
              <a:rect l="0" t="0" r="r" b="b"/>
              <a:pathLst>
                <a:path w="33" h="41">
                  <a:moveTo>
                    <a:pt x="28" y="20"/>
                  </a:moveTo>
                  <a:cubicBezTo>
                    <a:pt x="33" y="32"/>
                    <a:pt x="28" y="41"/>
                    <a:pt x="17" y="41"/>
                  </a:cubicBezTo>
                  <a:cubicBezTo>
                    <a:pt x="5" y="41"/>
                    <a:pt x="0" y="32"/>
                    <a:pt x="6" y="20"/>
                  </a:cubicBezTo>
                  <a:cubicBezTo>
                    <a:pt x="11" y="9"/>
                    <a:pt x="16" y="0"/>
                    <a:pt x="17" y="0"/>
                  </a:cubicBezTo>
                  <a:cubicBezTo>
                    <a:pt x="17" y="0"/>
                    <a:pt x="22" y="9"/>
                    <a:pt x="28" y="20"/>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grpSp>
      <p:grpSp>
        <p:nvGrpSpPr>
          <p:cNvPr id="12" name="组合 11"/>
          <p:cNvGrpSpPr/>
          <p:nvPr/>
        </p:nvGrpSpPr>
        <p:grpSpPr>
          <a:xfrm>
            <a:off x="1043610" y="2789238"/>
            <a:ext cx="404813" cy="523876"/>
            <a:chOff x="1043608" y="2789238"/>
            <a:chExt cx="404813" cy="523876"/>
          </a:xfrm>
          <a:solidFill>
            <a:srgbClr val="CA2C3B"/>
          </a:solidFill>
        </p:grpSpPr>
        <p:sp>
          <p:nvSpPr>
            <p:cNvPr id="13" name="Freeform 11"/>
            <p:cNvSpPr>
              <a:spLocks/>
            </p:cNvSpPr>
            <p:nvPr/>
          </p:nvSpPr>
          <p:spPr bwMode="auto">
            <a:xfrm>
              <a:off x="1242045" y="2789238"/>
              <a:ext cx="47625" cy="119063"/>
            </a:xfrm>
            <a:custGeom>
              <a:avLst/>
              <a:gdLst>
                <a:gd name="T0" fmla="*/ 6 w 6"/>
                <a:gd name="T1" fmla="*/ 12 h 15"/>
                <a:gd name="T2" fmla="*/ 3 w 6"/>
                <a:gd name="T3" fmla="*/ 15 h 15"/>
                <a:gd name="T4" fmla="*/ 3 w 6"/>
                <a:gd name="T5" fmla="*/ 15 h 15"/>
                <a:gd name="T6" fmla="*/ 0 w 6"/>
                <a:gd name="T7" fmla="*/ 12 h 15"/>
                <a:gd name="T8" fmla="*/ 0 w 6"/>
                <a:gd name="T9" fmla="*/ 3 h 15"/>
                <a:gd name="T10" fmla="*/ 3 w 6"/>
                <a:gd name="T11" fmla="*/ 0 h 15"/>
                <a:gd name="T12" fmla="*/ 3 w 6"/>
                <a:gd name="T13" fmla="*/ 0 h 15"/>
                <a:gd name="T14" fmla="*/ 6 w 6"/>
                <a:gd name="T15" fmla="*/ 3 h 15"/>
                <a:gd name="T16" fmla="*/ 6 w 6"/>
                <a:gd name="T17" fmla="*/ 1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5">
                  <a:moveTo>
                    <a:pt x="6" y="12"/>
                  </a:moveTo>
                  <a:cubicBezTo>
                    <a:pt x="6" y="13"/>
                    <a:pt x="5" y="15"/>
                    <a:pt x="3" y="15"/>
                  </a:cubicBezTo>
                  <a:cubicBezTo>
                    <a:pt x="3" y="15"/>
                    <a:pt x="3" y="15"/>
                    <a:pt x="3" y="15"/>
                  </a:cubicBezTo>
                  <a:cubicBezTo>
                    <a:pt x="1" y="15"/>
                    <a:pt x="0" y="13"/>
                    <a:pt x="0" y="12"/>
                  </a:cubicBezTo>
                  <a:cubicBezTo>
                    <a:pt x="0" y="3"/>
                    <a:pt x="0" y="3"/>
                    <a:pt x="0" y="3"/>
                  </a:cubicBezTo>
                  <a:cubicBezTo>
                    <a:pt x="0" y="1"/>
                    <a:pt x="1" y="0"/>
                    <a:pt x="3" y="0"/>
                  </a:cubicBezTo>
                  <a:cubicBezTo>
                    <a:pt x="3" y="0"/>
                    <a:pt x="3" y="0"/>
                    <a:pt x="3" y="0"/>
                  </a:cubicBezTo>
                  <a:cubicBezTo>
                    <a:pt x="5" y="0"/>
                    <a:pt x="6" y="1"/>
                    <a:pt x="6" y="3"/>
                  </a:cubicBezTo>
                  <a:lnTo>
                    <a:pt x="6" y="1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14" name="Freeform 12"/>
            <p:cNvSpPr>
              <a:spLocks/>
            </p:cNvSpPr>
            <p:nvPr/>
          </p:nvSpPr>
          <p:spPr bwMode="auto">
            <a:xfrm>
              <a:off x="1361108" y="2789238"/>
              <a:ext cx="55563" cy="119063"/>
            </a:xfrm>
            <a:custGeom>
              <a:avLst/>
              <a:gdLst>
                <a:gd name="T0" fmla="*/ 7 w 7"/>
                <a:gd name="T1" fmla="*/ 12 h 15"/>
                <a:gd name="T2" fmla="*/ 3 w 7"/>
                <a:gd name="T3" fmla="*/ 15 h 15"/>
                <a:gd name="T4" fmla="*/ 3 w 7"/>
                <a:gd name="T5" fmla="*/ 15 h 15"/>
                <a:gd name="T6" fmla="*/ 0 w 7"/>
                <a:gd name="T7" fmla="*/ 12 h 15"/>
                <a:gd name="T8" fmla="*/ 0 w 7"/>
                <a:gd name="T9" fmla="*/ 3 h 15"/>
                <a:gd name="T10" fmla="*/ 3 w 7"/>
                <a:gd name="T11" fmla="*/ 0 h 15"/>
                <a:gd name="T12" fmla="*/ 3 w 7"/>
                <a:gd name="T13" fmla="*/ 0 h 15"/>
                <a:gd name="T14" fmla="*/ 7 w 7"/>
                <a:gd name="T15" fmla="*/ 3 h 15"/>
                <a:gd name="T16" fmla="*/ 7 w 7"/>
                <a:gd name="T17" fmla="*/ 1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5">
                  <a:moveTo>
                    <a:pt x="7" y="12"/>
                  </a:moveTo>
                  <a:cubicBezTo>
                    <a:pt x="7" y="13"/>
                    <a:pt x="5" y="15"/>
                    <a:pt x="3" y="15"/>
                  </a:cubicBezTo>
                  <a:cubicBezTo>
                    <a:pt x="3" y="15"/>
                    <a:pt x="3" y="15"/>
                    <a:pt x="3" y="15"/>
                  </a:cubicBezTo>
                  <a:cubicBezTo>
                    <a:pt x="1" y="15"/>
                    <a:pt x="0" y="13"/>
                    <a:pt x="0" y="12"/>
                  </a:cubicBezTo>
                  <a:cubicBezTo>
                    <a:pt x="0" y="3"/>
                    <a:pt x="0" y="3"/>
                    <a:pt x="0" y="3"/>
                  </a:cubicBezTo>
                  <a:cubicBezTo>
                    <a:pt x="0" y="1"/>
                    <a:pt x="1" y="0"/>
                    <a:pt x="3" y="0"/>
                  </a:cubicBezTo>
                  <a:cubicBezTo>
                    <a:pt x="3" y="0"/>
                    <a:pt x="3" y="0"/>
                    <a:pt x="3" y="0"/>
                  </a:cubicBezTo>
                  <a:cubicBezTo>
                    <a:pt x="5" y="0"/>
                    <a:pt x="7" y="1"/>
                    <a:pt x="7" y="3"/>
                  </a:cubicBezTo>
                  <a:lnTo>
                    <a:pt x="7" y="12"/>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15" name="Freeform 13"/>
            <p:cNvSpPr>
              <a:spLocks/>
            </p:cNvSpPr>
            <p:nvPr/>
          </p:nvSpPr>
          <p:spPr bwMode="auto">
            <a:xfrm>
              <a:off x="1202358" y="2932113"/>
              <a:ext cx="246063" cy="222250"/>
            </a:xfrm>
            <a:custGeom>
              <a:avLst/>
              <a:gdLst>
                <a:gd name="T0" fmla="*/ 28 w 31"/>
                <a:gd name="T1" fmla="*/ 0 h 28"/>
                <a:gd name="T2" fmla="*/ 4 w 31"/>
                <a:gd name="T3" fmla="*/ 0 h 28"/>
                <a:gd name="T4" fmla="*/ 0 w 31"/>
                <a:gd name="T5" fmla="*/ 0 h 28"/>
                <a:gd name="T6" fmla="*/ 0 w 31"/>
                <a:gd name="T7" fmla="*/ 3 h 28"/>
                <a:gd name="T8" fmla="*/ 0 w 31"/>
                <a:gd name="T9" fmla="*/ 8 h 28"/>
                <a:gd name="T10" fmla="*/ 0 w 31"/>
                <a:gd name="T11" fmla="*/ 21 h 28"/>
                <a:gd name="T12" fmla="*/ 4 w 31"/>
                <a:gd name="T13" fmla="*/ 25 h 28"/>
                <a:gd name="T14" fmla="*/ 9 w 31"/>
                <a:gd name="T15" fmla="*/ 25 h 28"/>
                <a:gd name="T16" fmla="*/ 13 w 31"/>
                <a:gd name="T17" fmla="*/ 28 h 28"/>
                <a:gd name="T18" fmla="*/ 20 w 31"/>
                <a:gd name="T19" fmla="*/ 28 h 28"/>
                <a:gd name="T20" fmla="*/ 23 w 31"/>
                <a:gd name="T21" fmla="*/ 25 h 28"/>
                <a:gd name="T22" fmla="*/ 28 w 31"/>
                <a:gd name="T23" fmla="*/ 25 h 28"/>
                <a:gd name="T24" fmla="*/ 31 w 31"/>
                <a:gd name="T25" fmla="*/ 21 h 28"/>
                <a:gd name="T26" fmla="*/ 31 w 31"/>
                <a:gd name="T27" fmla="*/ 8 h 28"/>
                <a:gd name="T28" fmla="*/ 31 w 31"/>
                <a:gd name="T29" fmla="*/ 3 h 28"/>
                <a:gd name="T30" fmla="*/ 31 w 31"/>
                <a:gd name="T31" fmla="*/ 0 h 28"/>
                <a:gd name="T32" fmla="*/ 28 w 31"/>
                <a:gd name="T33"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28">
                  <a:moveTo>
                    <a:pt x="28" y="0"/>
                  </a:moveTo>
                  <a:cubicBezTo>
                    <a:pt x="4" y="0"/>
                    <a:pt x="4" y="0"/>
                    <a:pt x="4" y="0"/>
                  </a:cubicBezTo>
                  <a:cubicBezTo>
                    <a:pt x="0" y="0"/>
                    <a:pt x="0" y="0"/>
                    <a:pt x="0" y="0"/>
                  </a:cubicBezTo>
                  <a:cubicBezTo>
                    <a:pt x="0" y="3"/>
                    <a:pt x="0" y="3"/>
                    <a:pt x="0" y="3"/>
                  </a:cubicBezTo>
                  <a:cubicBezTo>
                    <a:pt x="0" y="8"/>
                    <a:pt x="0" y="8"/>
                    <a:pt x="0" y="8"/>
                  </a:cubicBezTo>
                  <a:cubicBezTo>
                    <a:pt x="0" y="21"/>
                    <a:pt x="0" y="21"/>
                    <a:pt x="0" y="21"/>
                  </a:cubicBezTo>
                  <a:cubicBezTo>
                    <a:pt x="0" y="23"/>
                    <a:pt x="2" y="25"/>
                    <a:pt x="4" y="25"/>
                  </a:cubicBezTo>
                  <a:cubicBezTo>
                    <a:pt x="9" y="25"/>
                    <a:pt x="9" y="25"/>
                    <a:pt x="9" y="25"/>
                  </a:cubicBezTo>
                  <a:cubicBezTo>
                    <a:pt x="10" y="27"/>
                    <a:pt x="11" y="28"/>
                    <a:pt x="13" y="28"/>
                  </a:cubicBezTo>
                  <a:cubicBezTo>
                    <a:pt x="20" y="28"/>
                    <a:pt x="20" y="28"/>
                    <a:pt x="20" y="28"/>
                  </a:cubicBezTo>
                  <a:cubicBezTo>
                    <a:pt x="21" y="28"/>
                    <a:pt x="23" y="27"/>
                    <a:pt x="23" y="25"/>
                  </a:cubicBezTo>
                  <a:cubicBezTo>
                    <a:pt x="28" y="25"/>
                    <a:pt x="28" y="25"/>
                    <a:pt x="28" y="25"/>
                  </a:cubicBezTo>
                  <a:cubicBezTo>
                    <a:pt x="30" y="25"/>
                    <a:pt x="31" y="23"/>
                    <a:pt x="31" y="21"/>
                  </a:cubicBezTo>
                  <a:cubicBezTo>
                    <a:pt x="31" y="8"/>
                    <a:pt x="31" y="8"/>
                    <a:pt x="31" y="8"/>
                  </a:cubicBezTo>
                  <a:cubicBezTo>
                    <a:pt x="31" y="3"/>
                    <a:pt x="31" y="3"/>
                    <a:pt x="31" y="3"/>
                  </a:cubicBezTo>
                  <a:cubicBezTo>
                    <a:pt x="31" y="0"/>
                    <a:pt x="31" y="0"/>
                    <a:pt x="31" y="0"/>
                  </a:cubicBezTo>
                  <a:lnTo>
                    <a:pt x="28" y="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16" name="Freeform 14"/>
            <p:cNvSpPr>
              <a:spLocks/>
            </p:cNvSpPr>
            <p:nvPr/>
          </p:nvSpPr>
          <p:spPr bwMode="auto">
            <a:xfrm>
              <a:off x="1043608" y="3146426"/>
              <a:ext cx="301625" cy="166688"/>
            </a:xfrm>
            <a:custGeom>
              <a:avLst/>
              <a:gdLst>
                <a:gd name="T0" fmla="*/ 36 w 38"/>
                <a:gd name="T1" fmla="*/ 2 h 21"/>
                <a:gd name="T2" fmla="*/ 34 w 38"/>
                <a:gd name="T3" fmla="*/ 4 h 21"/>
                <a:gd name="T4" fmla="*/ 34 w 38"/>
                <a:gd name="T5" fmla="*/ 11 h 21"/>
                <a:gd name="T6" fmla="*/ 28 w 38"/>
                <a:gd name="T7" fmla="*/ 17 h 21"/>
                <a:gd name="T8" fmla="*/ 21 w 38"/>
                <a:gd name="T9" fmla="*/ 11 h 21"/>
                <a:gd name="T10" fmla="*/ 11 w 38"/>
                <a:gd name="T11" fmla="*/ 0 h 21"/>
                <a:gd name="T12" fmla="*/ 0 w 38"/>
                <a:gd name="T13" fmla="*/ 11 h 21"/>
                <a:gd name="T14" fmla="*/ 2 w 38"/>
                <a:gd name="T15" fmla="*/ 13 h 21"/>
                <a:gd name="T16" fmla="*/ 4 w 38"/>
                <a:gd name="T17" fmla="*/ 11 h 21"/>
                <a:gd name="T18" fmla="*/ 11 w 38"/>
                <a:gd name="T19" fmla="*/ 4 h 21"/>
                <a:gd name="T20" fmla="*/ 17 w 38"/>
                <a:gd name="T21" fmla="*/ 11 h 21"/>
                <a:gd name="T22" fmla="*/ 28 w 38"/>
                <a:gd name="T23" fmla="*/ 21 h 21"/>
                <a:gd name="T24" fmla="*/ 38 w 38"/>
                <a:gd name="T25" fmla="*/ 11 h 21"/>
                <a:gd name="T26" fmla="*/ 38 w 38"/>
                <a:gd name="T27" fmla="*/ 4 h 21"/>
                <a:gd name="T28" fmla="*/ 36 w 38"/>
                <a:gd name="T29" fmla="*/ 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21">
                  <a:moveTo>
                    <a:pt x="36" y="2"/>
                  </a:moveTo>
                  <a:cubicBezTo>
                    <a:pt x="35" y="2"/>
                    <a:pt x="34" y="3"/>
                    <a:pt x="34" y="4"/>
                  </a:cubicBezTo>
                  <a:cubicBezTo>
                    <a:pt x="34" y="11"/>
                    <a:pt x="34" y="11"/>
                    <a:pt x="34" y="11"/>
                  </a:cubicBezTo>
                  <a:cubicBezTo>
                    <a:pt x="34" y="14"/>
                    <a:pt x="31" y="17"/>
                    <a:pt x="28" y="17"/>
                  </a:cubicBezTo>
                  <a:cubicBezTo>
                    <a:pt x="24" y="17"/>
                    <a:pt x="21" y="14"/>
                    <a:pt x="21" y="11"/>
                  </a:cubicBezTo>
                  <a:cubicBezTo>
                    <a:pt x="21" y="5"/>
                    <a:pt x="17" y="0"/>
                    <a:pt x="11" y="0"/>
                  </a:cubicBezTo>
                  <a:cubicBezTo>
                    <a:pt x="5" y="0"/>
                    <a:pt x="0" y="5"/>
                    <a:pt x="0" y="11"/>
                  </a:cubicBezTo>
                  <a:cubicBezTo>
                    <a:pt x="0" y="12"/>
                    <a:pt x="1" y="13"/>
                    <a:pt x="2" y="13"/>
                  </a:cubicBezTo>
                  <a:cubicBezTo>
                    <a:pt x="3" y="13"/>
                    <a:pt x="4" y="12"/>
                    <a:pt x="4" y="11"/>
                  </a:cubicBezTo>
                  <a:cubicBezTo>
                    <a:pt x="4" y="7"/>
                    <a:pt x="7" y="4"/>
                    <a:pt x="11" y="4"/>
                  </a:cubicBezTo>
                  <a:cubicBezTo>
                    <a:pt x="14" y="4"/>
                    <a:pt x="17" y="7"/>
                    <a:pt x="17" y="11"/>
                  </a:cubicBezTo>
                  <a:cubicBezTo>
                    <a:pt x="17" y="17"/>
                    <a:pt x="22" y="21"/>
                    <a:pt x="28" y="21"/>
                  </a:cubicBezTo>
                  <a:cubicBezTo>
                    <a:pt x="34" y="21"/>
                    <a:pt x="38" y="17"/>
                    <a:pt x="38" y="11"/>
                  </a:cubicBezTo>
                  <a:cubicBezTo>
                    <a:pt x="38" y="4"/>
                    <a:pt x="38" y="4"/>
                    <a:pt x="38" y="4"/>
                  </a:cubicBezTo>
                  <a:cubicBezTo>
                    <a:pt x="38" y="3"/>
                    <a:pt x="37" y="2"/>
                    <a:pt x="36" y="2"/>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grpSp>
      <p:grpSp>
        <p:nvGrpSpPr>
          <p:cNvPr id="17" name="组合 16"/>
          <p:cNvGrpSpPr/>
          <p:nvPr/>
        </p:nvGrpSpPr>
        <p:grpSpPr>
          <a:xfrm>
            <a:off x="1130922" y="1941515"/>
            <a:ext cx="309563" cy="531813"/>
            <a:chOff x="1130920" y="1941513"/>
            <a:chExt cx="309563" cy="531813"/>
          </a:xfrm>
          <a:solidFill>
            <a:srgbClr val="CA2C3B"/>
          </a:solidFill>
        </p:grpSpPr>
        <p:sp>
          <p:nvSpPr>
            <p:cNvPr id="18" name="Freeform 15"/>
            <p:cNvSpPr>
              <a:spLocks/>
            </p:cNvSpPr>
            <p:nvPr/>
          </p:nvSpPr>
          <p:spPr bwMode="auto">
            <a:xfrm>
              <a:off x="1130920" y="1941513"/>
              <a:ext cx="309563" cy="381000"/>
            </a:xfrm>
            <a:custGeom>
              <a:avLst/>
              <a:gdLst>
                <a:gd name="T0" fmla="*/ 39 w 39"/>
                <a:gd name="T1" fmla="*/ 19 h 48"/>
                <a:gd name="T2" fmla="*/ 19 w 39"/>
                <a:gd name="T3" fmla="*/ 0 h 48"/>
                <a:gd name="T4" fmla="*/ 0 w 39"/>
                <a:gd name="T5" fmla="*/ 19 h 48"/>
                <a:gd name="T6" fmla="*/ 1 w 39"/>
                <a:gd name="T7" fmla="*/ 26 h 48"/>
                <a:gd name="T8" fmla="*/ 1 w 39"/>
                <a:gd name="T9" fmla="*/ 26 h 48"/>
                <a:gd name="T10" fmla="*/ 3 w 39"/>
                <a:gd name="T11" fmla="*/ 29 h 48"/>
                <a:gd name="T12" fmla="*/ 10 w 39"/>
                <a:gd name="T13" fmla="*/ 46 h 48"/>
                <a:gd name="T14" fmla="*/ 13 w 39"/>
                <a:gd name="T15" fmla="*/ 48 h 48"/>
                <a:gd name="T16" fmla="*/ 26 w 39"/>
                <a:gd name="T17" fmla="*/ 48 h 48"/>
                <a:gd name="T18" fmla="*/ 29 w 39"/>
                <a:gd name="T19" fmla="*/ 46 h 48"/>
                <a:gd name="T20" fmla="*/ 35 w 39"/>
                <a:gd name="T21" fmla="*/ 29 h 48"/>
                <a:gd name="T22" fmla="*/ 37 w 39"/>
                <a:gd name="T23" fmla="*/ 26 h 48"/>
                <a:gd name="T24" fmla="*/ 37 w 39"/>
                <a:gd name="T25" fmla="*/ 26 h 48"/>
                <a:gd name="T26" fmla="*/ 37 w 39"/>
                <a:gd name="T27" fmla="*/ 26 h 48"/>
                <a:gd name="T28" fmla="*/ 39 w 39"/>
                <a:gd name="T29" fmla="*/ 1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48">
                  <a:moveTo>
                    <a:pt x="39" y="19"/>
                  </a:moveTo>
                  <a:cubicBezTo>
                    <a:pt x="39" y="8"/>
                    <a:pt x="30" y="0"/>
                    <a:pt x="19" y="0"/>
                  </a:cubicBezTo>
                  <a:cubicBezTo>
                    <a:pt x="8" y="0"/>
                    <a:pt x="0" y="8"/>
                    <a:pt x="0" y="19"/>
                  </a:cubicBezTo>
                  <a:cubicBezTo>
                    <a:pt x="0" y="21"/>
                    <a:pt x="0" y="24"/>
                    <a:pt x="1" y="26"/>
                  </a:cubicBezTo>
                  <a:cubicBezTo>
                    <a:pt x="1" y="26"/>
                    <a:pt x="1" y="26"/>
                    <a:pt x="1" y="26"/>
                  </a:cubicBezTo>
                  <a:cubicBezTo>
                    <a:pt x="2" y="27"/>
                    <a:pt x="2" y="28"/>
                    <a:pt x="3" y="29"/>
                  </a:cubicBezTo>
                  <a:cubicBezTo>
                    <a:pt x="6" y="34"/>
                    <a:pt x="10" y="44"/>
                    <a:pt x="10" y="46"/>
                  </a:cubicBezTo>
                  <a:cubicBezTo>
                    <a:pt x="10" y="48"/>
                    <a:pt x="11" y="48"/>
                    <a:pt x="13" y="48"/>
                  </a:cubicBezTo>
                  <a:cubicBezTo>
                    <a:pt x="26" y="48"/>
                    <a:pt x="26" y="48"/>
                    <a:pt x="26" y="48"/>
                  </a:cubicBezTo>
                  <a:cubicBezTo>
                    <a:pt x="27" y="48"/>
                    <a:pt x="29" y="48"/>
                    <a:pt x="29" y="46"/>
                  </a:cubicBezTo>
                  <a:cubicBezTo>
                    <a:pt x="29" y="44"/>
                    <a:pt x="32" y="34"/>
                    <a:pt x="35" y="29"/>
                  </a:cubicBezTo>
                  <a:cubicBezTo>
                    <a:pt x="36" y="28"/>
                    <a:pt x="37" y="27"/>
                    <a:pt x="37" y="26"/>
                  </a:cubicBezTo>
                  <a:cubicBezTo>
                    <a:pt x="37" y="26"/>
                    <a:pt x="37" y="26"/>
                    <a:pt x="37" y="26"/>
                  </a:cubicBezTo>
                  <a:cubicBezTo>
                    <a:pt x="37" y="26"/>
                    <a:pt x="37" y="26"/>
                    <a:pt x="37" y="26"/>
                  </a:cubicBezTo>
                  <a:cubicBezTo>
                    <a:pt x="38" y="24"/>
                    <a:pt x="39" y="21"/>
                    <a:pt x="39" y="19"/>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19" name="Freeform 16"/>
            <p:cNvSpPr>
              <a:spLocks/>
            </p:cNvSpPr>
            <p:nvPr/>
          </p:nvSpPr>
          <p:spPr bwMode="auto">
            <a:xfrm>
              <a:off x="1210295" y="2346326"/>
              <a:ext cx="150813" cy="31750"/>
            </a:xfrm>
            <a:custGeom>
              <a:avLst/>
              <a:gdLst>
                <a:gd name="T0" fmla="*/ 19 w 19"/>
                <a:gd name="T1" fmla="*/ 2 h 4"/>
                <a:gd name="T2" fmla="*/ 16 w 19"/>
                <a:gd name="T3" fmla="*/ 0 h 4"/>
                <a:gd name="T4" fmla="*/ 2 w 19"/>
                <a:gd name="T5" fmla="*/ 0 h 4"/>
                <a:gd name="T6" fmla="*/ 0 w 19"/>
                <a:gd name="T7" fmla="*/ 2 h 4"/>
                <a:gd name="T8" fmla="*/ 0 w 19"/>
                <a:gd name="T9" fmla="*/ 2 h 4"/>
                <a:gd name="T10" fmla="*/ 2 w 19"/>
                <a:gd name="T11" fmla="*/ 4 h 4"/>
                <a:gd name="T12" fmla="*/ 16 w 19"/>
                <a:gd name="T13" fmla="*/ 4 h 4"/>
                <a:gd name="T14" fmla="*/ 19 w 19"/>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4">
                  <a:moveTo>
                    <a:pt x="19" y="2"/>
                  </a:moveTo>
                  <a:cubicBezTo>
                    <a:pt x="19" y="1"/>
                    <a:pt x="18" y="0"/>
                    <a:pt x="16" y="0"/>
                  </a:cubicBezTo>
                  <a:cubicBezTo>
                    <a:pt x="2" y="0"/>
                    <a:pt x="2" y="0"/>
                    <a:pt x="2" y="0"/>
                  </a:cubicBezTo>
                  <a:cubicBezTo>
                    <a:pt x="1" y="0"/>
                    <a:pt x="0" y="1"/>
                    <a:pt x="0" y="2"/>
                  </a:cubicBezTo>
                  <a:cubicBezTo>
                    <a:pt x="0" y="2"/>
                    <a:pt x="0" y="2"/>
                    <a:pt x="0" y="2"/>
                  </a:cubicBezTo>
                  <a:cubicBezTo>
                    <a:pt x="0" y="3"/>
                    <a:pt x="1" y="4"/>
                    <a:pt x="2" y="4"/>
                  </a:cubicBezTo>
                  <a:cubicBezTo>
                    <a:pt x="16" y="4"/>
                    <a:pt x="16" y="4"/>
                    <a:pt x="16" y="4"/>
                  </a:cubicBezTo>
                  <a:cubicBezTo>
                    <a:pt x="18" y="4"/>
                    <a:pt x="19" y="3"/>
                    <a:pt x="19" y="2"/>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20" name="Freeform 17"/>
            <p:cNvSpPr>
              <a:spLocks/>
            </p:cNvSpPr>
            <p:nvPr/>
          </p:nvSpPr>
          <p:spPr bwMode="auto">
            <a:xfrm>
              <a:off x="1210295" y="2393951"/>
              <a:ext cx="150813" cy="31750"/>
            </a:xfrm>
            <a:custGeom>
              <a:avLst/>
              <a:gdLst>
                <a:gd name="T0" fmla="*/ 19 w 19"/>
                <a:gd name="T1" fmla="*/ 2 h 4"/>
                <a:gd name="T2" fmla="*/ 16 w 19"/>
                <a:gd name="T3" fmla="*/ 0 h 4"/>
                <a:gd name="T4" fmla="*/ 2 w 19"/>
                <a:gd name="T5" fmla="*/ 0 h 4"/>
                <a:gd name="T6" fmla="*/ 0 w 19"/>
                <a:gd name="T7" fmla="*/ 2 h 4"/>
                <a:gd name="T8" fmla="*/ 0 w 19"/>
                <a:gd name="T9" fmla="*/ 2 h 4"/>
                <a:gd name="T10" fmla="*/ 2 w 19"/>
                <a:gd name="T11" fmla="*/ 4 h 4"/>
                <a:gd name="T12" fmla="*/ 16 w 19"/>
                <a:gd name="T13" fmla="*/ 4 h 4"/>
                <a:gd name="T14" fmla="*/ 19 w 19"/>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4">
                  <a:moveTo>
                    <a:pt x="19" y="2"/>
                  </a:moveTo>
                  <a:cubicBezTo>
                    <a:pt x="19" y="1"/>
                    <a:pt x="18" y="0"/>
                    <a:pt x="16" y="0"/>
                  </a:cubicBezTo>
                  <a:cubicBezTo>
                    <a:pt x="2" y="0"/>
                    <a:pt x="2" y="0"/>
                    <a:pt x="2" y="0"/>
                  </a:cubicBezTo>
                  <a:cubicBezTo>
                    <a:pt x="1" y="0"/>
                    <a:pt x="0" y="1"/>
                    <a:pt x="0" y="2"/>
                  </a:cubicBezTo>
                  <a:cubicBezTo>
                    <a:pt x="0" y="2"/>
                    <a:pt x="0" y="2"/>
                    <a:pt x="0" y="2"/>
                  </a:cubicBezTo>
                  <a:cubicBezTo>
                    <a:pt x="0" y="3"/>
                    <a:pt x="1" y="4"/>
                    <a:pt x="2" y="4"/>
                  </a:cubicBezTo>
                  <a:cubicBezTo>
                    <a:pt x="16" y="4"/>
                    <a:pt x="16" y="4"/>
                    <a:pt x="16" y="4"/>
                  </a:cubicBezTo>
                  <a:cubicBezTo>
                    <a:pt x="18" y="4"/>
                    <a:pt x="19" y="3"/>
                    <a:pt x="19" y="2"/>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21" name="Freeform 18"/>
            <p:cNvSpPr>
              <a:spLocks/>
            </p:cNvSpPr>
            <p:nvPr/>
          </p:nvSpPr>
          <p:spPr bwMode="auto">
            <a:xfrm>
              <a:off x="1242045" y="2441576"/>
              <a:ext cx="79375" cy="31750"/>
            </a:xfrm>
            <a:custGeom>
              <a:avLst/>
              <a:gdLst>
                <a:gd name="T0" fmla="*/ 10 w 10"/>
                <a:gd name="T1" fmla="*/ 2 h 4"/>
                <a:gd name="T2" fmla="*/ 9 w 10"/>
                <a:gd name="T3" fmla="*/ 4 h 4"/>
                <a:gd name="T4" fmla="*/ 2 w 10"/>
                <a:gd name="T5" fmla="*/ 4 h 4"/>
                <a:gd name="T6" fmla="*/ 0 w 10"/>
                <a:gd name="T7" fmla="*/ 2 h 4"/>
                <a:gd name="T8" fmla="*/ 0 w 10"/>
                <a:gd name="T9" fmla="*/ 2 h 4"/>
                <a:gd name="T10" fmla="*/ 2 w 10"/>
                <a:gd name="T11" fmla="*/ 0 h 4"/>
                <a:gd name="T12" fmla="*/ 9 w 10"/>
                <a:gd name="T13" fmla="*/ 0 h 4"/>
                <a:gd name="T14" fmla="*/ 10 w 10"/>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4">
                  <a:moveTo>
                    <a:pt x="10" y="2"/>
                  </a:moveTo>
                  <a:cubicBezTo>
                    <a:pt x="10" y="3"/>
                    <a:pt x="10" y="4"/>
                    <a:pt x="9" y="4"/>
                  </a:cubicBezTo>
                  <a:cubicBezTo>
                    <a:pt x="2" y="4"/>
                    <a:pt x="2" y="4"/>
                    <a:pt x="2" y="4"/>
                  </a:cubicBezTo>
                  <a:cubicBezTo>
                    <a:pt x="1" y="4"/>
                    <a:pt x="0" y="3"/>
                    <a:pt x="0" y="2"/>
                  </a:cubicBezTo>
                  <a:cubicBezTo>
                    <a:pt x="0" y="2"/>
                    <a:pt x="0" y="2"/>
                    <a:pt x="0" y="2"/>
                  </a:cubicBezTo>
                  <a:cubicBezTo>
                    <a:pt x="0" y="1"/>
                    <a:pt x="1" y="0"/>
                    <a:pt x="2" y="0"/>
                  </a:cubicBezTo>
                  <a:cubicBezTo>
                    <a:pt x="9" y="0"/>
                    <a:pt x="9" y="0"/>
                    <a:pt x="9" y="0"/>
                  </a:cubicBezTo>
                  <a:cubicBezTo>
                    <a:pt x="10" y="0"/>
                    <a:pt x="10" y="1"/>
                    <a:pt x="10" y="2"/>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grpSp>
      <p:grpSp>
        <p:nvGrpSpPr>
          <p:cNvPr id="22" name="组合 21"/>
          <p:cNvGrpSpPr/>
          <p:nvPr/>
        </p:nvGrpSpPr>
        <p:grpSpPr>
          <a:xfrm>
            <a:off x="1178547" y="1022353"/>
            <a:ext cx="246063" cy="593725"/>
            <a:chOff x="1178545" y="1022351"/>
            <a:chExt cx="246063" cy="593725"/>
          </a:xfrm>
          <a:solidFill>
            <a:srgbClr val="CA2C3B"/>
          </a:solidFill>
        </p:grpSpPr>
        <p:sp>
          <p:nvSpPr>
            <p:cNvPr id="23" name="Freeform 19"/>
            <p:cNvSpPr>
              <a:spLocks/>
            </p:cNvSpPr>
            <p:nvPr/>
          </p:nvSpPr>
          <p:spPr bwMode="auto">
            <a:xfrm>
              <a:off x="1178545" y="1393826"/>
              <a:ext cx="246063" cy="158750"/>
            </a:xfrm>
            <a:custGeom>
              <a:avLst/>
              <a:gdLst>
                <a:gd name="T0" fmla="*/ 29 w 31"/>
                <a:gd name="T1" fmla="*/ 0 h 20"/>
                <a:gd name="T2" fmla="*/ 2 w 31"/>
                <a:gd name="T3" fmla="*/ 0 h 20"/>
                <a:gd name="T4" fmla="*/ 0 w 31"/>
                <a:gd name="T5" fmla="*/ 2 h 20"/>
                <a:gd name="T6" fmla="*/ 0 w 31"/>
                <a:gd name="T7" fmla="*/ 9 h 20"/>
                <a:gd name="T8" fmla="*/ 2 w 31"/>
                <a:gd name="T9" fmla="*/ 11 h 20"/>
                <a:gd name="T10" fmla="*/ 2 w 31"/>
                <a:gd name="T11" fmla="*/ 11 h 20"/>
                <a:gd name="T12" fmla="*/ 5 w 31"/>
                <a:gd name="T13" fmla="*/ 16 h 20"/>
                <a:gd name="T14" fmla="*/ 9 w 31"/>
                <a:gd name="T15" fmla="*/ 20 h 20"/>
                <a:gd name="T16" fmla="*/ 21 w 31"/>
                <a:gd name="T17" fmla="*/ 20 h 20"/>
                <a:gd name="T18" fmla="*/ 26 w 31"/>
                <a:gd name="T19" fmla="*/ 16 h 20"/>
                <a:gd name="T20" fmla="*/ 29 w 31"/>
                <a:gd name="T21" fmla="*/ 11 h 20"/>
                <a:gd name="T22" fmla="*/ 29 w 31"/>
                <a:gd name="T23" fmla="*/ 11 h 20"/>
                <a:gd name="T24" fmla="*/ 31 w 31"/>
                <a:gd name="T25" fmla="*/ 9 h 20"/>
                <a:gd name="T26" fmla="*/ 31 w 31"/>
                <a:gd name="T27" fmla="*/ 2 h 20"/>
                <a:gd name="T28" fmla="*/ 29 w 31"/>
                <a:gd name="T2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20">
                  <a:moveTo>
                    <a:pt x="29" y="0"/>
                  </a:moveTo>
                  <a:cubicBezTo>
                    <a:pt x="2" y="0"/>
                    <a:pt x="2" y="0"/>
                    <a:pt x="2" y="0"/>
                  </a:cubicBezTo>
                  <a:cubicBezTo>
                    <a:pt x="1" y="0"/>
                    <a:pt x="0" y="1"/>
                    <a:pt x="0" y="2"/>
                  </a:cubicBezTo>
                  <a:cubicBezTo>
                    <a:pt x="0" y="9"/>
                    <a:pt x="0" y="9"/>
                    <a:pt x="0" y="9"/>
                  </a:cubicBezTo>
                  <a:cubicBezTo>
                    <a:pt x="0" y="10"/>
                    <a:pt x="1" y="11"/>
                    <a:pt x="2" y="11"/>
                  </a:cubicBezTo>
                  <a:cubicBezTo>
                    <a:pt x="2" y="11"/>
                    <a:pt x="2" y="11"/>
                    <a:pt x="2" y="11"/>
                  </a:cubicBezTo>
                  <a:cubicBezTo>
                    <a:pt x="5" y="16"/>
                    <a:pt x="5" y="16"/>
                    <a:pt x="5" y="16"/>
                  </a:cubicBezTo>
                  <a:cubicBezTo>
                    <a:pt x="5" y="18"/>
                    <a:pt x="7" y="20"/>
                    <a:pt x="9" y="20"/>
                  </a:cubicBezTo>
                  <a:cubicBezTo>
                    <a:pt x="21" y="20"/>
                    <a:pt x="21" y="20"/>
                    <a:pt x="21" y="20"/>
                  </a:cubicBezTo>
                  <a:cubicBezTo>
                    <a:pt x="24" y="20"/>
                    <a:pt x="26" y="18"/>
                    <a:pt x="26" y="16"/>
                  </a:cubicBezTo>
                  <a:cubicBezTo>
                    <a:pt x="29" y="11"/>
                    <a:pt x="29" y="11"/>
                    <a:pt x="29" y="11"/>
                  </a:cubicBezTo>
                  <a:cubicBezTo>
                    <a:pt x="29" y="11"/>
                    <a:pt x="29" y="11"/>
                    <a:pt x="29" y="11"/>
                  </a:cubicBezTo>
                  <a:cubicBezTo>
                    <a:pt x="30" y="11"/>
                    <a:pt x="31" y="10"/>
                    <a:pt x="31" y="9"/>
                  </a:cubicBezTo>
                  <a:cubicBezTo>
                    <a:pt x="31" y="2"/>
                    <a:pt x="31" y="2"/>
                    <a:pt x="31" y="2"/>
                  </a:cubicBezTo>
                  <a:cubicBezTo>
                    <a:pt x="31" y="1"/>
                    <a:pt x="30" y="0"/>
                    <a:pt x="29" y="0"/>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24" name="Freeform 20"/>
            <p:cNvSpPr>
              <a:spLocks/>
            </p:cNvSpPr>
            <p:nvPr/>
          </p:nvSpPr>
          <p:spPr bwMode="auto">
            <a:xfrm>
              <a:off x="1234108" y="1568451"/>
              <a:ext cx="127000" cy="15875"/>
            </a:xfrm>
            <a:custGeom>
              <a:avLst/>
              <a:gdLst>
                <a:gd name="T0" fmla="*/ 16 w 16"/>
                <a:gd name="T1" fmla="*/ 1 h 2"/>
                <a:gd name="T2" fmla="*/ 15 w 16"/>
                <a:gd name="T3" fmla="*/ 2 h 2"/>
                <a:gd name="T4" fmla="*/ 2 w 16"/>
                <a:gd name="T5" fmla="*/ 2 h 2"/>
                <a:gd name="T6" fmla="*/ 0 w 16"/>
                <a:gd name="T7" fmla="*/ 1 h 2"/>
                <a:gd name="T8" fmla="*/ 0 w 16"/>
                <a:gd name="T9" fmla="*/ 1 h 2"/>
                <a:gd name="T10" fmla="*/ 2 w 16"/>
                <a:gd name="T11" fmla="*/ 0 h 2"/>
                <a:gd name="T12" fmla="*/ 15 w 16"/>
                <a:gd name="T13" fmla="*/ 0 h 2"/>
                <a:gd name="T14" fmla="*/ 16 w 16"/>
                <a:gd name="T15" fmla="*/ 1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
                  <a:moveTo>
                    <a:pt x="16" y="1"/>
                  </a:moveTo>
                  <a:cubicBezTo>
                    <a:pt x="16" y="1"/>
                    <a:pt x="16" y="2"/>
                    <a:pt x="15" y="2"/>
                  </a:cubicBezTo>
                  <a:cubicBezTo>
                    <a:pt x="2" y="2"/>
                    <a:pt x="2" y="2"/>
                    <a:pt x="2" y="2"/>
                  </a:cubicBezTo>
                  <a:cubicBezTo>
                    <a:pt x="1" y="2"/>
                    <a:pt x="0" y="1"/>
                    <a:pt x="0" y="1"/>
                  </a:cubicBezTo>
                  <a:cubicBezTo>
                    <a:pt x="0" y="1"/>
                    <a:pt x="0" y="1"/>
                    <a:pt x="0" y="1"/>
                  </a:cubicBezTo>
                  <a:cubicBezTo>
                    <a:pt x="0" y="0"/>
                    <a:pt x="1" y="0"/>
                    <a:pt x="2" y="0"/>
                  </a:cubicBezTo>
                  <a:cubicBezTo>
                    <a:pt x="15" y="0"/>
                    <a:pt x="15" y="0"/>
                    <a:pt x="15" y="0"/>
                  </a:cubicBezTo>
                  <a:cubicBezTo>
                    <a:pt x="16" y="0"/>
                    <a:pt x="16" y="0"/>
                    <a:pt x="16" y="1"/>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25" name="Freeform 21"/>
            <p:cNvSpPr>
              <a:spLocks/>
            </p:cNvSpPr>
            <p:nvPr/>
          </p:nvSpPr>
          <p:spPr bwMode="auto">
            <a:xfrm>
              <a:off x="1265858" y="1600201"/>
              <a:ext cx="71438" cy="15875"/>
            </a:xfrm>
            <a:custGeom>
              <a:avLst/>
              <a:gdLst>
                <a:gd name="T0" fmla="*/ 0 w 9"/>
                <a:gd name="T1" fmla="*/ 2 h 2"/>
                <a:gd name="T2" fmla="*/ 0 w 9"/>
                <a:gd name="T3" fmla="*/ 1 h 2"/>
                <a:gd name="T4" fmla="*/ 0 w 9"/>
                <a:gd name="T5" fmla="*/ 1 h 2"/>
                <a:gd name="T6" fmla="*/ 0 w 9"/>
                <a:gd name="T7" fmla="*/ 0 h 2"/>
                <a:gd name="T8" fmla="*/ 9 w 9"/>
                <a:gd name="T9" fmla="*/ 0 h 2"/>
                <a:gd name="T10" fmla="*/ 9 w 9"/>
                <a:gd name="T11" fmla="*/ 1 h 2"/>
                <a:gd name="T12" fmla="*/ 9 w 9"/>
                <a:gd name="T13" fmla="*/ 1 h 2"/>
                <a:gd name="T14" fmla="*/ 9 w 9"/>
                <a:gd name="T15" fmla="*/ 2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2">
                  <a:moveTo>
                    <a:pt x="0" y="2"/>
                  </a:moveTo>
                  <a:cubicBezTo>
                    <a:pt x="0" y="2"/>
                    <a:pt x="0" y="1"/>
                    <a:pt x="0" y="1"/>
                  </a:cubicBezTo>
                  <a:cubicBezTo>
                    <a:pt x="0" y="1"/>
                    <a:pt x="0" y="1"/>
                    <a:pt x="0" y="1"/>
                  </a:cubicBezTo>
                  <a:cubicBezTo>
                    <a:pt x="0" y="0"/>
                    <a:pt x="0" y="0"/>
                    <a:pt x="0" y="0"/>
                  </a:cubicBezTo>
                  <a:cubicBezTo>
                    <a:pt x="9" y="0"/>
                    <a:pt x="9" y="0"/>
                    <a:pt x="9" y="0"/>
                  </a:cubicBezTo>
                  <a:cubicBezTo>
                    <a:pt x="9" y="0"/>
                    <a:pt x="9" y="0"/>
                    <a:pt x="9" y="1"/>
                  </a:cubicBezTo>
                  <a:cubicBezTo>
                    <a:pt x="9" y="1"/>
                    <a:pt x="9" y="1"/>
                    <a:pt x="9" y="1"/>
                  </a:cubicBezTo>
                  <a:cubicBezTo>
                    <a:pt x="9" y="1"/>
                    <a:pt x="9" y="2"/>
                    <a:pt x="9" y="2"/>
                  </a:cubicBezTo>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26" name="Freeform 22"/>
            <p:cNvSpPr>
              <a:spLocks/>
            </p:cNvSpPr>
            <p:nvPr/>
          </p:nvSpPr>
          <p:spPr bwMode="auto">
            <a:xfrm>
              <a:off x="1265858" y="1022351"/>
              <a:ext cx="71438" cy="355600"/>
            </a:xfrm>
            <a:custGeom>
              <a:avLst/>
              <a:gdLst>
                <a:gd name="T0" fmla="*/ 9 w 9"/>
                <a:gd name="T1" fmla="*/ 4 h 45"/>
                <a:gd name="T2" fmla="*/ 4 w 9"/>
                <a:gd name="T3" fmla="*/ 0 h 45"/>
                <a:gd name="T4" fmla="*/ 4 w 9"/>
                <a:gd name="T5" fmla="*/ 0 h 45"/>
                <a:gd name="T6" fmla="*/ 0 w 9"/>
                <a:gd name="T7" fmla="*/ 4 h 45"/>
                <a:gd name="T8" fmla="*/ 0 w 9"/>
                <a:gd name="T9" fmla="*/ 41 h 45"/>
                <a:gd name="T10" fmla="*/ 4 w 9"/>
                <a:gd name="T11" fmla="*/ 45 h 45"/>
                <a:gd name="T12" fmla="*/ 4 w 9"/>
                <a:gd name="T13" fmla="*/ 45 h 45"/>
                <a:gd name="T14" fmla="*/ 9 w 9"/>
                <a:gd name="T15" fmla="*/ 41 h 45"/>
                <a:gd name="T16" fmla="*/ 9 w 9"/>
                <a:gd name="T17"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45">
                  <a:moveTo>
                    <a:pt x="9" y="4"/>
                  </a:moveTo>
                  <a:cubicBezTo>
                    <a:pt x="9" y="2"/>
                    <a:pt x="7" y="0"/>
                    <a:pt x="4" y="0"/>
                  </a:cubicBezTo>
                  <a:cubicBezTo>
                    <a:pt x="4" y="0"/>
                    <a:pt x="4" y="0"/>
                    <a:pt x="4" y="0"/>
                  </a:cubicBezTo>
                  <a:cubicBezTo>
                    <a:pt x="2" y="0"/>
                    <a:pt x="0" y="2"/>
                    <a:pt x="0" y="4"/>
                  </a:cubicBezTo>
                  <a:cubicBezTo>
                    <a:pt x="0" y="41"/>
                    <a:pt x="0" y="41"/>
                    <a:pt x="0" y="41"/>
                  </a:cubicBezTo>
                  <a:cubicBezTo>
                    <a:pt x="0" y="43"/>
                    <a:pt x="2" y="45"/>
                    <a:pt x="4" y="45"/>
                  </a:cubicBezTo>
                  <a:cubicBezTo>
                    <a:pt x="4" y="45"/>
                    <a:pt x="4" y="45"/>
                    <a:pt x="4" y="45"/>
                  </a:cubicBezTo>
                  <a:cubicBezTo>
                    <a:pt x="7" y="45"/>
                    <a:pt x="9" y="43"/>
                    <a:pt x="9" y="41"/>
                  </a:cubicBezTo>
                  <a:lnTo>
                    <a:pt x="9" y="4"/>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27" name="Freeform 23"/>
            <p:cNvSpPr>
              <a:spLocks/>
            </p:cNvSpPr>
            <p:nvPr/>
          </p:nvSpPr>
          <p:spPr bwMode="auto">
            <a:xfrm>
              <a:off x="1202358" y="1038226"/>
              <a:ext cx="47625" cy="339725"/>
            </a:xfrm>
            <a:custGeom>
              <a:avLst/>
              <a:gdLst>
                <a:gd name="T0" fmla="*/ 6 w 6"/>
                <a:gd name="T1" fmla="*/ 5 h 43"/>
                <a:gd name="T2" fmla="*/ 3 w 6"/>
                <a:gd name="T3" fmla="*/ 0 h 43"/>
                <a:gd name="T4" fmla="*/ 3 w 6"/>
                <a:gd name="T5" fmla="*/ 0 h 43"/>
                <a:gd name="T6" fmla="*/ 0 w 6"/>
                <a:gd name="T7" fmla="*/ 5 h 43"/>
                <a:gd name="T8" fmla="*/ 0 w 6"/>
                <a:gd name="T9" fmla="*/ 39 h 43"/>
                <a:gd name="T10" fmla="*/ 3 w 6"/>
                <a:gd name="T11" fmla="*/ 43 h 43"/>
                <a:gd name="T12" fmla="*/ 3 w 6"/>
                <a:gd name="T13" fmla="*/ 43 h 43"/>
                <a:gd name="T14" fmla="*/ 6 w 6"/>
                <a:gd name="T15" fmla="*/ 39 h 43"/>
                <a:gd name="T16" fmla="*/ 6 w 6"/>
                <a:gd name="T17"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43">
                  <a:moveTo>
                    <a:pt x="6" y="5"/>
                  </a:moveTo>
                  <a:cubicBezTo>
                    <a:pt x="6" y="2"/>
                    <a:pt x="5" y="0"/>
                    <a:pt x="3" y="0"/>
                  </a:cubicBezTo>
                  <a:cubicBezTo>
                    <a:pt x="3" y="0"/>
                    <a:pt x="3" y="0"/>
                    <a:pt x="3" y="0"/>
                  </a:cubicBezTo>
                  <a:cubicBezTo>
                    <a:pt x="1" y="0"/>
                    <a:pt x="0" y="2"/>
                    <a:pt x="0" y="5"/>
                  </a:cubicBezTo>
                  <a:cubicBezTo>
                    <a:pt x="0" y="39"/>
                    <a:pt x="0" y="39"/>
                    <a:pt x="0" y="39"/>
                  </a:cubicBezTo>
                  <a:cubicBezTo>
                    <a:pt x="0" y="41"/>
                    <a:pt x="1" y="43"/>
                    <a:pt x="3" y="43"/>
                  </a:cubicBezTo>
                  <a:cubicBezTo>
                    <a:pt x="3" y="43"/>
                    <a:pt x="3" y="43"/>
                    <a:pt x="3" y="43"/>
                  </a:cubicBezTo>
                  <a:cubicBezTo>
                    <a:pt x="5" y="43"/>
                    <a:pt x="6" y="41"/>
                    <a:pt x="6" y="39"/>
                  </a:cubicBezTo>
                  <a:lnTo>
                    <a:pt x="6"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28" name="Freeform 24"/>
            <p:cNvSpPr>
              <a:spLocks/>
            </p:cNvSpPr>
            <p:nvPr/>
          </p:nvSpPr>
          <p:spPr bwMode="auto">
            <a:xfrm>
              <a:off x="1353170" y="1038226"/>
              <a:ext cx="55563" cy="339725"/>
            </a:xfrm>
            <a:custGeom>
              <a:avLst/>
              <a:gdLst>
                <a:gd name="T0" fmla="*/ 7 w 7"/>
                <a:gd name="T1" fmla="*/ 5 h 43"/>
                <a:gd name="T2" fmla="*/ 3 w 7"/>
                <a:gd name="T3" fmla="*/ 0 h 43"/>
                <a:gd name="T4" fmla="*/ 3 w 7"/>
                <a:gd name="T5" fmla="*/ 0 h 43"/>
                <a:gd name="T6" fmla="*/ 0 w 7"/>
                <a:gd name="T7" fmla="*/ 5 h 43"/>
                <a:gd name="T8" fmla="*/ 0 w 7"/>
                <a:gd name="T9" fmla="*/ 39 h 43"/>
                <a:gd name="T10" fmla="*/ 3 w 7"/>
                <a:gd name="T11" fmla="*/ 43 h 43"/>
                <a:gd name="T12" fmla="*/ 3 w 7"/>
                <a:gd name="T13" fmla="*/ 43 h 43"/>
                <a:gd name="T14" fmla="*/ 7 w 7"/>
                <a:gd name="T15" fmla="*/ 39 h 43"/>
                <a:gd name="T16" fmla="*/ 7 w 7"/>
                <a:gd name="T17"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43">
                  <a:moveTo>
                    <a:pt x="7" y="5"/>
                  </a:moveTo>
                  <a:cubicBezTo>
                    <a:pt x="7" y="2"/>
                    <a:pt x="5" y="0"/>
                    <a:pt x="3" y="0"/>
                  </a:cubicBezTo>
                  <a:cubicBezTo>
                    <a:pt x="3" y="0"/>
                    <a:pt x="3" y="0"/>
                    <a:pt x="3" y="0"/>
                  </a:cubicBezTo>
                  <a:cubicBezTo>
                    <a:pt x="2" y="0"/>
                    <a:pt x="0" y="2"/>
                    <a:pt x="0" y="5"/>
                  </a:cubicBezTo>
                  <a:cubicBezTo>
                    <a:pt x="0" y="39"/>
                    <a:pt x="0" y="39"/>
                    <a:pt x="0" y="39"/>
                  </a:cubicBezTo>
                  <a:cubicBezTo>
                    <a:pt x="0" y="41"/>
                    <a:pt x="2" y="43"/>
                    <a:pt x="3" y="43"/>
                  </a:cubicBezTo>
                  <a:cubicBezTo>
                    <a:pt x="3" y="43"/>
                    <a:pt x="3" y="43"/>
                    <a:pt x="3" y="43"/>
                  </a:cubicBezTo>
                  <a:cubicBezTo>
                    <a:pt x="5" y="43"/>
                    <a:pt x="7" y="41"/>
                    <a:pt x="7" y="39"/>
                  </a:cubicBezTo>
                  <a:lnTo>
                    <a:pt x="7" y="5"/>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grpSp>
      <p:sp>
        <p:nvSpPr>
          <p:cNvPr id="29" name="Rectangle 25"/>
          <p:cNvSpPr>
            <a:spLocks noChangeArrowheads="1"/>
          </p:cNvSpPr>
          <p:nvPr/>
        </p:nvSpPr>
        <p:spPr bwMode="auto">
          <a:xfrm>
            <a:off x="2051720" y="3046413"/>
            <a:ext cx="4144946" cy="261938"/>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Rectangle 26"/>
          <p:cNvSpPr>
            <a:spLocks noChangeArrowheads="1"/>
          </p:cNvSpPr>
          <p:nvPr/>
        </p:nvSpPr>
        <p:spPr bwMode="auto">
          <a:xfrm>
            <a:off x="2051722" y="2765426"/>
            <a:ext cx="4414877" cy="261938"/>
          </a:xfrm>
          <a:prstGeom prst="rect">
            <a:avLst/>
          </a:prstGeom>
          <a:solidFill>
            <a:srgbClr val="CA2C3B"/>
          </a:solidFill>
          <a:ln>
            <a:noFill/>
          </a:ln>
        </p:spPr>
        <p:txBody>
          <a:bodyPr/>
          <a:lstStyle/>
          <a:p>
            <a:endParaRPr lang="zh-CN" altLang="en-US" sz="1600"/>
          </a:p>
        </p:txBody>
      </p:sp>
      <p:sp>
        <p:nvSpPr>
          <p:cNvPr id="31" name="Rectangle 27"/>
          <p:cNvSpPr>
            <a:spLocks noChangeArrowheads="1"/>
          </p:cNvSpPr>
          <p:nvPr/>
        </p:nvSpPr>
        <p:spPr bwMode="auto">
          <a:xfrm>
            <a:off x="2051720" y="3870326"/>
            <a:ext cx="3355146" cy="261938"/>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Rectangle 28"/>
          <p:cNvSpPr>
            <a:spLocks noChangeArrowheads="1"/>
          </p:cNvSpPr>
          <p:nvPr/>
        </p:nvSpPr>
        <p:spPr bwMode="auto">
          <a:xfrm>
            <a:off x="2051720" y="3590926"/>
            <a:ext cx="4014978" cy="260350"/>
          </a:xfrm>
          <a:prstGeom prst="rect">
            <a:avLst/>
          </a:prstGeom>
          <a:solidFill>
            <a:srgbClr val="CA2C3B"/>
          </a:solidFill>
          <a:ln>
            <a:noFill/>
          </a:ln>
        </p:spPr>
        <p:txBody>
          <a:bodyPr/>
          <a:lstStyle/>
          <a:p>
            <a:endParaRPr lang="zh-CN" altLang="en-US" sz="1600"/>
          </a:p>
        </p:txBody>
      </p:sp>
      <p:sp>
        <p:nvSpPr>
          <p:cNvPr id="33" name="Rectangle 29"/>
          <p:cNvSpPr>
            <a:spLocks noChangeArrowheads="1"/>
          </p:cNvSpPr>
          <p:nvPr/>
        </p:nvSpPr>
        <p:spPr bwMode="auto">
          <a:xfrm>
            <a:off x="2051722" y="2246313"/>
            <a:ext cx="4972735" cy="261938"/>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Rectangle 30"/>
          <p:cNvSpPr>
            <a:spLocks noChangeArrowheads="1"/>
          </p:cNvSpPr>
          <p:nvPr/>
        </p:nvSpPr>
        <p:spPr bwMode="auto">
          <a:xfrm>
            <a:off x="2051720" y="1965326"/>
            <a:ext cx="3175192" cy="261938"/>
          </a:xfrm>
          <a:prstGeom prst="rect">
            <a:avLst/>
          </a:prstGeom>
          <a:solidFill>
            <a:srgbClr val="CA2C3B"/>
          </a:solidFill>
          <a:ln>
            <a:noFill/>
          </a:ln>
        </p:spPr>
        <p:txBody>
          <a:bodyPr/>
          <a:lstStyle/>
          <a:p>
            <a:endParaRPr lang="zh-CN" altLang="en-US" sz="1600"/>
          </a:p>
        </p:txBody>
      </p:sp>
      <p:sp>
        <p:nvSpPr>
          <p:cNvPr id="35" name="Rectangle 31"/>
          <p:cNvSpPr>
            <a:spLocks noChangeArrowheads="1"/>
          </p:cNvSpPr>
          <p:nvPr/>
        </p:nvSpPr>
        <p:spPr bwMode="auto">
          <a:xfrm>
            <a:off x="2051722" y="1444626"/>
            <a:ext cx="4572837" cy="261938"/>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Rectangle 32"/>
          <p:cNvSpPr>
            <a:spLocks noChangeArrowheads="1"/>
          </p:cNvSpPr>
          <p:nvPr/>
        </p:nvSpPr>
        <p:spPr bwMode="auto">
          <a:xfrm>
            <a:off x="2051720" y="1165226"/>
            <a:ext cx="5472608" cy="260350"/>
          </a:xfrm>
          <a:prstGeom prst="rect">
            <a:avLst/>
          </a:prstGeom>
          <a:solidFill>
            <a:srgbClr val="CA2C3B"/>
          </a:solidFill>
          <a:ln>
            <a:noFill/>
          </a:ln>
        </p:spPr>
        <p:txBody>
          <a:bodyPr/>
          <a:lstStyle/>
          <a:p>
            <a:endParaRPr lang="zh-CN" altLang="en-US" sz="1600"/>
          </a:p>
        </p:txBody>
      </p:sp>
      <p:sp>
        <p:nvSpPr>
          <p:cNvPr id="37" name="TextBox 99"/>
          <p:cNvSpPr txBox="1"/>
          <p:nvPr/>
        </p:nvSpPr>
        <p:spPr bwMode="auto">
          <a:xfrm>
            <a:off x="7578708" y="1116829"/>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38" name="TextBox 100"/>
          <p:cNvSpPr txBox="1"/>
          <p:nvPr/>
        </p:nvSpPr>
        <p:spPr bwMode="auto">
          <a:xfrm>
            <a:off x="6660234" y="1440679"/>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39" name="TextBox 101"/>
          <p:cNvSpPr txBox="1"/>
          <p:nvPr/>
        </p:nvSpPr>
        <p:spPr bwMode="auto">
          <a:xfrm>
            <a:off x="5274079" y="1934713"/>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EBAC07"/>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40" name="TextBox 102"/>
          <p:cNvSpPr txBox="1"/>
          <p:nvPr/>
        </p:nvSpPr>
        <p:spPr bwMode="auto">
          <a:xfrm>
            <a:off x="7074279" y="2202679"/>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41" name="TextBox 103"/>
          <p:cNvSpPr txBox="1"/>
          <p:nvPr/>
        </p:nvSpPr>
        <p:spPr bwMode="auto">
          <a:xfrm>
            <a:off x="6516218" y="2710033"/>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8BC925"/>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42" name="TextBox 104"/>
          <p:cNvSpPr txBox="1"/>
          <p:nvPr/>
        </p:nvSpPr>
        <p:spPr bwMode="auto">
          <a:xfrm>
            <a:off x="6225041" y="3033883"/>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43" name="TextBox 105"/>
          <p:cNvSpPr txBox="1"/>
          <p:nvPr/>
        </p:nvSpPr>
        <p:spPr bwMode="auto">
          <a:xfrm>
            <a:off x="6122270" y="3555079"/>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284848"/>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44" name="TextBox 106"/>
          <p:cNvSpPr txBox="1"/>
          <p:nvPr/>
        </p:nvSpPr>
        <p:spPr bwMode="auto">
          <a:xfrm>
            <a:off x="5474198" y="3878929"/>
            <a:ext cx="954107" cy="276999"/>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Tree>
    <p:extLst>
      <p:ext uri="{BB962C8B-B14F-4D97-AF65-F5344CB8AC3E}">
        <p14:creationId xmlns:p14="http://schemas.microsoft.com/office/powerpoint/2010/main" val="428636948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0-#ppt_w/2"/>
                                          </p:val>
                                        </p:tav>
                                        <p:tav tm="100000">
                                          <p:val>
                                            <p:strVal val="#ppt_x"/>
                                          </p:val>
                                        </p:tav>
                                      </p:tavLst>
                                    </p:anim>
                                    <p:anim calcmode="lin" valueType="num">
                                      <p:cBhvr additive="base">
                                        <p:cTn id="12" dur="500" fill="hold"/>
                                        <p:tgtEl>
                                          <p:spTgt spid="3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0-#ppt_w/2"/>
                                          </p:val>
                                        </p:tav>
                                        <p:tav tm="100000">
                                          <p:val>
                                            <p:strVal val="#ppt_x"/>
                                          </p:val>
                                        </p:tav>
                                      </p:tavLst>
                                    </p:anim>
                                    <p:anim calcmode="lin" valueType="num">
                                      <p:cBhvr additive="base">
                                        <p:cTn id="16" dur="500" fill="hold"/>
                                        <p:tgtEl>
                                          <p:spTgt spid="3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0-#ppt_w/2"/>
                                          </p:val>
                                        </p:tav>
                                        <p:tav tm="100000">
                                          <p:val>
                                            <p:strVal val="#ppt_x"/>
                                          </p:val>
                                        </p:tav>
                                      </p:tavLst>
                                    </p:anim>
                                    <p:anim calcmode="lin" valueType="num">
                                      <p:cBhvr additive="base">
                                        <p:cTn id="20" dur="500" fill="hold"/>
                                        <p:tgtEl>
                                          <p:spTgt spid="3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additive="base">
                                        <p:cTn id="23" dur="500" fill="hold"/>
                                        <p:tgtEl>
                                          <p:spTgt spid="38"/>
                                        </p:tgtEl>
                                        <p:attrNameLst>
                                          <p:attrName>ppt_x</p:attrName>
                                        </p:attrNameLst>
                                      </p:cBhvr>
                                      <p:tavLst>
                                        <p:tav tm="0">
                                          <p:val>
                                            <p:strVal val="0-#ppt_w/2"/>
                                          </p:val>
                                        </p:tav>
                                        <p:tav tm="100000">
                                          <p:val>
                                            <p:strVal val="#ppt_x"/>
                                          </p:val>
                                        </p:tav>
                                      </p:tavLst>
                                    </p:anim>
                                    <p:anim calcmode="lin" valueType="num">
                                      <p:cBhvr additive="base">
                                        <p:cTn id="24"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0-#ppt_w/2"/>
                                          </p:val>
                                        </p:tav>
                                        <p:tav tm="100000">
                                          <p:val>
                                            <p:strVal val="#ppt_x"/>
                                          </p:val>
                                        </p:tav>
                                      </p:tavLst>
                                    </p:anim>
                                    <p:anim calcmode="lin" valueType="num">
                                      <p:cBhvr additive="base">
                                        <p:cTn id="30" dur="500" fill="hold"/>
                                        <p:tgtEl>
                                          <p:spTgt spid="17"/>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fill="hold"/>
                                        <p:tgtEl>
                                          <p:spTgt spid="33"/>
                                        </p:tgtEl>
                                        <p:attrNameLst>
                                          <p:attrName>ppt_x</p:attrName>
                                        </p:attrNameLst>
                                      </p:cBhvr>
                                      <p:tavLst>
                                        <p:tav tm="0">
                                          <p:val>
                                            <p:strVal val="0-#ppt_w/2"/>
                                          </p:val>
                                        </p:tav>
                                        <p:tav tm="100000">
                                          <p:val>
                                            <p:strVal val="#ppt_x"/>
                                          </p:val>
                                        </p:tav>
                                      </p:tavLst>
                                    </p:anim>
                                    <p:anim calcmode="lin" valueType="num">
                                      <p:cBhvr additive="base">
                                        <p:cTn id="34" dur="500" fill="hold"/>
                                        <p:tgtEl>
                                          <p:spTgt spid="33"/>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500" fill="hold"/>
                                        <p:tgtEl>
                                          <p:spTgt spid="34"/>
                                        </p:tgtEl>
                                        <p:attrNameLst>
                                          <p:attrName>ppt_x</p:attrName>
                                        </p:attrNameLst>
                                      </p:cBhvr>
                                      <p:tavLst>
                                        <p:tav tm="0">
                                          <p:val>
                                            <p:strVal val="0-#ppt_w/2"/>
                                          </p:val>
                                        </p:tav>
                                        <p:tav tm="100000">
                                          <p:val>
                                            <p:strVal val="#ppt_x"/>
                                          </p:val>
                                        </p:tav>
                                      </p:tavLst>
                                    </p:anim>
                                    <p:anim calcmode="lin" valueType="num">
                                      <p:cBhvr additive="base">
                                        <p:cTn id="38" dur="500" fill="hold"/>
                                        <p:tgtEl>
                                          <p:spTgt spid="34"/>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anim calcmode="lin" valueType="num">
                                      <p:cBhvr additive="base">
                                        <p:cTn id="41" dur="500" fill="hold"/>
                                        <p:tgtEl>
                                          <p:spTgt spid="39"/>
                                        </p:tgtEl>
                                        <p:attrNameLst>
                                          <p:attrName>ppt_x</p:attrName>
                                        </p:attrNameLst>
                                      </p:cBhvr>
                                      <p:tavLst>
                                        <p:tav tm="0">
                                          <p:val>
                                            <p:strVal val="0-#ppt_w/2"/>
                                          </p:val>
                                        </p:tav>
                                        <p:tav tm="100000">
                                          <p:val>
                                            <p:strVal val="#ppt_x"/>
                                          </p:val>
                                        </p:tav>
                                      </p:tavLst>
                                    </p:anim>
                                    <p:anim calcmode="lin" valueType="num">
                                      <p:cBhvr additive="base">
                                        <p:cTn id="42" dur="500" fill="hold"/>
                                        <p:tgtEl>
                                          <p:spTgt spid="39"/>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additive="base">
                                        <p:cTn id="45" dur="500" fill="hold"/>
                                        <p:tgtEl>
                                          <p:spTgt spid="40"/>
                                        </p:tgtEl>
                                        <p:attrNameLst>
                                          <p:attrName>ppt_x</p:attrName>
                                        </p:attrNameLst>
                                      </p:cBhvr>
                                      <p:tavLst>
                                        <p:tav tm="0">
                                          <p:val>
                                            <p:strVal val="0-#ppt_w/2"/>
                                          </p:val>
                                        </p:tav>
                                        <p:tav tm="100000">
                                          <p:val>
                                            <p:strVal val="#ppt_x"/>
                                          </p:val>
                                        </p:tav>
                                      </p:tavLst>
                                    </p:anim>
                                    <p:anim calcmode="lin" valueType="num">
                                      <p:cBhvr additive="base">
                                        <p:cTn id="46"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0-#ppt_w/2"/>
                                          </p:val>
                                        </p:tav>
                                        <p:tav tm="100000">
                                          <p:val>
                                            <p:strVal val="#ppt_x"/>
                                          </p:val>
                                        </p:tav>
                                      </p:tavLst>
                                    </p:anim>
                                    <p:anim calcmode="lin" valueType="num">
                                      <p:cBhvr additive="base">
                                        <p:cTn id="52" dur="500" fill="hold"/>
                                        <p:tgtEl>
                                          <p:spTgt spid="12"/>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0-#ppt_w/2"/>
                                          </p:val>
                                        </p:tav>
                                        <p:tav tm="100000">
                                          <p:val>
                                            <p:strVal val="#ppt_x"/>
                                          </p:val>
                                        </p:tav>
                                      </p:tavLst>
                                    </p:anim>
                                    <p:anim calcmode="lin" valueType="num">
                                      <p:cBhvr additive="base">
                                        <p:cTn id="56" dur="500" fill="hold"/>
                                        <p:tgtEl>
                                          <p:spTgt spid="29"/>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0-#ppt_w/2"/>
                                          </p:val>
                                        </p:tav>
                                        <p:tav tm="100000">
                                          <p:val>
                                            <p:strVal val="#ppt_x"/>
                                          </p:val>
                                        </p:tav>
                                      </p:tavLst>
                                    </p:anim>
                                    <p:anim calcmode="lin" valueType="num">
                                      <p:cBhvr additive="base">
                                        <p:cTn id="60" dur="500" fill="hold"/>
                                        <p:tgtEl>
                                          <p:spTgt spid="30"/>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additive="base">
                                        <p:cTn id="63" dur="500" fill="hold"/>
                                        <p:tgtEl>
                                          <p:spTgt spid="41"/>
                                        </p:tgtEl>
                                        <p:attrNameLst>
                                          <p:attrName>ppt_x</p:attrName>
                                        </p:attrNameLst>
                                      </p:cBhvr>
                                      <p:tavLst>
                                        <p:tav tm="0">
                                          <p:val>
                                            <p:strVal val="0-#ppt_w/2"/>
                                          </p:val>
                                        </p:tav>
                                        <p:tav tm="100000">
                                          <p:val>
                                            <p:strVal val="#ppt_x"/>
                                          </p:val>
                                        </p:tav>
                                      </p:tavLst>
                                    </p:anim>
                                    <p:anim calcmode="lin" valueType="num">
                                      <p:cBhvr additive="base">
                                        <p:cTn id="64" dur="500" fill="hold"/>
                                        <p:tgtEl>
                                          <p:spTgt spid="41"/>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anim calcmode="lin" valueType="num">
                                      <p:cBhvr additive="base">
                                        <p:cTn id="67" dur="500" fill="hold"/>
                                        <p:tgtEl>
                                          <p:spTgt spid="42"/>
                                        </p:tgtEl>
                                        <p:attrNameLst>
                                          <p:attrName>ppt_x</p:attrName>
                                        </p:attrNameLst>
                                      </p:cBhvr>
                                      <p:tavLst>
                                        <p:tav tm="0">
                                          <p:val>
                                            <p:strVal val="0-#ppt_w/2"/>
                                          </p:val>
                                        </p:tav>
                                        <p:tav tm="100000">
                                          <p:val>
                                            <p:strVal val="#ppt_x"/>
                                          </p:val>
                                        </p:tav>
                                      </p:tavLst>
                                    </p:anim>
                                    <p:anim calcmode="lin" valueType="num">
                                      <p:cBhvr additive="base">
                                        <p:cTn id="6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5"/>
                                        </p:tgtEl>
                                        <p:attrNameLst>
                                          <p:attrName>style.visibility</p:attrName>
                                        </p:attrNameLst>
                                      </p:cBhvr>
                                      <p:to>
                                        <p:strVal val="visible"/>
                                      </p:to>
                                    </p:set>
                                    <p:anim calcmode="lin" valueType="num">
                                      <p:cBhvr additive="base">
                                        <p:cTn id="73" dur="500" fill="hold"/>
                                        <p:tgtEl>
                                          <p:spTgt spid="5"/>
                                        </p:tgtEl>
                                        <p:attrNameLst>
                                          <p:attrName>ppt_x</p:attrName>
                                        </p:attrNameLst>
                                      </p:cBhvr>
                                      <p:tavLst>
                                        <p:tav tm="0">
                                          <p:val>
                                            <p:strVal val="0-#ppt_w/2"/>
                                          </p:val>
                                        </p:tav>
                                        <p:tav tm="100000">
                                          <p:val>
                                            <p:strVal val="#ppt_x"/>
                                          </p:val>
                                        </p:tav>
                                      </p:tavLst>
                                    </p:anim>
                                    <p:anim calcmode="lin" valueType="num">
                                      <p:cBhvr additive="base">
                                        <p:cTn id="74" dur="500" fill="hold"/>
                                        <p:tgtEl>
                                          <p:spTgt spid="5"/>
                                        </p:tgtEl>
                                        <p:attrNameLst>
                                          <p:attrName>ppt_y</p:attrName>
                                        </p:attrNameLst>
                                      </p:cBhvr>
                                      <p:tavLst>
                                        <p:tav tm="0">
                                          <p:val>
                                            <p:strVal val="#ppt_y"/>
                                          </p:val>
                                        </p:tav>
                                        <p:tav tm="100000">
                                          <p:val>
                                            <p:strVal val="#ppt_y"/>
                                          </p:val>
                                        </p:tav>
                                      </p:tavLst>
                                    </p:anim>
                                  </p:childTnLst>
                                </p:cTn>
                              </p:par>
                              <p:par>
                                <p:cTn id="75" presetID="2" presetClass="entr" presetSubtype="8"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 calcmode="lin" valueType="num">
                                      <p:cBhvr additive="base">
                                        <p:cTn id="77" dur="500" fill="hold"/>
                                        <p:tgtEl>
                                          <p:spTgt spid="31"/>
                                        </p:tgtEl>
                                        <p:attrNameLst>
                                          <p:attrName>ppt_x</p:attrName>
                                        </p:attrNameLst>
                                      </p:cBhvr>
                                      <p:tavLst>
                                        <p:tav tm="0">
                                          <p:val>
                                            <p:strVal val="0-#ppt_w/2"/>
                                          </p:val>
                                        </p:tav>
                                        <p:tav tm="100000">
                                          <p:val>
                                            <p:strVal val="#ppt_x"/>
                                          </p:val>
                                        </p:tav>
                                      </p:tavLst>
                                    </p:anim>
                                    <p:anim calcmode="lin" valueType="num">
                                      <p:cBhvr additive="base">
                                        <p:cTn id="78" dur="500" fill="hold"/>
                                        <p:tgtEl>
                                          <p:spTgt spid="31"/>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 calcmode="lin" valueType="num">
                                      <p:cBhvr additive="base">
                                        <p:cTn id="81" dur="500" fill="hold"/>
                                        <p:tgtEl>
                                          <p:spTgt spid="32"/>
                                        </p:tgtEl>
                                        <p:attrNameLst>
                                          <p:attrName>ppt_x</p:attrName>
                                        </p:attrNameLst>
                                      </p:cBhvr>
                                      <p:tavLst>
                                        <p:tav tm="0">
                                          <p:val>
                                            <p:strVal val="0-#ppt_w/2"/>
                                          </p:val>
                                        </p:tav>
                                        <p:tav tm="100000">
                                          <p:val>
                                            <p:strVal val="#ppt_x"/>
                                          </p:val>
                                        </p:tav>
                                      </p:tavLst>
                                    </p:anim>
                                    <p:anim calcmode="lin" valueType="num">
                                      <p:cBhvr additive="base">
                                        <p:cTn id="82" dur="500" fill="hold"/>
                                        <p:tgtEl>
                                          <p:spTgt spid="32"/>
                                        </p:tgtEl>
                                        <p:attrNameLst>
                                          <p:attrName>ppt_y</p:attrName>
                                        </p:attrNameLst>
                                      </p:cBhvr>
                                      <p:tavLst>
                                        <p:tav tm="0">
                                          <p:val>
                                            <p:strVal val="#ppt_y"/>
                                          </p:val>
                                        </p:tav>
                                        <p:tav tm="100000">
                                          <p:val>
                                            <p:strVal val="#ppt_y"/>
                                          </p:val>
                                        </p:tav>
                                      </p:tavLst>
                                    </p:anim>
                                  </p:childTnLst>
                                </p:cTn>
                              </p:par>
                              <p:par>
                                <p:cTn id="83" presetID="2" presetClass="entr" presetSubtype="8"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500" fill="hold"/>
                                        <p:tgtEl>
                                          <p:spTgt spid="43"/>
                                        </p:tgtEl>
                                        <p:attrNameLst>
                                          <p:attrName>ppt_x</p:attrName>
                                        </p:attrNameLst>
                                      </p:cBhvr>
                                      <p:tavLst>
                                        <p:tav tm="0">
                                          <p:val>
                                            <p:strVal val="0-#ppt_w/2"/>
                                          </p:val>
                                        </p:tav>
                                        <p:tav tm="100000">
                                          <p:val>
                                            <p:strVal val="#ppt_x"/>
                                          </p:val>
                                        </p:tav>
                                      </p:tavLst>
                                    </p:anim>
                                    <p:anim calcmode="lin" valueType="num">
                                      <p:cBhvr additive="base">
                                        <p:cTn id="86" dur="500" fill="hold"/>
                                        <p:tgtEl>
                                          <p:spTgt spid="43"/>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anim calcmode="lin" valueType="num">
                                      <p:cBhvr additive="base">
                                        <p:cTn id="89" dur="500" fill="hold"/>
                                        <p:tgtEl>
                                          <p:spTgt spid="44"/>
                                        </p:tgtEl>
                                        <p:attrNameLst>
                                          <p:attrName>ppt_x</p:attrName>
                                        </p:attrNameLst>
                                      </p:cBhvr>
                                      <p:tavLst>
                                        <p:tav tm="0">
                                          <p:val>
                                            <p:strVal val="0-#ppt_w/2"/>
                                          </p:val>
                                        </p:tav>
                                        <p:tav tm="100000">
                                          <p:val>
                                            <p:strVal val="#ppt_x"/>
                                          </p:val>
                                        </p:tav>
                                      </p:tavLst>
                                    </p:anim>
                                    <p:anim calcmode="lin" valueType="num">
                                      <p:cBhvr additive="base">
                                        <p:cTn id="90"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p:bldP spid="38" grpId="0"/>
      <p:bldP spid="39" grpId="0"/>
      <p:bldP spid="40" grpId="0"/>
      <p:bldP spid="41" grpId="0"/>
      <p:bldP spid="42" grpId="0"/>
      <p:bldP spid="43" grpId="0"/>
      <p:bldP spid="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AutoShape 4"/>
          <p:cNvSpPr>
            <a:spLocks noChangeAspect="1" noChangeArrowheads="1" noTextEdit="1"/>
          </p:cNvSpPr>
          <p:nvPr/>
        </p:nvSpPr>
        <p:spPr bwMode="auto">
          <a:xfrm>
            <a:off x="788990" y="1492250"/>
            <a:ext cx="7564437"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 name="Freeform 6"/>
          <p:cNvSpPr>
            <a:spLocks/>
          </p:cNvSpPr>
          <p:nvPr/>
        </p:nvSpPr>
        <p:spPr bwMode="auto">
          <a:xfrm>
            <a:off x="788988" y="1568450"/>
            <a:ext cx="1225550" cy="1747838"/>
          </a:xfrm>
          <a:custGeom>
            <a:avLst/>
            <a:gdLst>
              <a:gd name="T0" fmla="*/ 26345 w 238"/>
              <a:gd name="T1" fmla="*/ 13076 h 340"/>
              <a:gd name="T2" fmla="*/ 13173 w 238"/>
              <a:gd name="T3" fmla="*/ 0 h 340"/>
              <a:gd name="T4" fmla="*/ 0 w 238"/>
              <a:gd name="T5" fmla="*/ 13076 h 340"/>
              <a:gd name="T6" fmla="*/ 8638 w 238"/>
              <a:gd name="T7" fmla="*/ 25397 h 340"/>
              <a:gd name="T8" fmla="*/ 8638 w 238"/>
              <a:gd name="T9" fmla="*/ 27609 h 340"/>
              <a:gd name="T10" fmla="*/ 6072 w 238"/>
              <a:gd name="T11" fmla="*/ 27609 h 340"/>
              <a:gd name="T12" fmla="*/ 13173 w 238"/>
              <a:gd name="T13" fmla="*/ 37382 h 340"/>
              <a:gd name="T14" fmla="*/ 20276 w 238"/>
              <a:gd name="T15" fmla="*/ 27609 h 340"/>
              <a:gd name="T16" fmla="*/ 17613 w 238"/>
              <a:gd name="T17" fmla="*/ 27609 h 340"/>
              <a:gd name="T18" fmla="*/ 17613 w 238"/>
              <a:gd name="T19" fmla="*/ 25397 h 340"/>
              <a:gd name="T20" fmla="*/ 26345 w 238"/>
              <a:gd name="T21" fmla="*/ 13076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8" h="340">
                <a:moveTo>
                  <a:pt x="238" y="119"/>
                </a:moveTo>
                <a:cubicBezTo>
                  <a:pt x="238" y="53"/>
                  <a:pt x="185" y="0"/>
                  <a:pt x="119" y="0"/>
                </a:cubicBezTo>
                <a:cubicBezTo>
                  <a:pt x="53" y="0"/>
                  <a:pt x="0" y="53"/>
                  <a:pt x="0" y="119"/>
                </a:cubicBezTo>
                <a:cubicBezTo>
                  <a:pt x="0" y="170"/>
                  <a:pt x="32" y="214"/>
                  <a:pt x="78" y="231"/>
                </a:cubicBezTo>
                <a:cubicBezTo>
                  <a:pt x="78" y="251"/>
                  <a:pt x="78" y="251"/>
                  <a:pt x="78" y="251"/>
                </a:cubicBezTo>
                <a:cubicBezTo>
                  <a:pt x="55" y="251"/>
                  <a:pt x="55" y="251"/>
                  <a:pt x="55" y="251"/>
                </a:cubicBezTo>
                <a:cubicBezTo>
                  <a:pt x="119" y="340"/>
                  <a:pt x="119" y="340"/>
                  <a:pt x="119" y="340"/>
                </a:cubicBezTo>
                <a:cubicBezTo>
                  <a:pt x="183" y="251"/>
                  <a:pt x="183" y="251"/>
                  <a:pt x="183" y="251"/>
                </a:cubicBezTo>
                <a:cubicBezTo>
                  <a:pt x="159" y="251"/>
                  <a:pt x="159" y="251"/>
                  <a:pt x="159" y="251"/>
                </a:cubicBezTo>
                <a:cubicBezTo>
                  <a:pt x="159" y="231"/>
                  <a:pt x="159" y="231"/>
                  <a:pt x="159" y="231"/>
                </a:cubicBezTo>
                <a:cubicBezTo>
                  <a:pt x="205" y="215"/>
                  <a:pt x="238" y="171"/>
                  <a:pt x="238" y="119"/>
                </a:cubicBezTo>
                <a:close/>
              </a:path>
            </a:pathLst>
          </a:custGeom>
          <a:solidFill>
            <a:srgbClr val="CA2C3B"/>
          </a:solidFill>
          <a:ln>
            <a:noFill/>
          </a:ln>
        </p:spPr>
        <p:txBody>
          <a:bodyPr/>
          <a:lstStyle/>
          <a:p>
            <a:endParaRPr lang="zh-CN" altLang="en-US"/>
          </a:p>
        </p:txBody>
      </p:sp>
      <p:sp>
        <p:nvSpPr>
          <p:cNvPr id="7" name="Freeform 21"/>
          <p:cNvSpPr>
            <a:spLocks/>
          </p:cNvSpPr>
          <p:nvPr/>
        </p:nvSpPr>
        <p:spPr bwMode="auto">
          <a:xfrm>
            <a:off x="2306638" y="1568450"/>
            <a:ext cx="1230312" cy="1747838"/>
          </a:xfrm>
          <a:custGeom>
            <a:avLst/>
            <a:gdLst>
              <a:gd name="T0" fmla="*/ 26425 w 239"/>
              <a:gd name="T1" fmla="*/ 13076 h 340"/>
              <a:gd name="T2" fmla="*/ 13259 w 239"/>
              <a:gd name="T3" fmla="*/ 0 h 340"/>
              <a:gd name="T4" fmla="*/ 0 w 239"/>
              <a:gd name="T5" fmla="*/ 13076 h 340"/>
              <a:gd name="T6" fmla="*/ 8622 w 239"/>
              <a:gd name="T7" fmla="*/ 25397 h 340"/>
              <a:gd name="T8" fmla="*/ 8622 w 239"/>
              <a:gd name="T9" fmla="*/ 27609 h 340"/>
              <a:gd name="T10" fmla="*/ 6203 w 239"/>
              <a:gd name="T11" fmla="*/ 27609 h 340"/>
              <a:gd name="T12" fmla="*/ 13259 w 239"/>
              <a:gd name="T13" fmla="*/ 37382 h 340"/>
              <a:gd name="T14" fmla="*/ 20358 w 239"/>
              <a:gd name="T15" fmla="*/ 27609 h 340"/>
              <a:gd name="T16" fmla="*/ 17695 w 239"/>
              <a:gd name="T17" fmla="*/ 27609 h 340"/>
              <a:gd name="T18" fmla="*/ 17695 w 239"/>
              <a:gd name="T19" fmla="*/ 25397 h 340"/>
              <a:gd name="T20" fmla="*/ 26425 w 239"/>
              <a:gd name="T21" fmla="*/ 13076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9" h="340">
                <a:moveTo>
                  <a:pt x="239" y="119"/>
                </a:moveTo>
                <a:cubicBezTo>
                  <a:pt x="239" y="53"/>
                  <a:pt x="185" y="0"/>
                  <a:pt x="120" y="0"/>
                </a:cubicBezTo>
                <a:cubicBezTo>
                  <a:pt x="54" y="0"/>
                  <a:pt x="0" y="53"/>
                  <a:pt x="0" y="119"/>
                </a:cubicBezTo>
                <a:cubicBezTo>
                  <a:pt x="0" y="170"/>
                  <a:pt x="33" y="214"/>
                  <a:pt x="78" y="231"/>
                </a:cubicBezTo>
                <a:cubicBezTo>
                  <a:pt x="78" y="251"/>
                  <a:pt x="78" y="251"/>
                  <a:pt x="78" y="251"/>
                </a:cubicBezTo>
                <a:cubicBezTo>
                  <a:pt x="56" y="251"/>
                  <a:pt x="56" y="251"/>
                  <a:pt x="56" y="251"/>
                </a:cubicBezTo>
                <a:cubicBezTo>
                  <a:pt x="120" y="340"/>
                  <a:pt x="120" y="340"/>
                  <a:pt x="120" y="340"/>
                </a:cubicBezTo>
                <a:cubicBezTo>
                  <a:pt x="184" y="251"/>
                  <a:pt x="184" y="251"/>
                  <a:pt x="184" y="251"/>
                </a:cubicBezTo>
                <a:cubicBezTo>
                  <a:pt x="160" y="251"/>
                  <a:pt x="160" y="251"/>
                  <a:pt x="160" y="251"/>
                </a:cubicBezTo>
                <a:cubicBezTo>
                  <a:pt x="160" y="231"/>
                  <a:pt x="160" y="231"/>
                  <a:pt x="160" y="231"/>
                </a:cubicBezTo>
                <a:cubicBezTo>
                  <a:pt x="206" y="215"/>
                  <a:pt x="239" y="171"/>
                  <a:pt x="239" y="119"/>
                </a:cubicBezTo>
                <a:close/>
              </a:path>
            </a:pathLst>
          </a:custGeom>
          <a:solidFill>
            <a:srgbClr val="CA2C3B"/>
          </a:solidFill>
          <a:ln>
            <a:noFill/>
          </a:ln>
        </p:spPr>
        <p:txBody>
          <a:bodyPr/>
          <a:lstStyle/>
          <a:p>
            <a:endParaRPr lang="zh-CN" altLang="en-US" sz="1600"/>
          </a:p>
        </p:txBody>
      </p:sp>
      <p:sp>
        <p:nvSpPr>
          <p:cNvPr id="8" name="Freeform 36"/>
          <p:cNvSpPr>
            <a:spLocks/>
          </p:cNvSpPr>
          <p:nvPr/>
        </p:nvSpPr>
        <p:spPr bwMode="auto">
          <a:xfrm>
            <a:off x="7123113" y="1549400"/>
            <a:ext cx="1225550" cy="1746250"/>
          </a:xfrm>
          <a:custGeom>
            <a:avLst/>
            <a:gdLst>
              <a:gd name="T0" fmla="*/ 26345 w 238"/>
              <a:gd name="T1" fmla="*/ 13041 h 340"/>
              <a:gd name="T2" fmla="*/ 13173 w 238"/>
              <a:gd name="T3" fmla="*/ 0 h 340"/>
              <a:gd name="T4" fmla="*/ 0 w 238"/>
              <a:gd name="T5" fmla="*/ 13041 h 340"/>
              <a:gd name="T6" fmla="*/ 8638 w 238"/>
              <a:gd name="T7" fmla="*/ 25300 h 340"/>
              <a:gd name="T8" fmla="*/ 8638 w 238"/>
              <a:gd name="T9" fmla="*/ 27497 h 340"/>
              <a:gd name="T10" fmla="*/ 6072 w 238"/>
              <a:gd name="T11" fmla="*/ 27497 h 340"/>
              <a:gd name="T12" fmla="*/ 13173 w 238"/>
              <a:gd name="T13" fmla="*/ 37251 h 340"/>
              <a:gd name="T14" fmla="*/ 20276 w 238"/>
              <a:gd name="T15" fmla="*/ 27497 h 340"/>
              <a:gd name="T16" fmla="*/ 17613 w 238"/>
              <a:gd name="T17" fmla="*/ 27497 h 340"/>
              <a:gd name="T18" fmla="*/ 17613 w 238"/>
              <a:gd name="T19" fmla="*/ 25436 h 340"/>
              <a:gd name="T20" fmla="*/ 26345 w 238"/>
              <a:gd name="T21" fmla="*/ 13041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8" h="340">
                <a:moveTo>
                  <a:pt x="238" y="119"/>
                </a:moveTo>
                <a:cubicBezTo>
                  <a:pt x="238" y="53"/>
                  <a:pt x="185" y="0"/>
                  <a:pt x="119" y="0"/>
                </a:cubicBezTo>
                <a:cubicBezTo>
                  <a:pt x="53" y="0"/>
                  <a:pt x="0" y="53"/>
                  <a:pt x="0" y="119"/>
                </a:cubicBezTo>
                <a:cubicBezTo>
                  <a:pt x="0" y="171"/>
                  <a:pt x="33" y="214"/>
                  <a:pt x="78" y="231"/>
                </a:cubicBezTo>
                <a:cubicBezTo>
                  <a:pt x="78" y="251"/>
                  <a:pt x="78" y="251"/>
                  <a:pt x="78" y="251"/>
                </a:cubicBezTo>
                <a:cubicBezTo>
                  <a:pt x="55" y="251"/>
                  <a:pt x="55" y="251"/>
                  <a:pt x="55" y="251"/>
                </a:cubicBezTo>
                <a:cubicBezTo>
                  <a:pt x="119" y="340"/>
                  <a:pt x="119" y="340"/>
                  <a:pt x="119" y="340"/>
                </a:cubicBezTo>
                <a:cubicBezTo>
                  <a:pt x="183" y="251"/>
                  <a:pt x="183" y="251"/>
                  <a:pt x="183" y="251"/>
                </a:cubicBezTo>
                <a:cubicBezTo>
                  <a:pt x="159" y="251"/>
                  <a:pt x="159" y="251"/>
                  <a:pt x="159" y="251"/>
                </a:cubicBezTo>
                <a:cubicBezTo>
                  <a:pt x="159" y="232"/>
                  <a:pt x="159" y="232"/>
                  <a:pt x="159" y="232"/>
                </a:cubicBezTo>
                <a:cubicBezTo>
                  <a:pt x="205" y="215"/>
                  <a:pt x="238" y="171"/>
                  <a:pt x="238" y="119"/>
                </a:cubicBezTo>
                <a:close/>
              </a:path>
            </a:pathLst>
          </a:custGeom>
          <a:solidFill>
            <a:srgbClr val="CA2C3B"/>
          </a:solidFill>
          <a:ln>
            <a:noFill/>
          </a:ln>
        </p:spPr>
        <p:txBody>
          <a:bodyPr/>
          <a:lstStyle/>
          <a:p>
            <a:endParaRPr lang="zh-CN" altLang="en-US"/>
          </a:p>
        </p:txBody>
      </p:sp>
      <p:sp>
        <p:nvSpPr>
          <p:cNvPr id="9" name="Freeform 51"/>
          <p:cNvSpPr>
            <a:spLocks/>
          </p:cNvSpPr>
          <p:nvPr/>
        </p:nvSpPr>
        <p:spPr bwMode="auto">
          <a:xfrm>
            <a:off x="5492750" y="1522413"/>
            <a:ext cx="1223962" cy="1747838"/>
          </a:xfrm>
          <a:custGeom>
            <a:avLst/>
            <a:gdLst>
              <a:gd name="T0" fmla="*/ 26214 w 238"/>
              <a:gd name="T1" fmla="*/ 13076 h 340"/>
              <a:gd name="T2" fmla="*/ 13117 w 238"/>
              <a:gd name="T3" fmla="*/ 0 h 340"/>
              <a:gd name="T4" fmla="*/ 0 w 238"/>
              <a:gd name="T5" fmla="*/ 13076 h 340"/>
              <a:gd name="T6" fmla="*/ 8604 w 238"/>
              <a:gd name="T7" fmla="*/ 25397 h 340"/>
              <a:gd name="T8" fmla="*/ 8604 w 238"/>
              <a:gd name="T9" fmla="*/ 27609 h 340"/>
              <a:gd name="T10" fmla="*/ 6055 w 238"/>
              <a:gd name="T11" fmla="*/ 27609 h 340"/>
              <a:gd name="T12" fmla="*/ 13117 w 238"/>
              <a:gd name="T13" fmla="*/ 37382 h 340"/>
              <a:gd name="T14" fmla="*/ 20159 w 238"/>
              <a:gd name="T15" fmla="*/ 27609 h 340"/>
              <a:gd name="T16" fmla="*/ 17503 w 238"/>
              <a:gd name="T17" fmla="*/ 27609 h 340"/>
              <a:gd name="T18" fmla="*/ 17503 w 238"/>
              <a:gd name="T19" fmla="*/ 25501 h 340"/>
              <a:gd name="T20" fmla="*/ 26214 w 238"/>
              <a:gd name="T21" fmla="*/ 13076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8" h="340">
                <a:moveTo>
                  <a:pt x="238" y="119"/>
                </a:moveTo>
                <a:cubicBezTo>
                  <a:pt x="238" y="53"/>
                  <a:pt x="185" y="0"/>
                  <a:pt x="119" y="0"/>
                </a:cubicBezTo>
                <a:cubicBezTo>
                  <a:pt x="53" y="0"/>
                  <a:pt x="0" y="53"/>
                  <a:pt x="0" y="119"/>
                </a:cubicBezTo>
                <a:cubicBezTo>
                  <a:pt x="0" y="171"/>
                  <a:pt x="33" y="214"/>
                  <a:pt x="78" y="231"/>
                </a:cubicBezTo>
                <a:cubicBezTo>
                  <a:pt x="78" y="251"/>
                  <a:pt x="78" y="251"/>
                  <a:pt x="78" y="251"/>
                </a:cubicBezTo>
                <a:cubicBezTo>
                  <a:pt x="55" y="251"/>
                  <a:pt x="55" y="251"/>
                  <a:pt x="55" y="251"/>
                </a:cubicBezTo>
                <a:cubicBezTo>
                  <a:pt x="119" y="340"/>
                  <a:pt x="119" y="340"/>
                  <a:pt x="119" y="340"/>
                </a:cubicBezTo>
                <a:cubicBezTo>
                  <a:pt x="183" y="251"/>
                  <a:pt x="183" y="251"/>
                  <a:pt x="183" y="251"/>
                </a:cubicBezTo>
                <a:cubicBezTo>
                  <a:pt x="159" y="251"/>
                  <a:pt x="159" y="251"/>
                  <a:pt x="159" y="251"/>
                </a:cubicBezTo>
                <a:cubicBezTo>
                  <a:pt x="159" y="232"/>
                  <a:pt x="159" y="232"/>
                  <a:pt x="159" y="232"/>
                </a:cubicBezTo>
                <a:cubicBezTo>
                  <a:pt x="205" y="215"/>
                  <a:pt x="238" y="171"/>
                  <a:pt x="238" y="119"/>
                </a:cubicBezTo>
                <a:close/>
              </a:path>
            </a:pathLst>
          </a:custGeom>
          <a:solidFill>
            <a:srgbClr val="CA2C3B"/>
          </a:solidFill>
          <a:ln>
            <a:noFill/>
          </a:ln>
        </p:spPr>
        <p:txBody>
          <a:bodyPr/>
          <a:lstStyle/>
          <a:p>
            <a:endParaRPr lang="zh-CN" altLang="en-US" sz="1600"/>
          </a:p>
        </p:txBody>
      </p:sp>
      <p:sp>
        <p:nvSpPr>
          <p:cNvPr id="10" name="Freeform 66"/>
          <p:cNvSpPr>
            <a:spLocks/>
          </p:cNvSpPr>
          <p:nvPr/>
        </p:nvSpPr>
        <p:spPr bwMode="auto">
          <a:xfrm>
            <a:off x="3927475" y="1497013"/>
            <a:ext cx="1225550" cy="1747838"/>
          </a:xfrm>
          <a:custGeom>
            <a:avLst/>
            <a:gdLst>
              <a:gd name="T0" fmla="*/ 26345 w 238"/>
              <a:gd name="T1" fmla="*/ 13076 h 340"/>
              <a:gd name="T2" fmla="*/ 13173 w 238"/>
              <a:gd name="T3" fmla="*/ 0 h 340"/>
              <a:gd name="T4" fmla="*/ 0 w 238"/>
              <a:gd name="T5" fmla="*/ 13076 h 340"/>
              <a:gd name="T6" fmla="*/ 8638 w 238"/>
              <a:gd name="T7" fmla="*/ 25397 h 340"/>
              <a:gd name="T8" fmla="*/ 8638 w 238"/>
              <a:gd name="T9" fmla="*/ 27609 h 340"/>
              <a:gd name="T10" fmla="*/ 6072 w 238"/>
              <a:gd name="T11" fmla="*/ 27609 h 340"/>
              <a:gd name="T12" fmla="*/ 13173 w 238"/>
              <a:gd name="T13" fmla="*/ 37382 h 340"/>
              <a:gd name="T14" fmla="*/ 20276 w 238"/>
              <a:gd name="T15" fmla="*/ 27609 h 340"/>
              <a:gd name="T16" fmla="*/ 17613 w 238"/>
              <a:gd name="T17" fmla="*/ 27609 h 340"/>
              <a:gd name="T18" fmla="*/ 17613 w 238"/>
              <a:gd name="T19" fmla="*/ 25501 h 340"/>
              <a:gd name="T20" fmla="*/ 26345 w 238"/>
              <a:gd name="T21" fmla="*/ 13076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8" h="340">
                <a:moveTo>
                  <a:pt x="238" y="119"/>
                </a:moveTo>
                <a:cubicBezTo>
                  <a:pt x="238" y="54"/>
                  <a:pt x="185" y="0"/>
                  <a:pt x="119" y="0"/>
                </a:cubicBezTo>
                <a:cubicBezTo>
                  <a:pt x="53" y="0"/>
                  <a:pt x="0" y="54"/>
                  <a:pt x="0" y="119"/>
                </a:cubicBezTo>
                <a:cubicBezTo>
                  <a:pt x="0" y="171"/>
                  <a:pt x="33" y="215"/>
                  <a:pt x="78" y="231"/>
                </a:cubicBezTo>
                <a:cubicBezTo>
                  <a:pt x="78" y="251"/>
                  <a:pt x="78" y="251"/>
                  <a:pt x="78" y="251"/>
                </a:cubicBezTo>
                <a:cubicBezTo>
                  <a:pt x="55" y="251"/>
                  <a:pt x="55" y="251"/>
                  <a:pt x="55" y="251"/>
                </a:cubicBezTo>
                <a:cubicBezTo>
                  <a:pt x="119" y="340"/>
                  <a:pt x="119" y="340"/>
                  <a:pt x="119" y="340"/>
                </a:cubicBezTo>
                <a:cubicBezTo>
                  <a:pt x="183" y="251"/>
                  <a:pt x="183" y="251"/>
                  <a:pt x="183" y="251"/>
                </a:cubicBezTo>
                <a:cubicBezTo>
                  <a:pt x="159" y="251"/>
                  <a:pt x="159" y="251"/>
                  <a:pt x="159" y="251"/>
                </a:cubicBezTo>
                <a:cubicBezTo>
                  <a:pt x="159" y="232"/>
                  <a:pt x="159" y="232"/>
                  <a:pt x="159" y="232"/>
                </a:cubicBezTo>
                <a:cubicBezTo>
                  <a:pt x="205" y="215"/>
                  <a:pt x="238" y="171"/>
                  <a:pt x="238" y="119"/>
                </a:cubicBezTo>
                <a:close/>
              </a:path>
            </a:pathLst>
          </a:custGeom>
          <a:solidFill>
            <a:srgbClr val="CA2C3B"/>
          </a:solidFill>
          <a:ln>
            <a:noFill/>
          </a:ln>
        </p:spPr>
        <p:txBody>
          <a:bodyPr/>
          <a:lstStyle/>
          <a:p>
            <a:endParaRPr lang="zh-CN" altLang="en-US" sz="1600"/>
          </a:p>
        </p:txBody>
      </p:sp>
      <p:sp>
        <p:nvSpPr>
          <p:cNvPr id="11" name="TextBox 682"/>
          <p:cNvSpPr txBox="1"/>
          <p:nvPr/>
        </p:nvSpPr>
        <p:spPr>
          <a:xfrm>
            <a:off x="815397" y="1654543"/>
            <a:ext cx="1140056" cy="830997"/>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altLang="zh-CN" sz="4800" dirty="0">
                <a:solidFill>
                  <a:schemeClr val="bg1"/>
                </a:solidFill>
                <a:latin typeface="方正中等线简体" pitchFamily="65" charset="-122"/>
                <a:ea typeface="方正中等线简体" pitchFamily="65" charset="-122"/>
              </a:rPr>
              <a:t>16</a:t>
            </a:r>
            <a:r>
              <a:rPr lang="en-US" altLang="zh-CN" sz="2400" dirty="0">
                <a:solidFill>
                  <a:schemeClr val="bg1"/>
                </a:solidFill>
                <a:latin typeface="方正中等线简体" pitchFamily="65" charset="-122"/>
                <a:ea typeface="方正中等线简体" pitchFamily="65" charset="-122"/>
              </a:rPr>
              <a:t>%</a:t>
            </a:r>
            <a:endParaRPr lang="zh-CN" altLang="en-US" sz="4400" dirty="0">
              <a:solidFill>
                <a:schemeClr val="bg1"/>
              </a:solidFill>
              <a:latin typeface="方正中等线简体" pitchFamily="65" charset="-122"/>
              <a:ea typeface="方正中等线简体" pitchFamily="65" charset="-122"/>
            </a:endParaRPr>
          </a:p>
        </p:txBody>
      </p:sp>
      <p:sp>
        <p:nvSpPr>
          <p:cNvPr id="12" name="TextBox 692"/>
          <p:cNvSpPr txBox="1"/>
          <p:nvPr/>
        </p:nvSpPr>
        <p:spPr bwMode="auto">
          <a:xfrm>
            <a:off x="924711" y="2355795"/>
            <a:ext cx="954107" cy="276999"/>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fontAlgn="auto">
              <a:spcBef>
                <a:spcPts val="0"/>
              </a:spcBef>
              <a:spcAft>
                <a:spcPts val="0"/>
              </a:spcAft>
              <a:defRPr/>
            </a:pPr>
            <a:r>
              <a:rPr lang="zh-CN" altLang="en-US" sz="1200" spc="300" dirty="0">
                <a:solidFill>
                  <a:schemeClr val="bg1"/>
                </a:solidFill>
                <a:latin typeface="微软雅黑" pitchFamily="34" charset="-122"/>
                <a:ea typeface="微软雅黑" pitchFamily="34" charset="-122"/>
                <a:cs typeface="Arial" pitchFamily="34" charset="0"/>
              </a:rPr>
              <a:t>添加标题</a:t>
            </a:r>
          </a:p>
        </p:txBody>
      </p:sp>
      <p:sp>
        <p:nvSpPr>
          <p:cNvPr id="13" name="TextBox 682"/>
          <p:cNvSpPr txBox="1"/>
          <p:nvPr/>
        </p:nvSpPr>
        <p:spPr>
          <a:xfrm>
            <a:off x="2342904" y="1654543"/>
            <a:ext cx="1140056" cy="830997"/>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altLang="zh-CN" sz="4800" dirty="0">
                <a:solidFill>
                  <a:schemeClr val="bg1"/>
                </a:solidFill>
                <a:latin typeface="方正中等线简体" pitchFamily="65" charset="-122"/>
                <a:ea typeface="方正中等线简体" pitchFamily="65" charset="-122"/>
              </a:rPr>
              <a:t>44</a:t>
            </a:r>
            <a:r>
              <a:rPr lang="en-US" altLang="zh-CN" sz="2400" dirty="0">
                <a:solidFill>
                  <a:schemeClr val="bg1"/>
                </a:solidFill>
                <a:latin typeface="方正中等线简体" pitchFamily="65" charset="-122"/>
                <a:ea typeface="方正中等线简体" pitchFamily="65" charset="-122"/>
              </a:rPr>
              <a:t>%</a:t>
            </a:r>
            <a:endParaRPr lang="zh-CN" altLang="en-US" sz="4400" dirty="0">
              <a:solidFill>
                <a:schemeClr val="bg1"/>
              </a:solidFill>
              <a:latin typeface="方正中等线简体" pitchFamily="65" charset="-122"/>
              <a:ea typeface="方正中等线简体" pitchFamily="65" charset="-122"/>
            </a:endParaRPr>
          </a:p>
        </p:txBody>
      </p:sp>
      <p:sp>
        <p:nvSpPr>
          <p:cNvPr id="14" name="TextBox 692"/>
          <p:cNvSpPr txBox="1"/>
          <p:nvPr/>
        </p:nvSpPr>
        <p:spPr bwMode="auto">
          <a:xfrm>
            <a:off x="2452218" y="2355795"/>
            <a:ext cx="954107" cy="276999"/>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fontAlgn="auto">
              <a:spcBef>
                <a:spcPts val="0"/>
              </a:spcBef>
              <a:spcAft>
                <a:spcPts val="0"/>
              </a:spcAft>
              <a:defRPr/>
            </a:pPr>
            <a:r>
              <a:rPr lang="zh-CN" altLang="en-US" sz="1200" spc="300" dirty="0">
                <a:solidFill>
                  <a:schemeClr val="bg1"/>
                </a:solidFill>
                <a:latin typeface="微软雅黑" pitchFamily="34" charset="-122"/>
                <a:ea typeface="微软雅黑" pitchFamily="34" charset="-122"/>
                <a:cs typeface="Arial" pitchFamily="34" charset="0"/>
              </a:rPr>
              <a:t>添加标题</a:t>
            </a:r>
          </a:p>
        </p:txBody>
      </p:sp>
      <p:sp>
        <p:nvSpPr>
          <p:cNvPr id="15" name="TextBox 682"/>
          <p:cNvSpPr txBox="1"/>
          <p:nvPr/>
        </p:nvSpPr>
        <p:spPr>
          <a:xfrm>
            <a:off x="3971574" y="1654543"/>
            <a:ext cx="1140056" cy="830997"/>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altLang="zh-CN" sz="4800" dirty="0">
                <a:solidFill>
                  <a:schemeClr val="bg1"/>
                </a:solidFill>
                <a:latin typeface="方正中等线简体" pitchFamily="65" charset="-122"/>
                <a:ea typeface="方正中等线简体" pitchFamily="65" charset="-122"/>
              </a:rPr>
              <a:t>34</a:t>
            </a:r>
            <a:r>
              <a:rPr lang="en-US" altLang="zh-CN" sz="2400" dirty="0">
                <a:solidFill>
                  <a:schemeClr val="bg1"/>
                </a:solidFill>
                <a:latin typeface="方正中等线简体" pitchFamily="65" charset="-122"/>
                <a:ea typeface="方正中等线简体" pitchFamily="65" charset="-122"/>
              </a:rPr>
              <a:t>%</a:t>
            </a:r>
            <a:endParaRPr lang="zh-CN" altLang="en-US" sz="4400" dirty="0">
              <a:solidFill>
                <a:schemeClr val="bg1"/>
              </a:solidFill>
              <a:latin typeface="方正中等线简体" pitchFamily="65" charset="-122"/>
              <a:ea typeface="方正中等线简体" pitchFamily="65" charset="-122"/>
            </a:endParaRPr>
          </a:p>
        </p:txBody>
      </p:sp>
      <p:sp>
        <p:nvSpPr>
          <p:cNvPr id="16" name="TextBox 692"/>
          <p:cNvSpPr txBox="1"/>
          <p:nvPr/>
        </p:nvSpPr>
        <p:spPr bwMode="auto">
          <a:xfrm>
            <a:off x="4080888" y="2355795"/>
            <a:ext cx="954107" cy="276999"/>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fontAlgn="auto">
              <a:spcBef>
                <a:spcPts val="0"/>
              </a:spcBef>
              <a:spcAft>
                <a:spcPts val="0"/>
              </a:spcAft>
              <a:defRPr/>
            </a:pPr>
            <a:r>
              <a:rPr lang="zh-CN" altLang="en-US" sz="1200" spc="300" dirty="0">
                <a:solidFill>
                  <a:schemeClr val="bg1"/>
                </a:solidFill>
                <a:latin typeface="微软雅黑" pitchFamily="34" charset="-122"/>
                <a:ea typeface="微软雅黑" pitchFamily="34" charset="-122"/>
                <a:cs typeface="Arial" pitchFamily="34" charset="0"/>
              </a:rPr>
              <a:t>添加标题</a:t>
            </a:r>
          </a:p>
        </p:txBody>
      </p:sp>
      <p:sp>
        <p:nvSpPr>
          <p:cNvPr id="17" name="TextBox 682"/>
          <p:cNvSpPr txBox="1"/>
          <p:nvPr/>
        </p:nvSpPr>
        <p:spPr>
          <a:xfrm>
            <a:off x="5575159" y="1654543"/>
            <a:ext cx="1140056" cy="830997"/>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altLang="zh-CN" sz="4800" dirty="0">
                <a:solidFill>
                  <a:schemeClr val="bg1"/>
                </a:solidFill>
                <a:latin typeface="方正中等线简体" pitchFamily="65" charset="-122"/>
                <a:ea typeface="方正中等线简体" pitchFamily="65" charset="-122"/>
              </a:rPr>
              <a:t>27</a:t>
            </a:r>
            <a:r>
              <a:rPr lang="en-US" altLang="zh-CN" sz="2400" dirty="0">
                <a:solidFill>
                  <a:schemeClr val="bg1"/>
                </a:solidFill>
                <a:latin typeface="方正中等线简体" pitchFamily="65" charset="-122"/>
                <a:ea typeface="方正中等线简体" pitchFamily="65" charset="-122"/>
              </a:rPr>
              <a:t>%</a:t>
            </a:r>
            <a:endParaRPr lang="zh-CN" altLang="en-US" sz="4400" dirty="0">
              <a:solidFill>
                <a:schemeClr val="bg1"/>
              </a:solidFill>
              <a:latin typeface="方正中等线简体" pitchFamily="65" charset="-122"/>
              <a:ea typeface="方正中等线简体" pitchFamily="65" charset="-122"/>
            </a:endParaRPr>
          </a:p>
        </p:txBody>
      </p:sp>
      <p:sp>
        <p:nvSpPr>
          <p:cNvPr id="18" name="TextBox 692"/>
          <p:cNvSpPr txBox="1"/>
          <p:nvPr/>
        </p:nvSpPr>
        <p:spPr bwMode="auto">
          <a:xfrm>
            <a:off x="5636973" y="2355795"/>
            <a:ext cx="954107" cy="276999"/>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fontAlgn="auto">
              <a:spcBef>
                <a:spcPts val="0"/>
              </a:spcBef>
              <a:spcAft>
                <a:spcPts val="0"/>
              </a:spcAft>
              <a:defRPr/>
            </a:pPr>
            <a:r>
              <a:rPr lang="zh-CN" altLang="en-US" sz="1200" spc="300" dirty="0">
                <a:solidFill>
                  <a:schemeClr val="bg1"/>
                </a:solidFill>
                <a:latin typeface="微软雅黑" pitchFamily="34" charset="-122"/>
                <a:ea typeface="微软雅黑" pitchFamily="34" charset="-122"/>
                <a:cs typeface="Arial" pitchFamily="34" charset="0"/>
              </a:rPr>
              <a:t>添加标题</a:t>
            </a:r>
          </a:p>
        </p:txBody>
      </p:sp>
      <p:sp>
        <p:nvSpPr>
          <p:cNvPr id="19" name="TextBox 682"/>
          <p:cNvSpPr txBox="1"/>
          <p:nvPr/>
        </p:nvSpPr>
        <p:spPr>
          <a:xfrm>
            <a:off x="7217319" y="1654543"/>
            <a:ext cx="1140056" cy="830997"/>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altLang="zh-CN" sz="4800" dirty="0">
                <a:solidFill>
                  <a:schemeClr val="bg1"/>
                </a:solidFill>
                <a:latin typeface="方正中等线简体" pitchFamily="65" charset="-122"/>
                <a:ea typeface="方正中等线简体" pitchFamily="65" charset="-122"/>
              </a:rPr>
              <a:t>38</a:t>
            </a:r>
            <a:r>
              <a:rPr lang="en-US" altLang="zh-CN" sz="2400" dirty="0">
                <a:solidFill>
                  <a:schemeClr val="bg1"/>
                </a:solidFill>
                <a:latin typeface="方正中等线简体" pitchFamily="65" charset="-122"/>
                <a:ea typeface="方正中等线简体" pitchFamily="65" charset="-122"/>
              </a:rPr>
              <a:t>%</a:t>
            </a:r>
            <a:endParaRPr lang="zh-CN" altLang="en-US" sz="4400" dirty="0">
              <a:solidFill>
                <a:schemeClr val="bg1"/>
              </a:solidFill>
              <a:latin typeface="方正中等线简体" pitchFamily="65" charset="-122"/>
              <a:ea typeface="方正中等线简体" pitchFamily="65" charset="-122"/>
            </a:endParaRPr>
          </a:p>
        </p:txBody>
      </p:sp>
      <p:sp>
        <p:nvSpPr>
          <p:cNvPr id="20" name="TextBox 692"/>
          <p:cNvSpPr txBox="1"/>
          <p:nvPr/>
        </p:nvSpPr>
        <p:spPr bwMode="auto">
          <a:xfrm>
            <a:off x="7291008" y="2355795"/>
            <a:ext cx="954107" cy="276999"/>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fontAlgn="auto">
              <a:spcBef>
                <a:spcPts val="0"/>
              </a:spcBef>
              <a:spcAft>
                <a:spcPts val="0"/>
              </a:spcAft>
              <a:defRPr/>
            </a:pPr>
            <a:r>
              <a:rPr lang="zh-CN" altLang="en-US" sz="1200" spc="300" dirty="0">
                <a:solidFill>
                  <a:schemeClr val="bg1"/>
                </a:solidFill>
                <a:latin typeface="微软雅黑" pitchFamily="34" charset="-122"/>
                <a:ea typeface="微软雅黑" pitchFamily="34" charset="-122"/>
                <a:cs typeface="Arial" pitchFamily="34" charset="0"/>
              </a:rPr>
              <a:t>添加标题</a:t>
            </a:r>
          </a:p>
        </p:txBody>
      </p:sp>
      <p:sp>
        <p:nvSpPr>
          <p:cNvPr id="21" name="矩形 1"/>
          <p:cNvSpPr>
            <a:spLocks noChangeArrowheads="1"/>
          </p:cNvSpPr>
          <p:nvPr/>
        </p:nvSpPr>
        <p:spPr bwMode="auto">
          <a:xfrm>
            <a:off x="797996" y="3445862"/>
            <a:ext cx="1174611" cy="107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1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22" name="矩形 1"/>
          <p:cNvSpPr>
            <a:spLocks noChangeArrowheads="1"/>
          </p:cNvSpPr>
          <p:nvPr/>
        </p:nvSpPr>
        <p:spPr bwMode="auto">
          <a:xfrm>
            <a:off x="2351023" y="3445862"/>
            <a:ext cx="1174611" cy="107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1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23" name="矩形 1"/>
          <p:cNvSpPr>
            <a:spLocks noChangeArrowheads="1"/>
          </p:cNvSpPr>
          <p:nvPr/>
        </p:nvSpPr>
        <p:spPr bwMode="auto">
          <a:xfrm>
            <a:off x="3976621" y="3445862"/>
            <a:ext cx="117461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1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24" name="矩形 1"/>
          <p:cNvSpPr>
            <a:spLocks noChangeArrowheads="1"/>
          </p:cNvSpPr>
          <p:nvPr/>
        </p:nvSpPr>
        <p:spPr bwMode="auto">
          <a:xfrm>
            <a:off x="5529651" y="3445862"/>
            <a:ext cx="117461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1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25" name="矩形 1"/>
          <p:cNvSpPr>
            <a:spLocks noChangeArrowheads="1"/>
          </p:cNvSpPr>
          <p:nvPr/>
        </p:nvSpPr>
        <p:spPr bwMode="auto">
          <a:xfrm>
            <a:off x="7169765" y="3445862"/>
            <a:ext cx="117461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1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Tree>
    <p:extLst>
      <p:ext uri="{BB962C8B-B14F-4D97-AF65-F5344CB8AC3E}">
        <p14:creationId xmlns:p14="http://schemas.microsoft.com/office/powerpoint/2010/main" val="407001875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500" fill="hold"/>
                                        <p:tgtEl>
                                          <p:spTgt spid="22"/>
                                        </p:tgtEl>
                                        <p:attrNameLst>
                                          <p:attrName>ppt_w</p:attrName>
                                        </p:attrNameLst>
                                      </p:cBhvr>
                                      <p:tavLst>
                                        <p:tav tm="0">
                                          <p:val>
                                            <p:fltVal val="0"/>
                                          </p:val>
                                        </p:tav>
                                        <p:tav tm="100000">
                                          <p:val>
                                            <p:strVal val="#ppt_w"/>
                                          </p:val>
                                        </p:tav>
                                      </p:tavLst>
                                    </p:anim>
                                    <p:anim calcmode="lin" valueType="num">
                                      <p:cBhvr>
                                        <p:cTn id="93" dur="500" fill="hold"/>
                                        <p:tgtEl>
                                          <p:spTgt spid="22"/>
                                        </p:tgtEl>
                                        <p:attrNameLst>
                                          <p:attrName>ppt_h</p:attrName>
                                        </p:attrNameLst>
                                      </p:cBhvr>
                                      <p:tavLst>
                                        <p:tav tm="0">
                                          <p:val>
                                            <p:fltVal val="0"/>
                                          </p:val>
                                        </p:tav>
                                        <p:tav tm="100000">
                                          <p:val>
                                            <p:strVal val="#ppt_h"/>
                                          </p:val>
                                        </p:tav>
                                      </p:tavLst>
                                    </p:anim>
                                    <p:animEffect transition="in" filter="fade">
                                      <p:cBhvr>
                                        <p:cTn id="94" dur="500"/>
                                        <p:tgtEl>
                                          <p:spTgt spid="22"/>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p:cTn id="97" dur="500" fill="hold"/>
                                        <p:tgtEl>
                                          <p:spTgt spid="23"/>
                                        </p:tgtEl>
                                        <p:attrNameLst>
                                          <p:attrName>ppt_w</p:attrName>
                                        </p:attrNameLst>
                                      </p:cBhvr>
                                      <p:tavLst>
                                        <p:tav tm="0">
                                          <p:val>
                                            <p:fltVal val="0"/>
                                          </p:val>
                                        </p:tav>
                                        <p:tav tm="100000">
                                          <p:val>
                                            <p:strVal val="#ppt_w"/>
                                          </p:val>
                                        </p:tav>
                                      </p:tavLst>
                                    </p:anim>
                                    <p:anim calcmode="lin" valueType="num">
                                      <p:cBhvr>
                                        <p:cTn id="98" dur="500" fill="hold"/>
                                        <p:tgtEl>
                                          <p:spTgt spid="23"/>
                                        </p:tgtEl>
                                        <p:attrNameLst>
                                          <p:attrName>ppt_h</p:attrName>
                                        </p:attrNameLst>
                                      </p:cBhvr>
                                      <p:tavLst>
                                        <p:tav tm="0">
                                          <p:val>
                                            <p:fltVal val="0"/>
                                          </p:val>
                                        </p:tav>
                                        <p:tav tm="100000">
                                          <p:val>
                                            <p:strVal val="#ppt_h"/>
                                          </p:val>
                                        </p:tav>
                                      </p:tavLst>
                                    </p:anim>
                                    <p:animEffect transition="in" filter="fade">
                                      <p:cBhvr>
                                        <p:cTn id="99" dur="500"/>
                                        <p:tgtEl>
                                          <p:spTgt spid="23"/>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4"/>
                                        </p:tgtEl>
                                        <p:attrNameLst>
                                          <p:attrName>style.visibility</p:attrName>
                                        </p:attrNameLst>
                                      </p:cBhvr>
                                      <p:to>
                                        <p:strVal val="visible"/>
                                      </p:to>
                                    </p:set>
                                    <p:anim calcmode="lin" valueType="num">
                                      <p:cBhvr>
                                        <p:cTn id="102" dur="500" fill="hold"/>
                                        <p:tgtEl>
                                          <p:spTgt spid="24"/>
                                        </p:tgtEl>
                                        <p:attrNameLst>
                                          <p:attrName>ppt_w</p:attrName>
                                        </p:attrNameLst>
                                      </p:cBhvr>
                                      <p:tavLst>
                                        <p:tav tm="0">
                                          <p:val>
                                            <p:fltVal val="0"/>
                                          </p:val>
                                        </p:tav>
                                        <p:tav tm="100000">
                                          <p:val>
                                            <p:strVal val="#ppt_w"/>
                                          </p:val>
                                        </p:tav>
                                      </p:tavLst>
                                    </p:anim>
                                    <p:anim calcmode="lin" valueType="num">
                                      <p:cBhvr>
                                        <p:cTn id="103" dur="500" fill="hold"/>
                                        <p:tgtEl>
                                          <p:spTgt spid="24"/>
                                        </p:tgtEl>
                                        <p:attrNameLst>
                                          <p:attrName>ppt_h</p:attrName>
                                        </p:attrNameLst>
                                      </p:cBhvr>
                                      <p:tavLst>
                                        <p:tav tm="0">
                                          <p:val>
                                            <p:fltVal val="0"/>
                                          </p:val>
                                        </p:tav>
                                        <p:tav tm="100000">
                                          <p:val>
                                            <p:strVal val="#ppt_h"/>
                                          </p:val>
                                        </p:tav>
                                      </p:tavLst>
                                    </p:anim>
                                    <p:animEffect transition="in" filter="fade">
                                      <p:cBhvr>
                                        <p:cTn id="104" dur="500"/>
                                        <p:tgtEl>
                                          <p:spTgt spid="24"/>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p:cTn id="107" dur="500" fill="hold"/>
                                        <p:tgtEl>
                                          <p:spTgt spid="25"/>
                                        </p:tgtEl>
                                        <p:attrNameLst>
                                          <p:attrName>ppt_w</p:attrName>
                                        </p:attrNameLst>
                                      </p:cBhvr>
                                      <p:tavLst>
                                        <p:tav tm="0">
                                          <p:val>
                                            <p:fltVal val="0"/>
                                          </p:val>
                                        </p:tav>
                                        <p:tav tm="100000">
                                          <p:val>
                                            <p:strVal val="#ppt_w"/>
                                          </p:val>
                                        </p:tav>
                                      </p:tavLst>
                                    </p:anim>
                                    <p:anim calcmode="lin" valueType="num">
                                      <p:cBhvr>
                                        <p:cTn id="108" dur="500" fill="hold"/>
                                        <p:tgtEl>
                                          <p:spTgt spid="25"/>
                                        </p:tgtEl>
                                        <p:attrNameLst>
                                          <p:attrName>ppt_h</p:attrName>
                                        </p:attrNameLst>
                                      </p:cBhvr>
                                      <p:tavLst>
                                        <p:tav tm="0">
                                          <p:val>
                                            <p:fltVal val="0"/>
                                          </p:val>
                                        </p:tav>
                                        <p:tav tm="100000">
                                          <p:val>
                                            <p:strVal val="#ppt_h"/>
                                          </p:val>
                                        </p:tav>
                                      </p:tavLst>
                                    </p:anim>
                                    <p:animEffect transition="in" filter="fade">
                                      <p:cBhvr>
                                        <p:cTn id="10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animBg="1"/>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AutoShape 3"/>
          <p:cNvSpPr>
            <a:spLocks noChangeAspect="1" noChangeArrowheads="1" noTextEdit="1"/>
          </p:cNvSpPr>
          <p:nvPr/>
        </p:nvSpPr>
        <p:spPr bwMode="auto">
          <a:xfrm>
            <a:off x="607896" y="842965"/>
            <a:ext cx="39211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5"/>
          <p:cNvSpPr>
            <a:spLocks noEditPoints="1"/>
          </p:cNvSpPr>
          <p:nvPr/>
        </p:nvSpPr>
        <p:spPr bwMode="auto">
          <a:xfrm>
            <a:off x="3736857" y="3763963"/>
            <a:ext cx="566738" cy="533400"/>
          </a:xfrm>
          <a:custGeom>
            <a:avLst/>
            <a:gdLst>
              <a:gd name="T0" fmla="*/ 142 w 173"/>
              <a:gd name="T1" fmla="*/ 136 h 163"/>
              <a:gd name="T2" fmla="*/ 134 w 173"/>
              <a:gd name="T3" fmla="*/ 64 h 163"/>
              <a:gd name="T4" fmla="*/ 149 w 173"/>
              <a:gd name="T5" fmla="*/ 31 h 163"/>
              <a:gd name="T6" fmla="*/ 156 w 173"/>
              <a:gd name="T7" fmla="*/ 56 h 163"/>
              <a:gd name="T8" fmla="*/ 161 w 173"/>
              <a:gd name="T9" fmla="*/ 91 h 163"/>
              <a:gd name="T10" fmla="*/ 144 w 173"/>
              <a:gd name="T11" fmla="*/ 150 h 163"/>
              <a:gd name="T12" fmla="*/ 125 w 173"/>
              <a:gd name="T13" fmla="*/ 125 h 163"/>
              <a:gd name="T14" fmla="*/ 131 w 173"/>
              <a:gd name="T15" fmla="*/ 138 h 163"/>
              <a:gd name="T16" fmla="*/ 127 w 173"/>
              <a:gd name="T17" fmla="*/ 144 h 163"/>
              <a:gd name="T18" fmla="*/ 131 w 173"/>
              <a:gd name="T19" fmla="*/ 134 h 163"/>
              <a:gd name="T20" fmla="*/ 125 w 173"/>
              <a:gd name="T21" fmla="*/ 122 h 163"/>
              <a:gd name="T22" fmla="*/ 125 w 173"/>
              <a:gd name="T23" fmla="*/ 137 h 163"/>
              <a:gd name="T24" fmla="*/ 121 w 173"/>
              <a:gd name="T25" fmla="*/ 145 h 163"/>
              <a:gd name="T26" fmla="*/ 125 w 173"/>
              <a:gd name="T27" fmla="*/ 160 h 163"/>
              <a:gd name="T28" fmla="*/ 111 w 173"/>
              <a:gd name="T29" fmla="*/ 126 h 163"/>
              <a:gd name="T30" fmla="*/ 110 w 173"/>
              <a:gd name="T31" fmla="*/ 131 h 163"/>
              <a:gd name="T32" fmla="*/ 121 w 173"/>
              <a:gd name="T33" fmla="*/ 156 h 163"/>
              <a:gd name="T34" fmla="*/ 112 w 173"/>
              <a:gd name="T35" fmla="*/ 155 h 163"/>
              <a:gd name="T36" fmla="*/ 104 w 173"/>
              <a:gd name="T37" fmla="*/ 113 h 163"/>
              <a:gd name="T38" fmla="*/ 110 w 173"/>
              <a:gd name="T39" fmla="*/ 142 h 163"/>
              <a:gd name="T40" fmla="*/ 104 w 173"/>
              <a:gd name="T41" fmla="*/ 151 h 163"/>
              <a:gd name="T42" fmla="*/ 104 w 173"/>
              <a:gd name="T43" fmla="*/ 113 h 163"/>
              <a:gd name="T44" fmla="*/ 102 w 173"/>
              <a:gd name="T45" fmla="*/ 134 h 163"/>
              <a:gd name="T46" fmla="*/ 104 w 173"/>
              <a:gd name="T47" fmla="*/ 126 h 163"/>
              <a:gd name="T48" fmla="*/ 97 w 173"/>
              <a:gd name="T49" fmla="*/ 26 h 163"/>
              <a:gd name="T50" fmla="*/ 94 w 173"/>
              <a:gd name="T51" fmla="*/ 109 h 163"/>
              <a:gd name="T52" fmla="*/ 78 w 173"/>
              <a:gd name="T53" fmla="*/ 133 h 163"/>
              <a:gd name="T54" fmla="*/ 78 w 173"/>
              <a:gd name="T55" fmla="*/ 116 h 163"/>
              <a:gd name="T56" fmla="*/ 78 w 173"/>
              <a:gd name="T57" fmla="*/ 52 h 163"/>
              <a:gd name="T58" fmla="*/ 78 w 173"/>
              <a:gd name="T59" fmla="*/ 18 h 163"/>
              <a:gd name="T60" fmla="*/ 74 w 173"/>
              <a:gd name="T61" fmla="*/ 50 h 163"/>
              <a:gd name="T62" fmla="*/ 77 w 173"/>
              <a:gd name="T63" fmla="*/ 122 h 163"/>
              <a:gd name="T64" fmla="*/ 78 w 173"/>
              <a:gd name="T65" fmla="*/ 114 h 163"/>
              <a:gd name="T66" fmla="*/ 74 w 173"/>
              <a:gd name="T67" fmla="*/ 140 h 163"/>
              <a:gd name="T68" fmla="*/ 63 w 173"/>
              <a:gd name="T69" fmla="*/ 11 h 163"/>
              <a:gd name="T70" fmla="*/ 74 w 173"/>
              <a:gd name="T71" fmla="*/ 114 h 163"/>
              <a:gd name="T72" fmla="*/ 74 w 173"/>
              <a:gd name="T73" fmla="*/ 131 h 163"/>
              <a:gd name="T74" fmla="*/ 62 w 173"/>
              <a:gd name="T75" fmla="*/ 131 h 163"/>
              <a:gd name="T76" fmla="*/ 68 w 173"/>
              <a:gd name="T77" fmla="*/ 118 h 163"/>
              <a:gd name="T78" fmla="*/ 62 w 173"/>
              <a:gd name="T79" fmla="*/ 94 h 163"/>
              <a:gd name="T80" fmla="*/ 62 w 173"/>
              <a:gd name="T81" fmla="*/ 45 h 163"/>
              <a:gd name="T82" fmla="*/ 57 w 173"/>
              <a:gd name="T83" fmla="*/ 107 h 163"/>
              <a:gd name="T84" fmla="*/ 62 w 173"/>
              <a:gd name="T85" fmla="*/ 130 h 163"/>
              <a:gd name="T86" fmla="*/ 51 w 173"/>
              <a:gd name="T87" fmla="*/ 121 h 163"/>
              <a:gd name="T88" fmla="*/ 58 w 173"/>
              <a:gd name="T89" fmla="*/ 0 h 163"/>
              <a:gd name="T90" fmla="*/ 34 w 173"/>
              <a:gd name="T91" fmla="*/ 117 h 163"/>
              <a:gd name="T92" fmla="*/ 34 w 173"/>
              <a:gd name="T93" fmla="*/ 93 h 163"/>
              <a:gd name="T94" fmla="*/ 44 w 173"/>
              <a:gd name="T95" fmla="*/ 31 h 163"/>
              <a:gd name="T96" fmla="*/ 24 w 173"/>
              <a:gd name="T97" fmla="*/ 43 h 163"/>
              <a:gd name="T98" fmla="*/ 25 w 173"/>
              <a:gd name="T99" fmla="*/ 92 h 163"/>
              <a:gd name="T100" fmla="*/ 34 w 173"/>
              <a:gd name="T101" fmla="*/ 110 h 163"/>
              <a:gd name="T102" fmla="*/ 23 w 173"/>
              <a:gd name="T103" fmla="*/ 99 h 163"/>
              <a:gd name="T104" fmla="*/ 23 w 173"/>
              <a:gd name="T105" fmla="*/ 118 h 163"/>
              <a:gd name="T106" fmla="*/ 15 w 173"/>
              <a:gd name="T107" fmla="*/ 90 h 163"/>
              <a:gd name="T108" fmla="*/ 8 w 173"/>
              <a:gd name="T109" fmla="*/ 105 h 163"/>
              <a:gd name="T110" fmla="*/ 23 w 173"/>
              <a:gd name="T111" fmla="*/ 107 h 163"/>
              <a:gd name="T112" fmla="*/ 16 w 173"/>
              <a:gd name="T113" fmla="*/ 116 h 163"/>
              <a:gd name="T114" fmla="*/ 23 w 173"/>
              <a:gd name="T115" fmla="*/ 42 h 163"/>
              <a:gd name="T116" fmla="*/ 20 w 173"/>
              <a:gd name="T117" fmla="*/ 4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3" h="163">
                <a:moveTo>
                  <a:pt x="131" y="162"/>
                </a:moveTo>
                <a:cubicBezTo>
                  <a:pt x="131" y="158"/>
                  <a:pt x="131" y="158"/>
                  <a:pt x="131" y="158"/>
                </a:cubicBezTo>
                <a:cubicBezTo>
                  <a:pt x="132" y="158"/>
                  <a:pt x="133" y="157"/>
                  <a:pt x="134" y="157"/>
                </a:cubicBezTo>
                <a:cubicBezTo>
                  <a:pt x="131" y="151"/>
                  <a:pt x="131" y="151"/>
                  <a:pt x="131" y="151"/>
                </a:cubicBezTo>
                <a:cubicBezTo>
                  <a:pt x="131" y="145"/>
                  <a:pt x="131" y="145"/>
                  <a:pt x="131" y="145"/>
                </a:cubicBezTo>
                <a:cubicBezTo>
                  <a:pt x="140" y="150"/>
                  <a:pt x="140" y="150"/>
                  <a:pt x="140" y="150"/>
                </a:cubicBezTo>
                <a:cubicBezTo>
                  <a:pt x="142" y="148"/>
                  <a:pt x="142" y="145"/>
                  <a:pt x="143" y="143"/>
                </a:cubicBezTo>
                <a:cubicBezTo>
                  <a:pt x="143" y="140"/>
                  <a:pt x="143" y="138"/>
                  <a:pt x="142" y="136"/>
                </a:cubicBezTo>
                <a:cubicBezTo>
                  <a:pt x="131" y="138"/>
                  <a:pt x="131" y="138"/>
                  <a:pt x="131" y="138"/>
                </a:cubicBezTo>
                <a:cubicBezTo>
                  <a:pt x="131" y="134"/>
                  <a:pt x="131" y="134"/>
                  <a:pt x="131" y="134"/>
                </a:cubicBezTo>
                <a:cubicBezTo>
                  <a:pt x="137" y="128"/>
                  <a:pt x="137" y="128"/>
                  <a:pt x="137" y="128"/>
                </a:cubicBezTo>
                <a:cubicBezTo>
                  <a:pt x="131" y="125"/>
                  <a:pt x="131" y="125"/>
                  <a:pt x="131" y="125"/>
                </a:cubicBezTo>
                <a:cubicBezTo>
                  <a:pt x="131" y="125"/>
                  <a:pt x="131" y="125"/>
                  <a:pt x="131" y="125"/>
                </a:cubicBezTo>
                <a:cubicBezTo>
                  <a:pt x="131" y="71"/>
                  <a:pt x="131" y="71"/>
                  <a:pt x="131" y="71"/>
                </a:cubicBezTo>
                <a:cubicBezTo>
                  <a:pt x="134" y="64"/>
                  <a:pt x="134" y="64"/>
                  <a:pt x="134" y="64"/>
                </a:cubicBezTo>
                <a:cubicBezTo>
                  <a:pt x="134" y="64"/>
                  <a:pt x="134" y="64"/>
                  <a:pt x="134" y="64"/>
                </a:cubicBezTo>
                <a:cubicBezTo>
                  <a:pt x="135" y="47"/>
                  <a:pt x="135" y="47"/>
                  <a:pt x="135" y="47"/>
                </a:cubicBezTo>
                <a:cubicBezTo>
                  <a:pt x="135" y="47"/>
                  <a:pt x="135" y="47"/>
                  <a:pt x="135" y="47"/>
                </a:cubicBezTo>
                <a:cubicBezTo>
                  <a:pt x="134" y="46"/>
                  <a:pt x="134" y="45"/>
                  <a:pt x="134" y="45"/>
                </a:cubicBezTo>
                <a:cubicBezTo>
                  <a:pt x="135" y="44"/>
                  <a:pt x="135" y="43"/>
                  <a:pt x="136" y="44"/>
                </a:cubicBezTo>
                <a:cubicBezTo>
                  <a:pt x="137" y="44"/>
                  <a:pt x="137" y="44"/>
                  <a:pt x="137" y="44"/>
                </a:cubicBezTo>
                <a:cubicBezTo>
                  <a:pt x="148" y="33"/>
                  <a:pt x="148" y="33"/>
                  <a:pt x="148" y="33"/>
                </a:cubicBezTo>
                <a:cubicBezTo>
                  <a:pt x="148" y="33"/>
                  <a:pt x="148" y="32"/>
                  <a:pt x="148" y="32"/>
                </a:cubicBezTo>
                <a:cubicBezTo>
                  <a:pt x="148" y="31"/>
                  <a:pt x="148" y="31"/>
                  <a:pt x="149" y="31"/>
                </a:cubicBezTo>
                <a:cubicBezTo>
                  <a:pt x="159" y="35"/>
                  <a:pt x="159" y="35"/>
                  <a:pt x="159" y="35"/>
                </a:cubicBezTo>
                <a:cubicBezTo>
                  <a:pt x="159" y="35"/>
                  <a:pt x="159" y="36"/>
                  <a:pt x="159" y="37"/>
                </a:cubicBezTo>
                <a:cubicBezTo>
                  <a:pt x="159" y="37"/>
                  <a:pt x="158" y="37"/>
                  <a:pt x="158" y="37"/>
                </a:cubicBezTo>
                <a:cubicBezTo>
                  <a:pt x="157" y="53"/>
                  <a:pt x="157" y="53"/>
                  <a:pt x="157" y="53"/>
                </a:cubicBezTo>
                <a:cubicBezTo>
                  <a:pt x="158" y="53"/>
                  <a:pt x="158" y="53"/>
                  <a:pt x="158" y="53"/>
                </a:cubicBezTo>
                <a:cubicBezTo>
                  <a:pt x="158" y="54"/>
                  <a:pt x="158" y="55"/>
                  <a:pt x="158" y="55"/>
                </a:cubicBezTo>
                <a:cubicBezTo>
                  <a:pt x="158" y="56"/>
                  <a:pt x="157" y="57"/>
                  <a:pt x="156" y="56"/>
                </a:cubicBezTo>
                <a:cubicBezTo>
                  <a:pt x="156" y="56"/>
                  <a:pt x="156" y="56"/>
                  <a:pt x="156" y="56"/>
                </a:cubicBezTo>
                <a:cubicBezTo>
                  <a:pt x="144" y="68"/>
                  <a:pt x="144" y="68"/>
                  <a:pt x="144" y="68"/>
                </a:cubicBezTo>
                <a:cubicBezTo>
                  <a:pt x="138" y="80"/>
                  <a:pt x="138" y="80"/>
                  <a:pt x="138" y="80"/>
                </a:cubicBezTo>
                <a:cubicBezTo>
                  <a:pt x="147" y="84"/>
                  <a:pt x="147" y="84"/>
                  <a:pt x="147" y="84"/>
                </a:cubicBezTo>
                <a:cubicBezTo>
                  <a:pt x="149" y="85"/>
                  <a:pt x="149" y="85"/>
                  <a:pt x="149" y="85"/>
                </a:cubicBezTo>
                <a:cubicBezTo>
                  <a:pt x="153" y="78"/>
                  <a:pt x="153" y="78"/>
                  <a:pt x="153" y="78"/>
                </a:cubicBezTo>
                <a:cubicBezTo>
                  <a:pt x="154" y="74"/>
                  <a:pt x="158" y="73"/>
                  <a:pt x="162" y="74"/>
                </a:cubicBezTo>
                <a:cubicBezTo>
                  <a:pt x="165" y="76"/>
                  <a:pt x="167" y="80"/>
                  <a:pt x="165" y="83"/>
                </a:cubicBezTo>
                <a:cubicBezTo>
                  <a:pt x="161" y="91"/>
                  <a:pt x="161" y="91"/>
                  <a:pt x="161" y="91"/>
                </a:cubicBezTo>
                <a:cubicBezTo>
                  <a:pt x="167" y="96"/>
                  <a:pt x="170" y="103"/>
                  <a:pt x="169" y="111"/>
                </a:cubicBezTo>
                <a:cubicBezTo>
                  <a:pt x="172" y="112"/>
                  <a:pt x="172" y="112"/>
                  <a:pt x="172" y="112"/>
                </a:cubicBezTo>
                <a:cubicBezTo>
                  <a:pt x="173" y="112"/>
                  <a:pt x="173" y="114"/>
                  <a:pt x="173" y="115"/>
                </a:cubicBezTo>
                <a:cubicBezTo>
                  <a:pt x="169" y="123"/>
                  <a:pt x="169" y="123"/>
                  <a:pt x="169" y="123"/>
                </a:cubicBezTo>
                <a:cubicBezTo>
                  <a:pt x="169" y="124"/>
                  <a:pt x="167" y="125"/>
                  <a:pt x="166" y="124"/>
                </a:cubicBezTo>
                <a:cubicBezTo>
                  <a:pt x="163" y="123"/>
                  <a:pt x="163" y="123"/>
                  <a:pt x="163" y="123"/>
                </a:cubicBezTo>
                <a:cubicBezTo>
                  <a:pt x="158" y="128"/>
                  <a:pt x="151" y="131"/>
                  <a:pt x="143" y="130"/>
                </a:cubicBezTo>
                <a:cubicBezTo>
                  <a:pt x="147" y="136"/>
                  <a:pt x="147" y="143"/>
                  <a:pt x="144" y="150"/>
                </a:cubicBezTo>
                <a:cubicBezTo>
                  <a:pt x="141" y="156"/>
                  <a:pt x="137" y="160"/>
                  <a:pt x="131" y="162"/>
                </a:cubicBezTo>
                <a:close/>
                <a:moveTo>
                  <a:pt x="131" y="143"/>
                </a:moveTo>
                <a:cubicBezTo>
                  <a:pt x="131" y="143"/>
                  <a:pt x="131" y="143"/>
                  <a:pt x="131" y="143"/>
                </a:cubicBezTo>
                <a:cubicBezTo>
                  <a:pt x="131" y="142"/>
                  <a:pt x="131" y="142"/>
                  <a:pt x="131" y="141"/>
                </a:cubicBezTo>
                <a:lnTo>
                  <a:pt x="131" y="143"/>
                </a:lnTo>
                <a:close/>
                <a:moveTo>
                  <a:pt x="131" y="71"/>
                </a:moveTo>
                <a:cubicBezTo>
                  <a:pt x="131" y="125"/>
                  <a:pt x="131" y="125"/>
                  <a:pt x="131" y="125"/>
                </a:cubicBezTo>
                <a:cubicBezTo>
                  <a:pt x="125" y="125"/>
                  <a:pt x="125" y="125"/>
                  <a:pt x="125" y="125"/>
                </a:cubicBezTo>
                <a:cubicBezTo>
                  <a:pt x="125" y="122"/>
                  <a:pt x="125" y="122"/>
                  <a:pt x="125" y="122"/>
                </a:cubicBezTo>
                <a:cubicBezTo>
                  <a:pt x="125" y="122"/>
                  <a:pt x="125" y="122"/>
                  <a:pt x="125" y="122"/>
                </a:cubicBezTo>
                <a:cubicBezTo>
                  <a:pt x="125" y="122"/>
                  <a:pt x="125" y="122"/>
                  <a:pt x="125" y="122"/>
                </a:cubicBezTo>
                <a:cubicBezTo>
                  <a:pt x="125" y="74"/>
                  <a:pt x="125" y="74"/>
                  <a:pt x="125" y="74"/>
                </a:cubicBezTo>
                <a:cubicBezTo>
                  <a:pt x="129" y="76"/>
                  <a:pt x="129" y="76"/>
                  <a:pt x="129" y="76"/>
                </a:cubicBezTo>
                <a:lnTo>
                  <a:pt x="131" y="71"/>
                </a:lnTo>
                <a:close/>
                <a:moveTo>
                  <a:pt x="131" y="134"/>
                </a:moveTo>
                <a:cubicBezTo>
                  <a:pt x="131" y="138"/>
                  <a:pt x="131" y="138"/>
                  <a:pt x="131" y="138"/>
                </a:cubicBezTo>
                <a:cubicBezTo>
                  <a:pt x="128" y="139"/>
                  <a:pt x="128" y="139"/>
                  <a:pt x="128" y="139"/>
                </a:cubicBezTo>
                <a:cubicBezTo>
                  <a:pt x="129" y="140"/>
                  <a:pt x="130" y="141"/>
                  <a:pt x="131" y="141"/>
                </a:cubicBezTo>
                <a:cubicBezTo>
                  <a:pt x="131" y="143"/>
                  <a:pt x="131" y="143"/>
                  <a:pt x="131" y="143"/>
                </a:cubicBezTo>
                <a:cubicBezTo>
                  <a:pt x="130" y="144"/>
                  <a:pt x="130" y="144"/>
                  <a:pt x="130" y="144"/>
                </a:cubicBezTo>
                <a:cubicBezTo>
                  <a:pt x="130" y="144"/>
                  <a:pt x="130" y="144"/>
                  <a:pt x="130" y="144"/>
                </a:cubicBezTo>
                <a:cubicBezTo>
                  <a:pt x="131" y="145"/>
                  <a:pt x="131" y="145"/>
                  <a:pt x="131" y="145"/>
                </a:cubicBezTo>
                <a:cubicBezTo>
                  <a:pt x="131" y="151"/>
                  <a:pt x="131" y="151"/>
                  <a:pt x="131" y="151"/>
                </a:cubicBezTo>
                <a:cubicBezTo>
                  <a:pt x="127" y="144"/>
                  <a:pt x="127" y="144"/>
                  <a:pt x="127" y="144"/>
                </a:cubicBezTo>
                <a:cubicBezTo>
                  <a:pt x="126" y="144"/>
                  <a:pt x="126" y="144"/>
                  <a:pt x="125" y="144"/>
                </a:cubicBezTo>
                <a:cubicBezTo>
                  <a:pt x="125" y="144"/>
                  <a:pt x="125" y="144"/>
                  <a:pt x="125" y="144"/>
                </a:cubicBezTo>
                <a:cubicBezTo>
                  <a:pt x="125" y="137"/>
                  <a:pt x="125" y="137"/>
                  <a:pt x="125" y="137"/>
                </a:cubicBezTo>
                <a:cubicBezTo>
                  <a:pt x="125" y="137"/>
                  <a:pt x="125" y="137"/>
                  <a:pt x="125" y="137"/>
                </a:cubicBezTo>
                <a:cubicBezTo>
                  <a:pt x="125" y="137"/>
                  <a:pt x="126" y="138"/>
                  <a:pt x="126" y="138"/>
                </a:cubicBezTo>
                <a:cubicBezTo>
                  <a:pt x="127" y="138"/>
                  <a:pt x="127" y="138"/>
                  <a:pt x="127" y="138"/>
                </a:cubicBezTo>
                <a:cubicBezTo>
                  <a:pt x="127" y="138"/>
                  <a:pt x="127" y="138"/>
                  <a:pt x="127" y="138"/>
                </a:cubicBezTo>
                <a:lnTo>
                  <a:pt x="131" y="134"/>
                </a:lnTo>
                <a:close/>
                <a:moveTo>
                  <a:pt x="131" y="158"/>
                </a:moveTo>
                <a:cubicBezTo>
                  <a:pt x="131" y="162"/>
                  <a:pt x="131" y="162"/>
                  <a:pt x="131" y="162"/>
                </a:cubicBezTo>
                <a:cubicBezTo>
                  <a:pt x="129" y="162"/>
                  <a:pt x="127" y="163"/>
                  <a:pt x="125" y="163"/>
                </a:cubicBezTo>
                <a:cubicBezTo>
                  <a:pt x="125" y="160"/>
                  <a:pt x="125" y="160"/>
                  <a:pt x="125" y="160"/>
                </a:cubicBezTo>
                <a:cubicBezTo>
                  <a:pt x="126" y="160"/>
                  <a:pt x="126" y="159"/>
                  <a:pt x="127" y="159"/>
                </a:cubicBezTo>
                <a:cubicBezTo>
                  <a:pt x="129" y="159"/>
                  <a:pt x="130" y="159"/>
                  <a:pt x="131" y="158"/>
                </a:cubicBezTo>
                <a:close/>
                <a:moveTo>
                  <a:pt x="125" y="74"/>
                </a:moveTo>
                <a:cubicBezTo>
                  <a:pt x="125" y="122"/>
                  <a:pt x="125" y="122"/>
                  <a:pt x="125" y="122"/>
                </a:cubicBezTo>
                <a:cubicBezTo>
                  <a:pt x="125" y="122"/>
                  <a:pt x="125" y="122"/>
                  <a:pt x="125" y="122"/>
                </a:cubicBezTo>
                <a:cubicBezTo>
                  <a:pt x="125" y="122"/>
                  <a:pt x="125" y="122"/>
                  <a:pt x="125" y="122"/>
                </a:cubicBezTo>
                <a:cubicBezTo>
                  <a:pt x="125" y="122"/>
                  <a:pt x="125" y="122"/>
                  <a:pt x="125" y="122"/>
                </a:cubicBezTo>
                <a:cubicBezTo>
                  <a:pt x="125" y="125"/>
                  <a:pt x="125" y="125"/>
                  <a:pt x="125" y="125"/>
                </a:cubicBezTo>
                <a:cubicBezTo>
                  <a:pt x="124" y="125"/>
                  <a:pt x="124" y="125"/>
                  <a:pt x="124" y="125"/>
                </a:cubicBezTo>
                <a:cubicBezTo>
                  <a:pt x="123" y="137"/>
                  <a:pt x="123" y="137"/>
                  <a:pt x="123" y="137"/>
                </a:cubicBezTo>
                <a:cubicBezTo>
                  <a:pt x="124" y="137"/>
                  <a:pt x="124" y="137"/>
                  <a:pt x="124" y="137"/>
                </a:cubicBezTo>
                <a:cubicBezTo>
                  <a:pt x="124" y="137"/>
                  <a:pt x="124" y="137"/>
                  <a:pt x="125" y="137"/>
                </a:cubicBezTo>
                <a:cubicBezTo>
                  <a:pt x="125" y="144"/>
                  <a:pt x="125" y="144"/>
                  <a:pt x="125" y="144"/>
                </a:cubicBezTo>
                <a:cubicBezTo>
                  <a:pt x="125" y="144"/>
                  <a:pt x="125" y="144"/>
                  <a:pt x="125" y="144"/>
                </a:cubicBezTo>
                <a:cubicBezTo>
                  <a:pt x="124" y="144"/>
                  <a:pt x="123" y="144"/>
                  <a:pt x="122" y="144"/>
                </a:cubicBezTo>
                <a:cubicBezTo>
                  <a:pt x="121" y="153"/>
                  <a:pt x="121" y="153"/>
                  <a:pt x="121" y="153"/>
                </a:cubicBezTo>
                <a:cubicBezTo>
                  <a:pt x="122" y="153"/>
                  <a:pt x="123" y="154"/>
                  <a:pt x="123" y="154"/>
                </a:cubicBezTo>
                <a:cubicBezTo>
                  <a:pt x="122" y="156"/>
                  <a:pt x="122" y="156"/>
                  <a:pt x="122" y="156"/>
                </a:cubicBezTo>
                <a:cubicBezTo>
                  <a:pt x="121" y="156"/>
                  <a:pt x="121" y="156"/>
                  <a:pt x="121" y="156"/>
                </a:cubicBezTo>
                <a:cubicBezTo>
                  <a:pt x="121" y="145"/>
                  <a:pt x="121" y="145"/>
                  <a:pt x="121" y="145"/>
                </a:cubicBezTo>
                <a:cubicBezTo>
                  <a:pt x="122" y="144"/>
                  <a:pt x="122" y="144"/>
                  <a:pt x="122" y="144"/>
                </a:cubicBezTo>
                <a:cubicBezTo>
                  <a:pt x="121" y="143"/>
                  <a:pt x="121" y="143"/>
                  <a:pt x="121" y="143"/>
                </a:cubicBezTo>
                <a:cubicBezTo>
                  <a:pt x="121" y="136"/>
                  <a:pt x="121" y="136"/>
                  <a:pt x="121" y="136"/>
                </a:cubicBezTo>
                <a:cubicBezTo>
                  <a:pt x="122" y="136"/>
                  <a:pt x="122" y="136"/>
                  <a:pt x="122" y="136"/>
                </a:cubicBezTo>
                <a:cubicBezTo>
                  <a:pt x="121" y="134"/>
                  <a:pt x="121" y="134"/>
                  <a:pt x="121" y="134"/>
                </a:cubicBezTo>
                <a:cubicBezTo>
                  <a:pt x="121" y="72"/>
                  <a:pt x="121" y="72"/>
                  <a:pt x="121" y="72"/>
                </a:cubicBezTo>
                <a:lnTo>
                  <a:pt x="125" y="74"/>
                </a:lnTo>
                <a:close/>
                <a:moveTo>
                  <a:pt x="125" y="160"/>
                </a:moveTo>
                <a:cubicBezTo>
                  <a:pt x="125" y="163"/>
                  <a:pt x="125" y="163"/>
                  <a:pt x="125" y="163"/>
                </a:cubicBezTo>
                <a:cubicBezTo>
                  <a:pt x="123" y="163"/>
                  <a:pt x="122" y="163"/>
                  <a:pt x="121" y="163"/>
                </a:cubicBezTo>
                <a:cubicBezTo>
                  <a:pt x="121" y="160"/>
                  <a:pt x="121" y="160"/>
                  <a:pt x="121" y="160"/>
                </a:cubicBezTo>
                <a:cubicBezTo>
                  <a:pt x="122" y="160"/>
                  <a:pt x="123" y="160"/>
                  <a:pt x="125" y="160"/>
                </a:cubicBezTo>
                <a:close/>
                <a:moveTo>
                  <a:pt x="121" y="72"/>
                </a:moveTo>
                <a:cubicBezTo>
                  <a:pt x="121" y="134"/>
                  <a:pt x="121" y="134"/>
                  <a:pt x="121" y="134"/>
                </a:cubicBezTo>
                <a:cubicBezTo>
                  <a:pt x="116" y="126"/>
                  <a:pt x="116" y="126"/>
                  <a:pt x="116" y="126"/>
                </a:cubicBezTo>
                <a:cubicBezTo>
                  <a:pt x="111" y="126"/>
                  <a:pt x="111" y="126"/>
                  <a:pt x="111" y="126"/>
                </a:cubicBezTo>
                <a:cubicBezTo>
                  <a:pt x="111" y="126"/>
                  <a:pt x="111" y="127"/>
                  <a:pt x="110" y="127"/>
                </a:cubicBezTo>
                <a:cubicBezTo>
                  <a:pt x="110" y="123"/>
                  <a:pt x="110" y="123"/>
                  <a:pt x="110" y="123"/>
                </a:cubicBezTo>
                <a:cubicBezTo>
                  <a:pt x="113" y="121"/>
                  <a:pt x="115" y="120"/>
                  <a:pt x="118" y="119"/>
                </a:cubicBezTo>
                <a:cubicBezTo>
                  <a:pt x="110" y="116"/>
                  <a:pt x="110" y="116"/>
                  <a:pt x="110" y="116"/>
                </a:cubicBezTo>
                <a:cubicBezTo>
                  <a:pt x="110" y="67"/>
                  <a:pt x="110" y="67"/>
                  <a:pt x="110" y="67"/>
                </a:cubicBezTo>
                <a:lnTo>
                  <a:pt x="121" y="72"/>
                </a:lnTo>
                <a:close/>
                <a:moveTo>
                  <a:pt x="121" y="136"/>
                </a:moveTo>
                <a:cubicBezTo>
                  <a:pt x="110" y="131"/>
                  <a:pt x="110" y="131"/>
                  <a:pt x="110" y="131"/>
                </a:cubicBezTo>
                <a:cubicBezTo>
                  <a:pt x="110" y="142"/>
                  <a:pt x="110" y="142"/>
                  <a:pt x="110" y="142"/>
                </a:cubicBezTo>
                <a:cubicBezTo>
                  <a:pt x="118" y="141"/>
                  <a:pt x="118" y="141"/>
                  <a:pt x="118" y="141"/>
                </a:cubicBezTo>
                <a:cubicBezTo>
                  <a:pt x="120" y="142"/>
                  <a:pt x="120" y="142"/>
                  <a:pt x="120" y="142"/>
                </a:cubicBezTo>
                <a:cubicBezTo>
                  <a:pt x="120" y="143"/>
                  <a:pt x="120" y="143"/>
                  <a:pt x="120" y="143"/>
                </a:cubicBezTo>
                <a:cubicBezTo>
                  <a:pt x="121" y="143"/>
                  <a:pt x="121" y="143"/>
                  <a:pt x="121" y="143"/>
                </a:cubicBezTo>
                <a:lnTo>
                  <a:pt x="121" y="136"/>
                </a:lnTo>
                <a:close/>
                <a:moveTo>
                  <a:pt x="121" y="145"/>
                </a:moveTo>
                <a:cubicBezTo>
                  <a:pt x="121" y="156"/>
                  <a:pt x="121" y="156"/>
                  <a:pt x="121" y="156"/>
                </a:cubicBezTo>
                <a:cubicBezTo>
                  <a:pt x="121" y="156"/>
                  <a:pt x="121" y="156"/>
                  <a:pt x="121" y="156"/>
                </a:cubicBezTo>
                <a:cubicBezTo>
                  <a:pt x="120" y="159"/>
                  <a:pt x="120" y="159"/>
                  <a:pt x="120" y="159"/>
                </a:cubicBezTo>
                <a:cubicBezTo>
                  <a:pt x="121" y="160"/>
                  <a:pt x="121" y="160"/>
                  <a:pt x="121" y="160"/>
                </a:cubicBezTo>
                <a:cubicBezTo>
                  <a:pt x="121" y="163"/>
                  <a:pt x="121" y="163"/>
                  <a:pt x="121" y="163"/>
                </a:cubicBezTo>
                <a:cubicBezTo>
                  <a:pt x="119" y="163"/>
                  <a:pt x="117" y="162"/>
                  <a:pt x="114" y="161"/>
                </a:cubicBezTo>
                <a:cubicBezTo>
                  <a:pt x="113" y="160"/>
                  <a:pt x="112" y="159"/>
                  <a:pt x="110" y="159"/>
                </a:cubicBezTo>
                <a:cubicBezTo>
                  <a:pt x="110" y="154"/>
                  <a:pt x="110" y="154"/>
                  <a:pt x="110" y="154"/>
                </a:cubicBezTo>
                <a:cubicBezTo>
                  <a:pt x="111" y="155"/>
                  <a:pt x="111" y="155"/>
                  <a:pt x="112" y="155"/>
                </a:cubicBezTo>
                <a:cubicBezTo>
                  <a:pt x="113" y="153"/>
                  <a:pt x="113" y="153"/>
                  <a:pt x="113" y="153"/>
                </a:cubicBezTo>
                <a:cubicBezTo>
                  <a:pt x="110" y="152"/>
                  <a:pt x="110" y="152"/>
                  <a:pt x="110" y="152"/>
                </a:cubicBezTo>
                <a:cubicBezTo>
                  <a:pt x="110" y="148"/>
                  <a:pt x="110" y="148"/>
                  <a:pt x="110" y="148"/>
                </a:cubicBezTo>
                <a:cubicBezTo>
                  <a:pt x="116" y="151"/>
                  <a:pt x="116" y="151"/>
                  <a:pt x="116" y="151"/>
                </a:cubicBezTo>
                <a:lnTo>
                  <a:pt x="121" y="145"/>
                </a:lnTo>
                <a:close/>
                <a:moveTo>
                  <a:pt x="110" y="67"/>
                </a:moveTo>
                <a:cubicBezTo>
                  <a:pt x="110" y="116"/>
                  <a:pt x="110" y="116"/>
                  <a:pt x="110" y="116"/>
                </a:cubicBezTo>
                <a:cubicBezTo>
                  <a:pt x="104" y="113"/>
                  <a:pt x="104" y="113"/>
                  <a:pt x="104" y="113"/>
                </a:cubicBezTo>
                <a:cubicBezTo>
                  <a:pt x="104" y="64"/>
                  <a:pt x="104" y="64"/>
                  <a:pt x="104" y="64"/>
                </a:cubicBezTo>
                <a:lnTo>
                  <a:pt x="110" y="67"/>
                </a:lnTo>
                <a:close/>
                <a:moveTo>
                  <a:pt x="110" y="123"/>
                </a:moveTo>
                <a:cubicBezTo>
                  <a:pt x="110" y="127"/>
                  <a:pt x="110" y="127"/>
                  <a:pt x="110" y="127"/>
                </a:cubicBezTo>
                <a:cubicBezTo>
                  <a:pt x="110" y="128"/>
                  <a:pt x="110" y="128"/>
                  <a:pt x="110" y="128"/>
                </a:cubicBezTo>
                <a:cubicBezTo>
                  <a:pt x="109" y="128"/>
                  <a:pt x="109" y="129"/>
                  <a:pt x="108" y="130"/>
                </a:cubicBezTo>
                <a:cubicBezTo>
                  <a:pt x="110" y="131"/>
                  <a:pt x="110" y="131"/>
                  <a:pt x="110" y="131"/>
                </a:cubicBezTo>
                <a:cubicBezTo>
                  <a:pt x="110" y="142"/>
                  <a:pt x="110" y="142"/>
                  <a:pt x="110" y="142"/>
                </a:cubicBezTo>
                <a:cubicBezTo>
                  <a:pt x="105" y="143"/>
                  <a:pt x="105" y="143"/>
                  <a:pt x="105" y="143"/>
                </a:cubicBezTo>
                <a:cubicBezTo>
                  <a:pt x="105" y="144"/>
                  <a:pt x="105" y="145"/>
                  <a:pt x="105" y="146"/>
                </a:cubicBezTo>
                <a:cubicBezTo>
                  <a:pt x="110" y="148"/>
                  <a:pt x="110" y="148"/>
                  <a:pt x="110" y="148"/>
                </a:cubicBezTo>
                <a:cubicBezTo>
                  <a:pt x="110" y="152"/>
                  <a:pt x="110" y="152"/>
                  <a:pt x="110" y="152"/>
                </a:cubicBezTo>
                <a:cubicBezTo>
                  <a:pt x="107" y="150"/>
                  <a:pt x="107" y="150"/>
                  <a:pt x="107" y="150"/>
                </a:cubicBezTo>
                <a:cubicBezTo>
                  <a:pt x="108" y="152"/>
                  <a:pt x="109" y="153"/>
                  <a:pt x="110" y="154"/>
                </a:cubicBezTo>
                <a:cubicBezTo>
                  <a:pt x="110" y="159"/>
                  <a:pt x="110" y="159"/>
                  <a:pt x="110" y="159"/>
                </a:cubicBezTo>
                <a:cubicBezTo>
                  <a:pt x="107" y="156"/>
                  <a:pt x="105" y="154"/>
                  <a:pt x="104" y="151"/>
                </a:cubicBezTo>
                <a:cubicBezTo>
                  <a:pt x="104" y="128"/>
                  <a:pt x="104" y="128"/>
                  <a:pt x="104" y="128"/>
                </a:cubicBezTo>
                <a:cubicBezTo>
                  <a:pt x="105" y="128"/>
                  <a:pt x="105" y="128"/>
                  <a:pt x="105" y="128"/>
                </a:cubicBezTo>
                <a:cubicBezTo>
                  <a:pt x="106" y="128"/>
                  <a:pt x="106" y="127"/>
                  <a:pt x="107" y="126"/>
                </a:cubicBezTo>
                <a:cubicBezTo>
                  <a:pt x="104" y="126"/>
                  <a:pt x="104" y="126"/>
                  <a:pt x="104" y="126"/>
                </a:cubicBezTo>
                <a:cubicBezTo>
                  <a:pt x="104" y="123"/>
                  <a:pt x="104" y="123"/>
                  <a:pt x="104" y="123"/>
                </a:cubicBezTo>
                <a:cubicBezTo>
                  <a:pt x="110" y="123"/>
                  <a:pt x="110" y="123"/>
                  <a:pt x="110" y="123"/>
                </a:cubicBezTo>
                <a:close/>
                <a:moveTo>
                  <a:pt x="104" y="64"/>
                </a:moveTo>
                <a:cubicBezTo>
                  <a:pt x="104" y="113"/>
                  <a:pt x="104" y="113"/>
                  <a:pt x="104" y="113"/>
                </a:cubicBezTo>
                <a:cubicBezTo>
                  <a:pt x="94" y="108"/>
                  <a:pt x="94" y="108"/>
                  <a:pt x="94" y="108"/>
                </a:cubicBezTo>
                <a:cubicBezTo>
                  <a:pt x="94" y="60"/>
                  <a:pt x="94" y="60"/>
                  <a:pt x="94" y="60"/>
                </a:cubicBezTo>
                <a:lnTo>
                  <a:pt x="104" y="64"/>
                </a:lnTo>
                <a:close/>
                <a:moveTo>
                  <a:pt x="104" y="123"/>
                </a:moveTo>
                <a:cubicBezTo>
                  <a:pt x="95" y="124"/>
                  <a:pt x="95" y="124"/>
                  <a:pt x="95" y="124"/>
                </a:cubicBezTo>
                <a:cubicBezTo>
                  <a:pt x="96" y="119"/>
                  <a:pt x="96" y="114"/>
                  <a:pt x="94" y="109"/>
                </a:cubicBezTo>
                <a:cubicBezTo>
                  <a:pt x="94" y="130"/>
                  <a:pt x="94" y="130"/>
                  <a:pt x="94" y="130"/>
                </a:cubicBezTo>
                <a:cubicBezTo>
                  <a:pt x="102" y="134"/>
                  <a:pt x="102" y="134"/>
                  <a:pt x="102" y="134"/>
                </a:cubicBezTo>
                <a:cubicBezTo>
                  <a:pt x="101" y="137"/>
                  <a:pt x="101" y="141"/>
                  <a:pt x="102" y="144"/>
                </a:cubicBezTo>
                <a:cubicBezTo>
                  <a:pt x="94" y="141"/>
                  <a:pt x="94" y="141"/>
                  <a:pt x="94" y="141"/>
                </a:cubicBezTo>
                <a:cubicBezTo>
                  <a:pt x="94" y="144"/>
                  <a:pt x="94" y="144"/>
                  <a:pt x="94" y="144"/>
                </a:cubicBezTo>
                <a:cubicBezTo>
                  <a:pt x="103" y="148"/>
                  <a:pt x="103" y="148"/>
                  <a:pt x="103" y="148"/>
                </a:cubicBezTo>
                <a:cubicBezTo>
                  <a:pt x="103" y="149"/>
                  <a:pt x="103" y="150"/>
                  <a:pt x="104" y="151"/>
                </a:cubicBezTo>
                <a:cubicBezTo>
                  <a:pt x="104" y="128"/>
                  <a:pt x="104" y="128"/>
                  <a:pt x="104" y="128"/>
                </a:cubicBezTo>
                <a:cubicBezTo>
                  <a:pt x="101" y="126"/>
                  <a:pt x="101" y="126"/>
                  <a:pt x="101" y="126"/>
                </a:cubicBezTo>
                <a:cubicBezTo>
                  <a:pt x="104" y="126"/>
                  <a:pt x="104" y="126"/>
                  <a:pt x="104" y="126"/>
                </a:cubicBezTo>
                <a:lnTo>
                  <a:pt x="104" y="123"/>
                </a:lnTo>
                <a:close/>
                <a:moveTo>
                  <a:pt x="94" y="34"/>
                </a:moveTo>
                <a:cubicBezTo>
                  <a:pt x="94" y="17"/>
                  <a:pt x="94" y="17"/>
                  <a:pt x="94" y="17"/>
                </a:cubicBezTo>
                <a:cubicBezTo>
                  <a:pt x="101" y="20"/>
                  <a:pt x="101" y="20"/>
                  <a:pt x="101" y="20"/>
                </a:cubicBezTo>
                <a:cubicBezTo>
                  <a:pt x="102" y="20"/>
                  <a:pt x="102" y="21"/>
                  <a:pt x="102" y="23"/>
                </a:cubicBezTo>
                <a:cubicBezTo>
                  <a:pt x="101" y="25"/>
                  <a:pt x="101" y="25"/>
                  <a:pt x="101" y="25"/>
                </a:cubicBezTo>
                <a:cubicBezTo>
                  <a:pt x="100" y="26"/>
                  <a:pt x="99" y="27"/>
                  <a:pt x="98" y="26"/>
                </a:cubicBezTo>
                <a:cubicBezTo>
                  <a:pt x="97" y="26"/>
                  <a:pt x="97" y="26"/>
                  <a:pt x="97" y="26"/>
                </a:cubicBezTo>
                <a:lnTo>
                  <a:pt x="94" y="34"/>
                </a:lnTo>
                <a:close/>
                <a:moveTo>
                  <a:pt x="94" y="17"/>
                </a:moveTo>
                <a:cubicBezTo>
                  <a:pt x="94" y="34"/>
                  <a:pt x="94" y="34"/>
                  <a:pt x="94" y="34"/>
                </a:cubicBezTo>
                <a:cubicBezTo>
                  <a:pt x="84" y="55"/>
                  <a:pt x="84" y="55"/>
                  <a:pt x="84" y="55"/>
                </a:cubicBezTo>
                <a:cubicBezTo>
                  <a:pt x="94" y="60"/>
                  <a:pt x="94" y="60"/>
                  <a:pt x="94" y="60"/>
                </a:cubicBezTo>
                <a:cubicBezTo>
                  <a:pt x="94" y="108"/>
                  <a:pt x="94" y="108"/>
                  <a:pt x="94" y="108"/>
                </a:cubicBezTo>
                <a:cubicBezTo>
                  <a:pt x="93" y="108"/>
                  <a:pt x="93" y="108"/>
                  <a:pt x="93" y="108"/>
                </a:cubicBezTo>
                <a:cubicBezTo>
                  <a:pt x="94" y="109"/>
                  <a:pt x="94" y="109"/>
                  <a:pt x="94" y="109"/>
                </a:cubicBezTo>
                <a:cubicBezTo>
                  <a:pt x="94" y="130"/>
                  <a:pt x="94" y="130"/>
                  <a:pt x="94" y="130"/>
                </a:cubicBezTo>
                <a:cubicBezTo>
                  <a:pt x="92" y="129"/>
                  <a:pt x="92" y="129"/>
                  <a:pt x="92" y="129"/>
                </a:cubicBezTo>
                <a:cubicBezTo>
                  <a:pt x="91" y="132"/>
                  <a:pt x="88" y="135"/>
                  <a:pt x="85" y="137"/>
                </a:cubicBezTo>
                <a:cubicBezTo>
                  <a:pt x="94" y="141"/>
                  <a:pt x="94" y="141"/>
                  <a:pt x="94" y="141"/>
                </a:cubicBezTo>
                <a:cubicBezTo>
                  <a:pt x="94" y="144"/>
                  <a:pt x="94" y="144"/>
                  <a:pt x="94" y="144"/>
                </a:cubicBezTo>
                <a:cubicBezTo>
                  <a:pt x="81" y="139"/>
                  <a:pt x="81" y="139"/>
                  <a:pt x="81" y="139"/>
                </a:cubicBezTo>
                <a:cubicBezTo>
                  <a:pt x="80" y="139"/>
                  <a:pt x="79" y="139"/>
                  <a:pt x="78" y="140"/>
                </a:cubicBezTo>
                <a:cubicBezTo>
                  <a:pt x="78" y="133"/>
                  <a:pt x="78" y="133"/>
                  <a:pt x="78" y="133"/>
                </a:cubicBezTo>
                <a:cubicBezTo>
                  <a:pt x="81" y="135"/>
                  <a:pt x="81" y="135"/>
                  <a:pt x="81" y="135"/>
                </a:cubicBezTo>
                <a:cubicBezTo>
                  <a:pt x="82" y="135"/>
                  <a:pt x="83" y="134"/>
                  <a:pt x="83" y="134"/>
                </a:cubicBezTo>
                <a:cubicBezTo>
                  <a:pt x="80" y="127"/>
                  <a:pt x="80" y="127"/>
                  <a:pt x="80" y="127"/>
                </a:cubicBezTo>
                <a:cubicBezTo>
                  <a:pt x="78" y="127"/>
                  <a:pt x="78" y="127"/>
                  <a:pt x="78" y="127"/>
                </a:cubicBezTo>
                <a:cubicBezTo>
                  <a:pt x="78" y="124"/>
                  <a:pt x="78" y="124"/>
                  <a:pt x="78" y="124"/>
                </a:cubicBezTo>
                <a:cubicBezTo>
                  <a:pt x="78" y="124"/>
                  <a:pt x="78" y="124"/>
                  <a:pt x="78" y="124"/>
                </a:cubicBezTo>
                <a:cubicBezTo>
                  <a:pt x="78" y="124"/>
                  <a:pt x="78" y="124"/>
                  <a:pt x="78" y="124"/>
                </a:cubicBezTo>
                <a:cubicBezTo>
                  <a:pt x="78" y="116"/>
                  <a:pt x="78" y="116"/>
                  <a:pt x="78" y="116"/>
                </a:cubicBezTo>
                <a:cubicBezTo>
                  <a:pt x="92" y="122"/>
                  <a:pt x="92" y="122"/>
                  <a:pt x="92" y="122"/>
                </a:cubicBezTo>
                <a:cubicBezTo>
                  <a:pt x="92" y="122"/>
                  <a:pt x="92" y="121"/>
                  <a:pt x="92" y="120"/>
                </a:cubicBezTo>
                <a:cubicBezTo>
                  <a:pt x="92" y="118"/>
                  <a:pt x="92" y="115"/>
                  <a:pt x="91" y="113"/>
                </a:cubicBezTo>
                <a:cubicBezTo>
                  <a:pt x="78" y="116"/>
                  <a:pt x="78" y="116"/>
                  <a:pt x="78" y="116"/>
                </a:cubicBezTo>
                <a:cubicBezTo>
                  <a:pt x="78" y="114"/>
                  <a:pt x="78" y="114"/>
                  <a:pt x="78" y="114"/>
                </a:cubicBezTo>
                <a:cubicBezTo>
                  <a:pt x="86" y="105"/>
                  <a:pt x="86" y="105"/>
                  <a:pt x="86" y="105"/>
                </a:cubicBezTo>
                <a:cubicBezTo>
                  <a:pt x="78" y="101"/>
                  <a:pt x="78" y="101"/>
                  <a:pt x="78" y="101"/>
                </a:cubicBezTo>
                <a:cubicBezTo>
                  <a:pt x="78" y="52"/>
                  <a:pt x="78" y="52"/>
                  <a:pt x="78" y="52"/>
                </a:cubicBezTo>
                <a:cubicBezTo>
                  <a:pt x="79" y="52"/>
                  <a:pt x="80" y="52"/>
                  <a:pt x="80" y="51"/>
                </a:cubicBezTo>
                <a:cubicBezTo>
                  <a:pt x="91" y="27"/>
                  <a:pt x="91" y="27"/>
                  <a:pt x="91" y="27"/>
                </a:cubicBezTo>
                <a:cubicBezTo>
                  <a:pt x="92" y="26"/>
                  <a:pt x="91" y="24"/>
                  <a:pt x="90" y="24"/>
                </a:cubicBezTo>
                <a:cubicBezTo>
                  <a:pt x="78" y="18"/>
                  <a:pt x="78" y="18"/>
                  <a:pt x="78" y="18"/>
                </a:cubicBezTo>
                <a:cubicBezTo>
                  <a:pt x="78" y="9"/>
                  <a:pt x="78" y="9"/>
                  <a:pt x="78" y="9"/>
                </a:cubicBezTo>
                <a:lnTo>
                  <a:pt x="94" y="17"/>
                </a:lnTo>
                <a:close/>
                <a:moveTo>
                  <a:pt x="78" y="9"/>
                </a:moveTo>
                <a:cubicBezTo>
                  <a:pt x="78" y="18"/>
                  <a:pt x="78" y="18"/>
                  <a:pt x="78" y="18"/>
                </a:cubicBezTo>
                <a:cubicBezTo>
                  <a:pt x="74" y="16"/>
                  <a:pt x="74" y="16"/>
                  <a:pt x="74" y="16"/>
                </a:cubicBezTo>
                <a:cubicBezTo>
                  <a:pt x="74" y="7"/>
                  <a:pt x="74" y="7"/>
                  <a:pt x="74" y="7"/>
                </a:cubicBezTo>
                <a:lnTo>
                  <a:pt x="78" y="9"/>
                </a:lnTo>
                <a:close/>
                <a:moveTo>
                  <a:pt x="78" y="52"/>
                </a:moveTo>
                <a:cubicBezTo>
                  <a:pt x="78" y="101"/>
                  <a:pt x="78" y="101"/>
                  <a:pt x="78" y="101"/>
                </a:cubicBezTo>
                <a:cubicBezTo>
                  <a:pt x="74" y="99"/>
                  <a:pt x="74" y="99"/>
                  <a:pt x="74" y="99"/>
                </a:cubicBezTo>
                <a:cubicBezTo>
                  <a:pt x="74" y="105"/>
                  <a:pt x="74" y="105"/>
                  <a:pt x="74" y="105"/>
                </a:cubicBezTo>
                <a:cubicBezTo>
                  <a:pt x="74" y="50"/>
                  <a:pt x="74" y="50"/>
                  <a:pt x="74" y="50"/>
                </a:cubicBezTo>
                <a:cubicBezTo>
                  <a:pt x="77" y="52"/>
                  <a:pt x="77" y="52"/>
                  <a:pt x="77" y="52"/>
                </a:cubicBezTo>
                <a:lnTo>
                  <a:pt x="78" y="52"/>
                </a:lnTo>
                <a:close/>
                <a:moveTo>
                  <a:pt x="78" y="114"/>
                </a:moveTo>
                <a:cubicBezTo>
                  <a:pt x="78" y="116"/>
                  <a:pt x="78" y="116"/>
                  <a:pt x="78" y="116"/>
                </a:cubicBezTo>
                <a:cubicBezTo>
                  <a:pt x="77" y="116"/>
                  <a:pt x="77" y="116"/>
                  <a:pt x="77" y="116"/>
                </a:cubicBezTo>
                <a:cubicBezTo>
                  <a:pt x="78" y="116"/>
                  <a:pt x="78" y="116"/>
                  <a:pt x="78" y="116"/>
                </a:cubicBezTo>
                <a:cubicBezTo>
                  <a:pt x="78" y="124"/>
                  <a:pt x="78" y="124"/>
                  <a:pt x="78" y="124"/>
                </a:cubicBezTo>
                <a:cubicBezTo>
                  <a:pt x="77" y="122"/>
                  <a:pt x="77" y="122"/>
                  <a:pt x="77" y="122"/>
                </a:cubicBezTo>
                <a:cubicBezTo>
                  <a:pt x="75" y="121"/>
                  <a:pt x="75" y="121"/>
                  <a:pt x="75" y="121"/>
                </a:cubicBezTo>
                <a:cubicBezTo>
                  <a:pt x="74" y="121"/>
                  <a:pt x="74" y="121"/>
                  <a:pt x="74" y="121"/>
                </a:cubicBezTo>
                <a:cubicBezTo>
                  <a:pt x="74" y="121"/>
                  <a:pt x="74" y="121"/>
                  <a:pt x="74" y="121"/>
                </a:cubicBezTo>
                <a:cubicBezTo>
                  <a:pt x="74" y="114"/>
                  <a:pt x="74" y="114"/>
                  <a:pt x="74" y="114"/>
                </a:cubicBezTo>
                <a:cubicBezTo>
                  <a:pt x="74" y="114"/>
                  <a:pt x="74" y="114"/>
                  <a:pt x="74" y="114"/>
                </a:cubicBezTo>
                <a:cubicBezTo>
                  <a:pt x="75" y="114"/>
                  <a:pt x="75" y="115"/>
                  <a:pt x="76" y="115"/>
                </a:cubicBezTo>
                <a:cubicBezTo>
                  <a:pt x="76" y="115"/>
                  <a:pt x="76" y="115"/>
                  <a:pt x="76" y="115"/>
                </a:cubicBezTo>
                <a:lnTo>
                  <a:pt x="78" y="114"/>
                </a:lnTo>
                <a:close/>
                <a:moveTo>
                  <a:pt x="78" y="124"/>
                </a:moveTo>
                <a:cubicBezTo>
                  <a:pt x="78" y="127"/>
                  <a:pt x="78" y="127"/>
                  <a:pt x="78" y="127"/>
                </a:cubicBezTo>
                <a:cubicBezTo>
                  <a:pt x="74" y="127"/>
                  <a:pt x="74" y="127"/>
                  <a:pt x="74" y="127"/>
                </a:cubicBezTo>
                <a:cubicBezTo>
                  <a:pt x="74" y="124"/>
                  <a:pt x="74" y="124"/>
                  <a:pt x="74" y="124"/>
                </a:cubicBezTo>
                <a:lnTo>
                  <a:pt x="78" y="124"/>
                </a:lnTo>
                <a:close/>
                <a:moveTo>
                  <a:pt x="78" y="133"/>
                </a:moveTo>
                <a:cubicBezTo>
                  <a:pt x="78" y="140"/>
                  <a:pt x="78" y="140"/>
                  <a:pt x="78" y="140"/>
                </a:cubicBezTo>
                <a:cubicBezTo>
                  <a:pt x="76" y="140"/>
                  <a:pt x="75" y="140"/>
                  <a:pt x="74" y="140"/>
                </a:cubicBezTo>
                <a:cubicBezTo>
                  <a:pt x="74" y="137"/>
                  <a:pt x="74" y="137"/>
                  <a:pt x="74" y="137"/>
                </a:cubicBezTo>
                <a:cubicBezTo>
                  <a:pt x="74" y="137"/>
                  <a:pt x="75" y="137"/>
                  <a:pt x="76" y="136"/>
                </a:cubicBezTo>
                <a:cubicBezTo>
                  <a:pt x="74" y="135"/>
                  <a:pt x="74" y="135"/>
                  <a:pt x="74" y="135"/>
                </a:cubicBezTo>
                <a:cubicBezTo>
                  <a:pt x="74" y="131"/>
                  <a:pt x="74" y="131"/>
                  <a:pt x="74" y="131"/>
                </a:cubicBezTo>
                <a:lnTo>
                  <a:pt x="78" y="133"/>
                </a:lnTo>
                <a:close/>
                <a:moveTo>
                  <a:pt x="74" y="7"/>
                </a:moveTo>
                <a:cubicBezTo>
                  <a:pt x="74" y="16"/>
                  <a:pt x="74" y="16"/>
                  <a:pt x="74" y="16"/>
                </a:cubicBezTo>
                <a:cubicBezTo>
                  <a:pt x="63" y="11"/>
                  <a:pt x="63" y="11"/>
                  <a:pt x="63" y="11"/>
                </a:cubicBezTo>
                <a:cubicBezTo>
                  <a:pt x="62" y="11"/>
                  <a:pt x="62" y="11"/>
                  <a:pt x="62" y="11"/>
                </a:cubicBezTo>
                <a:cubicBezTo>
                  <a:pt x="62" y="2"/>
                  <a:pt x="62" y="2"/>
                  <a:pt x="62" y="2"/>
                </a:cubicBezTo>
                <a:lnTo>
                  <a:pt x="74" y="7"/>
                </a:lnTo>
                <a:close/>
                <a:moveTo>
                  <a:pt x="74" y="50"/>
                </a:moveTo>
                <a:cubicBezTo>
                  <a:pt x="74" y="105"/>
                  <a:pt x="74" y="105"/>
                  <a:pt x="74" y="105"/>
                </a:cubicBezTo>
                <a:cubicBezTo>
                  <a:pt x="73" y="114"/>
                  <a:pt x="73" y="114"/>
                  <a:pt x="73" y="114"/>
                </a:cubicBezTo>
                <a:cubicBezTo>
                  <a:pt x="73" y="114"/>
                  <a:pt x="73" y="114"/>
                  <a:pt x="73" y="114"/>
                </a:cubicBezTo>
                <a:cubicBezTo>
                  <a:pt x="74" y="114"/>
                  <a:pt x="74" y="114"/>
                  <a:pt x="74" y="114"/>
                </a:cubicBezTo>
                <a:cubicBezTo>
                  <a:pt x="74" y="121"/>
                  <a:pt x="74" y="121"/>
                  <a:pt x="74" y="121"/>
                </a:cubicBezTo>
                <a:cubicBezTo>
                  <a:pt x="73" y="121"/>
                  <a:pt x="72" y="121"/>
                  <a:pt x="72" y="121"/>
                </a:cubicBezTo>
                <a:cubicBezTo>
                  <a:pt x="71" y="124"/>
                  <a:pt x="71" y="124"/>
                  <a:pt x="71" y="124"/>
                </a:cubicBezTo>
                <a:cubicBezTo>
                  <a:pt x="74" y="124"/>
                  <a:pt x="74" y="124"/>
                  <a:pt x="74" y="124"/>
                </a:cubicBezTo>
                <a:cubicBezTo>
                  <a:pt x="74" y="127"/>
                  <a:pt x="74" y="127"/>
                  <a:pt x="74" y="127"/>
                </a:cubicBezTo>
                <a:cubicBezTo>
                  <a:pt x="71" y="127"/>
                  <a:pt x="71" y="127"/>
                  <a:pt x="71" y="127"/>
                </a:cubicBezTo>
                <a:cubicBezTo>
                  <a:pt x="71" y="130"/>
                  <a:pt x="71" y="130"/>
                  <a:pt x="71" y="130"/>
                </a:cubicBezTo>
                <a:cubicBezTo>
                  <a:pt x="74" y="131"/>
                  <a:pt x="74" y="131"/>
                  <a:pt x="74" y="131"/>
                </a:cubicBezTo>
                <a:cubicBezTo>
                  <a:pt x="74" y="135"/>
                  <a:pt x="74" y="135"/>
                  <a:pt x="74" y="135"/>
                </a:cubicBezTo>
                <a:cubicBezTo>
                  <a:pt x="70" y="134"/>
                  <a:pt x="70" y="134"/>
                  <a:pt x="70" y="134"/>
                </a:cubicBezTo>
                <a:cubicBezTo>
                  <a:pt x="70" y="137"/>
                  <a:pt x="70" y="137"/>
                  <a:pt x="70" y="137"/>
                </a:cubicBezTo>
                <a:cubicBezTo>
                  <a:pt x="71" y="137"/>
                  <a:pt x="72" y="137"/>
                  <a:pt x="74" y="137"/>
                </a:cubicBezTo>
                <a:cubicBezTo>
                  <a:pt x="74" y="140"/>
                  <a:pt x="74" y="140"/>
                  <a:pt x="74" y="140"/>
                </a:cubicBezTo>
                <a:cubicBezTo>
                  <a:pt x="70" y="140"/>
                  <a:pt x="67" y="139"/>
                  <a:pt x="64" y="138"/>
                </a:cubicBezTo>
                <a:cubicBezTo>
                  <a:pt x="63" y="138"/>
                  <a:pt x="63" y="138"/>
                  <a:pt x="62" y="137"/>
                </a:cubicBezTo>
                <a:cubicBezTo>
                  <a:pt x="62" y="131"/>
                  <a:pt x="62" y="131"/>
                  <a:pt x="62" y="131"/>
                </a:cubicBezTo>
                <a:cubicBezTo>
                  <a:pt x="63" y="130"/>
                  <a:pt x="63" y="130"/>
                  <a:pt x="63" y="130"/>
                </a:cubicBezTo>
                <a:cubicBezTo>
                  <a:pt x="62" y="130"/>
                  <a:pt x="62" y="130"/>
                  <a:pt x="62" y="130"/>
                </a:cubicBezTo>
                <a:cubicBezTo>
                  <a:pt x="62" y="125"/>
                  <a:pt x="62" y="125"/>
                  <a:pt x="62" y="125"/>
                </a:cubicBezTo>
                <a:cubicBezTo>
                  <a:pt x="68" y="125"/>
                  <a:pt x="68" y="125"/>
                  <a:pt x="68" y="125"/>
                </a:cubicBezTo>
                <a:cubicBezTo>
                  <a:pt x="71" y="121"/>
                  <a:pt x="71" y="121"/>
                  <a:pt x="71" y="121"/>
                </a:cubicBezTo>
                <a:cubicBezTo>
                  <a:pt x="71" y="121"/>
                  <a:pt x="70" y="120"/>
                  <a:pt x="70" y="120"/>
                </a:cubicBezTo>
                <a:cubicBezTo>
                  <a:pt x="70" y="119"/>
                  <a:pt x="70" y="119"/>
                  <a:pt x="70" y="119"/>
                </a:cubicBezTo>
                <a:cubicBezTo>
                  <a:pt x="68" y="118"/>
                  <a:pt x="68" y="118"/>
                  <a:pt x="68" y="118"/>
                </a:cubicBezTo>
                <a:cubicBezTo>
                  <a:pt x="62" y="119"/>
                  <a:pt x="62" y="119"/>
                  <a:pt x="62" y="119"/>
                </a:cubicBezTo>
                <a:cubicBezTo>
                  <a:pt x="62" y="109"/>
                  <a:pt x="62" y="109"/>
                  <a:pt x="62" y="109"/>
                </a:cubicBezTo>
                <a:cubicBezTo>
                  <a:pt x="71" y="113"/>
                  <a:pt x="71" y="113"/>
                  <a:pt x="71" y="113"/>
                </a:cubicBezTo>
                <a:cubicBezTo>
                  <a:pt x="65" y="101"/>
                  <a:pt x="65" y="101"/>
                  <a:pt x="65" y="101"/>
                </a:cubicBezTo>
                <a:cubicBezTo>
                  <a:pt x="64" y="101"/>
                  <a:pt x="63" y="101"/>
                  <a:pt x="62" y="102"/>
                </a:cubicBezTo>
                <a:cubicBezTo>
                  <a:pt x="62" y="98"/>
                  <a:pt x="62" y="98"/>
                  <a:pt x="62" y="98"/>
                </a:cubicBezTo>
                <a:cubicBezTo>
                  <a:pt x="64" y="97"/>
                  <a:pt x="65" y="97"/>
                  <a:pt x="67" y="96"/>
                </a:cubicBezTo>
                <a:cubicBezTo>
                  <a:pt x="62" y="94"/>
                  <a:pt x="62" y="94"/>
                  <a:pt x="62" y="94"/>
                </a:cubicBezTo>
                <a:cubicBezTo>
                  <a:pt x="62" y="45"/>
                  <a:pt x="62" y="45"/>
                  <a:pt x="62" y="45"/>
                </a:cubicBezTo>
                <a:lnTo>
                  <a:pt x="74" y="50"/>
                </a:lnTo>
                <a:close/>
                <a:moveTo>
                  <a:pt x="62" y="2"/>
                </a:moveTo>
                <a:cubicBezTo>
                  <a:pt x="62" y="11"/>
                  <a:pt x="62" y="11"/>
                  <a:pt x="62" y="11"/>
                </a:cubicBezTo>
                <a:cubicBezTo>
                  <a:pt x="61" y="11"/>
                  <a:pt x="60" y="12"/>
                  <a:pt x="60" y="13"/>
                </a:cubicBezTo>
                <a:cubicBezTo>
                  <a:pt x="49" y="37"/>
                  <a:pt x="49" y="37"/>
                  <a:pt x="49" y="37"/>
                </a:cubicBezTo>
                <a:cubicBezTo>
                  <a:pt x="48" y="38"/>
                  <a:pt x="49" y="39"/>
                  <a:pt x="50" y="40"/>
                </a:cubicBezTo>
                <a:cubicBezTo>
                  <a:pt x="62" y="45"/>
                  <a:pt x="62" y="45"/>
                  <a:pt x="62" y="45"/>
                </a:cubicBezTo>
                <a:cubicBezTo>
                  <a:pt x="62" y="94"/>
                  <a:pt x="62" y="94"/>
                  <a:pt x="62" y="94"/>
                </a:cubicBezTo>
                <a:cubicBezTo>
                  <a:pt x="45" y="86"/>
                  <a:pt x="45" y="86"/>
                  <a:pt x="45" y="86"/>
                </a:cubicBezTo>
                <a:cubicBezTo>
                  <a:pt x="47" y="91"/>
                  <a:pt x="48" y="97"/>
                  <a:pt x="47" y="102"/>
                </a:cubicBezTo>
                <a:cubicBezTo>
                  <a:pt x="54" y="105"/>
                  <a:pt x="54" y="105"/>
                  <a:pt x="54" y="105"/>
                </a:cubicBezTo>
                <a:cubicBezTo>
                  <a:pt x="56" y="102"/>
                  <a:pt x="59" y="100"/>
                  <a:pt x="62" y="98"/>
                </a:cubicBezTo>
                <a:cubicBezTo>
                  <a:pt x="62" y="102"/>
                  <a:pt x="62" y="102"/>
                  <a:pt x="62" y="102"/>
                </a:cubicBezTo>
                <a:cubicBezTo>
                  <a:pt x="61" y="103"/>
                  <a:pt x="60" y="104"/>
                  <a:pt x="59" y="105"/>
                </a:cubicBezTo>
                <a:cubicBezTo>
                  <a:pt x="59" y="105"/>
                  <a:pt x="58" y="106"/>
                  <a:pt x="57" y="107"/>
                </a:cubicBezTo>
                <a:cubicBezTo>
                  <a:pt x="62" y="109"/>
                  <a:pt x="62" y="109"/>
                  <a:pt x="62" y="109"/>
                </a:cubicBezTo>
                <a:cubicBezTo>
                  <a:pt x="62" y="119"/>
                  <a:pt x="62" y="119"/>
                  <a:pt x="62" y="119"/>
                </a:cubicBezTo>
                <a:cubicBezTo>
                  <a:pt x="54" y="120"/>
                  <a:pt x="54" y="120"/>
                  <a:pt x="54" y="120"/>
                </a:cubicBezTo>
                <a:cubicBezTo>
                  <a:pt x="54" y="121"/>
                  <a:pt x="54" y="122"/>
                  <a:pt x="55" y="123"/>
                </a:cubicBezTo>
                <a:cubicBezTo>
                  <a:pt x="59" y="125"/>
                  <a:pt x="59" y="125"/>
                  <a:pt x="59" y="125"/>
                </a:cubicBezTo>
                <a:cubicBezTo>
                  <a:pt x="59" y="125"/>
                  <a:pt x="59" y="125"/>
                  <a:pt x="59" y="125"/>
                </a:cubicBezTo>
                <a:cubicBezTo>
                  <a:pt x="62" y="125"/>
                  <a:pt x="62" y="125"/>
                  <a:pt x="62" y="125"/>
                </a:cubicBezTo>
                <a:cubicBezTo>
                  <a:pt x="62" y="130"/>
                  <a:pt x="62" y="130"/>
                  <a:pt x="62" y="130"/>
                </a:cubicBezTo>
                <a:cubicBezTo>
                  <a:pt x="57" y="128"/>
                  <a:pt x="57" y="128"/>
                  <a:pt x="57" y="128"/>
                </a:cubicBezTo>
                <a:cubicBezTo>
                  <a:pt x="58" y="129"/>
                  <a:pt x="59" y="131"/>
                  <a:pt x="61" y="132"/>
                </a:cubicBezTo>
                <a:cubicBezTo>
                  <a:pt x="62" y="131"/>
                  <a:pt x="62" y="131"/>
                  <a:pt x="62" y="131"/>
                </a:cubicBezTo>
                <a:cubicBezTo>
                  <a:pt x="62" y="137"/>
                  <a:pt x="62" y="137"/>
                  <a:pt x="62" y="137"/>
                </a:cubicBezTo>
                <a:cubicBezTo>
                  <a:pt x="57" y="135"/>
                  <a:pt x="54" y="130"/>
                  <a:pt x="52" y="126"/>
                </a:cubicBezTo>
                <a:cubicBezTo>
                  <a:pt x="44" y="122"/>
                  <a:pt x="44" y="122"/>
                  <a:pt x="44" y="122"/>
                </a:cubicBezTo>
                <a:cubicBezTo>
                  <a:pt x="44" y="118"/>
                  <a:pt x="44" y="118"/>
                  <a:pt x="44" y="118"/>
                </a:cubicBezTo>
                <a:cubicBezTo>
                  <a:pt x="51" y="121"/>
                  <a:pt x="51" y="121"/>
                  <a:pt x="51" y="121"/>
                </a:cubicBezTo>
                <a:cubicBezTo>
                  <a:pt x="51" y="118"/>
                  <a:pt x="51" y="114"/>
                  <a:pt x="52" y="111"/>
                </a:cubicBezTo>
                <a:cubicBezTo>
                  <a:pt x="44" y="107"/>
                  <a:pt x="44" y="107"/>
                  <a:pt x="44" y="107"/>
                </a:cubicBezTo>
                <a:cubicBezTo>
                  <a:pt x="44" y="31"/>
                  <a:pt x="44" y="31"/>
                  <a:pt x="44" y="31"/>
                </a:cubicBezTo>
                <a:cubicBezTo>
                  <a:pt x="55" y="7"/>
                  <a:pt x="55" y="7"/>
                  <a:pt x="55" y="7"/>
                </a:cubicBezTo>
                <a:cubicBezTo>
                  <a:pt x="55" y="7"/>
                  <a:pt x="55" y="7"/>
                  <a:pt x="55" y="7"/>
                </a:cubicBezTo>
                <a:cubicBezTo>
                  <a:pt x="53" y="6"/>
                  <a:pt x="53" y="5"/>
                  <a:pt x="54" y="4"/>
                </a:cubicBezTo>
                <a:cubicBezTo>
                  <a:pt x="55" y="1"/>
                  <a:pt x="55" y="1"/>
                  <a:pt x="55" y="1"/>
                </a:cubicBezTo>
                <a:cubicBezTo>
                  <a:pt x="55" y="0"/>
                  <a:pt x="56" y="0"/>
                  <a:pt x="58" y="0"/>
                </a:cubicBezTo>
                <a:lnTo>
                  <a:pt x="62" y="2"/>
                </a:lnTo>
                <a:close/>
                <a:moveTo>
                  <a:pt x="44" y="31"/>
                </a:moveTo>
                <a:cubicBezTo>
                  <a:pt x="44" y="107"/>
                  <a:pt x="44" y="107"/>
                  <a:pt x="44" y="107"/>
                </a:cubicBezTo>
                <a:cubicBezTo>
                  <a:pt x="44" y="107"/>
                  <a:pt x="44" y="107"/>
                  <a:pt x="44" y="107"/>
                </a:cubicBezTo>
                <a:cubicBezTo>
                  <a:pt x="42" y="110"/>
                  <a:pt x="40" y="113"/>
                  <a:pt x="37" y="115"/>
                </a:cubicBezTo>
                <a:cubicBezTo>
                  <a:pt x="44" y="118"/>
                  <a:pt x="44" y="118"/>
                  <a:pt x="44" y="118"/>
                </a:cubicBezTo>
                <a:cubicBezTo>
                  <a:pt x="44" y="122"/>
                  <a:pt x="44" y="122"/>
                  <a:pt x="44" y="122"/>
                </a:cubicBezTo>
                <a:cubicBezTo>
                  <a:pt x="34" y="117"/>
                  <a:pt x="34" y="117"/>
                  <a:pt x="34" y="117"/>
                </a:cubicBezTo>
                <a:cubicBezTo>
                  <a:pt x="34" y="113"/>
                  <a:pt x="34" y="113"/>
                  <a:pt x="34" y="113"/>
                </a:cubicBezTo>
                <a:cubicBezTo>
                  <a:pt x="34" y="112"/>
                  <a:pt x="35" y="112"/>
                  <a:pt x="35" y="112"/>
                </a:cubicBezTo>
                <a:cubicBezTo>
                  <a:pt x="34" y="110"/>
                  <a:pt x="34" y="110"/>
                  <a:pt x="34" y="110"/>
                </a:cubicBezTo>
                <a:cubicBezTo>
                  <a:pt x="34" y="96"/>
                  <a:pt x="34" y="96"/>
                  <a:pt x="34" y="96"/>
                </a:cubicBezTo>
                <a:cubicBezTo>
                  <a:pt x="44" y="100"/>
                  <a:pt x="44" y="100"/>
                  <a:pt x="44" y="100"/>
                </a:cubicBezTo>
                <a:cubicBezTo>
                  <a:pt x="44" y="100"/>
                  <a:pt x="44" y="99"/>
                  <a:pt x="44" y="98"/>
                </a:cubicBezTo>
                <a:cubicBezTo>
                  <a:pt x="44" y="96"/>
                  <a:pt x="44" y="93"/>
                  <a:pt x="43" y="91"/>
                </a:cubicBezTo>
                <a:cubicBezTo>
                  <a:pt x="34" y="93"/>
                  <a:pt x="34" y="93"/>
                  <a:pt x="34" y="93"/>
                </a:cubicBezTo>
                <a:cubicBezTo>
                  <a:pt x="34" y="88"/>
                  <a:pt x="34" y="88"/>
                  <a:pt x="34" y="88"/>
                </a:cubicBezTo>
                <a:cubicBezTo>
                  <a:pt x="38" y="83"/>
                  <a:pt x="38" y="83"/>
                  <a:pt x="38" y="83"/>
                </a:cubicBezTo>
                <a:cubicBezTo>
                  <a:pt x="34" y="81"/>
                  <a:pt x="34" y="81"/>
                  <a:pt x="34" y="81"/>
                </a:cubicBezTo>
                <a:cubicBezTo>
                  <a:pt x="34" y="48"/>
                  <a:pt x="34" y="48"/>
                  <a:pt x="34" y="48"/>
                </a:cubicBezTo>
                <a:cubicBezTo>
                  <a:pt x="39" y="37"/>
                  <a:pt x="39" y="37"/>
                  <a:pt x="39" y="37"/>
                </a:cubicBezTo>
                <a:cubicBezTo>
                  <a:pt x="39" y="36"/>
                  <a:pt x="41" y="36"/>
                  <a:pt x="42" y="36"/>
                </a:cubicBezTo>
                <a:cubicBezTo>
                  <a:pt x="42" y="36"/>
                  <a:pt x="42" y="36"/>
                  <a:pt x="42" y="36"/>
                </a:cubicBezTo>
                <a:lnTo>
                  <a:pt x="44" y="31"/>
                </a:lnTo>
                <a:close/>
                <a:moveTo>
                  <a:pt x="23" y="91"/>
                </a:moveTo>
                <a:cubicBezTo>
                  <a:pt x="23" y="91"/>
                  <a:pt x="23" y="91"/>
                  <a:pt x="23" y="91"/>
                </a:cubicBezTo>
                <a:cubicBezTo>
                  <a:pt x="23" y="90"/>
                  <a:pt x="23" y="90"/>
                  <a:pt x="23" y="90"/>
                </a:cubicBezTo>
                <a:cubicBezTo>
                  <a:pt x="23" y="73"/>
                  <a:pt x="23" y="73"/>
                  <a:pt x="23" y="73"/>
                </a:cubicBezTo>
                <a:cubicBezTo>
                  <a:pt x="27" y="63"/>
                  <a:pt x="27" y="63"/>
                  <a:pt x="27" y="63"/>
                </a:cubicBezTo>
                <a:cubicBezTo>
                  <a:pt x="23" y="61"/>
                  <a:pt x="23" y="61"/>
                  <a:pt x="23" y="61"/>
                </a:cubicBezTo>
                <a:cubicBezTo>
                  <a:pt x="23" y="42"/>
                  <a:pt x="23" y="42"/>
                  <a:pt x="23" y="42"/>
                </a:cubicBezTo>
                <a:cubicBezTo>
                  <a:pt x="24" y="43"/>
                  <a:pt x="24" y="43"/>
                  <a:pt x="24" y="43"/>
                </a:cubicBezTo>
                <a:cubicBezTo>
                  <a:pt x="25" y="43"/>
                  <a:pt x="25" y="44"/>
                  <a:pt x="24" y="45"/>
                </a:cubicBezTo>
                <a:cubicBezTo>
                  <a:pt x="23" y="49"/>
                  <a:pt x="23" y="49"/>
                  <a:pt x="23" y="49"/>
                </a:cubicBezTo>
                <a:cubicBezTo>
                  <a:pt x="32" y="53"/>
                  <a:pt x="32" y="53"/>
                  <a:pt x="32" y="53"/>
                </a:cubicBezTo>
                <a:cubicBezTo>
                  <a:pt x="34" y="48"/>
                  <a:pt x="34" y="48"/>
                  <a:pt x="34" y="48"/>
                </a:cubicBezTo>
                <a:cubicBezTo>
                  <a:pt x="34" y="81"/>
                  <a:pt x="34" y="81"/>
                  <a:pt x="34" y="81"/>
                </a:cubicBezTo>
                <a:cubicBezTo>
                  <a:pt x="26" y="78"/>
                  <a:pt x="26" y="78"/>
                  <a:pt x="26" y="78"/>
                </a:cubicBezTo>
                <a:cubicBezTo>
                  <a:pt x="25" y="92"/>
                  <a:pt x="25" y="92"/>
                  <a:pt x="25" y="92"/>
                </a:cubicBezTo>
                <a:cubicBezTo>
                  <a:pt x="25" y="92"/>
                  <a:pt x="25" y="92"/>
                  <a:pt x="25" y="92"/>
                </a:cubicBezTo>
                <a:cubicBezTo>
                  <a:pt x="25" y="92"/>
                  <a:pt x="26" y="92"/>
                  <a:pt x="26" y="92"/>
                </a:cubicBezTo>
                <a:cubicBezTo>
                  <a:pt x="27" y="93"/>
                  <a:pt x="27" y="93"/>
                  <a:pt x="28" y="93"/>
                </a:cubicBezTo>
                <a:cubicBezTo>
                  <a:pt x="28" y="94"/>
                  <a:pt x="28" y="94"/>
                  <a:pt x="28" y="94"/>
                </a:cubicBezTo>
                <a:cubicBezTo>
                  <a:pt x="34" y="88"/>
                  <a:pt x="34" y="88"/>
                  <a:pt x="34" y="88"/>
                </a:cubicBezTo>
                <a:cubicBezTo>
                  <a:pt x="34" y="93"/>
                  <a:pt x="34" y="93"/>
                  <a:pt x="34" y="93"/>
                </a:cubicBezTo>
                <a:cubicBezTo>
                  <a:pt x="29" y="94"/>
                  <a:pt x="29" y="94"/>
                  <a:pt x="29" y="94"/>
                </a:cubicBezTo>
                <a:cubicBezTo>
                  <a:pt x="34" y="96"/>
                  <a:pt x="34" y="96"/>
                  <a:pt x="34" y="96"/>
                </a:cubicBezTo>
                <a:cubicBezTo>
                  <a:pt x="34" y="110"/>
                  <a:pt x="34" y="110"/>
                  <a:pt x="34" y="110"/>
                </a:cubicBezTo>
                <a:cubicBezTo>
                  <a:pt x="28" y="100"/>
                  <a:pt x="28" y="100"/>
                  <a:pt x="28" y="100"/>
                </a:cubicBezTo>
                <a:cubicBezTo>
                  <a:pt x="27" y="99"/>
                  <a:pt x="27" y="99"/>
                  <a:pt x="27" y="99"/>
                </a:cubicBezTo>
                <a:cubicBezTo>
                  <a:pt x="26" y="100"/>
                  <a:pt x="26" y="100"/>
                  <a:pt x="26" y="100"/>
                </a:cubicBezTo>
                <a:cubicBezTo>
                  <a:pt x="25" y="100"/>
                  <a:pt x="24" y="100"/>
                  <a:pt x="24" y="100"/>
                </a:cubicBezTo>
                <a:cubicBezTo>
                  <a:pt x="23" y="107"/>
                  <a:pt x="23" y="107"/>
                  <a:pt x="23" y="107"/>
                </a:cubicBezTo>
                <a:cubicBezTo>
                  <a:pt x="23" y="100"/>
                  <a:pt x="23" y="100"/>
                  <a:pt x="23" y="100"/>
                </a:cubicBezTo>
                <a:cubicBezTo>
                  <a:pt x="23" y="99"/>
                  <a:pt x="23" y="99"/>
                  <a:pt x="23" y="99"/>
                </a:cubicBezTo>
                <a:cubicBezTo>
                  <a:pt x="23" y="99"/>
                  <a:pt x="23" y="99"/>
                  <a:pt x="23" y="99"/>
                </a:cubicBezTo>
                <a:lnTo>
                  <a:pt x="23" y="91"/>
                </a:lnTo>
                <a:close/>
                <a:moveTo>
                  <a:pt x="34" y="113"/>
                </a:moveTo>
                <a:cubicBezTo>
                  <a:pt x="33" y="113"/>
                  <a:pt x="33" y="113"/>
                  <a:pt x="33" y="113"/>
                </a:cubicBezTo>
                <a:cubicBezTo>
                  <a:pt x="23" y="108"/>
                  <a:pt x="23" y="108"/>
                  <a:pt x="23" y="108"/>
                </a:cubicBezTo>
                <a:cubicBezTo>
                  <a:pt x="23" y="112"/>
                  <a:pt x="23" y="112"/>
                  <a:pt x="23" y="112"/>
                </a:cubicBezTo>
                <a:cubicBezTo>
                  <a:pt x="28" y="115"/>
                  <a:pt x="28" y="115"/>
                  <a:pt x="28" y="115"/>
                </a:cubicBezTo>
                <a:cubicBezTo>
                  <a:pt x="26" y="115"/>
                  <a:pt x="25" y="115"/>
                  <a:pt x="23" y="115"/>
                </a:cubicBezTo>
                <a:cubicBezTo>
                  <a:pt x="23" y="118"/>
                  <a:pt x="23" y="118"/>
                  <a:pt x="23" y="118"/>
                </a:cubicBezTo>
                <a:cubicBezTo>
                  <a:pt x="26" y="119"/>
                  <a:pt x="30" y="118"/>
                  <a:pt x="33" y="117"/>
                </a:cubicBezTo>
                <a:cubicBezTo>
                  <a:pt x="34" y="117"/>
                  <a:pt x="34" y="117"/>
                  <a:pt x="34" y="117"/>
                </a:cubicBezTo>
                <a:lnTo>
                  <a:pt x="34" y="113"/>
                </a:lnTo>
                <a:close/>
                <a:moveTo>
                  <a:pt x="11" y="83"/>
                </a:moveTo>
                <a:cubicBezTo>
                  <a:pt x="9" y="85"/>
                  <a:pt x="8" y="87"/>
                  <a:pt x="7" y="89"/>
                </a:cubicBezTo>
                <a:cubicBezTo>
                  <a:pt x="14" y="92"/>
                  <a:pt x="14" y="92"/>
                  <a:pt x="14" y="92"/>
                </a:cubicBezTo>
                <a:cubicBezTo>
                  <a:pt x="14" y="91"/>
                  <a:pt x="14" y="91"/>
                  <a:pt x="14" y="91"/>
                </a:cubicBezTo>
                <a:cubicBezTo>
                  <a:pt x="15" y="90"/>
                  <a:pt x="15" y="90"/>
                  <a:pt x="15" y="90"/>
                </a:cubicBezTo>
                <a:cubicBezTo>
                  <a:pt x="15" y="89"/>
                  <a:pt x="18" y="89"/>
                  <a:pt x="21" y="90"/>
                </a:cubicBezTo>
                <a:cubicBezTo>
                  <a:pt x="23" y="91"/>
                  <a:pt x="23" y="91"/>
                  <a:pt x="23" y="91"/>
                </a:cubicBezTo>
                <a:cubicBezTo>
                  <a:pt x="23" y="99"/>
                  <a:pt x="23" y="99"/>
                  <a:pt x="23" y="99"/>
                </a:cubicBezTo>
                <a:cubicBezTo>
                  <a:pt x="22" y="99"/>
                  <a:pt x="22" y="98"/>
                  <a:pt x="22" y="98"/>
                </a:cubicBezTo>
                <a:cubicBezTo>
                  <a:pt x="21" y="97"/>
                  <a:pt x="21" y="97"/>
                  <a:pt x="21" y="97"/>
                </a:cubicBezTo>
                <a:cubicBezTo>
                  <a:pt x="20" y="96"/>
                  <a:pt x="20" y="96"/>
                  <a:pt x="20" y="96"/>
                </a:cubicBezTo>
                <a:cubicBezTo>
                  <a:pt x="6" y="99"/>
                  <a:pt x="6" y="99"/>
                  <a:pt x="6" y="99"/>
                </a:cubicBezTo>
                <a:cubicBezTo>
                  <a:pt x="6" y="101"/>
                  <a:pt x="7" y="103"/>
                  <a:pt x="8" y="105"/>
                </a:cubicBezTo>
                <a:cubicBezTo>
                  <a:pt x="10" y="107"/>
                  <a:pt x="11" y="109"/>
                  <a:pt x="13" y="111"/>
                </a:cubicBezTo>
                <a:cubicBezTo>
                  <a:pt x="15" y="109"/>
                  <a:pt x="15" y="109"/>
                  <a:pt x="15" y="109"/>
                </a:cubicBezTo>
                <a:cubicBezTo>
                  <a:pt x="14" y="108"/>
                  <a:pt x="14" y="108"/>
                  <a:pt x="14" y="107"/>
                </a:cubicBezTo>
                <a:cubicBezTo>
                  <a:pt x="15" y="105"/>
                  <a:pt x="15" y="105"/>
                  <a:pt x="15" y="105"/>
                </a:cubicBezTo>
                <a:cubicBezTo>
                  <a:pt x="15" y="105"/>
                  <a:pt x="16" y="105"/>
                  <a:pt x="17" y="106"/>
                </a:cubicBezTo>
                <a:cubicBezTo>
                  <a:pt x="17" y="106"/>
                  <a:pt x="17" y="106"/>
                  <a:pt x="17" y="106"/>
                </a:cubicBezTo>
                <a:cubicBezTo>
                  <a:pt x="23" y="100"/>
                  <a:pt x="23" y="100"/>
                  <a:pt x="23" y="100"/>
                </a:cubicBezTo>
                <a:cubicBezTo>
                  <a:pt x="23" y="107"/>
                  <a:pt x="23" y="107"/>
                  <a:pt x="23" y="107"/>
                </a:cubicBezTo>
                <a:cubicBezTo>
                  <a:pt x="23" y="108"/>
                  <a:pt x="23" y="108"/>
                  <a:pt x="23" y="108"/>
                </a:cubicBezTo>
                <a:cubicBezTo>
                  <a:pt x="23" y="108"/>
                  <a:pt x="23" y="108"/>
                  <a:pt x="23" y="108"/>
                </a:cubicBezTo>
                <a:cubicBezTo>
                  <a:pt x="23" y="112"/>
                  <a:pt x="23" y="112"/>
                  <a:pt x="23" y="112"/>
                </a:cubicBezTo>
                <a:cubicBezTo>
                  <a:pt x="22" y="112"/>
                  <a:pt x="22" y="112"/>
                  <a:pt x="22" y="112"/>
                </a:cubicBezTo>
                <a:cubicBezTo>
                  <a:pt x="22" y="115"/>
                  <a:pt x="22" y="115"/>
                  <a:pt x="22" y="115"/>
                </a:cubicBezTo>
                <a:cubicBezTo>
                  <a:pt x="22" y="115"/>
                  <a:pt x="22" y="115"/>
                  <a:pt x="23" y="115"/>
                </a:cubicBezTo>
                <a:cubicBezTo>
                  <a:pt x="23" y="118"/>
                  <a:pt x="23" y="118"/>
                  <a:pt x="23" y="118"/>
                </a:cubicBezTo>
                <a:cubicBezTo>
                  <a:pt x="20" y="118"/>
                  <a:pt x="18" y="117"/>
                  <a:pt x="16" y="116"/>
                </a:cubicBezTo>
                <a:cubicBezTo>
                  <a:pt x="5" y="111"/>
                  <a:pt x="0" y="98"/>
                  <a:pt x="5" y="87"/>
                </a:cubicBezTo>
                <a:cubicBezTo>
                  <a:pt x="8" y="79"/>
                  <a:pt x="15" y="75"/>
                  <a:pt x="22" y="74"/>
                </a:cubicBezTo>
                <a:cubicBezTo>
                  <a:pt x="22" y="73"/>
                  <a:pt x="22" y="73"/>
                  <a:pt x="22" y="73"/>
                </a:cubicBezTo>
                <a:cubicBezTo>
                  <a:pt x="23" y="73"/>
                  <a:pt x="23" y="73"/>
                  <a:pt x="23" y="73"/>
                </a:cubicBezTo>
                <a:cubicBezTo>
                  <a:pt x="23" y="90"/>
                  <a:pt x="23" y="90"/>
                  <a:pt x="23" y="90"/>
                </a:cubicBezTo>
                <a:cubicBezTo>
                  <a:pt x="17" y="79"/>
                  <a:pt x="17" y="79"/>
                  <a:pt x="17" y="79"/>
                </a:cubicBezTo>
                <a:cubicBezTo>
                  <a:pt x="15" y="80"/>
                  <a:pt x="13" y="81"/>
                  <a:pt x="11" y="83"/>
                </a:cubicBezTo>
                <a:close/>
                <a:moveTo>
                  <a:pt x="23" y="42"/>
                </a:moveTo>
                <a:cubicBezTo>
                  <a:pt x="23" y="61"/>
                  <a:pt x="23" y="61"/>
                  <a:pt x="23" y="61"/>
                </a:cubicBezTo>
                <a:cubicBezTo>
                  <a:pt x="18" y="59"/>
                  <a:pt x="18" y="59"/>
                  <a:pt x="18" y="59"/>
                </a:cubicBezTo>
                <a:cubicBezTo>
                  <a:pt x="17" y="63"/>
                  <a:pt x="17" y="63"/>
                  <a:pt x="17" y="63"/>
                </a:cubicBezTo>
                <a:cubicBezTo>
                  <a:pt x="16" y="63"/>
                  <a:pt x="15" y="64"/>
                  <a:pt x="14" y="63"/>
                </a:cubicBezTo>
                <a:cubicBezTo>
                  <a:pt x="10" y="62"/>
                  <a:pt x="10" y="62"/>
                  <a:pt x="10" y="62"/>
                </a:cubicBezTo>
                <a:cubicBezTo>
                  <a:pt x="9" y="61"/>
                  <a:pt x="9" y="60"/>
                  <a:pt x="10" y="59"/>
                </a:cubicBezTo>
                <a:cubicBezTo>
                  <a:pt x="17" y="42"/>
                  <a:pt x="17" y="42"/>
                  <a:pt x="17" y="42"/>
                </a:cubicBezTo>
                <a:cubicBezTo>
                  <a:pt x="18" y="41"/>
                  <a:pt x="19" y="41"/>
                  <a:pt x="20" y="41"/>
                </a:cubicBezTo>
                <a:lnTo>
                  <a:pt x="23" y="42"/>
                </a:lnTo>
                <a:close/>
              </a:path>
            </a:pathLst>
          </a:custGeom>
          <a:solidFill>
            <a:srgbClr val="CA2C3B"/>
          </a:solidFill>
          <a:ln>
            <a:noFill/>
          </a:ln>
        </p:spPr>
        <p:txBody>
          <a:bodyPr/>
          <a:lstStyle/>
          <a:p>
            <a:endParaRPr lang="zh-CN" altLang="en-US" sz="1600"/>
          </a:p>
        </p:txBody>
      </p:sp>
      <p:sp>
        <p:nvSpPr>
          <p:cNvPr id="7" name="Freeform 6"/>
          <p:cNvSpPr>
            <a:spLocks noEditPoints="1"/>
          </p:cNvSpPr>
          <p:nvPr/>
        </p:nvSpPr>
        <p:spPr bwMode="auto">
          <a:xfrm>
            <a:off x="3909894" y="3052763"/>
            <a:ext cx="609600" cy="590550"/>
          </a:xfrm>
          <a:custGeom>
            <a:avLst/>
            <a:gdLst>
              <a:gd name="T0" fmla="*/ 139 w 186"/>
              <a:gd name="T1" fmla="*/ 158 h 180"/>
              <a:gd name="T2" fmla="*/ 130 w 186"/>
              <a:gd name="T3" fmla="*/ 69 h 180"/>
              <a:gd name="T4" fmla="*/ 125 w 186"/>
              <a:gd name="T5" fmla="*/ 39 h 180"/>
              <a:gd name="T6" fmla="*/ 121 w 186"/>
              <a:gd name="T7" fmla="*/ 37 h 180"/>
              <a:gd name="T8" fmla="*/ 119 w 186"/>
              <a:gd name="T9" fmla="*/ 63 h 180"/>
              <a:gd name="T10" fmla="*/ 118 w 186"/>
              <a:gd name="T11" fmla="*/ 101 h 180"/>
              <a:gd name="T12" fmla="*/ 110 w 186"/>
              <a:gd name="T13" fmla="*/ 155 h 180"/>
              <a:gd name="T14" fmla="*/ 109 w 186"/>
              <a:gd name="T15" fmla="*/ 58 h 180"/>
              <a:gd name="T16" fmla="*/ 108 w 186"/>
              <a:gd name="T17" fmla="*/ 155 h 180"/>
              <a:gd name="T18" fmla="*/ 106 w 186"/>
              <a:gd name="T19" fmla="*/ 179 h 180"/>
              <a:gd name="T20" fmla="*/ 103 w 186"/>
              <a:gd name="T21" fmla="*/ 88 h 180"/>
              <a:gd name="T22" fmla="*/ 102 w 186"/>
              <a:gd name="T23" fmla="*/ 6 h 180"/>
              <a:gd name="T24" fmla="*/ 101 w 186"/>
              <a:gd name="T25" fmla="*/ 180 h 180"/>
              <a:gd name="T26" fmla="*/ 101 w 186"/>
              <a:gd name="T27" fmla="*/ 55 h 180"/>
              <a:gd name="T28" fmla="*/ 94 w 186"/>
              <a:gd name="T29" fmla="*/ 46 h 180"/>
              <a:gd name="T30" fmla="*/ 92 w 186"/>
              <a:gd name="T31" fmla="*/ 88 h 180"/>
              <a:gd name="T32" fmla="*/ 92 w 186"/>
              <a:gd name="T33" fmla="*/ 91 h 180"/>
              <a:gd name="T34" fmla="*/ 88 w 186"/>
              <a:gd name="T35" fmla="*/ 142 h 180"/>
              <a:gd name="T36" fmla="*/ 86 w 186"/>
              <a:gd name="T37" fmla="*/ 142 h 180"/>
              <a:gd name="T38" fmla="*/ 85 w 186"/>
              <a:gd name="T39" fmla="*/ 150 h 180"/>
              <a:gd name="T40" fmla="*/ 85 w 186"/>
              <a:gd name="T41" fmla="*/ 178 h 180"/>
              <a:gd name="T42" fmla="*/ 84 w 186"/>
              <a:gd name="T43" fmla="*/ 146 h 180"/>
              <a:gd name="T44" fmla="*/ 84 w 186"/>
              <a:gd name="T45" fmla="*/ 143 h 180"/>
              <a:gd name="T46" fmla="*/ 82 w 186"/>
              <a:gd name="T47" fmla="*/ 177 h 180"/>
              <a:gd name="T48" fmla="*/ 82 w 186"/>
              <a:gd name="T49" fmla="*/ 149 h 180"/>
              <a:gd name="T50" fmla="*/ 81 w 186"/>
              <a:gd name="T51" fmla="*/ 149 h 180"/>
              <a:gd name="T52" fmla="*/ 76 w 186"/>
              <a:gd name="T53" fmla="*/ 10 h 180"/>
              <a:gd name="T54" fmla="*/ 74 w 186"/>
              <a:gd name="T55" fmla="*/ 79 h 180"/>
              <a:gd name="T56" fmla="*/ 73 w 186"/>
              <a:gd name="T57" fmla="*/ 78 h 180"/>
              <a:gd name="T58" fmla="*/ 72 w 186"/>
              <a:gd name="T59" fmla="*/ 102 h 180"/>
              <a:gd name="T60" fmla="*/ 72 w 186"/>
              <a:gd name="T61" fmla="*/ 109 h 180"/>
              <a:gd name="T62" fmla="*/ 72 w 186"/>
              <a:gd name="T63" fmla="*/ 146 h 180"/>
              <a:gd name="T64" fmla="*/ 72 w 186"/>
              <a:gd name="T65" fmla="*/ 102 h 180"/>
              <a:gd name="T66" fmla="*/ 71 w 186"/>
              <a:gd name="T67" fmla="*/ 90 h 180"/>
              <a:gd name="T68" fmla="*/ 71 w 186"/>
              <a:gd name="T69" fmla="*/ 114 h 180"/>
              <a:gd name="T70" fmla="*/ 72 w 186"/>
              <a:gd name="T71" fmla="*/ 146 h 180"/>
              <a:gd name="T72" fmla="*/ 71 w 186"/>
              <a:gd name="T73" fmla="*/ 111 h 180"/>
              <a:gd name="T74" fmla="*/ 71 w 186"/>
              <a:gd name="T75" fmla="*/ 143 h 180"/>
              <a:gd name="T76" fmla="*/ 71 w 186"/>
              <a:gd name="T77" fmla="*/ 113 h 180"/>
              <a:gd name="T78" fmla="*/ 71 w 186"/>
              <a:gd name="T79" fmla="*/ 144 h 180"/>
              <a:gd name="T80" fmla="*/ 71 w 186"/>
              <a:gd name="T81" fmla="*/ 107 h 180"/>
              <a:gd name="T82" fmla="*/ 71 w 186"/>
              <a:gd name="T83" fmla="*/ 126 h 180"/>
              <a:gd name="T84" fmla="*/ 70 w 186"/>
              <a:gd name="T85" fmla="*/ 82 h 180"/>
              <a:gd name="T86" fmla="*/ 70 w 186"/>
              <a:gd name="T87" fmla="*/ 111 h 180"/>
              <a:gd name="T88" fmla="*/ 70 w 186"/>
              <a:gd name="T89" fmla="*/ 74 h 180"/>
              <a:gd name="T90" fmla="*/ 70 w 186"/>
              <a:gd name="T91" fmla="*/ 128 h 180"/>
              <a:gd name="T92" fmla="*/ 70 w 186"/>
              <a:gd name="T93" fmla="*/ 76 h 180"/>
              <a:gd name="T94" fmla="*/ 70 w 186"/>
              <a:gd name="T95" fmla="*/ 126 h 180"/>
              <a:gd name="T96" fmla="*/ 69 w 186"/>
              <a:gd name="T97" fmla="*/ 145 h 180"/>
              <a:gd name="T98" fmla="*/ 70 w 186"/>
              <a:gd name="T99" fmla="*/ 121 h 180"/>
              <a:gd name="T100" fmla="*/ 69 w 186"/>
              <a:gd name="T101" fmla="*/ 146 h 180"/>
              <a:gd name="T102" fmla="*/ 68 w 186"/>
              <a:gd name="T103" fmla="*/ 31 h 180"/>
              <a:gd name="T104" fmla="*/ 68 w 186"/>
              <a:gd name="T105" fmla="*/ 114 h 180"/>
              <a:gd name="T106" fmla="*/ 66 w 186"/>
              <a:gd name="T107" fmla="*/ 102 h 180"/>
              <a:gd name="T108" fmla="*/ 62 w 186"/>
              <a:gd name="T109" fmla="*/ 77 h 180"/>
              <a:gd name="T110" fmla="*/ 59 w 186"/>
              <a:gd name="T111" fmla="*/ 143 h 180"/>
              <a:gd name="T112" fmla="*/ 46 w 186"/>
              <a:gd name="T113" fmla="*/ 136 h 180"/>
              <a:gd name="T114" fmla="*/ 42 w 186"/>
              <a:gd name="T115" fmla="*/ 162 h 180"/>
              <a:gd name="T116" fmla="*/ 41 w 186"/>
              <a:gd name="T117" fmla="*/ 161 h 180"/>
              <a:gd name="T118" fmla="*/ 40 w 186"/>
              <a:gd name="T119" fmla="*/ 134 h 180"/>
              <a:gd name="T120" fmla="*/ 38 w 186"/>
              <a:gd name="T121" fmla="*/ 133 h 180"/>
              <a:gd name="T122" fmla="*/ 36 w 186"/>
              <a:gd name="T123" fmla="*/ 130 h 180"/>
              <a:gd name="T124" fmla="*/ 36 w 186"/>
              <a:gd name="T125" fmla="*/ 135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6" h="180">
                <a:moveTo>
                  <a:pt x="165" y="164"/>
                </a:moveTo>
                <a:cubicBezTo>
                  <a:pt x="175" y="162"/>
                  <a:pt x="184" y="159"/>
                  <a:pt x="184" y="159"/>
                </a:cubicBezTo>
                <a:cubicBezTo>
                  <a:pt x="184" y="159"/>
                  <a:pt x="184" y="159"/>
                  <a:pt x="184" y="159"/>
                </a:cubicBezTo>
                <a:cubicBezTo>
                  <a:pt x="184" y="159"/>
                  <a:pt x="184" y="159"/>
                  <a:pt x="184" y="159"/>
                </a:cubicBezTo>
                <a:cubicBezTo>
                  <a:pt x="186" y="159"/>
                  <a:pt x="186" y="159"/>
                  <a:pt x="186" y="159"/>
                </a:cubicBezTo>
                <a:cubicBezTo>
                  <a:pt x="184" y="159"/>
                  <a:pt x="184" y="159"/>
                  <a:pt x="184" y="159"/>
                </a:cubicBezTo>
                <a:cubicBezTo>
                  <a:pt x="165" y="120"/>
                  <a:pt x="165" y="120"/>
                  <a:pt x="165" y="120"/>
                </a:cubicBezTo>
                <a:cubicBezTo>
                  <a:pt x="165" y="122"/>
                  <a:pt x="165" y="122"/>
                  <a:pt x="165" y="122"/>
                </a:cubicBezTo>
                <a:cubicBezTo>
                  <a:pt x="184" y="159"/>
                  <a:pt x="184" y="159"/>
                  <a:pt x="184" y="159"/>
                </a:cubicBezTo>
                <a:cubicBezTo>
                  <a:pt x="183" y="159"/>
                  <a:pt x="183" y="159"/>
                  <a:pt x="183" y="159"/>
                </a:cubicBezTo>
                <a:cubicBezTo>
                  <a:pt x="165" y="158"/>
                  <a:pt x="165" y="158"/>
                  <a:pt x="165" y="158"/>
                </a:cubicBezTo>
                <a:cubicBezTo>
                  <a:pt x="165" y="159"/>
                  <a:pt x="165" y="159"/>
                  <a:pt x="165" y="159"/>
                </a:cubicBezTo>
                <a:cubicBezTo>
                  <a:pt x="183" y="159"/>
                  <a:pt x="183" y="159"/>
                  <a:pt x="183" y="159"/>
                </a:cubicBezTo>
                <a:cubicBezTo>
                  <a:pt x="180" y="160"/>
                  <a:pt x="173" y="162"/>
                  <a:pt x="165" y="164"/>
                </a:cubicBezTo>
                <a:close/>
                <a:moveTo>
                  <a:pt x="165" y="151"/>
                </a:moveTo>
                <a:cubicBezTo>
                  <a:pt x="165" y="130"/>
                  <a:pt x="165" y="130"/>
                  <a:pt x="165" y="130"/>
                </a:cubicBezTo>
                <a:cubicBezTo>
                  <a:pt x="183" y="158"/>
                  <a:pt x="183" y="158"/>
                  <a:pt x="183" y="158"/>
                </a:cubicBezTo>
                <a:cubicBezTo>
                  <a:pt x="183" y="158"/>
                  <a:pt x="176" y="154"/>
                  <a:pt x="165" y="151"/>
                </a:cubicBezTo>
                <a:close/>
                <a:moveTo>
                  <a:pt x="139" y="168"/>
                </a:moveTo>
                <a:cubicBezTo>
                  <a:pt x="147" y="170"/>
                  <a:pt x="147" y="170"/>
                  <a:pt x="147" y="170"/>
                </a:cubicBezTo>
                <a:cubicBezTo>
                  <a:pt x="147" y="170"/>
                  <a:pt x="147" y="170"/>
                  <a:pt x="147" y="170"/>
                </a:cubicBezTo>
                <a:cubicBezTo>
                  <a:pt x="147" y="171"/>
                  <a:pt x="147" y="171"/>
                  <a:pt x="147" y="171"/>
                </a:cubicBezTo>
                <a:cubicBezTo>
                  <a:pt x="147" y="170"/>
                  <a:pt x="147" y="170"/>
                  <a:pt x="147" y="170"/>
                </a:cubicBezTo>
                <a:cubicBezTo>
                  <a:pt x="152" y="168"/>
                  <a:pt x="159" y="166"/>
                  <a:pt x="165" y="164"/>
                </a:cubicBezTo>
                <a:cubicBezTo>
                  <a:pt x="165" y="164"/>
                  <a:pt x="165" y="164"/>
                  <a:pt x="165" y="164"/>
                </a:cubicBezTo>
                <a:cubicBezTo>
                  <a:pt x="159" y="166"/>
                  <a:pt x="152" y="168"/>
                  <a:pt x="147" y="170"/>
                </a:cubicBezTo>
                <a:cubicBezTo>
                  <a:pt x="148" y="161"/>
                  <a:pt x="148" y="161"/>
                  <a:pt x="148" y="161"/>
                </a:cubicBezTo>
                <a:cubicBezTo>
                  <a:pt x="148" y="161"/>
                  <a:pt x="148" y="161"/>
                  <a:pt x="148" y="161"/>
                </a:cubicBezTo>
                <a:cubicBezTo>
                  <a:pt x="148" y="159"/>
                  <a:pt x="148" y="159"/>
                  <a:pt x="148" y="159"/>
                </a:cubicBezTo>
                <a:cubicBezTo>
                  <a:pt x="165" y="159"/>
                  <a:pt x="165" y="159"/>
                  <a:pt x="165" y="159"/>
                </a:cubicBezTo>
                <a:cubicBezTo>
                  <a:pt x="165" y="158"/>
                  <a:pt x="165" y="158"/>
                  <a:pt x="165" y="158"/>
                </a:cubicBezTo>
                <a:cubicBezTo>
                  <a:pt x="146" y="158"/>
                  <a:pt x="146" y="158"/>
                  <a:pt x="146" y="158"/>
                </a:cubicBezTo>
                <a:cubicBezTo>
                  <a:pt x="143" y="146"/>
                  <a:pt x="143" y="146"/>
                  <a:pt x="143" y="146"/>
                </a:cubicBezTo>
                <a:cubicBezTo>
                  <a:pt x="151" y="147"/>
                  <a:pt x="159" y="149"/>
                  <a:pt x="165" y="151"/>
                </a:cubicBezTo>
                <a:cubicBezTo>
                  <a:pt x="165" y="130"/>
                  <a:pt x="165" y="130"/>
                  <a:pt x="165" y="130"/>
                </a:cubicBezTo>
                <a:cubicBezTo>
                  <a:pt x="139" y="91"/>
                  <a:pt x="139" y="91"/>
                  <a:pt x="139" y="91"/>
                </a:cubicBezTo>
                <a:cubicBezTo>
                  <a:pt x="139" y="154"/>
                  <a:pt x="139" y="154"/>
                  <a:pt x="139" y="154"/>
                </a:cubicBezTo>
                <a:cubicBezTo>
                  <a:pt x="141" y="155"/>
                  <a:pt x="144" y="156"/>
                  <a:pt x="146" y="158"/>
                </a:cubicBezTo>
                <a:cubicBezTo>
                  <a:pt x="139" y="158"/>
                  <a:pt x="139" y="158"/>
                  <a:pt x="139" y="158"/>
                </a:cubicBezTo>
                <a:cubicBezTo>
                  <a:pt x="139" y="161"/>
                  <a:pt x="139" y="161"/>
                  <a:pt x="139" y="161"/>
                </a:cubicBezTo>
                <a:cubicBezTo>
                  <a:pt x="147" y="161"/>
                  <a:pt x="147" y="161"/>
                  <a:pt x="147" y="161"/>
                </a:cubicBezTo>
                <a:cubicBezTo>
                  <a:pt x="147" y="170"/>
                  <a:pt x="147" y="170"/>
                  <a:pt x="147" y="170"/>
                </a:cubicBezTo>
                <a:cubicBezTo>
                  <a:pt x="147" y="170"/>
                  <a:pt x="147" y="170"/>
                  <a:pt x="147" y="170"/>
                </a:cubicBezTo>
                <a:cubicBezTo>
                  <a:pt x="139" y="168"/>
                  <a:pt x="139" y="168"/>
                  <a:pt x="139" y="168"/>
                </a:cubicBezTo>
                <a:close/>
                <a:moveTo>
                  <a:pt x="165" y="120"/>
                </a:moveTo>
                <a:cubicBezTo>
                  <a:pt x="165" y="122"/>
                  <a:pt x="165" y="122"/>
                  <a:pt x="165" y="122"/>
                </a:cubicBezTo>
                <a:cubicBezTo>
                  <a:pt x="139" y="69"/>
                  <a:pt x="139" y="69"/>
                  <a:pt x="139" y="69"/>
                </a:cubicBezTo>
                <a:cubicBezTo>
                  <a:pt x="139" y="68"/>
                  <a:pt x="139" y="68"/>
                  <a:pt x="139" y="68"/>
                </a:cubicBezTo>
                <a:lnTo>
                  <a:pt x="165" y="120"/>
                </a:lnTo>
                <a:close/>
                <a:moveTo>
                  <a:pt x="130" y="166"/>
                </a:moveTo>
                <a:cubicBezTo>
                  <a:pt x="139" y="168"/>
                  <a:pt x="139" y="168"/>
                  <a:pt x="139" y="168"/>
                </a:cubicBezTo>
                <a:cubicBezTo>
                  <a:pt x="139" y="168"/>
                  <a:pt x="139" y="168"/>
                  <a:pt x="139" y="168"/>
                </a:cubicBezTo>
                <a:cubicBezTo>
                  <a:pt x="131" y="165"/>
                  <a:pt x="131" y="165"/>
                  <a:pt x="131" y="165"/>
                </a:cubicBezTo>
                <a:cubicBezTo>
                  <a:pt x="132" y="164"/>
                  <a:pt x="133" y="162"/>
                  <a:pt x="133" y="161"/>
                </a:cubicBezTo>
                <a:cubicBezTo>
                  <a:pt x="139" y="161"/>
                  <a:pt x="139" y="161"/>
                  <a:pt x="139" y="161"/>
                </a:cubicBezTo>
                <a:cubicBezTo>
                  <a:pt x="139" y="158"/>
                  <a:pt x="139" y="158"/>
                  <a:pt x="139" y="158"/>
                </a:cubicBezTo>
                <a:cubicBezTo>
                  <a:pt x="130" y="157"/>
                  <a:pt x="130" y="157"/>
                  <a:pt x="130" y="157"/>
                </a:cubicBezTo>
                <a:lnTo>
                  <a:pt x="130" y="166"/>
                </a:lnTo>
                <a:close/>
                <a:moveTo>
                  <a:pt x="139" y="68"/>
                </a:moveTo>
                <a:cubicBezTo>
                  <a:pt x="131" y="52"/>
                  <a:pt x="131" y="52"/>
                  <a:pt x="131" y="52"/>
                </a:cubicBezTo>
                <a:cubicBezTo>
                  <a:pt x="131" y="47"/>
                  <a:pt x="131" y="44"/>
                  <a:pt x="131" y="43"/>
                </a:cubicBezTo>
                <a:cubicBezTo>
                  <a:pt x="133" y="44"/>
                  <a:pt x="133" y="44"/>
                  <a:pt x="133" y="44"/>
                </a:cubicBezTo>
                <a:cubicBezTo>
                  <a:pt x="133" y="43"/>
                  <a:pt x="133" y="43"/>
                  <a:pt x="133" y="43"/>
                </a:cubicBezTo>
                <a:cubicBezTo>
                  <a:pt x="130" y="42"/>
                  <a:pt x="130" y="42"/>
                  <a:pt x="130" y="42"/>
                </a:cubicBezTo>
                <a:cubicBezTo>
                  <a:pt x="130" y="56"/>
                  <a:pt x="130" y="56"/>
                  <a:pt x="130" y="56"/>
                </a:cubicBezTo>
                <a:cubicBezTo>
                  <a:pt x="131" y="55"/>
                  <a:pt x="131" y="54"/>
                  <a:pt x="131" y="53"/>
                </a:cubicBezTo>
                <a:cubicBezTo>
                  <a:pt x="139" y="69"/>
                  <a:pt x="139" y="69"/>
                  <a:pt x="139" y="69"/>
                </a:cubicBezTo>
                <a:lnTo>
                  <a:pt x="139" y="68"/>
                </a:lnTo>
                <a:close/>
                <a:moveTo>
                  <a:pt x="139" y="91"/>
                </a:moveTo>
                <a:cubicBezTo>
                  <a:pt x="139" y="154"/>
                  <a:pt x="139" y="154"/>
                  <a:pt x="139" y="154"/>
                </a:cubicBezTo>
                <a:cubicBezTo>
                  <a:pt x="136" y="152"/>
                  <a:pt x="133" y="151"/>
                  <a:pt x="130" y="151"/>
                </a:cubicBezTo>
                <a:cubicBezTo>
                  <a:pt x="130" y="103"/>
                  <a:pt x="130" y="103"/>
                  <a:pt x="130" y="103"/>
                </a:cubicBezTo>
                <a:cubicBezTo>
                  <a:pt x="133" y="112"/>
                  <a:pt x="133" y="112"/>
                  <a:pt x="133" y="112"/>
                </a:cubicBezTo>
                <a:cubicBezTo>
                  <a:pt x="133" y="106"/>
                  <a:pt x="132" y="99"/>
                  <a:pt x="130" y="92"/>
                </a:cubicBezTo>
                <a:cubicBezTo>
                  <a:pt x="130" y="78"/>
                  <a:pt x="130" y="78"/>
                  <a:pt x="130" y="78"/>
                </a:cubicBezTo>
                <a:lnTo>
                  <a:pt x="139" y="91"/>
                </a:lnTo>
                <a:close/>
                <a:moveTo>
                  <a:pt x="130" y="70"/>
                </a:moveTo>
                <a:cubicBezTo>
                  <a:pt x="130" y="69"/>
                  <a:pt x="130" y="69"/>
                  <a:pt x="130" y="69"/>
                </a:cubicBezTo>
                <a:cubicBezTo>
                  <a:pt x="132" y="70"/>
                  <a:pt x="132" y="70"/>
                  <a:pt x="132" y="70"/>
                </a:cubicBezTo>
                <a:cubicBezTo>
                  <a:pt x="132" y="71"/>
                  <a:pt x="132" y="71"/>
                  <a:pt x="132" y="71"/>
                </a:cubicBezTo>
                <a:lnTo>
                  <a:pt x="130" y="70"/>
                </a:lnTo>
                <a:close/>
                <a:moveTo>
                  <a:pt x="126" y="167"/>
                </a:moveTo>
                <a:cubicBezTo>
                  <a:pt x="128" y="167"/>
                  <a:pt x="129" y="166"/>
                  <a:pt x="130" y="166"/>
                </a:cubicBezTo>
                <a:cubicBezTo>
                  <a:pt x="130" y="166"/>
                  <a:pt x="130" y="166"/>
                  <a:pt x="130" y="166"/>
                </a:cubicBezTo>
                <a:cubicBezTo>
                  <a:pt x="130" y="157"/>
                  <a:pt x="130" y="157"/>
                  <a:pt x="130" y="157"/>
                </a:cubicBezTo>
                <a:cubicBezTo>
                  <a:pt x="126" y="157"/>
                  <a:pt x="126" y="157"/>
                  <a:pt x="126" y="157"/>
                </a:cubicBezTo>
                <a:cubicBezTo>
                  <a:pt x="126" y="161"/>
                  <a:pt x="126" y="161"/>
                  <a:pt x="126" y="161"/>
                </a:cubicBezTo>
                <a:cubicBezTo>
                  <a:pt x="130" y="161"/>
                  <a:pt x="130" y="161"/>
                  <a:pt x="130" y="161"/>
                </a:cubicBezTo>
                <a:cubicBezTo>
                  <a:pt x="129" y="163"/>
                  <a:pt x="128" y="163"/>
                  <a:pt x="126" y="163"/>
                </a:cubicBezTo>
                <a:lnTo>
                  <a:pt x="126" y="167"/>
                </a:lnTo>
                <a:close/>
                <a:moveTo>
                  <a:pt x="130" y="42"/>
                </a:moveTo>
                <a:cubicBezTo>
                  <a:pt x="126" y="40"/>
                  <a:pt x="126" y="40"/>
                  <a:pt x="126" y="40"/>
                </a:cubicBezTo>
                <a:cubicBezTo>
                  <a:pt x="126" y="66"/>
                  <a:pt x="126" y="66"/>
                  <a:pt x="126" y="66"/>
                </a:cubicBezTo>
                <a:cubicBezTo>
                  <a:pt x="127" y="66"/>
                  <a:pt x="127" y="67"/>
                  <a:pt x="127" y="67"/>
                </a:cubicBezTo>
                <a:cubicBezTo>
                  <a:pt x="129" y="63"/>
                  <a:pt x="130" y="59"/>
                  <a:pt x="130" y="56"/>
                </a:cubicBezTo>
                <a:lnTo>
                  <a:pt x="130" y="42"/>
                </a:lnTo>
                <a:close/>
                <a:moveTo>
                  <a:pt x="130" y="69"/>
                </a:moveTo>
                <a:cubicBezTo>
                  <a:pt x="130" y="70"/>
                  <a:pt x="130" y="70"/>
                  <a:pt x="130" y="70"/>
                </a:cubicBezTo>
                <a:cubicBezTo>
                  <a:pt x="129" y="69"/>
                  <a:pt x="129" y="69"/>
                  <a:pt x="129" y="69"/>
                </a:cubicBezTo>
                <a:cubicBezTo>
                  <a:pt x="129" y="70"/>
                  <a:pt x="130" y="73"/>
                  <a:pt x="130" y="77"/>
                </a:cubicBezTo>
                <a:cubicBezTo>
                  <a:pt x="130" y="78"/>
                  <a:pt x="130" y="78"/>
                  <a:pt x="130" y="78"/>
                </a:cubicBezTo>
                <a:cubicBezTo>
                  <a:pt x="130" y="92"/>
                  <a:pt x="130" y="92"/>
                  <a:pt x="130" y="92"/>
                </a:cubicBezTo>
                <a:cubicBezTo>
                  <a:pt x="130" y="90"/>
                  <a:pt x="130" y="88"/>
                  <a:pt x="129" y="86"/>
                </a:cubicBezTo>
                <a:cubicBezTo>
                  <a:pt x="129" y="89"/>
                  <a:pt x="128" y="91"/>
                  <a:pt x="128" y="94"/>
                </a:cubicBezTo>
                <a:cubicBezTo>
                  <a:pt x="130" y="103"/>
                  <a:pt x="130" y="103"/>
                  <a:pt x="130" y="103"/>
                </a:cubicBezTo>
                <a:cubicBezTo>
                  <a:pt x="130" y="151"/>
                  <a:pt x="130" y="151"/>
                  <a:pt x="130" y="151"/>
                </a:cubicBezTo>
                <a:cubicBezTo>
                  <a:pt x="129" y="150"/>
                  <a:pt x="128" y="150"/>
                  <a:pt x="126" y="150"/>
                </a:cubicBezTo>
                <a:cubicBezTo>
                  <a:pt x="126" y="67"/>
                  <a:pt x="126" y="67"/>
                  <a:pt x="126" y="67"/>
                </a:cubicBezTo>
                <a:lnTo>
                  <a:pt x="130" y="69"/>
                </a:lnTo>
                <a:close/>
                <a:moveTo>
                  <a:pt x="123" y="167"/>
                </a:moveTo>
                <a:cubicBezTo>
                  <a:pt x="123" y="167"/>
                  <a:pt x="123" y="167"/>
                  <a:pt x="123" y="167"/>
                </a:cubicBezTo>
                <a:cubicBezTo>
                  <a:pt x="124" y="167"/>
                  <a:pt x="126" y="167"/>
                  <a:pt x="126" y="167"/>
                </a:cubicBezTo>
                <a:cubicBezTo>
                  <a:pt x="126" y="163"/>
                  <a:pt x="126" y="163"/>
                  <a:pt x="126" y="163"/>
                </a:cubicBezTo>
                <a:cubicBezTo>
                  <a:pt x="125" y="163"/>
                  <a:pt x="124" y="162"/>
                  <a:pt x="123" y="161"/>
                </a:cubicBezTo>
                <a:lnTo>
                  <a:pt x="123" y="167"/>
                </a:lnTo>
                <a:close/>
                <a:moveTo>
                  <a:pt x="126" y="40"/>
                </a:moveTo>
                <a:cubicBezTo>
                  <a:pt x="125" y="39"/>
                  <a:pt x="125" y="39"/>
                  <a:pt x="125" y="39"/>
                </a:cubicBezTo>
                <a:cubicBezTo>
                  <a:pt x="123" y="36"/>
                  <a:pt x="123" y="36"/>
                  <a:pt x="123" y="36"/>
                </a:cubicBezTo>
                <a:cubicBezTo>
                  <a:pt x="123" y="37"/>
                  <a:pt x="123" y="37"/>
                  <a:pt x="123" y="37"/>
                </a:cubicBezTo>
                <a:cubicBezTo>
                  <a:pt x="124" y="39"/>
                  <a:pt x="124" y="39"/>
                  <a:pt x="124" y="39"/>
                </a:cubicBezTo>
                <a:cubicBezTo>
                  <a:pt x="123" y="38"/>
                  <a:pt x="123" y="38"/>
                  <a:pt x="123" y="38"/>
                </a:cubicBezTo>
                <a:cubicBezTo>
                  <a:pt x="123" y="63"/>
                  <a:pt x="123" y="63"/>
                  <a:pt x="123" y="63"/>
                </a:cubicBezTo>
                <a:cubicBezTo>
                  <a:pt x="124" y="64"/>
                  <a:pt x="126" y="65"/>
                  <a:pt x="126" y="66"/>
                </a:cubicBezTo>
                <a:lnTo>
                  <a:pt x="126" y="40"/>
                </a:lnTo>
                <a:close/>
                <a:moveTo>
                  <a:pt x="123" y="33"/>
                </a:moveTo>
                <a:cubicBezTo>
                  <a:pt x="124" y="28"/>
                  <a:pt x="124" y="28"/>
                  <a:pt x="124" y="28"/>
                </a:cubicBezTo>
                <a:cubicBezTo>
                  <a:pt x="124" y="28"/>
                  <a:pt x="123" y="29"/>
                  <a:pt x="123" y="31"/>
                </a:cubicBezTo>
                <a:lnTo>
                  <a:pt x="123" y="33"/>
                </a:lnTo>
                <a:close/>
                <a:moveTo>
                  <a:pt x="126" y="67"/>
                </a:moveTo>
                <a:cubicBezTo>
                  <a:pt x="126" y="150"/>
                  <a:pt x="126" y="150"/>
                  <a:pt x="126" y="150"/>
                </a:cubicBezTo>
                <a:cubicBezTo>
                  <a:pt x="126" y="150"/>
                  <a:pt x="125" y="150"/>
                  <a:pt x="124" y="150"/>
                </a:cubicBezTo>
                <a:cubicBezTo>
                  <a:pt x="124" y="153"/>
                  <a:pt x="123" y="155"/>
                  <a:pt x="123" y="156"/>
                </a:cubicBezTo>
                <a:cubicBezTo>
                  <a:pt x="123" y="65"/>
                  <a:pt x="123" y="65"/>
                  <a:pt x="123" y="65"/>
                </a:cubicBezTo>
                <a:lnTo>
                  <a:pt x="126" y="67"/>
                </a:lnTo>
                <a:close/>
                <a:moveTo>
                  <a:pt x="126" y="157"/>
                </a:moveTo>
                <a:cubicBezTo>
                  <a:pt x="126" y="161"/>
                  <a:pt x="126" y="161"/>
                  <a:pt x="126" y="161"/>
                </a:cubicBezTo>
                <a:cubicBezTo>
                  <a:pt x="123" y="161"/>
                  <a:pt x="123" y="161"/>
                  <a:pt x="123" y="161"/>
                </a:cubicBezTo>
                <a:cubicBezTo>
                  <a:pt x="123" y="157"/>
                  <a:pt x="123" y="157"/>
                  <a:pt x="123" y="157"/>
                </a:cubicBezTo>
                <a:lnTo>
                  <a:pt x="126" y="157"/>
                </a:lnTo>
                <a:close/>
                <a:moveTo>
                  <a:pt x="119" y="167"/>
                </a:moveTo>
                <a:cubicBezTo>
                  <a:pt x="120" y="167"/>
                  <a:pt x="121" y="167"/>
                  <a:pt x="123" y="167"/>
                </a:cubicBezTo>
                <a:cubicBezTo>
                  <a:pt x="123" y="161"/>
                  <a:pt x="123" y="161"/>
                  <a:pt x="123" y="161"/>
                </a:cubicBezTo>
                <a:cubicBezTo>
                  <a:pt x="123" y="161"/>
                  <a:pt x="123" y="161"/>
                  <a:pt x="123" y="161"/>
                </a:cubicBezTo>
                <a:cubicBezTo>
                  <a:pt x="123" y="161"/>
                  <a:pt x="123" y="161"/>
                  <a:pt x="123" y="161"/>
                </a:cubicBezTo>
                <a:cubicBezTo>
                  <a:pt x="123" y="157"/>
                  <a:pt x="123" y="157"/>
                  <a:pt x="123" y="157"/>
                </a:cubicBezTo>
                <a:cubicBezTo>
                  <a:pt x="121" y="157"/>
                  <a:pt x="121" y="157"/>
                  <a:pt x="121" y="157"/>
                </a:cubicBezTo>
                <a:cubicBezTo>
                  <a:pt x="119" y="157"/>
                  <a:pt x="119" y="157"/>
                  <a:pt x="119" y="157"/>
                </a:cubicBezTo>
                <a:lnTo>
                  <a:pt x="119" y="167"/>
                </a:lnTo>
                <a:close/>
                <a:moveTo>
                  <a:pt x="123" y="36"/>
                </a:moveTo>
                <a:cubicBezTo>
                  <a:pt x="122" y="35"/>
                  <a:pt x="122" y="35"/>
                  <a:pt x="122" y="35"/>
                </a:cubicBezTo>
                <a:cubicBezTo>
                  <a:pt x="123" y="33"/>
                  <a:pt x="123" y="33"/>
                  <a:pt x="123" y="33"/>
                </a:cubicBezTo>
                <a:cubicBezTo>
                  <a:pt x="123" y="31"/>
                  <a:pt x="123" y="31"/>
                  <a:pt x="123" y="31"/>
                </a:cubicBezTo>
                <a:cubicBezTo>
                  <a:pt x="123" y="32"/>
                  <a:pt x="122" y="33"/>
                  <a:pt x="122" y="34"/>
                </a:cubicBezTo>
                <a:cubicBezTo>
                  <a:pt x="122" y="34"/>
                  <a:pt x="122" y="34"/>
                  <a:pt x="122" y="34"/>
                </a:cubicBezTo>
                <a:cubicBezTo>
                  <a:pt x="122" y="35"/>
                  <a:pt x="122" y="35"/>
                  <a:pt x="122" y="35"/>
                </a:cubicBezTo>
                <a:cubicBezTo>
                  <a:pt x="122" y="36"/>
                  <a:pt x="121" y="36"/>
                  <a:pt x="121" y="37"/>
                </a:cubicBezTo>
                <a:cubicBezTo>
                  <a:pt x="119" y="36"/>
                  <a:pt x="119" y="36"/>
                  <a:pt x="119" y="36"/>
                </a:cubicBezTo>
                <a:cubicBezTo>
                  <a:pt x="119" y="60"/>
                  <a:pt x="119" y="60"/>
                  <a:pt x="119" y="60"/>
                </a:cubicBezTo>
                <a:cubicBezTo>
                  <a:pt x="121" y="61"/>
                  <a:pt x="122" y="62"/>
                  <a:pt x="123" y="63"/>
                </a:cubicBezTo>
                <a:cubicBezTo>
                  <a:pt x="123" y="38"/>
                  <a:pt x="123" y="38"/>
                  <a:pt x="123" y="38"/>
                </a:cubicBezTo>
                <a:cubicBezTo>
                  <a:pt x="122" y="38"/>
                  <a:pt x="122" y="38"/>
                  <a:pt x="122" y="38"/>
                </a:cubicBezTo>
                <a:cubicBezTo>
                  <a:pt x="122" y="36"/>
                  <a:pt x="122" y="36"/>
                  <a:pt x="122" y="36"/>
                </a:cubicBezTo>
                <a:cubicBezTo>
                  <a:pt x="123" y="37"/>
                  <a:pt x="123" y="37"/>
                  <a:pt x="123" y="37"/>
                </a:cubicBezTo>
                <a:lnTo>
                  <a:pt x="123" y="36"/>
                </a:lnTo>
                <a:close/>
                <a:moveTo>
                  <a:pt x="123" y="65"/>
                </a:moveTo>
                <a:cubicBezTo>
                  <a:pt x="123" y="156"/>
                  <a:pt x="123" y="156"/>
                  <a:pt x="123" y="156"/>
                </a:cubicBezTo>
                <a:cubicBezTo>
                  <a:pt x="123" y="157"/>
                  <a:pt x="123" y="157"/>
                  <a:pt x="123" y="157"/>
                </a:cubicBezTo>
                <a:cubicBezTo>
                  <a:pt x="122" y="156"/>
                  <a:pt x="121" y="155"/>
                  <a:pt x="119" y="155"/>
                </a:cubicBezTo>
                <a:cubicBezTo>
                  <a:pt x="119" y="101"/>
                  <a:pt x="119" y="101"/>
                  <a:pt x="119" y="101"/>
                </a:cubicBezTo>
                <a:cubicBezTo>
                  <a:pt x="120" y="101"/>
                  <a:pt x="120" y="101"/>
                  <a:pt x="120" y="101"/>
                </a:cubicBezTo>
                <a:cubicBezTo>
                  <a:pt x="120" y="99"/>
                  <a:pt x="120" y="97"/>
                  <a:pt x="120" y="95"/>
                </a:cubicBezTo>
                <a:cubicBezTo>
                  <a:pt x="119" y="94"/>
                  <a:pt x="119" y="94"/>
                  <a:pt x="119" y="94"/>
                </a:cubicBezTo>
                <a:cubicBezTo>
                  <a:pt x="119" y="63"/>
                  <a:pt x="119" y="63"/>
                  <a:pt x="119" y="63"/>
                </a:cubicBezTo>
                <a:cubicBezTo>
                  <a:pt x="121" y="64"/>
                  <a:pt x="121" y="64"/>
                  <a:pt x="121" y="64"/>
                </a:cubicBezTo>
                <a:cubicBezTo>
                  <a:pt x="120" y="63"/>
                  <a:pt x="120" y="62"/>
                  <a:pt x="119" y="61"/>
                </a:cubicBezTo>
                <a:cubicBezTo>
                  <a:pt x="119" y="61"/>
                  <a:pt x="119" y="61"/>
                  <a:pt x="119" y="61"/>
                </a:cubicBezTo>
                <a:cubicBezTo>
                  <a:pt x="122" y="64"/>
                  <a:pt x="122" y="64"/>
                  <a:pt x="122" y="64"/>
                </a:cubicBezTo>
                <a:lnTo>
                  <a:pt x="123" y="65"/>
                </a:lnTo>
                <a:close/>
                <a:moveTo>
                  <a:pt x="118" y="167"/>
                </a:moveTo>
                <a:cubicBezTo>
                  <a:pt x="119" y="167"/>
                  <a:pt x="119" y="167"/>
                  <a:pt x="119" y="167"/>
                </a:cubicBezTo>
                <a:cubicBezTo>
                  <a:pt x="119" y="157"/>
                  <a:pt x="119" y="157"/>
                  <a:pt x="119" y="157"/>
                </a:cubicBezTo>
                <a:cubicBezTo>
                  <a:pt x="118" y="157"/>
                  <a:pt x="118" y="157"/>
                  <a:pt x="118" y="157"/>
                </a:cubicBezTo>
                <a:lnTo>
                  <a:pt x="118" y="167"/>
                </a:lnTo>
                <a:close/>
                <a:moveTo>
                  <a:pt x="119" y="36"/>
                </a:moveTo>
                <a:cubicBezTo>
                  <a:pt x="118" y="36"/>
                  <a:pt x="118" y="36"/>
                  <a:pt x="118" y="36"/>
                </a:cubicBezTo>
                <a:cubicBezTo>
                  <a:pt x="118" y="60"/>
                  <a:pt x="118" y="60"/>
                  <a:pt x="118" y="60"/>
                </a:cubicBezTo>
                <a:cubicBezTo>
                  <a:pt x="119" y="60"/>
                  <a:pt x="119" y="60"/>
                  <a:pt x="119" y="60"/>
                </a:cubicBezTo>
                <a:lnTo>
                  <a:pt x="119" y="36"/>
                </a:lnTo>
                <a:close/>
                <a:moveTo>
                  <a:pt x="119" y="61"/>
                </a:moveTo>
                <a:cubicBezTo>
                  <a:pt x="119" y="61"/>
                  <a:pt x="119" y="61"/>
                  <a:pt x="119" y="61"/>
                </a:cubicBezTo>
                <a:cubicBezTo>
                  <a:pt x="119" y="61"/>
                  <a:pt x="119" y="60"/>
                  <a:pt x="118" y="60"/>
                </a:cubicBezTo>
                <a:cubicBezTo>
                  <a:pt x="118" y="60"/>
                  <a:pt x="118" y="60"/>
                  <a:pt x="118" y="60"/>
                </a:cubicBezTo>
                <a:lnTo>
                  <a:pt x="119" y="61"/>
                </a:lnTo>
                <a:close/>
                <a:moveTo>
                  <a:pt x="119" y="63"/>
                </a:moveTo>
                <a:cubicBezTo>
                  <a:pt x="119" y="63"/>
                  <a:pt x="119" y="63"/>
                  <a:pt x="119" y="63"/>
                </a:cubicBezTo>
                <a:cubicBezTo>
                  <a:pt x="118" y="61"/>
                  <a:pt x="118" y="61"/>
                  <a:pt x="118" y="61"/>
                </a:cubicBezTo>
                <a:cubicBezTo>
                  <a:pt x="118" y="62"/>
                  <a:pt x="118" y="62"/>
                  <a:pt x="118" y="62"/>
                </a:cubicBezTo>
                <a:cubicBezTo>
                  <a:pt x="119" y="63"/>
                  <a:pt x="119" y="63"/>
                  <a:pt x="119" y="63"/>
                </a:cubicBezTo>
                <a:cubicBezTo>
                  <a:pt x="118" y="63"/>
                  <a:pt x="118" y="63"/>
                  <a:pt x="118" y="63"/>
                </a:cubicBezTo>
                <a:cubicBezTo>
                  <a:pt x="118" y="93"/>
                  <a:pt x="118" y="93"/>
                  <a:pt x="118" y="93"/>
                </a:cubicBezTo>
                <a:cubicBezTo>
                  <a:pt x="119" y="94"/>
                  <a:pt x="119" y="94"/>
                  <a:pt x="119" y="94"/>
                </a:cubicBezTo>
                <a:lnTo>
                  <a:pt x="119" y="63"/>
                </a:lnTo>
                <a:close/>
                <a:moveTo>
                  <a:pt x="119" y="101"/>
                </a:moveTo>
                <a:cubicBezTo>
                  <a:pt x="119" y="155"/>
                  <a:pt x="119" y="155"/>
                  <a:pt x="119" y="155"/>
                </a:cubicBezTo>
                <a:cubicBezTo>
                  <a:pt x="118" y="154"/>
                  <a:pt x="118" y="154"/>
                  <a:pt x="118" y="154"/>
                </a:cubicBezTo>
                <a:cubicBezTo>
                  <a:pt x="118" y="101"/>
                  <a:pt x="118" y="101"/>
                  <a:pt x="118" y="101"/>
                </a:cubicBezTo>
                <a:lnTo>
                  <a:pt x="119" y="101"/>
                </a:lnTo>
                <a:close/>
                <a:moveTo>
                  <a:pt x="118" y="168"/>
                </a:moveTo>
                <a:cubicBezTo>
                  <a:pt x="118" y="167"/>
                  <a:pt x="118" y="167"/>
                  <a:pt x="118" y="167"/>
                </a:cubicBezTo>
                <a:cubicBezTo>
                  <a:pt x="118" y="157"/>
                  <a:pt x="118" y="157"/>
                  <a:pt x="118" y="157"/>
                </a:cubicBezTo>
                <a:cubicBezTo>
                  <a:pt x="118" y="157"/>
                  <a:pt x="118" y="157"/>
                  <a:pt x="118" y="157"/>
                </a:cubicBezTo>
                <a:lnTo>
                  <a:pt x="118" y="168"/>
                </a:lnTo>
                <a:close/>
                <a:moveTo>
                  <a:pt x="118" y="36"/>
                </a:moveTo>
                <a:cubicBezTo>
                  <a:pt x="118" y="36"/>
                  <a:pt x="118" y="36"/>
                  <a:pt x="118" y="36"/>
                </a:cubicBezTo>
                <a:cubicBezTo>
                  <a:pt x="118" y="59"/>
                  <a:pt x="118" y="59"/>
                  <a:pt x="118" y="59"/>
                </a:cubicBezTo>
                <a:cubicBezTo>
                  <a:pt x="118" y="59"/>
                  <a:pt x="118" y="59"/>
                  <a:pt x="118" y="59"/>
                </a:cubicBezTo>
                <a:cubicBezTo>
                  <a:pt x="118" y="60"/>
                  <a:pt x="118" y="61"/>
                  <a:pt x="118" y="62"/>
                </a:cubicBezTo>
                <a:cubicBezTo>
                  <a:pt x="118" y="61"/>
                  <a:pt x="118" y="61"/>
                  <a:pt x="118" y="61"/>
                </a:cubicBezTo>
                <a:cubicBezTo>
                  <a:pt x="118" y="59"/>
                  <a:pt x="118" y="59"/>
                  <a:pt x="118" y="59"/>
                </a:cubicBezTo>
                <a:cubicBezTo>
                  <a:pt x="118" y="59"/>
                  <a:pt x="118" y="59"/>
                  <a:pt x="118" y="59"/>
                </a:cubicBezTo>
                <a:cubicBezTo>
                  <a:pt x="118" y="60"/>
                  <a:pt x="118" y="60"/>
                  <a:pt x="118" y="60"/>
                </a:cubicBezTo>
                <a:cubicBezTo>
                  <a:pt x="118" y="60"/>
                  <a:pt x="118" y="60"/>
                  <a:pt x="118" y="60"/>
                </a:cubicBezTo>
                <a:cubicBezTo>
                  <a:pt x="118" y="59"/>
                  <a:pt x="118" y="59"/>
                  <a:pt x="118" y="59"/>
                </a:cubicBezTo>
                <a:cubicBezTo>
                  <a:pt x="118" y="60"/>
                  <a:pt x="118" y="60"/>
                  <a:pt x="118" y="60"/>
                </a:cubicBezTo>
                <a:lnTo>
                  <a:pt x="118" y="36"/>
                </a:lnTo>
                <a:close/>
                <a:moveTo>
                  <a:pt x="118" y="63"/>
                </a:moveTo>
                <a:cubicBezTo>
                  <a:pt x="118" y="93"/>
                  <a:pt x="118" y="93"/>
                  <a:pt x="118" y="93"/>
                </a:cubicBezTo>
                <a:cubicBezTo>
                  <a:pt x="118" y="93"/>
                  <a:pt x="118" y="93"/>
                  <a:pt x="118" y="93"/>
                </a:cubicBezTo>
                <a:cubicBezTo>
                  <a:pt x="118" y="62"/>
                  <a:pt x="118" y="62"/>
                  <a:pt x="118" y="62"/>
                </a:cubicBezTo>
                <a:lnTo>
                  <a:pt x="118" y="63"/>
                </a:lnTo>
                <a:close/>
                <a:moveTo>
                  <a:pt x="118" y="101"/>
                </a:moveTo>
                <a:cubicBezTo>
                  <a:pt x="118" y="154"/>
                  <a:pt x="118" y="154"/>
                  <a:pt x="118" y="154"/>
                </a:cubicBezTo>
                <a:cubicBezTo>
                  <a:pt x="118" y="154"/>
                  <a:pt x="118" y="154"/>
                  <a:pt x="118" y="154"/>
                </a:cubicBezTo>
                <a:cubicBezTo>
                  <a:pt x="118" y="101"/>
                  <a:pt x="118" y="101"/>
                  <a:pt x="118" y="101"/>
                </a:cubicBezTo>
                <a:close/>
                <a:moveTo>
                  <a:pt x="111" y="178"/>
                </a:moveTo>
                <a:cubicBezTo>
                  <a:pt x="112" y="177"/>
                  <a:pt x="112" y="177"/>
                  <a:pt x="113" y="176"/>
                </a:cubicBezTo>
                <a:cubicBezTo>
                  <a:pt x="115" y="175"/>
                  <a:pt x="115" y="170"/>
                  <a:pt x="118" y="168"/>
                </a:cubicBezTo>
                <a:cubicBezTo>
                  <a:pt x="118" y="157"/>
                  <a:pt x="118" y="157"/>
                  <a:pt x="118" y="157"/>
                </a:cubicBezTo>
                <a:cubicBezTo>
                  <a:pt x="115" y="156"/>
                  <a:pt x="113" y="156"/>
                  <a:pt x="111" y="155"/>
                </a:cubicBezTo>
                <a:lnTo>
                  <a:pt x="111" y="178"/>
                </a:lnTo>
                <a:close/>
                <a:moveTo>
                  <a:pt x="118" y="36"/>
                </a:moveTo>
                <a:cubicBezTo>
                  <a:pt x="111" y="32"/>
                  <a:pt x="111" y="32"/>
                  <a:pt x="111" y="32"/>
                </a:cubicBezTo>
                <a:cubicBezTo>
                  <a:pt x="111" y="33"/>
                  <a:pt x="111" y="33"/>
                  <a:pt x="111" y="33"/>
                </a:cubicBezTo>
                <a:cubicBezTo>
                  <a:pt x="111" y="33"/>
                  <a:pt x="111" y="33"/>
                  <a:pt x="111" y="33"/>
                </a:cubicBezTo>
                <a:cubicBezTo>
                  <a:pt x="113" y="35"/>
                  <a:pt x="113" y="35"/>
                  <a:pt x="113" y="35"/>
                </a:cubicBezTo>
                <a:cubicBezTo>
                  <a:pt x="113" y="35"/>
                  <a:pt x="113" y="35"/>
                  <a:pt x="113" y="35"/>
                </a:cubicBezTo>
                <a:cubicBezTo>
                  <a:pt x="113" y="38"/>
                  <a:pt x="112" y="42"/>
                  <a:pt x="111" y="44"/>
                </a:cubicBezTo>
                <a:cubicBezTo>
                  <a:pt x="111" y="56"/>
                  <a:pt x="111" y="56"/>
                  <a:pt x="111" y="56"/>
                </a:cubicBezTo>
                <a:cubicBezTo>
                  <a:pt x="113" y="57"/>
                  <a:pt x="114" y="57"/>
                  <a:pt x="116" y="58"/>
                </a:cubicBezTo>
                <a:cubicBezTo>
                  <a:pt x="116" y="59"/>
                  <a:pt x="116" y="60"/>
                  <a:pt x="115" y="61"/>
                </a:cubicBezTo>
                <a:cubicBezTo>
                  <a:pt x="111" y="59"/>
                  <a:pt x="111" y="59"/>
                  <a:pt x="111" y="59"/>
                </a:cubicBezTo>
                <a:cubicBezTo>
                  <a:pt x="111" y="90"/>
                  <a:pt x="111" y="90"/>
                  <a:pt x="111" y="90"/>
                </a:cubicBezTo>
                <a:cubicBezTo>
                  <a:pt x="111" y="90"/>
                  <a:pt x="111" y="90"/>
                  <a:pt x="111" y="90"/>
                </a:cubicBezTo>
                <a:cubicBezTo>
                  <a:pt x="114" y="91"/>
                  <a:pt x="116" y="92"/>
                  <a:pt x="118" y="93"/>
                </a:cubicBezTo>
                <a:cubicBezTo>
                  <a:pt x="118" y="62"/>
                  <a:pt x="118" y="62"/>
                  <a:pt x="118" y="62"/>
                </a:cubicBezTo>
                <a:cubicBezTo>
                  <a:pt x="117" y="62"/>
                  <a:pt x="117" y="62"/>
                  <a:pt x="117" y="62"/>
                </a:cubicBezTo>
                <a:cubicBezTo>
                  <a:pt x="117" y="59"/>
                  <a:pt x="117" y="59"/>
                  <a:pt x="117" y="59"/>
                </a:cubicBezTo>
                <a:cubicBezTo>
                  <a:pt x="118" y="59"/>
                  <a:pt x="118" y="59"/>
                  <a:pt x="118" y="59"/>
                </a:cubicBezTo>
                <a:lnTo>
                  <a:pt x="118" y="36"/>
                </a:lnTo>
                <a:close/>
                <a:moveTo>
                  <a:pt x="118" y="101"/>
                </a:moveTo>
                <a:cubicBezTo>
                  <a:pt x="118" y="154"/>
                  <a:pt x="118" y="154"/>
                  <a:pt x="118" y="154"/>
                </a:cubicBezTo>
                <a:cubicBezTo>
                  <a:pt x="117" y="153"/>
                  <a:pt x="115" y="152"/>
                  <a:pt x="114" y="152"/>
                </a:cubicBezTo>
                <a:cubicBezTo>
                  <a:pt x="113" y="153"/>
                  <a:pt x="111" y="154"/>
                  <a:pt x="111" y="154"/>
                </a:cubicBezTo>
                <a:cubicBezTo>
                  <a:pt x="111" y="152"/>
                  <a:pt x="111" y="152"/>
                  <a:pt x="111" y="152"/>
                </a:cubicBezTo>
                <a:cubicBezTo>
                  <a:pt x="111" y="150"/>
                  <a:pt x="111" y="150"/>
                  <a:pt x="111" y="150"/>
                </a:cubicBezTo>
                <a:cubicBezTo>
                  <a:pt x="111" y="150"/>
                  <a:pt x="111" y="150"/>
                  <a:pt x="111" y="150"/>
                </a:cubicBezTo>
                <a:cubicBezTo>
                  <a:pt x="111" y="98"/>
                  <a:pt x="111" y="98"/>
                  <a:pt x="111" y="98"/>
                </a:cubicBezTo>
                <a:lnTo>
                  <a:pt x="118" y="101"/>
                </a:lnTo>
                <a:close/>
                <a:moveTo>
                  <a:pt x="109" y="178"/>
                </a:moveTo>
                <a:cubicBezTo>
                  <a:pt x="110" y="178"/>
                  <a:pt x="110" y="178"/>
                  <a:pt x="111" y="178"/>
                </a:cubicBezTo>
                <a:cubicBezTo>
                  <a:pt x="111" y="155"/>
                  <a:pt x="111" y="155"/>
                  <a:pt x="111" y="155"/>
                </a:cubicBezTo>
                <a:cubicBezTo>
                  <a:pt x="110" y="155"/>
                  <a:pt x="110" y="155"/>
                  <a:pt x="110" y="155"/>
                </a:cubicBezTo>
                <a:cubicBezTo>
                  <a:pt x="110" y="155"/>
                  <a:pt x="110" y="155"/>
                  <a:pt x="110" y="155"/>
                </a:cubicBezTo>
                <a:cubicBezTo>
                  <a:pt x="111" y="154"/>
                  <a:pt x="111" y="154"/>
                  <a:pt x="111" y="154"/>
                </a:cubicBezTo>
                <a:cubicBezTo>
                  <a:pt x="111" y="152"/>
                  <a:pt x="111" y="152"/>
                  <a:pt x="111" y="152"/>
                </a:cubicBezTo>
                <a:cubicBezTo>
                  <a:pt x="110" y="155"/>
                  <a:pt x="110" y="155"/>
                  <a:pt x="110" y="155"/>
                </a:cubicBezTo>
                <a:cubicBezTo>
                  <a:pt x="110" y="149"/>
                  <a:pt x="110" y="149"/>
                  <a:pt x="110" y="149"/>
                </a:cubicBezTo>
                <a:cubicBezTo>
                  <a:pt x="111" y="150"/>
                  <a:pt x="111" y="150"/>
                  <a:pt x="111" y="150"/>
                </a:cubicBezTo>
                <a:cubicBezTo>
                  <a:pt x="111" y="98"/>
                  <a:pt x="111" y="98"/>
                  <a:pt x="111" y="98"/>
                </a:cubicBezTo>
                <a:cubicBezTo>
                  <a:pt x="110" y="98"/>
                  <a:pt x="110" y="98"/>
                  <a:pt x="110" y="98"/>
                </a:cubicBezTo>
                <a:cubicBezTo>
                  <a:pt x="110" y="94"/>
                  <a:pt x="110" y="94"/>
                  <a:pt x="110" y="94"/>
                </a:cubicBezTo>
                <a:cubicBezTo>
                  <a:pt x="111" y="90"/>
                  <a:pt x="111" y="90"/>
                  <a:pt x="111" y="90"/>
                </a:cubicBezTo>
                <a:cubicBezTo>
                  <a:pt x="111" y="59"/>
                  <a:pt x="111" y="59"/>
                  <a:pt x="111" y="59"/>
                </a:cubicBezTo>
                <a:cubicBezTo>
                  <a:pt x="109" y="58"/>
                  <a:pt x="109" y="58"/>
                  <a:pt x="109" y="58"/>
                </a:cubicBezTo>
                <a:cubicBezTo>
                  <a:pt x="109" y="97"/>
                  <a:pt x="109" y="97"/>
                  <a:pt x="109" y="97"/>
                </a:cubicBezTo>
                <a:cubicBezTo>
                  <a:pt x="109" y="96"/>
                  <a:pt x="109" y="96"/>
                  <a:pt x="109" y="96"/>
                </a:cubicBezTo>
                <a:cubicBezTo>
                  <a:pt x="109" y="97"/>
                  <a:pt x="109" y="97"/>
                  <a:pt x="109" y="97"/>
                </a:cubicBezTo>
                <a:cubicBezTo>
                  <a:pt x="109" y="149"/>
                  <a:pt x="109" y="149"/>
                  <a:pt x="109" y="149"/>
                </a:cubicBezTo>
                <a:cubicBezTo>
                  <a:pt x="110" y="149"/>
                  <a:pt x="110" y="149"/>
                  <a:pt x="110" y="149"/>
                </a:cubicBezTo>
                <a:cubicBezTo>
                  <a:pt x="110" y="155"/>
                  <a:pt x="110" y="155"/>
                  <a:pt x="110" y="155"/>
                </a:cubicBezTo>
                <a:cubicBezTo>
                  <a:pt x="109" y="155"/>
                  <a:pt x="109" y="155"/>
                  <a:pt x="109" y="155"/>
                </a:cubicBezTo>
                <a:lnTo>
                  <a:pt x="109" y="178"/>
                </a:lnTo>
                <a:close/>
                <a:moveTo>
                  <a:pt x="111" y="33"/>
                </a:moveTo>
                <a:cubicBezTo>
                  <a:pt x="111" y="33"/>
                  <a:pt x="111" y="33"/>
                  <a:pt x="111" y="33"/>
                </a:cubicBezTo>
                <a:cubicBezTo>
                  <a:pt x="111" y="33"/>
                  <a:pt x="111" y="33"/>
                  <a:pt x="111" y="33"/>
                </a:cubicBezTo>
                <a:close/>
                <a:moveTo>
                  <a:pt x="111" y="44"/>
                </a:moveTo>
                <a:cubicBezTo>
                  <a:pt x="110" y="45"/>
                  <a:pt x="110" y="46"/>
                  <a:pt x="109" y="47"/>
                </a:cubicBezTo>
                <a:cubicBezTo>
                  <a:pt x="109" y="56"/>
                  <a:pt x="109" y="56"/>
                  <a:pt x="109" y="56"/>
                </a:cubicBezTo>
                <a:cubicBezTo>
                  <a:pt x="110" y="56"/>
                  <a:pt x="110" y="56"/>
                  <a:pt x="111" y="56"/>
                </a:cubicBezTo>
                <a:lnTo>
                  <a:pt x="111" y="44"/>
                </a:lnTo>
                <a:close/>
                <a:moveTo>
                  <a:pt x="109" y="178"/>
                </a:moveTo>
                <a:cubicBezTo>
                  <a:pt x="109" y="178"/>
                  <a:pt x="109" y="178"/>
                  <a:pt x="109" y="178"/>
                </a:cubicBezTo>
                <a:cubicBezTo>
                  <a:pt x="109" y="155"/>
                  <a:pt x="109" y="155"/>
                  <a:pt x="109" y="155"/>
                </a:cubicBezTo>
                <a:cubicBezTo>
                  <a:pt x="109" y="155"/>
                  <a:pt x="109" y="155"/>
                  <a:pt x="109" y="155"/>
                </a:cubicBezTo>
                <a:lnTo>
                  <a:pt x="109" y="178"/>
                </a:lnTo>
                <a:close/>
                <a:moveTo>
                  <a:pt x="109" y="47"/>
                </a:moveTo>
                <a:cubicBezTo>
                  <a:pt x="109" y="48"/>
                  <a:pt x="109" y="48"/>
                  <a:pt x="109" y="48"/>
                </a:cubicBezTo>
                <a:cubicBezTo>
                  <a:pt x="109" y="56"/>
                  <a:pt x="109" y="56"/>
                  <a:pt x="109" y="56"/>
                </a:cubicBezTo>
                <a:cubicBezTo>
                  <a:pt x="109" y="56"/>
                  <a:pt x="109" y="56"/>
                  <a:pt x="109" y="56"/>
                </a:cubicBezTo>
                <a:lnTo>
                  <a:pt x="109" y="47"/>
                </a:lnTo>
                <a:close/>
                <a:moveTo>
                  <a:pt x="109" y="58"/>
                </a:moveTo>
                <a:cubicBezTo>
                  <a:pt x="109" y="58"/>
                  <a:pt x="109" y="58"/>
                  <a:pt x="109" y="58"/>
                </a:cubicBezTo>
                <a:cubicBezTo>
                  <a:pt x="109" y="89"/>
                  <a:pt x="109" y="89"/>
                  <a:pt x="109" y="89"/>
                </a:cubicBezTo>
                <a:cubicBezTo>
                  <a:pt x="109" y="89"/>
                  <a:pt x="109" y="89"/>
                  <a:pt x="109" y="89"/>
                </a:cubicBezTo>
                <a:cubicBezTo>
                  <a:pt x="109" y="89"/>
                  <a:pt x="109" y="89"/>
                  <a:pt x="109" y="89"/>
                </a:cubicBezTo>
                <a:cubicBezTo>
                  <a:pt x="109" y="149"/>
                  <a:pt x="109" y="149"/>
                  <a:pt x="109" y="149"/>
                </a:cubicBezTo>
                <a:cubicBezTo>
                  <a:pt x="109" y="149"/>
                  <a:pt x="109" y="149"/>
                  <a:pt x="109" y="149"/>
                </a:cubicBezTo>
                <a:cubicBezTo>
                  <a:pt x="109" y="97"/>
                  <a:pt x="109" y="97"/>
                  <a:pt x="109" y="97"/>
                </a:cubicBezTo>
                <a:cubicBezTo>
                  <a:pt x="109" y="97"/>
                  <a:pt x="109" y="97"/>
                  <a:pt x="109" y="97"/>
                </a:cubicBezTo>
                <a:cubicBezTo>
                  <a:pt x="109" y="97"/>
                  <a:pt x="109" y="97"/>
                  <a:pt x="109" y="97"/>
                </a:cubicBezTo>
                <a:cubicBezTo>
                  <a:pt x="109" y="97"/>
                  <a:pt x="109" y="97"/>
                  <a:pt x="109" y="97"/>
                </a:cubicBezTo>
                <a:lnTo>
                  <a:pt x="109" y="58"/>
                </a:lnTo>
                <a:close/>
                <a:moveTo>
                  <a:pt x="108" y="178"/>
                </a:moveTo>
                <a:cubicBezTo>
                  <a:pt x="109" y="178"/>
                  <a:pt x="109" y="178"/>
                  <a:pt x="109" y="178"/>
                </a:cubicBezTo>
                <a:cubicBezTo>
                  <a:pt x="109" y="155"/>
                  <a:pt x="109" y="155"/>
                  <a:pt x="109" y="155"/>
                </a:cubicBezTo>
                <a:cubicBezTo>
                  <a:pt x="108" y="155"/>
                  <a:pt x="108" y="155"/>
                  <a:pt x="108" y="155"/>
                </a:cubicBezTo>
                <a:lnTo>
                  <a:pt x="108" y="178"/>
                </a:lnTo>
                <a:close/>
                <a:moveTo>
                  <a:pt x="109" y="48"/>
                </a:moveTo>
                <a:cubicBezTo>
                  <a:pt x="108" y="49"/>
                  <a:pt x="108" y="49"/>
                  <a:pt x="108" y="49"/>
                </a:cubicBezTo>
                <a:cubicBezTo>
                  <a:pt x="108" y="55"/>
                  <a:pt x="108" y="55"/>
                  <a:pt x="108" y="55"/>
                </a:cubicBezTo>
                <a:cubicBezTo>
                  <a:pt x="109" y="56"/>
                  <a:pt x="109" y="56"/>
                  <a:pt x="109" y="56"/>
                </a:cubicBezTo>
                <a:lnTo>
                  <a:pt x="109" y="48"/>
                </a:lnTo>
                <a:close/>
                <a:moveTo>
                  <a:pt x="109" y="58"/>
                </a:moveTo>
                <a:cubicBezTo>
                  <a:pt x="108" y="58"/>
                  <a:pt x="108" y="58"/>
                  <a:pt x="108" y="58"/>
                </a:cubicBezTo>
                <a:cubicBezTo>
                  <a:pt x="108" y="89"/>
                  <a:pt x="108" y="89"/>
                  <a:pt x="108" y="89"/>
                </a:cubicBezTo>
                <a:cubicBezTo>
                  <a:pt x="109" y="89"/>
                  <a:pt x="109" y="89"/>
                  <a:pt x="109" y="89"/>
                </a:cubicBezTo>
                <a:lnTo>
                  <a:pt x="109" y="58"/>
                </a:lnTo>
                <a:close/>
                <a:moveTo>
                  <a:pt x="109" y="89"/>
                </a:moveTo>
                <a:cubicBezTo>
                  <a:pt x="109" y="90"/>
                  <a:pt x="109" y="90"/>
                  <a:pt x="109" y="90"/>
                </a:cubicBezTo>
                <a:cubicBezTo>
                  <a:pt x="108" y="91"/>
                  <a:pt x="108" y="91"/>
                  <a:pt x="108" y="91"/>
                </a:cubicBezTo>
                <a:cubicBezTo>
                  <a:pt x="108" y="92"/>
                  <a:pt x="108" y="92"/>
                  <a:pt x="108" y="92"/>
                </a:cubicBezTo>
                <a:cubicBezTo>
                  <a:pt x="108" y="92"/>
                  <a:pt x="108" y="92"/>
                  <a:pt x="108" y="92"/>
                </a:cubicBezTo>
                <a:cubicBezTo>
                  <a:pt x="108" y="92"/>
                  <a:pt x="108" y="92"/>
                  <a:pt x="108" y="92"/>
                </a:cubicBezTo>
                <a:cubicBezTo>
                  <a:pt x="108" y="92"/>
                  <a:pt x="108" y="92"/>
                  <a:pt x="108" y="92"/>
                </a:cubicBezTo>
                <a:cubicBezTo>
                  <a:pt x="108" y="149"/>
                  <a:pt x="108" y="149"/>
                  <a:pt x="108" y="149"/>
                </a:cubicBezTo>
                <a:cubicBezTo>
                  <a:pt x="109" y="149"/>
                  <a:pt x="109" y="149"/>
                  <a:pt x="109" y="149"/>
                </a:cubicBezTo>
                <a:lnTo>
                  <a:pt x="109" y="89"/>
                </a:lnTo>
                <a:close/>
                <a:moveTo>
                  <a:pt x="106" y="179"/>
                </a:moveTo>
                <a:cubicBezTo>
                  <a:pt x="107" y="179"/>
                  <a:pt x="107" y="179"/>
                  <a:pt x="108" y="178"/>
                </a:cubicBezTo>
                <a:cubicBezTo>
                  <a:pt x="108" y="155"/>
                  <a:pt x="108" y="155"/>
                  <a:pt x="108" y="155"/>
                </a:cubicBezTo>
                <a:cubicBezTo>
                  <a:pt x="108" y="155"/>
                  <a:pt x="108" y="155"/>
                  <a:pt x="108" y="155"/>
                </a:cubicBezTo>
                <a:cubicBezTo>
                  <a:pt x="108" y="148"/>
                  <a:pt x="108" y="148"/>
                  <a:pt x="108" y="148"/>
                </a:cubicBezTo>
                <a:cubicBezTo>
                  <a:pt x="108" y="149"/>
                  <a:pt x="108" y="149"/>
                  <a:pt x="108" y="149"/>
                </a:cubicBezTo>
                <a:cubicBezTo>
                  <a:pt x="108" y="92"/>
                  <a:pt x="108" y="92"/>
                  <a:pt x="108" y="92"/>
                </a:cubicBezTo>
                <a:cubicBezTo>
                  <a:pt x="108" y="92"/>
                  <a:pt x="108" y="92"/>
                  <a:pt x="108" y="92"/>
                </a:cubicBezTo>
                <a:cubicBezTo>
                  <a:pt x="108" y="92"/>
                  <a:pt x="108" y="92"/>
                  <a:pt x="108" y="92"/>
                </a:cubicBezTo>
                <a:cubicBezTo>
                  <a:pt x="108" y="91"/>
                  <a:pt x="108" y="91"/>
                  <a:pt x="108" y="91"/>
                </a:cubicBezTo>
                <a:cubicBezTo>
                  <a:pt x="106" y="95"/>
                  <a:pt x="106" y="95"/>
                  <a:pt x="106" y="95"/>
                </a:cubicBezTo>
                <a:cubicBezTo>
                  <a:pt x="106" y="96"/>
                  <a:pt x="106" y="96"/>
                  <a:pt x="106" y="96"/>
                </a:cubicBezTo>
                <a:cubicBezTo>
                  <a:pt x="107" y="93"/>
                  <a:pt x="107" y="93"/>
                  <a:pt x="107" y="93"/>
                </a:cubicBezTo>
                <a:cubicBezTo>
                  <a:pt x="106" y="96"/>
                  <a:pt x="106" y="96"/>
                  <a:pt x="106" y="96"/>
                </a:cubicBezTo>
                <a:cubicBezTo>
                  <a:pt x="106" y="148"/>
                  <a:pt x="106" y="148"/>
                  <a:pt x="106" y="148"/>
                </a:cubicBezTo>
                <a:cubicBezTo>
                  <a:pt x="107" y="148"/>
                  <a:pt x="107" y="148"/>
                  <a:pt x="108" y="148"/>
                </a:cubicBezTo>
                <a:cubicBezTo>
                  <a:pt x="108" y="150"/>
                  <a:pt x="108" y="150"/>
                  <a:pt x="108" y="150"/>
                </a:cubicBezTo>
                <a:cubicBezTo>
                  <a:pt x="106" y="150"/>
                  <a:pt x="106" y="150"/>
                  <a:pt x="106" y="150"/>
                </a:cubicBezTo>
                <a:cubicBezTo>
                  <a:pt x="106" y="150"/>
                  <a:pt x="106" y="150"/>
                  <a:pt x="106" y="150"/>
                </a:cubicBezTo>
                <a:cubicBezTo>
                  <a:pt x="108" y="151"/>
                  <a:pt x="108" y="151"/>
                  <a:pt x="108" y="151"/>
                </a:cubicBezTo>
                <a:cubicBezTo>
                  <a:pt x="107" y="152"/>
                  <a:pt x="107" y="152"/>
                  <a:pt x="107" y="152"/>
                </a:cubicBezTo>
                <a:cubicBezTo>
                  <a:pt x="106" y="152"/>
                  <a:pt x="106" y="152"/>
                  <a:pt x="106" y="152"/>
                </a:cubicBezTo>
                <a:cubicBezTo>
                  <a:pt x="106" y="152"/>
                  <a:pt x="106" y="152"/>
                  <a:pt x="106" y="152"/>
                </a:cubicBezTo>
                <a:cubicBezTo>
                  <a:pt x="107" y="153"/>
                  <a:pt x="107" y="153"/>
                  <a:pt x="107" y="153"/>
                </a:cubicBezTo>
                <a:cubicBezTo>
                  <a:pt x="107" y="155"/>
                  <a:pt x="107" y="155"/>
                  <a:pt x="107" y="155"/>
                </a:cubicBezTo>
                <a:cubicBezTo>
                  <a:pt x="106" y="155"/>
                  <a:pt x="106" y="155"/>
                  <a:pt x="106" y="155"/>
                </a:cubicBezTo>
                <a:lnTo>
                  <a:pt x="106" y="179"/>
                </a:lnTo>
                <a:close/>
                <a:moveTo>
                  <a:pt x="108" y="49"/>
                </a:moveTo>
                <a:cubicBezTo>
                  <a:pt x="107" y="50"/>
                  <a:pt x="107" y="51"/>
                  <a:pt x="106" y="52"/>
                </a:cubicBezTo>
                <a:cubicBezTo>
                  <a:pt x="106" y="55"/>
                  <a:pt x="106" y="55"/>
                  <a:pt x="106" y="55"/>
                </a:cubicBezTo>
                <a:cubicBezTo>
                  <a:pt x="107" y="55"/>
                  <a:pt x="107" y="55"/>
                  <a:pt x="108" y="55"/>
                </a:cubicBezTo>
                <a:lnTo>
                  <a:pt x="108" y="49"/>
                </a:lnTo>
                <a:close/>
                <a:moveTo>
                  <a:pt x="108" y="58"/>
                </a:moveTo>
                <a:cubicBezTo>
                  <a:pt x="106" y="57"/>
                  <a:pt x="106" y="57"/>
                  <a:pt x="106" y="57"/>
                </a:cubicBezTo>
                <a:cubicBezTo>
                  <a:pt x="106" y="89"/>
                  <a:pt x="106" y="89"/>
                  <a:pt x="106" y="89"/>
                </a:cubicBezTo>
                <a:cubicBezTo>
                  <a:pt x="107" y="89"/>
                  <a:pt x="107" y="89"/>
                  <a:pt x="108" y="89"/>
                </a:cubicBezTo>
                <a:lnTo>
                  <a:pt x="108" y="58"/>
                </a:lnTo>
                <a:close/>
                <a:moveTo>
                  <a:pt x="103" y="7"/>
                </a:moveTo>
                <a:cubicBezTo>
                  <a:pt x="103" y="7"/>
                  <a:pt x="104" y="7"/>
                  <a:pt x="104" y="7"/>
                </a:cubicBezTo>
                <a:cubicBezTo>
                  <a:pt x="104" y="7"/>
                  <a:pt x="104" y="7"/>
                  <a:pt x="103" y="6"/>
                </a:cubicBezTo>
                <a:lnTo>
                  <a:pt x="103" y="7"/>
                </a:lnTo>
                <a:close/>
                <a:moveTo>
                  <a:pt x="103" y="179"/>
                </a:moveTo>
                <a:cubicBezTo>
                  <a:pt x="104" y="179"/>
                  <a:pt x="105" y="179"/>
                  <a:pt x="106" y="179"/>
                </a:cubicBezTo>
                <a:cubicBezTo>
                  <a:pt x="106" y="155"/>
                  <a:pt x="106" y="155"/>
                  <a:pt x="106" y="155"/>
                </a:cubicBezTo>
                <a:cubicBezTo>
                  <a:pt x="104" y="154"/>
                  <a:pt x="104" y="154"/>
                  <a:pt x="104" y="154"/>
                </a:cubicBezTo>
                <a:cubicBezTo>
                  <a:pt x="105" y="152"/>
                  <a:pt x="105" y="152"/>
                  <a:pt x="105" y="152"/>
                </a:cubicBezTo>
                <a:cubicBezTo>
                  <a:pt x="106" y="152"/>
                  <a:pt x="106" y="152"/>
                  <a:pt x="106" y="152"/>
                </a:cubicBezTo>
                <a:cubicBezTo>
                  <a:pt x="106" y="152"/>
                  <a:pt x="106" y="152"/>
                  <a:pt x="106" y="152"/>
                </a:cubicBezTo>
                <a:cubicBezTo>
                  <a:pt x="105" y="152"/>
                  <a:pt x="105" y="152"/>
                  <a:pt x="105" y="152"/>
                </a:cubicBezTo>
                <a:cubicBezTo>
                  <a:pt x="105" y="150"/>
                  <a:pt x="105" y="150"/>
                  <a:pt x="105" y="150"/>
                </a:cubicBezTo>
                <a:cubicBezTo>
                  <a:pt x="106" y="150"/>
                  <a:pt x="106" y="150"/>
                  <a:pt x="106" y="150"/>
                </a:cubicBezTo>
                <a:cubicBezTo>
                  <a:pt x="106" y="150"/>
                  <a:pt x="106" y="150"/>
                  <a:pt x="106" y="150"/>
                </a:cubicBezTo>
                <a:cubicBezTo>
                  <a:pt x="105" y="149"/>
                  <a:pt x="105" y="149"/>
                  <a:pt x="105" y="149"/>
                </a:cubicBezTo>
                <a:cubicBezTo>
                  <a:pt x="105" y="147"/>
                  <a:pt x="105" y="147"/>
                  <a:pt x="105" y="147"/>
                </a:cubicBezTo>
                <a:cubicBezTo>
                  <a:pt x="106" y="148"/>
                  <a:pt x="106" y="148"/>
                  <a:pt x="106" y="148"/>
                </a:cubicBezTo>
                <a:cubicBezTo>
                  <a:pt x="106" y="96"/>
                  <a:pt x="106" y="96"/>
                  <a:pt x="106" y="96"/>
                </a:cubicBezTo>
                <a:cubicBezTo>
                  <a:pt x="106" y="96"/>
                  <a:pt x="106" y="96"/>
                  <a:pt x="106" y="96"/>
                </a:cubicBezTo>
                <a:cubicBezTo>
                  <a:pt x="106" y="96"/>
                  <a:pt x="106" y="96"/>
                  <a:pt x="106" y="96"/>
                </a:cubicBezTo>
                <a:cubicBezTo>
                  <a:pt x="106" y="96"/>
                  <a:pt x="106" y="96"/>
                  <a:pt x="106" y="96"/>
                </a:cubicBezTo>
                <a:cubicBezTo>
                  <a:pt x="106" y="95"/>
                  <a:pt x="106" y="95"/>
                  <a:pt x="106" y="95"/>
                </a:cubicBezTo>
                <a:cubicBezTo>
                  <a:pt x="105" y="96"/>
                  <a:pt x="105" y="96"/>
                  <a:pt x="105" y="96"/>
                </a:cubicBezTo>
                <a:cubicBezTo>
                  <a:pt x="103" y="95"/>
                  <a:pt x="103" y="95"/>
                  <a:pt x="103" y="95"/>
                </a:cubicBezTo>
                <a:cubicBezTo>
                  <a:pt x="103" y="146"/>
                  <a:pt x="103" y="146"/>
                  <a:pt x="103" y="146"/>
                </a:cubicBezTo>
                <a:cubicBezTo>
                  <a:pt x="103" y="146"/>
                  <a:pt x="104" y="147"/>
                  <a:pt x="105" y="147"/>
                </a:cubicBezTo>
                <a:cubicBezTo>
                  <a:pt x="104" y="149"/>
                  <a:pt x="104" y="149"/>
                  <a:pt x="104" y="149"/>
                </a:cubicBezTo>
                <a:cubicBezTo>
                  <a:pt x="103" y="149"/>
                  <a:pt x="103" y="149"/>
                  <a:pt x="103" y="149"/>
                </a:cubicBezTo>
                <a:cubicBezTo>
                  <a:pt x="103" y="150"/>
                  <a:pt x="103" y="150"/>
                  <a:pt x="103" y="150"/>
                </a:cubicBezTo>
                <a:cubicBezTo>
                  <a:pt x="104" y="150"/>
                  <a:pt x="104" y="150"/>
                  <a:pt x="104" y="150"/>
                </a:cubicBezTo>
                <a:cubicBezTo>
                  <a:pt x="104" y="151"/>
                  <a:pt x="104" y="151"/>
                  <a:pt x="104" y="151"/>
                </a:cubicBezTo>
                <a:cubicBezTo>
                  <a:pt x="103" y="151"/>
                  <a:pt x="103" y="151"/>
                  <a:pt x="103" y="151"/>
                </a:cubicBezTo>
                <a:cubicBezTo>
                  <a:pt x="103" y="152"/>
                  <a:pt x="103" y="152"/>
                  <a:pt x="103" y="152"/>
                </a:cubicBezTo>
                <a:cubicBezTo>
                  <a:pt x="104" y="152"/>
                  <a:pt x="104" y="152"/>
                  <a:pt x="104" y="152"/>
                </a:cubicBezTo>
                <a:cubicBezTo>
                  <a:pt x="104" y="154"/>
                  <a:pt x="104" y="154"/>
                  <a:pt x="104" y="154"/>
                </a:cubicBezTo>
                <a:cubicBezTo>
                  <a:pt x="103" y="154"/>
                  <a:pt x="103" y="154"/>
                  <a:pt x="103" y="154"/>
                </a:cubicBezTo>
                <a:lnTo>
                  <a:pt x="103" y="179"/>
                </a:lnTo>
                <a:close/>
                <a:moveTo>
                  <a:pt x="106" y="52"/>
                </a:moveTo>
                <a:cubicBezTo>
                  <a:pt x="104" y="54"/>
                  <a:pt x="103" y="55"/>
                  <a:pt x="103" y="55"/>
                </a:cubicBezTo>
                <a:cubicBezTo>
                  <a:pt x="104" y="55"/>
                  <a:pt x="105" y="55"/>
                  <a:pt x="106" y="55"/>
                </a:cubicBezTo>
                <a:lnTo>
                  <a:pt x="106" y="52"/>
                </a:lnTo>
                <a:close/>
                <a:moveTo>
                  <a:pt x="106" y="57"/>
                </a:moveTo>
                <a:cubicBezTo>
                  <a:pt x="106" y="89"/>
                  <a:pt x="106" y="89"/>
                  <a:pt x="106" y="89"/>
                </a:cubicBezTo>
                <a:cubicBezTo>
                  <a:pt x="105" y="88"/>
                  <a:pt x="104" y="88"/>
                  <a:pt x="103" y="88"/>
                </a:cubicBezTo>
                <a:cubicBezTo>
                  <a:pt x="103" y="55"/>
                  <a:pt x="103" y="55"/>
                  <a:pt x="103" y="55"/>
                </a:cubicBezTo>
                <a:lnTo>
                  <a:pt x="106" y="57"/>
                </a:lnTo>
                <a:close/>
                <a:moveTo>
                  <a:pt x="102" y="6"/>
                </a:moveTo>
                <a:cubicBezTo>
                  <a:pt x="103" y="7"/>
                  <a:pt x="103" y="7"/>
                  <a:pt x="103" y="7"/>
                </a:cubicBezTo>
                <a:cubicBezTo>
                  <a:pt x="103" y="6"/>
                  <a:pt x="103" y="6"/>
                  <a:pt x="103" y="6"/>
                </a:cubicBezTo>
                <a:cubicBezTo>
                  <a:pt x="102" y="5"/>
                  <a:pt x="102" y="5"/>
                  <a:pt x="102" y="5"/>
                </a:cubicBezTo>
                <a:lnTo>
                  <a:pt x="102" y="6"/>
                </a:lnTo>
                <a:close/>
                <a:moveTo>
                  <a:pt x="102" y="179"/>
                </a:moveTo>
                <a:cubicBezTo>
                  <a:pt x="103" y="179"/>
                  <a:pt x="103" y="179"/>
                  <a:pt x="103" y="179"/>
                </a:cubicBezTo>
                <a:cubicBezTo>
                  <a:pt x="103" y="154"/>
                  <a:pt x="103" y="154"/>
                  <a:pt x="103" y="154"/>
                </a:cubicBezTo>
                <a:cubicBezTo>
                  <a:pt x="102" y="154"/>
                  <a:pt x="102" y="154"/>
                  <a:pt x="102" y="154"/>
                </a:cubicBezTo>
                <a:lnTo>
                  <a:pt x="102" y="179"/>
                </a:lnTo>
                <a:close/>
                <a:moveTo>
                  <a:pt x="103" y="55"/>
                </a:moveTo>
                <a:cubicBezTo>
                  <a:pt x="102" y="55"/>
                  <a:pt x="102" y="55"/>
                  <a:pt x="102" y="55"/>
                </a:cubicBezTo>
                <a:cubicBezTo>
                  <a:pt x="102" y="56"/>
                  <a:pt x="102" y="56"/>
                  <a:pt x="102" y="56"/>
                </a:cubicBezTo>
                <a:cubicBezTo>
                  <a:pt x="102" y="56"/>
                  <a:pt x="102" y="56"/>
                  <a:pt x="102" y="56"/>
                </a:cubicBezTo>
                <a:cubicBezTo>
                  <a:pt x="102" y="57"/>
                  <a:pt x="102" y="57"/>
                  <a:pt x="102" y="58"/>
                </a:cubicBezTo>
                <a:cubicBezTo>
                  <a:pt x="102" y="88"/>
                  <a:pt x="102" y="88"/>
                  <a:pt x="102" y="88"/>
                </a:cubicBezTo>
                <a:cubicBezTo>
                  <a:pt x="103" y="88"/>
                  <a:pt x="103" y="88"/>
                  <a:pt x="103" y="88"/>
                </a:cubicBezTo>
                <a:lnTo>
                  <a:pt x="103" y="55"/>
                </a:lnTo>
                <a:close/>
                <a:moveTo>
                  <a:pt x="103" y="95"/>
                </a:moveTo>
                <a:cubicBezTo>
                  <a:pt x="102" y="95"/>
                  <a:pt x="102" y="95"/>
                  <a:pt x="102" y="95"/>
                </a:cubicBezTo>
                <a:cubicBezTo>
                  <a:pt x="102" y="146"/>
                  <a:pt x="102" y="146"/>
                  <a:pt x="102" y="146"/>
                </a:cubicBezTo>
                <a:cubicBezTo>
                  <a:pt x="102" y="146"/>
                  <a:pt x="102" y="146"/>
                  <a:pt x="102" y="146"/>
                </a:cubicBezTo>
                <a:cubicBezTo>
                  <a:pt x="102" y="147"/>
                  <a:pt x="102" y="147"/>
                  <a:pt x="102" y="147"/>
                </a:cubicBezTo>
                <a:cubicBezTo>
                  <a:pt x="102" y="150"/>
                  <a:pt x="102" y="150"/>
                  <a:pt x="102" y="150"/>
                </a:cubicBezTo>
                <a:cubicBezTo>
                  <a:pt x="102" y="149"/>
                  <a:pt x="102" y="149"/>
                  <a:pt x="102" y="149"/>
                </a:cubicBezTo>
                <a:cubicBezTo>
                  <a:pt x="103" y="150"/>
                  <a:pt x="103" y="150"/>
                  <a:pt x="103" y="150"/>
                </a:cubicBezTo>
                <a:cubicBezTo>
                  <a:pt x="103" y="149"/>
                  <a:pt x="103" y="149"/>
                  <a:pt x="103" y="149"/>
                </a:cubicBezTo>
                <a:cubicBezTo>
                  <a:pt x="102" y="149"/>
                  <a:pt x="102" y="149"/>
                  <a:pt x="102" y="149"/>
                </a:cubicBezTo>
                <a:cubicBezTo>
                  <a:pt x="103" y="146"/>
                  <a:pt x="103" y="146"/>
                  <a:pt x="103" y="146"/>
                </a:cubicBezTo>
                <a:cubicBezTo>
                  <a:pt x="103" y="146"/>
                  <a:pt x="103" y="146"/>
                  <a:pt x="103" y="146"/>
                </a:cubicBezTo>
                <a:lnTo>
                  <a:pt x="103" y="95"/>
                </a:lnTo>
                <a:close/>
                <a:moveTo>
                  <a:pt x="103" y="151"/>
                </a:moveTo>
                <a:cubicBezTo>
                  <a:pt x="103" y="152"/>
                  <a:pt x="103" y="152"/>
                  <a:pt x="103" y="152"/>
                </a:cubicBezTo>
                <a:cubicBezTo>
                  <a:pt x="102" y="151"/>
                  <a:pt x="102" y="151"/>
                  <a:pt x="102" y="151"/>
                </a:cubicBezTo>
                <a:cubicBezTo>
                  <a:pt x="102" y="151"/>
                  <a:pt x="102" y="151"/>
                  <a:pt x="102" y="151"/>
                </a:cubicBezTo>
                <a:lnTo>
                  <a:pt x="103" y="151"/>
                </a:lnTo>
                <a:close/>
                <a:moveTo>
                  <a:pt x="102" y="6"/>
                </a:moveTo>
                <a:cubicBezTo>
                  <a:pt x="102" y="6"/>
                  <a:pt x="102" y="6"/>
                  <a:pt x="102" y="6"/>
                </a:cubicBezTo>
                <a:cubicBezTo>
                  <a:pt x="102" y="5"/>
                  <a:pt x="102" y="5"/>
                  <a:pt x="102" y="5"/>
                </a:cubicBezTo>
                <a:cubicBezTo>
                  <a:pt x="102" y="5"/>
                  <a:pt x="102" y="5"/>
                  <a:pt x="102" y="5"/>
                </a:cubicBezTo>
                <a:lnTo>
                  <a:pt x="102" y="6"/>
                </a:lnTo>
                <a:close/>
                <a:moveTo>
                  <a:pt x="102" y="179"/>
                </a:moveTo>
                <a:cubicBezTo>
                  <a:pt x="102" y="179"/>
                  <a:pt x="102" y="179"/>
                  <a:pt x="102" y="179"/>
                </a:cubicBezTo>
                <a:cubicBezTo>
                  <a:pt x="102" y="154"/>
                  <a:pt x="102" y="154"/>
                  <a:pt x="102" y="154"/>
                </a:cubicBezTo>
                <a:cubicBezTo>
                  <a:pt x="102" y="154"/>
                  <a:pt x="102" y="154"/>
                  <a:pt x="102" y="154"/>
                </a:cubicBezTo>
                <a:lnTo>
                  <a:pt x="102" y="179"/>
                </a:lnTo>
                <a:close/>
                <a:moveTo>
                  <a:pt x="102" y="55"/>
                </a:moveTo>
                <a:cubicBezTo>
                  <a:pt x="102" y="55"/>
                  <a:pt x="102" y="55"/>
                  <a:pt x="102" y="55"/>
                </a:cubicBezTo>
                <a:cubicBezTo>
                  <a:pt x="102" y="56"/>
                  <a:pt x="102" y="56"/>
                  <a:pt x="102" y="56"/>
                </a:cubicBezTo>
                <a:cubicBezTo>
                  <a:pt x="102" y="56"/>
                  <a:pt x="102" y="56"/>
                  <a:pt x="102" y="56"/>
                </a:cubicBezTo>
                <a:lnTo>
                  <a:pt x="102" y="55"/>
                </a:lnTo>
                <a:close/>
                <a:moveTo>
                  <a:pt x="102" y="58"/>
                </a:moveTo>
                <a:cubicBezTo>
                  <a:pt x="102" y="58"/>
                  <a:pt x="102" y="58"/>
                  <a:pt x="102" y="59"/>
                </a:cubicBezTo>
                <a:cubicBezTo>
                  <a:pt x="102" y="88"/>
                  <a:pt x="102" y="88"/>
                  <a:pt x="102" y="88"/>
                </a:cubicBezTo>
                <a:cubicBezTo>
                  <a:pt x="102" y="88"/>
                  <a:pt x="102" y="88"/>
                  <a:pt x="102" y="88"/>
                </a:cubicBezTo>
                <a:lnTo>
                  <a:pt x="102" y="58"/>
                </a:lnTo>
                <a:close/>
                <a:moveTo>
                  <a:pt x="102" y="95"/>
                </a:moveTo>
                <a:cubicBezTo>
                  <a:pt x="102" y="95"/>
                  <a:pt x="102" y="95"/>
                  <a:pt x="102" y="95"/>
                </a:cubicBezTo>
                <a:cubicBezTo>
                  <a:pt x="102" y="146"/>
                  <a:pt x="102" y="146"/>
                  <a:pt x="102" y="146"/>
                </a:cubicBezTo>
                <a:cubicBezTo>
                  <a:pt x="102" y="146"/>
                  <a:pt x="102" y="146"/>
                  <a:pt x="102" y="146"/>
                </a:cubicBezTo>
                <a:lnTo>
                  <a:pt x="102" y="95"/>
                </a:lnTo>
                <a:close/>
                <a:moveTo>
                  <a:pt x="102" y="147"/>
                </a:moveTo>
                <a:cubicBezTo>
                  <a:pt x="102" y="150"/>
                  <a:pt x="102" y="150"/>
                  <a:pt x="102" y="150"/>
                </a:cubicBezTo>
                <a:cubicBezTo>
                  <a:pt x="102" y="151"/>
                  <a:pt x="102" y="151"/>
                  <a:pt x="102" y="151"/>
                </a:cubicBezTo>
                <a:cubicBezTo>
                  <a:pt x="102" y="151"/>
                  <a:pt x="102" y="151"/>
                  <a:pt x="102" y="151"/>
                </a:cubicBezTo>
                <a:cubicBezTo>
                  <a:pt x="102" y="151"/>
                  <a:pt x="102" y="151"/>
                  <a:pt x="102" y="151"/>
                </a:cubicBezTo>
                <a:cubicBezTo>
                  <a:pt x="102" y="151"/>
                  <a:pt x="102" y="151"/>
                  <a:pt x="102" y="151"/>
                </a:cubicBezTo>
                <a:cubicBezTo>
                  <a:pt x="102" y="152"/>
                  <a:pt x="102" y="152"/>
                  <a:pt x="102" y="152"/>
                </a:cubicBezTo>
                <a:cubicBezTo>
                  <a:pt x="102" y="148"/>
                  <a:pt x="102" y="148"/>
                  <a:pt x="102" y="148"/>
                </a:cubicBezTo>
                <a:lnTo>
                  <a:pt x="102" y="147"/>
                </a:lnTo>
                <a:close/>
                <a:moveTo>
                  <a:pt x="101" y="6"/>
                </a:moveTo>
                <a:cubicBezTo>
                  <a:pt x="102" y="6"/>
                  <a:pt x="102" y="6"/>
                  <a:pt x="102" y="6"/>
                </a:cubicBezTo>
                <a:cubicBezTo>
                  <a:pt x="102" y="5"/>
                  <a:pt x="102" y="5"/>
                  <a:pt x="102" y="5"/>
                </a:cubicBezTo>
                <a:cubicBezTo>
                  <a:pt x="101" y="5"/>
                  <a:pt x="101" y="5"/>
                  <a:pt x="101" y="5"/>
                </a:cubicBezTo>
                <a:lnTo>
                  <a:pt x="101" y="6"/>
                </a:lnTo>
                <a:close/>
                <a:moveTo>
                  <a:pt x="101" y="180"/>
                </a:moveTo>
                <a:cubicBezTo>
                  <a:pt x="102" y="179"/>
                  <a:pt x="102" y="179"/>
                  <a:pt x="102" y="179"/>
                </a:cubicBezTo>
                <a:cubicBezTo>
                  <a:pt x="102" y="154"/>
                  <a:pt x="102" y="154"/>
                  <a:pt x="102" y="154"/>
                </a:cubicBezTo>
                <a:cubicBezTo>
                  <a:pt x="101" y="154"/>
                  <a:pt x="101" y="154"/>
                  <a:pt x="101" y="154"/>
                </a:cubicBezTo>
                <a:cubicBezTo>
                  <a:pt x="102" y="152"/>
                  <a:pt x="102" y="152"/>
                  <a:pt x="102" y="152"/>
                </a:cubicBezTo>
                <a:cubicBezTo>
                  <a:pt x="102" y="148"/>
                  <a:pt x="102" y="148"/>
                  <a:pt x="102" y="148"/>
                </a:cubicBezTo>
                <a:cubicBezTo>
                  <a:pt x="101" y="154"/>
                  <a:pt x="101" y="154"/>
                  <a:pt x="101" y="154"/>
                </a:cubicBezTo>
                <a:cubicBezTo>
                  <a:pt x="101" y="154"/>
                  <a:pt x="101" y="154"/>
                  <a:pt x="101" y="154"/>
                </a:cubicBezTo>
                <a:lnTo>
                  <a:pt x="101" y="180"/>
                </a:lnTo>
                <a:close/>
                <a:moveTo>
                  <a:pt x="102" y="55"/>
                </a:moveTo>
                <a:cubicBezTo>
                  <a:pt x="101" y="54"/>
                  <a:pt x="101" y="54"/>
                  <a:pt x="101" y="54"/>
                </a:cubicBezTo>
                <a:cubicBezTo>
                  <a:pt x="101" y="54"/>
                  <a:pt x="101" y="54"/>
                  <a:pt x="101" y="54"/>
                </a:cubicBezTo>
                <a:cubicBezTo>
                  <a:pt x="101" y="55"/>
                  <a:pt x="101" y="55"/>
                  <a:pt x="101" y="55"/>
                </a:cubicBezTo>
                <a:cubicBezTo>
                  <a:pt x="102" y="56"/>
                  <a:pt x="102" y="56"/>
                  <a:pt x="102" y="56"/>
                </a:cubicBezTo>
                <a:lnTo>
                  <a:pt x="102" y="55"/>
                </a:lnTo>
                <a:close/>
                <a:moveTo>
                  <a:pt x="102" y="59"/>
                </a:moveTo>
                <a:cubicBezTo>
                  <a:pt x="101" y="60"/>
                  <a:pt x="101" y="62"/>
                  <a:pt x="101" y="63"/>
                </a:cubicBezTo>
                <a:cubicBezTo>
                  <a:pt x="101" y="88"/>
                  <a:pt x="101" y="88"/>
                  <a:pt x="101" y="88"/>
                </a:cubicBezTo>
                <a:cubicBezTo>
                  <a:pt x="102" y="88"/>
                  <a:pt x="102" y="88"/>
                  <a:pt x="102" y="88"/>
                </a:cubicBezTo>
                <a:lnTo>
                  <a:pt x="102" y="59"/>
                </a:lnTo>
                <a:close/>
                <a:moveTo>
                  <a:pt x="102" y="95"/>
                </a:moveTo>
                <a:cubicBezTo>
                  <a:pt x="101" y="94"/>
                  <a:pt x="101" y="94"/>
                  <a:pt x="101" y="94"/>
                </a:cubicBezTo>
                <a:cubicBezTo>
                  <a:pt x="101" y="146"/>
                  <a:pt x="101" y="146"/>
                  <a:pt x="101" y="146"/>
                </a:cubicBezTo>
                <a:cubicBezTo>
                  <a:pt x="101" y="145"/>
                  <a:pt x="101" y="145"/>
                  <a:pt x="101" y="145"/>
                </a:cubicBezTo>
                <a:cubicBezTo>
                  <a:pt x="102" y="146"/>
                  <a:pt x="102" y="146"/>
                  <a:pt x="102" y="146"/>
                </a:cubicBezTo>
                <a:lnTo>
                  <a:pt x="102" y="95"/>
                </a:lnTo>
                <a:close/>
                <a:moveTo>
                  <a:pt x="100" y="6"/>
                </a:moveTo>
                <a:cubicBezTo>
                  <a:pt x="101" y="6"/>
                  <a:pt x="101" y="6"/>
                  <a:pt x="101" y="6"/>
                </a:cubicBezTo>
                <a:cubicBezTo>
                  <a:pt x="101" y="5"/>
                  <a:pt x="101" y="5"/>
                  <a:pt x="101" y="5"/>
                </a:cubicBezTo>
                <a:cubicBezTo>
                  <a:pt x="100" y="5"/>
                  <a:pt x="100" y="5"/>
                  <a:pt x="100" y="5"/>
                </a:cubicBezTo>
                <a:cubicBezTo>
                  <a:pt x="100" y="5"/>
                  <a:pt x="100" y="5"/>
                  <a:pt x="100" y="5"/>
                </a:cubicBezTo>
                <a:lnTo>
                  <a:pt x="100" y="6"/>
                </a:lnTo>
                <a:close/>
                <a:moveTo>
                  <a:pt x="100" y="180"/>
                </a:moveTo>
                <a:cubicBezTo>
                  <a:pt x="101" y="180"/>
                  <a:pt x="101" y="180"/>
                  <a:pt x="101" y="180"/>
                </a:cubicBezTo>
                <a:cubicBezTo>
                  <a:pt x="101" y="154"/>
                  <a:pt x="101" y="154"/>
                  <a:pt x="101" y="154"/>
                </a:cubicBezTo>
                <a:cubicBezTo>
                  <a:pt x="100" y="153"/>
                  <a:pt x="100" y="153"/>
                  <a:pt x="100" y="153"/>
                </a:cubicBezTo>
                <a:lnTo>
                  <a:pt x="100" y="180"/>
                </a:lnTo>
                <a:close/>
                <a:moveTo>
                  <a:pt x="101" y="54"/>
                </a:moveTo>
                <a:cubicBezTo>
                  <a:pt x="100" y="55"/>
                  <a:pt x="100" y="55"/>
                  <a:pt x="100" y="55"/>
                </a:cubicBezTo>
                <a:cubicBezTo>
                  <a:pt x="101" y="55"/>
                  <a:pt x="101" y="55"/>
                  <a:pt x="101" y="55"/>
                </a:cubicBezTo>
                <a:lnTo>
                  <a:pt x="101" y="54"/>
                </a:lnTo>
                <a:close/>
                <a:moveTo>
                  <a:pt x="101" y="63"/>
                </a:moveTo>
                <a:cubicBezTo>
                  <a:pt x="101" y="64"/>
                  <a:pt x="100" y="65"/>
                  <a:pt x="100" y="66"/>
                </a:cubicBezTo>
                <a:cubicBezTo>
                  <a:pt x="100" y="88"/>
                  <a:pt x="100" y="88"/>
                  <a:pt x="100" y="88"/>
                </a:cubicBezTo>
                <a:cubicBezTo>
                  <a:pt x="101" y="88"/>
                  <a:pt x="101" y="88"/>
                  <a:pt x="101" y="88"/>
                </a:cubicBezTo>
                <a:lnTo>
                  <a:pt x="101" y="63"/>
                </a:lnTo>
                <a:close/>
                <a:moveTo>
                  <a:pt x="101" y="94"/>
                </a:moveTo>
                <a:cubicBezTo>
                  <a:pt x="100" y="94"/>
                  <a:pt x="100" y="94"/>
                  <a:pt x="100" y="94"/>
                </a:cubicBezTo>
                <a:cubicBezTo>
                  <a:pt x="100" y="145"/>
                  <a:pt x="100" y="145"/>
                  <a:pt x="100" y="145"/>
                </a:cubicBezTo>
                <a:cubicBezTo>
                  <a:pt x="100" y="145"/>
                  <a:pt x="100" y="145"/>
                  <a:pt x="100" y="145"/>
                </a:cubicBezTo>
                <a:cubicBezTo>
                  <a:pt x="100" y="148"/>
                  <a:pt x="100" y="148"/>
                  <a:pt x="100" y="148"/>
                </a:cubicBezTo>
                <a:cubicBezTo>
                  <a:pt x="100" y="151"/>
                  <a:pt x="100" y="151"/>
                  <a:pt x="100" y="151"/>
                </a:cubicBezTo>
                <a:cubicBezTo>
                  <a:pt x="101" y="146"/>
                  <a:pt x="101" y="146"/>
                  <a:pt x="101" y="146"/>
                </a:cubicBezTo>
                <a:lnTo>
                  <a:pt x="101" y="94"/>
                </a:lnTo>
                <a:close/>
                <a:moveTo>
                  <a:pt x="99" y="6"/>
                </a:moveTo>
                <a:cubicBezTo>
                  <a:pt x="99" y="6"/>
                  <a:pt x="99" y="6"/>
                  <a:pt x="100" y="6"/>
                </a:cubicBezTo>
                <a:cubicBezTo>
                  <a:pt x="100" y="5"/>
                  <a:pt x="100" y="5"/>
                  <a:pt x="100" y="5"/>
                </a:cubicBezTo>
                <a:cubicBezTo>
                  <a:pt x="99" y="5"/>
                  <a:pt x="99" y="5"/>
                  <a:pt x="99" y="5"/>
                </a:cubicBezTo>
                <a:lnTo>
                  <a:pt x="99" y="6"/>
                </a:lnTo>
                <a:close/>
                <a:moveTo>
                  <a:pt x="99" y="180"/>
                </a:moveTo>
                <a:cubicBezTo>
                  <a:pt x="99" y="180"/>
                  <a:pt x="100" y="180"/>
                  <a:pt x="100" y="180"/>
                </a:cubicBezTo>
                <a:cubicBezTo>
                  <a:pt x="100" y="153"/>
                  <a:pt x="100" y="153"/>
                  <a:pt x="100" y="153"/>
                </a:cubicBezTo>
                <a:cubicBezTo>
                  <a:pt x="100" y="153"/>
                  <a:pt x="100" y="153"/>
                  <a:pt x="100" y="153"/>
                </a:cubicBezTo>
                <a:cubicBezTo>
                  <a:pt x="100" y="151"/>
                  <a:pt x="100" y="151"/>
                  <a:pt x="100" y="151"/>
                </a:cubicBezTo>
                <a:cubicBezTo>
                  <a:pt x="100" y="148"/>
                  <a:pt x="100" y="148"/>
                  <a:pt x="100" y="148"/>
                </a:cubicBezTo>
                <a:cubicBezTo>
                  <a:pt x="99" y="153"/>
                  <a:pt x="99" y="153"/>
                  <a:pt x="99" y="153"/>
                </a:cubicBezTo>
                <a:cubicBezTo>
                  <a:pt x="99" y="153"/>
                  <a:pt x="99" y="153"/>
                  <a:pt x="99" y="153"/>
                </a:cubicBezTo>
                <a:lnTo>
                  <a:pt x="99" y="180"/>
                </a:lnTo>
                <a:close/>
                <a:moveTo>
                  <a:pt x="100" y="66"/>
                </a:moveTo>
                <a:cubicBezTo>
                  <a:pt x="100" y="67"/>
                  <a:pt x="99" y="68"/>
                  <a:pt x="99" y="69"/>
                </a:cubicBezTo>
                <a:cubicBezTo>
                  <a:pt x="99" y="88"/>
                  <a:pt x="99" y="88"/>
                  <a:pt x="99" y="88"/>
                </a:cubicBezTo>
                <a:cubicBezTo>
                  <a:pt x="99" y="88"/>
                  <a:pt x="100" y="88"/>
                  <a:pt x="100" y="88"/>
                </a:cubicBezTo>
                <a:lnTo>
                  <a:pt x="100" y="66"/>
                </a:lnTo>
                <a:close/>
                <a:moveTo>
                  <a:pt x="100" y="94"/>
                </a:moveTo>
                <a:cubicBezTo>
                  <a:pt x="99" y="93"/>
                  <a:pt x="99" y="93"/>
                  <a:pt x="99" y="93"/>
                </a:cubicBezTo>
                <a:cubicBezTo>
                  <a:pt x="99" y="145"/>
                  <a:pt x="99" y="145"/>
                  <a:pt x="99" y="145"/>
                </a:cubicBezTo>
                <a:cubicBezTo>
                  <a:pt x="99" y="145"/>
                  <a:pt x="100" y="145"/>
                  <a:pt x="100" y="145"/>
                </a:cubicBezTo>
                <a:lnTo>
                  <a:pt x="100" y="94"/>
                </a:lnTo>
                <a:close/>
                <a:moveTo>
                  <a:pt x="94" y="46"/>
                </a:moveTo>
                <a:cubicBezTo>
                  <a:pt x="95" y="46"/>
                  <a:pt x="95" y="46"/>
                  <a:pt x="95" y="46"/>
                </a:cubicBezTo>
                <a:cubicBezTo>
                  <a:pt x="96" y="47"/>
                  <a:pt x="96" y="47"/>
                  <a:pt x="96" y="47"/>
                </a:cubicBezTo>
                <a:cubicBezTo>
                  <a:pt x="96" y="46"/>
                  <a:pt x="96" y="46"/>
                  <a:pt x="96" y="46"/>
                </a:cubicBezTo>
                <a:cubicBezTo>
                  <a:pt x="94" y="45"/>
                  <a:pt x="94" y="45"/>
                  <a:pt x="94" y="45"/>
                </a:cubicBezTo>
                <a:cubicBezTo>
                  <a:pt x="94" y="44"/>
                  <a:pt x="94" y="43"/>
                  <a:pt x="92" y="41"/>
                </a:cubicBezTo>
                <a:cubicBezTo>
                  <a:pt x="92" y="42"/>
                  <a:pt x="92" y="42"/>
                  <a:pt x="92" y="42"/>
                </a:cubicBezTo>
                <a:cubicBezTo>
                  <a:pt x="93" y="43"/>
                  <a:pt x="94" y="44"/>
                  <a:pt x="94" y="45"/>
                </a:cubicBezTo>
                <a:cubicBezTo>
                  <a:pt x="92" y="44"/>
                  <a:pt x="92" y="44"/>
                  <a:pt x="92" y="44"/>
                </a:cubicBezTo>
                <a:cubicBezTo>
                  <a:pt x="92" y="64"/>
                  <a:pt x="92" y="64"/>
                  <a:pt x="92" y="64"/>
                </a:cubicBezTo>
                <a:cubicBezTo>
                  <a:pt x="95" y="53"/>
                  <a:pt x="95" y="47"/>
                  <a:pt x="94" y="46"/>
                </a:cubicBezTo>
                <a:close/>
                <a:moveTo>
                  <a:pt x="92" y="39"/>
                </a:moveTo>
                <a:cubicBezTo>
                  <a:pt x="95" y="28"/>
                  <a:pt x="94" y="21"/>
                  <a:pt x="94" y="20"/>
                </a:cubicBezTo>
                <a:cubicBezTo>
                  <a:pt x="96" y="21"/>
                  <a:pt x="96" y="21"/>
                  <a:pt x="96" y="21"/>
                </a:cubicBezTo>
                <a:cubicBezTo>
                  <a:pt x="97" y="20"/>
                  <a:pt x="97" y="20"/>
                  <a:pt x="97" y="20"/>
                </a:cubicBezTo>
                <a:cubicBezTo>
                  <a:pt x="92" y="18"/>
                  <a:pt x="92" y="18"/>
                  <a:pt x="92" y="18"/>
                </a:cubicBezTo>
                <a:lnTo>
                  <a:pt x="92" y="39"/>
                </a:lnTo>
                <a:close/>
                <a:moveTo>
                  <a:pt x="92" y="5"/>
                </a:moveTo>
                <a:cubicBezTo>
                  <a:pt x="94" y="5"/>
                  <a:pt x="95" y="5"/>
                  <a:pt x="97" y="6"/>
                </a:cubicBezTo>
                <a:cubicBezTo>
                  <a:pt x="97" y="6"/>
                  <a:pt x="98" y="6"/>
                  <a:pt x="99" y="6"/>
                </a:cubicBezTo>
                <a:cubicBezTo>
                  <a:pt x="99" y="5"/>
                  <a:pt x="99" y="5"/>
                  <a:pt x="99" y="5"/>
                </a:cubicBezTo>
                <a:cubicBezTo>
                  <a:pt x="98" y="5"/>
                  <a:pt x="97" y="5"/>
                  <a:pt x="96" y="5"/>
                </a:cubicBezTo>
                <a:cubicBezTo>
                  <a:pt x="95" y="4"/>
                  <a:pt x="94" y="4"/>
                  <a:pt x="92" y="3"/>
                </a:cubicBezTo>
                <a:lnTo>
                  <a:pt x="92" y="5"/>
                </a:lnTo>
                <a:close/>
                <a:moveTo>
                  <a:pt x="92" y="179"/>
                </a:moveTo>
                <a:cubicBezTo>
                  <a:pt x="95" y="179"/>
                  <a:pt x="97" y="179"/>
                  <a:pt x="99" y="180"/>
                </a:cubicBezTo>
                <a:cubicBezTo>
                  <a:pt x="99" y="153"/>
                  <a:pt x="99" y="153"/>
                  <a:pt x="99" y="153"/>
                </a:cubicBezTo>
                <a:cubicBezTo>
                  <a:pt x="97" y="153"/>
                  <a:pt x="97" y="153"/>
                  <a:pt x="97" y="153"/>
                </a:cubicBezTo>
                <a:cubicBezTo>
                  <a:pt x="99" y="145"/>
                  <a:pt x="99" y="145"/>
                  <a:pt x="99" y="145"/>
                </a:cubicBezTo>
                <a:cubicBezTo>
                  <a:pt x="99" y="145"/>
                  <a:pt x="99" y="145"/>
                  <a:pt x="99" y="145"/>
                </a:cubicBezTo>
                <a:cubicBezTo>
                  <a:pt x="99" y="93"/>
                  <a:pt x="99" y="93"/>
                  <a:pt x="99" y="93"/>
                </a:cubicBezTo>
                <a:cubicBezTo>
                  <a:pt x="92" y="91"/>
                  <a:pt x="92" y="91"/>
                  <a:pt x="92" y="91"/>
                </a:cubicBezTo>
                <a:cubicBezTo>
                  <a:pt x="92" y="143"/>
                  <a:pt x="92" y="143"/>
                  <a:pt x="92" y="143"/>
                </a:cubicBezTo>
                <a:cubicBezTo>
                  <a:pt x="94" y="143"/>
                  <a:pt x="95" y="144"/>
                  <a:pt x="96" y="144"/>
                </a:cubicBezTo>
                <a:cubicBezTo>
                  <a:pt x="95" y="148"/>
                  <a:pt x="95" y="151"/>
                  <a:pt x="94" y="152"/>
                </a:cubicBezTo>
                <a:cubicBezTo>
                  <a:pt x="92" y="152"/>
                  <a:pt x="92" y="152"/>
                  <a:pt x="92" y="152"/>
                </a:cubicBezTo>
                <a:lnTo>
                  <a:pt x="92" y="179"/>
                </a:lnTo>
                <a:close/>
                <a:moveTo>
                  <a:pt x="99" y="69"/>
                </a:moveTo>
                <a:cubicBezTo>
                  <a:pt x="97" y="74"/>
                  <a:pt x="95" y="78"/>
                  <a:pt x="92" y="81"/>
                </a:cubicBezTo>
                <a:cubicBezTo>
                  <a:pt x="92" y="88"/>
                  <a:pt x="92" y="88"/>
                  <a:pt x="92" y="88"/>
                </a:cubicBezTo>
                <a:cubicBezTo>
                  <a:pt x="95" y="88"/>
                  <a:pt x="97" y="88"/>
                  <a:pt x="99" y="88"/>
                </a:cubicBezTo>
                <a:lnTo>
                  <a:pt x="99" y="69"/>
                </a:lnTo>
                <a:close/>
                <a:moveTo>
                  <a:pt x="92" y="41"/>
                </a:moveTo>
                <a:cubicBezTo>
                  <a:pt x="92" y="40"/>
                  <a:pt x="92" y="40"/>
                  <a:pt x="92" y="40"/>
                </a:cubicBezTo>
                <a:cubicBezTo>
                  <a:pt x="92" y="40"/>
                  <a:pt x="92" y="39"/>
                  <a:pt x="92" y="39"/>
                </a:cubicBezTo>
                <a:cubicBezTo>
                  <a:pt x="92" y="18"/>
                  <a:pt x="92" y="18"/>
                  <a:pt x="92" y="18"/>
                </a:cubicBezTo>
                <a:cubicBezTo>
                  <a:pt x="90" y="17"/>
                  <a:pt x="90" y="17"/>
                  <a:pt x="90" y="17"/>
                </a:cubicBezTo>
                <a:cubicBezTo>
                  <a:pt x="90" y="39"/>
                  <a:pt x="90" y="39"/>
                  <a:pt x="90" y="39"/>
                </a:cubicBezTo>
                <a:cubicBezTo>
                  <a:pt x="90" y="40"/>
                  <a:pt x="91" y="40"/>
                  <a:pt x="91" y="40"/>
                </a:cubicBezTo>
                <a:cubicBezTo>
                  <a:pt x="92" y="41"/>
                  <a:pt x="92" y="41"/>
                  <a:pt x="92" y="42"/>
                </a:cubicBezTo>
                <a:lnTo>
                  <a:pt x="92" y="41"/>
                </a:lnTo>
                <a:close/>
                <a:moveTo>
                  <a:pt x="90" y="6"/>
                </a:moveTo>
                <a:cubicBezTo>
                  <a:pt x="90" y="6"/>
                  <a:pt x="91" y="6"/>
                  <a:pt x="92" y="5"/>
                </a:cubicBezTo>
                <a:cubicBezTo>
                  <a:pt x="92" y="3"/>
                  <a:pt x="92" y="3"/>
                  <a:pt x="92" y="3"/>
                </a:cubicBezTo>
                <a:cubicBezTo>
                  <a:pt x="92" y="3"/>
                  <a:pt x="91" y="3"/>
                  <a:pt x="90" y="4"/>
                </a:cubicBezTo>
                <a:lnTo>
                  <a:pt x="90" y="6"/>
                </a:lnTo>
                <a:close/>
                <a:moveTo>
                  <a:pt x="90" y="2"/>
                </a:moveTo>
                <a:cubicBezTo>
                  <a:pt x="90" y="1"/>
                  <a:pt x="90" y="1"/>
                  <a:pt x="90" y="1"/>
                </a:cubicBezTo>
                <a:cubicBezTo>
                  <a:pt x="90" y="0"/>
                  <a:pt x="90" y="0"/>
                  <a:pt x="90" y="1"/>
                </a:cubicBezTo>
                <a:lnTo>
                  <a:pt x="90" y="2"/>
                </a:lnTo>
                <a:close/>
                <a:moveTo>
                  <a:pt x="90" y="179"/>
                </a:moveTo>
                <a:cubicBezTo>
                  <a:pt x="91" y="179"/>
                  <a:pt x="92" y="179"/>
                  <a:pt x="92" y="179"/>
                </a:cubicBezTo>
                <a:cubicBezTo>
                  <a:pt x="92" y="152"/>
                  <a:pt x="92" y="152"/>
                  <a:pt x="92" y="152"/>
                </a:cubicBezTo>
                <a:cubicBezTo>
                  <a:pt x="90" y="151"/>
                  <a:pt x="90" y="151"/>
                  <a:pt x="90" y="151"/>
                </a:cubicBezTo>
                <a:lnTo>
                  <a:pt x="90" y="179"/>
                </a:lnTo>
                <a:close/>
                <a:moveTo>
                  <a:pt x="92" y="81"/>
                </a:moveTo>
                <a:cubicBezTo>
                  <a:pt x="92" y="82"/>
                  <a:pt x="91" y="83"/>
                  <a:pt x="90" y="84"/>
                </a:cubicBezTo>
                <a:cubicBezTo>
                  <a:pt x="90" y="88"/>
                  <a:pt x="90" y="88"/>
                  <a:pt x="90" y="88"/>
                </a:cubicBezTo>
                <a:cubicBezTo>
                  <a:pt x="91" y="88"/>
                  <a:pt x="92" y="88"/>
                  <a:pt x="92" y="88"/>
                </a:cubicBezTo>
                <a:lnTo>
                  <a:pt x="92" y="81"/>
                </a:lnTo>
                <a:close/>
                <a:moveTo>
                  <a:pt x="92" y="91"/>
                </a:moveTo>
                <a:cubicBezTo>
                  <a:pt x="90" y="90"/>
                  <a:pt x="90" y="90"/>
                  <a:pt x="90" y="90"/>
                </a:cubicBezTo>
                <a:cubicBezTo>
                  <a:pt x="90" y="142"/>
                  <a:pt x="90" y="142"/>
                  <a:pt x="90" y="142"/>
                </a:cubicBezTo>
                <a:cubicBezTo>
                  <a:pt x="90" y="142"/>
                  <a:pt x="91" y="142"/>
                  <a:pt x="91" y="143"/>
                </a:cubicBezTo>
                <a:cubicBezTo>
                  <a:pt x="90" y="146"/>
                  <a:pt x="90" y="146"/>
                  <a:pt x="90" y="146"/>
                </a:cubicBezTo>
                <a:cubicBezTo>
                  <a:pt x="90" y="148"/>
                  <a:pt x="90" y="148"/>
                  <a:pt x="90" y="148"/>
                </a:cubicBezTo>
                <a:cubicBezTo>
                  <a:pt x="91" y="143"/>
                  <a:pt x="91" y="143"/>
                  <a:pt x="91" y="143"/>
                </a:cubicBezTo>
                <a:cubicBezTo>
                  <a:pt x="92" y="143"/>
                  <a:pt x="92" y="143"/>
                  <a:pt x="92" y="143"/>
                </a:cubicBezTo>
                <a:lnTo>
                  <a:pt x="92" y="91"/>
                </a:lnTo>
                <a:close/>
                <a:moveTo>
                  <a:pt x="90" y="84"/>
                </a:moveTo>
                <a:cubicBezTo>
                  <a:pt x="90" y="84"/>
                  <a:pt x="90" y="84"/>
                  <a:pt x="90" y="84"/>
                </a:cubicBezTo>
                <a:cubicBezTo>
                  <a:pt x="90" y="84"/>
                  <a:pt x="90" y="84"/>
                  <a:pt x="90" y="84"/>
                </a:cubicBezTo>
                <a:close/>
                <a:moveTo>
                  <a:pt x="90" y="75"/>
                </a:moveTo>
                <a:cubicBezTo>
                  <a:pt x="91" y="71"/>
                  <a:pt x="92" y="67"/>
                  <a:pt x="92" y="64"/>
                </a:cubicBezTo>
                <a:cubicBezTo>
                  <a:pt x="92" y="44"/>
                  <a:pt x="92" y="44"/>
                  <a:pt x="92" y="44"/>
                </a:cubicBezTo>
                <a:cubicBezTo>
                  <a:pt x="90" y="43"/>
                  <a:pt x="90" y="43"/>
                  <a:pt x="90" y="43"/>
                </a:cubicBezTo>
                <a:lnTo>
                  <a:pt x="90" y="75"/>
                </a:lnTo>
                <a:close/>
                <a:moveTo>
                  <a:pt x="90" y="17"/>
                </a:moveTo>
                <a:cubicBezTo>
                  <a:pt x="88" y="16"/>
                  <a:pt x="88" y="16"/>
                  <a:pt x="88" y="16"/>
                </a:cubicBezTo>
                <a:cubicBezTo>
                  <a:pt x="88" y="39"/>
                  <a:pt x="88" y="39"/>
                  <a:pt x="88" y="39"/>
                </a:cubicBezTo>
                <a:cubicBezTo>
                  <a:pt x="89" y="39"/>
                  <a:pt x="89" y="39"/>
                  <a:pt x="90" y="39"/>
                </a:cubicBezTo>
                <a:lnTo>
                  <a:pt x="90" y="17"/>
                </a:lnTo>
                <a:close/>
                <a:moveTo>
                  <a:pt x="88" y="9"/>
                </a:moveTo>
                <a:cubicBezTo>
                  <a:pt x="89" y="6"/>
                  <a:pt x="89" y="6"/>
                  <a:pt x="89" y="6"/>
                </a:cubicBezTo>
                <a:cubicBezTo>
                  <a:pt x="89" y="6"/>
                  <a:pt x="89" y="6"/>
                  <a:pt x="90" y="6"/>
                </a:cubicBezTo>
                <a:cubicBezTo>
                  <a:pt x="90" y="4"/>
                  <a:pt x="90" y="4"/>
                  <a:pt x="90" y="4"/>
                </a:cubicBezTo>
                <a:cubicBezTo>
                  <a:pt x="89" y="4"/>
                  <a:pt x="89" y="4"/>
                  <a:pt x="89" y="4"/>
                </a:cubicBezTo>
                <a:cubicBezTo>
                  <a:pt x="89" y="4"/>
                  <a:pt x="89" y="4"/>
                  <a:pt x="89" y="4"/>
                </a:cubicBezTo>
                <a:cubicBezTo>
                  <a:pt x="90" y="2"/>
                  <a:pt x="90" y="2"/>
                  <a:pt x="90" y="2"/>
                </a:cubicBezTo>
                <a:cubicBezTo>
                  <a:pt x="90" y="1"/>
                  <a:pt x="90" y="1"/>
                  <a:pt x="90" y="1"/>
                </a:cubicBezTo>
                <a:cubicBezTo>
                  <a:pt x="90" y="2"/>
                  <a:pt x="89" y="3"/>
                  <a:pt x="88" y="6"/>
                </a:cubicBezTo>
                <a:lnTo>
                  <a:pt x="88" y="9"/>
                </a:lnTo>
                <a:close/>
                <a:moveTo>
                  <a:pt x="88" y="178"/>
                </a:moveTo>
                <a:cubicBezTo>
                  <a:pt x="89" y="178"/>
                  <a:pt x="89" y="178"/>
                  <a:pt x="90" y="179"/>
                </a:cubicBezTo>
                <a:cubicBezTo>
                  <a:pt x="90" y="151"/>
                  <a:pt x="90" y="151"/>
                  <a:pt x="90" y="151"/>
                </a:cubicBezTo>
                <a:cubicBezTo>
                  <a:pt x="89" y="151"/>
                  <a:pt x="89" y="151"/>
                  <a:pt x="89" y="151"/>
                </a:cubicBezTo>
                <a:cubicBezTo>
                  <a:pt x="90" y="148"/>
                  <a:pt x="90" y="148"/>
                  <a:pt x="90" y="148"/>
                </a:cubicBezTo>
                <a:cubicBezTo>
                  <a:pt x="90" y="146"/>
                  <a:pt x="90" y="146"/>
                  <a:pt x="90" y="146"/>
                </a:cubicBezTo>
                <a:cubicBezTo>
                  <a:pt x="88" y="151"/>
                  <a:pt x="88" y="151"/>
                  <a:pt x="88" y="151"/>
                </a:cubicBezTo>
                <a:lnTo>
                  <a:pt x="88" y="178"/>
                </a:lnTo>
                <a:close/>
                <a:moveTo>
                  <a:pt x="90" y="84"/>
                </a:moveTo>
                <a:cubicBezTo>
                  <a:pt x="89" y="85"/>
                  <a:pt x="89" y="86"/>
                  <a:pt x="88" y="86"/>
                </a:cubicBezTo>
                <a:cubicBezTo>
                  <a:pt x="88" y="88"/>
                  <a:pt x="88" y="88"/>
                  <a:pt x="88" y="88"/>
                </a:cubicBezTo>
                <a:cubicBezTo>
                  <a:pt x="89" y="88"/>
                  <a:pt x="89" y="88"/>
                  <a:pt x="90" y="88"/>
                </a:cubicBezTo>
                <a:lnTo>
                  <a:pt x="90" y="84"/>
                </a:lnTo>
                <a:close/>
                <a:moveTo>
                  <a:pt x="90" y="90"/>
                </a:moveTo>
                <a:cubicBezTo>
                  <a:pt x="88" y="90"/>
                  <a:pt x="88" y="90"/>
                  <a:pt x="88" y="90"/>
                </a:cubicBezTo>
                <a:cubicBezTo>
                  <a:pt x="88" y="142"/>
                  <a:pt x="88" y="142"/>
                  <a:pt x="88" y="142"/>
                </a:cubicBezTo>
                <a:cubicBezTo>
                  <a:pt x="88" y="142"/>
                  <a:pt x="88" y="142"/>
                  <a:pt x="88" y="142"/>
                </a:cubicBezTo>
                <a:cubicBezTo>
                  <a:pt x="88" y="143"/>
                  <a:pt x="88" y="143"/>
                  <a:pt x="88" y="143"/>
                </a:cubicBezTo>
                <a:cubicBezTo>
                  <a:pt x="89" y="142"/>
                  <a:pt x="89" y="142"/>
                  <a:pt x="89" y="142"/>
                </a:cubicBezTo>
                <a:cubicBezTo>
                  <a:pt x="90" y="142"/>
                  <a:pt x="90" y="142"/>
                  <a:pt x="90" y="142"/>
                </a:cubicBezTo>
                <a:lnTo>
                  <a:pt x="90" y="90"/>
                </a:lnTo>
                <a:close/>
                <a:moveTo>
                  <a:pt x="88" y="84"/>
                </a:moveTo>
                <a:cubicBezTo>
                  <a:pt x="88" y="83"/>
                  <a:pt x="88" y="83"/>
                  <a:pt x="88" y="83"/>
                </a:cubicBezTo>
                <a:cubicBezTo>
                  <a:pt x="90" y="84"/>
                  <a:pt x="90" y="84"/>
                  <a:pt x="90" y="84"/>
                </a:cubicBezTo>
                <a:cubicBezTo>
                  <a:pt x="90" y="84"/>
                  <a:pt x="90" y="84"/>
                  <a:pt x="90" y="84"/>
                </a:cubicBezTo>
                <a:cubicBezTo>
                  <a:pt x="90" y="85"/>
                  <a:pt x="90" y="85"/>
                  <a:pt x="90" y="85"/>
                </a:cubicBezTo>
                <a:lnTo>
                  <a:pt x="88" y="84"/>
                </a:lnTo>
                <a:close/>
                <a:moveTo>
                  <a:pt x="88" y="81"/>
                </a:moveTo>
                <a:cubicBezTo>
                  <a:pt x="89" y="79"/>
                  <a:pt x="89" y="77"/>
                  <a:pt x="90" y="75"/>
                </a:cubicBezTo>
                <a:cubicBezTo>
                  <a:pt x="90" y="43"/>
                  <a:pt x="90" y="43"/>
                  <a:pt x="90" y="43"/>
                </a:cubicBezTo>
                <a:cubicBezTo>
                  <a:pt x="88" y="42"/>
                  <a:pt x="88" y="42"/>
                  <a:pt x="88" y="42"/>
                </a:cubicBezTo>
                <a:lnTo>
                  <a:pt x="88" y="81"/>
                </a:lnTo>
                <a:close/>
                <a:moveTo>
                  <a:pt x="88" y="16"/>
                </a:moveTo>
                <a:cubicBezTo>
                  <a:pt x="87" y="15"/>
                  <a:pt x="87" y="15"/>
                  <a:pt x="87" y="15"/>
                </a:cubicBezTo>
                <a:cubicBezTo>
                  <a:pt x="88" y="9"/>
                  <a:pt x="88" y="9"/>
                  <a:pt x="88" y="9"/>
                </a:cubicBezTo>
                <a:cubicBezTo>
                  <a:pt x="88" y="6"/>
                  <a:pt x="88" y="6"/>
                  <a:pt x="88" y="6"/>
                </a:cubicBezTo>
                <a:cubicBezTo>
                  <a:pt x="88" y="9"/>
                  <a:pt x="87" y="11"/>
                  <a:pt x="86" y="15"/>
                </a:cubicBezTo>
                <a:cubicBezTo>
                  <a:pt x="86" y="14"/>
                  <a:pt x="86" y="14"/>
                  <a:pt x="86" y="14"/>
                </a:cubicBezTo>
                <a:cubicBezTo>
                  <a:pt x="86" y="37"/>
                  <a:pt x="86" y="37"/>
                  <a:pt x="86" y="37"/>
                </a:cubicBezTo>
                <a:cubicBezTo>
                  <a:pt x="87" y="38"/>
                  <a:pt x="87" y="38"/>
                  <a:pt x="88" y="39"/>
                </a:cubicBezTo>
                <a:lnTo>
                  <a:pt x="88" y="16"/>
                </a:lnTo>
                <a:close/>
                <a:moveTo>
                  <a:pt x="86" y="178"/>
                </a:moveTo>
                <a:cubicBezTo>
                  <a:pt x="87" y="178"/>
                  <a:pt x="87" y="178"/>
                  <a:pt x="88" y="178"/>
                </a:cubicBezTo>
                <a:cubicBezTo>
                  <a:pt x="88" y="151"/>
                  <a:pt x="88" y="151"/>
                  <a:pt x="88" y="151"/>
                </a:cubicBezTo>
                <a:cubicBezTo>
                  <a:pt x="88" y="151"/>
                  <a:pt x="88" y="151"/>
                  <a:pt x="88" y="151"/>
                </a:cubicBezTo>
                <a:cubicBezTo>
                  <a:pt x="86" y="150"/>
                  <a:pt x="86" y="150"/>
                  <a:pt x="86" y="150"/>
                </a:cubicBezTo>
                <a:lnTo>
                  <a:pt x="86" y="178"/>
                </a:lnTo>
                <a:close/>
                <a:moveTo>
                  <a:pt x="88" y="86"/>
                </a:moveTo>
                <a:cubicBezTo>
                  <a:pt x="87" y="88"/>
                  <a:pt x="86" y="88"/>
                  <a:pt x="86" y="88"/>
                </a:cubicBezTo>
                <a:cubicBezTo>
                  <a:pt x="87" y="88"/>
                  <a:pt x="88" y="88"/>
                  <a:pt x="88" y="88"/>
                </a:cubicBezTo>
                <a:lnTo>
                  <a:pt x="88" y="86"/>
                </a:lnTo>
                <a:close/>
                <a:moveTo>
                  <a:pt x="88" y="90"/>
                </a:moveTo>
                <a:cubicBezTo>
                  <a:pt x="86" y="89"/>
                  <a:pt x="86" y="89"/>
                  <a:pt x="86" y="89"/>
                </a:cubicBezTo>
                <a:cubicBezTo>
                  <a:pt x="86" y="142"/>
                  <a:pt x="86" y="142"/>
                  <a:pt x="86" y="142"/>
                </a:cubicBezTo>
                <a:cubicBezTo>
                  <a:pt x="86" y="142"/>
                  <a:pt x="86" y="142"/>
                  <a:pt x="86" y="142"/>
                </a:cubicBezTo>
                <a:cubicBezTo>
                  <a:pt x="87" y="142"/>
                  <a:pt x="87" y="142"/>
                  <a:pt x="88" y="142"/>
                </a:cubicBezTo>
                <a:lnTo>
                  <a:pt x="88" y="90"/>
                </a:lnTo>
                <a:close/>
                <a:moveTo>
                  <a:pt x="86" y="83"/>
                </a:moveTo>
                <a:cubicBezTo>
                  <a:pt x="88" y="84"/>
                  <a:pt x="88" y="84"/>
                  <a:pt x="88" y="84"/>
                </a:cubicBezTo>
                <a:cubicBezTo>
                  <a:pt x="88" y="83"/>
                  <a:pt x="88" y="83"/>
                  <a:pt x="88" y="83"/>
                </a:cubicBezTo>
                <a:cubicBezTo>
                  <a:pt x="88" y="83"/>
                  <a:pt x="88" y="83"/>
                  <a:pt x="88" y="83"/>
                </a:cubicBezTo>
                <a:cubicBezTo>
                  <a:pt x="88" y="82"/>
                  <a:pt x="88" y="82"/>
                  <a:pt x="88" y="81"/>
                </a:cubicBezTo>
                <a:cubicBezTo>
                  <a:pt x="88" y="42"/>
                  <a:pt x="88" y="42"/>
                  <a:pt x="88" y="42"/>
                </a:cubicBezTo>
                <a:cubicBezTo>
                  <a:pt x="86" y="40"/>
                  <a:pt x="86" y="40"/>
                  <a:pt x="86" y="40"/>
                </a:cubicBezTo>
                <a:cubicBezTo>
                  <a:pt x="86" y="82"/>
                  <a:pt x="86" y="82"/>
                  <a:pt x="86" y="82"/>
                </a:cubicBezTo>
                <a:cubicBezTo>
                  <a:pt x="87" y="83"/>
                  <a:pt x="88" y="83"/>
                  <a:pt x="88" y="83"/>
                </a:cubicBezTo>
                <a:cubicBezTo>
                  <a:pt x="86" y="82"/>
                  <a:pt x="86" y="82"/>
                  <a:pt x="86" y="82"/>
                </a:cubicBezTo>
                <a:lnTo>
                  <a:pt x="86" y="83"/>
                </a:lnTo>
                <a:close/>
                <a:moveTo>
                  <a:pt x="88" y="142"/>
                </a:moveTo>
                <a:cubicBezTo>
                  <a:pt x="88" y="143"/>
                  <a:pt x="88" y="143"/>
                  <a:pt x="88" y="143"/>
                </a:cubicBezTo>
                <a:cubicBezTo>
                  <a:pt x="86" y="150"/>
                  <a:pt x="86" y="150"/>
                  <a:pt x="86" y="150"/>
                </a:cubicBezTo>
                <a:cubicBezTo>
                  <a:pt x="86" y="148"/>
                  <a:pt x="86" y="148"/>
                  <a:pt x="86" y="148"/>
                </a:cubicBezTo>
                <a:cubicBezTo>
                  <a:pt x="86" y="148"/>
                  <a:pt x="86" y="148"/>
                  <a:pt x="86" y="148"/>
                </a:cubicBezTo>
                <a:cubicBezTo>
                  <a:pt x="86" y="148"/>
                  <a:pt x="86" y="148"/>
                  <a:pt x="86" y="148"/>
                </a:cubicBezTo>
                <a:cubicBezTo>
                  <a:pt x="86" y="147"/>
                  <a:pt x="86" y="147"/>
                  <a:pt x="86" y="147"/>
                </a:cubicBezTo>
                <a:cubicBezTo>
                  <a:pt x="86" y="147"/>
                  <a:pt x="86" y="147"/>
                  <a:pt x="86" y="147"/>
                </a:cubicBezTo>
                <a:cubicBezTo>
                  <a:pt x="87" y="146"/>
                  <a:pt x="87" y="146"/>
                  <a:pt x="87" y="146"/>
                </a:cubicBezTo>
                <a:cubicBezTo>
                  <a:pt x="86" y="145"/>
                  <a:pt x="86" y="145"/>
                  <a:pt x="86" y="145"/>
                </a:cubicBezTo>
                <a:cubicBezTo>
                  <a:pt x="86" y="145"/>
                  <a:pt x="86" y="145"/>
                  <a:pt x="86" y="145"/>
                </a:cubicBezTo>
                <a:cubicBezTo>
                  <a:pt x="87" y="145"/>
                  <a:pt x="87" y="145"/>
                  <a:pt x="87" y="145"/>
                </a:cubicBezTo>
                <a:lnTo>
                  <a:pt x="88" y="142"/>
                </a:lnTo>
                <a:close/>
                <a:moveTo>
                  <a:pt x="86" y="14"/>
                </a:moveTo>
                <a:cubicBezTo>
                  <a:pt x="85" y="14"/>
                  <a:pt x="85" y="14"/>
                  <a:pt x="85" y="14"/>
                </a:cubicBezTo>
                <a:cubicBezTo>
                  <a:pt x="85" y="37"/>
                  <a:pt x="85" y="37"/>
                  <a:pt x="85" y="37"/>
                </a:cubicBezTo>
                <a:cubicBezTo>
                  <a:pt x="86" y="37"/>
                  <a:pt x="86" y="37"/>
                  <a:pt x="86" y="37"/>
                </a:cubicBezTo>
                <a:lnTo>
                  <a:pt x="86" y="14"/>
                </a:lnTo>
                <a:close/>
                <a:moveTo>
                  <a:pt x="85" y="178"/>
                </a:moveTo>
                <a:cubicBezTo>
                  <a:pt x="86" y="178"/>
                  <a:pt x="86" y="178"/>
                  <a:pt x="86" y="178"/>
                </a:cubicBezTo>
                <a:cubicBezTo>
                  <a:pt x="86" y="150"/>
                  <a:pt x="86" y="150"/>
                  <a:pt x="86" y="150"/>
                </a:cubicBezTo>
                <a:cubicBezTo>
                  <a:pt x="86" y="150"/>
                  <a:pt x="86" y="150"/>
                  <a:pt x="86" y="150"/>
                </a:cubicBezTo>
                <a:cubicBezTo>
                  <a:pt x="86" y="150"/>
                  <a:pt x="86" y="150"/>
                  <a:pt x="86" y="150"/>
                </a:cubicBezTo>
                <a:cubicBezTo>
                  <a:pt x="86" y="148"/>
                  <a:pt x="86" y="148"/>
                  <a:pt x="86" y="148"/>
                </a:cubicBezTo>
                <a:cubicBezTo>
                  <a:pt x="85" y="150"/>
                  <a:pt x="85" y="150"/>
                  <a:pt x="85" y="150"/>
                </a:cubicBezTo>
                <a:cubicBezTo>
                  <a:pt x="85" y="150"/>
                  <a:pt x="85" y="150"/>
                  <a:pt x="85" y="150"/>
                </a:cubicBezTo>
                <a:lnTo>
                  <a:pt x="85" y="178"/>
                </a:lnTo>
                <a:close/>
                <a:moveTo>
                  <a:pt x="86" y="89"/>
                </a:moveTo>
                <a:cubicBezTo>
                  <a:pt x="85" y="88"/>
                  <a:pt x="85" y="88"/>
                  <a:pt x="85" y="88"/>
                </a:cubicBezTo>
                <a:cubicBezTo>
                  <a:pt x="85" y="89"/>
                  <a:pt x="85" y="89"/>
                  <a:pt x="85" y="89"/>
                </a:cubicBezTo>
                <a:cubicBezTo>
                  <a:pt x="86" y="90"/>
                  <a:pt x="86" y="90"/>
                  <a:pt x="86" y="90"/>
                </a:cubicBezTo>
                <a:cubicBezTo>
                  <a:pt x="86" y="90"/>
                  <a:pt x="85" y="92"/>
                  <a:pt x="85" y="93"/>
                </a:cubicBezTo>
                <a:cubicBezTo>
                  <a:pt x="85" y="141"/>
                  <a:pt x="85" y="141"/>
                  <a:pt x="85" y="141"/>
                </a:cubicBezTo>
                <a:cubicBezTo>
                  <a:pt x="85" y="142"/>
                  <a:pt x="85" y="142"/>
                  <a:pt x="85" y="142"/>
                </a:cubicBezTo>
                <a:cubicBezTo>
                  <a:pt x="85" y="142"/>
                  <a:pt x="85" y="142"/>
                  <a:pt x="85" y="142"/>
                </a:cubicBezTo>
                <a:cubicBezTo>
                  <a:pt x="85" y="143"/>
                  <a:pt x="85" y="143"/>
                  <a:pt x="85" y="143"/>
                </a:cubicBezTo>
                <a:cubicBezTo>
                  <a:pt x="86" y="142"/>
                  <a:pt x="86" y="142"/>
                  <a:pt x="86" y="142"/>
                </a:cubicBezTo>
                <a:lnTo>
                  <a:pt x="86" y="89"/>
                </a:lnTo>
                <a:close/>
                <a:moveTo>
                  <a:pt x="85" y="83"/>
                </a:moveTo>
                <a:cubicBezTo>
                  <a:pt x="86" y="83"/>
                  <a:pt x="86" y="83"/>
                  <a:pt x="86" y="83"/>
                </a:cubicBezTo>
                <a:cubicBezTo>
                  <a:pt x="86" y="82"/>
                  <a:pt x="86" y="82"/>
                  <a:pt x="86" y="82"/>
                </a:cubicBezTo>
                <a:cubicBezTo>
                  <a:pt x="85" y="82"/>
                  <a:pt x="85" y="82"/>
                  <a:pt x="85" y="82"/>
                </a:cubicBezTo>
                <a:lnTo>
                  <a:pt x="85" y="83"/>
                </a:lnTo>
                <a:close/>
                <a:moveTo>
                  <a:pt x="86" y="40"/>
                </a:moveTo>
                <a:cubicBezTo>
                  <a:pt x="86" y="82"/>
                  <a:pt x="86" y="82"/>
                  <a:pt x="86" y="82"/>
                </a:cubicBezTo>
                <a:cubicBezTo>
                  <a:pt x="85" y="81"/>
                  <a:pt x="85" y="81"/>
                  <a:pt x="85" y="81"/>
                </a:cubicBezTo>
                <a:cubicBezTo>
                  <a:pt x="85" y="40"/>
                  <a:pt x="85" y="40"/>
                  <a:pt x="85" y="40"/>
                </a:cubicBezTo>
                <a:lnTo>
                  <a:pt x="86" y="40"/>
                </a:lnTo>
                <a:close/>
                <a:moveTo>
                  <a:pt x="86" y="145"/>
                </a:moveTo>
                <a:cubicBezTo>
                  <a:pt x="86" y="145"/>
                  <a:pt x="86" y="145"/>
                  <a:pt x="86" y="145"/>
                </a:cubicBezTo>
                <a:cubicBezTo>
                  <a:pt x="85" y="145"/>
                  <a:pt x="85" y="145"/>
                  <a:pt x="85" y="145"/>
                </a:cubicBezTo>
                <a:cubicBezTo>
                  <a:pt x="85" y="144"/>
                  <a:pt x="85" y="144"/>
                  <a:pt x="85" y="144"/>
                </a:cubicBezTo>
                <a:lnTo>
                  <a:pt x="86" y="145"/>
                </a:lnTo>
                <a:close/>
                <a:moveTo>
                  <a:pt x="86" y="147"/>
                </a:moveTo>
                <a:cubicBezTo>
                  <a:pt x="86" y="148"/>
                  <a:pt x="86" y="148"/>
                  <a:pt x="86" y="148"/>
                </a:cubicBezTo>
                <a:cubicBezTo>
                  <a:pt x="85" y="147"/>
                  <a:pt x="85" y="147"/>
                  <a:pt x="85" y="147"/>
                </a:cubicBezTo>
                <a:cubicBezTo>
                  <a:pt x="85" y="147"/>
                  <a:pt x="85" y="147"/>
                  <a:pt x="85" y="147"/>
                </a:cubicBezTo>
                <a:lnTo>
                  <a:pt x="86" y="147"/>
                </a:lnTo>
                <a:close/>
                <a:moveTo>
                  <a:pt x="85" y="14"/>
                </a:moveTo>
                <a:cubicBezTo>
                  <a:pt x="84" y="13"/>
                  <a:pt x="84" y="13"/>
                  <a:pt x="84" y="13"/>
                </a:cubicBezTo>
                <a:cubicBezTo>
                  <a:pt x="84" y="36"/>
                  <a:pt x="84" y="36"/>
                  <a:pt x="84" y="36"/>
                </a:cubicBezTo>
                <a:cubicBezTo>
                  <a:pt x="85" y="37"/>
                  <a:pt x="85" y="37"/>
                  <a:pt x="85" y="37"/>
                </a:cubicBezTo>
                <a:lnTo>
                  <a:pt x="85" y="14"/>
                </a:lnTo>
                <a:close/>
                <a:moveTo>
                  <a:pt x="84" y="177"/>
                </a:moveTo>
                <a:cubicBezTo>
                  <a:pt x="85" y="178"/>
                  <a:pt x="85" y="178"/>
                  <a:pt x="85" y="178"/>
                </a:cubicBezTo>
                <a:cubicBezTo>
                  <a:pt x="85" y="150"/>
                  <a:pt x="85" y="150"/>
                  <a:pt x="85" y="150"/>
                </a:cubicBezTo>
                <a:cubicBezTo>
                  <a:pt x="84" y="149"/>
                  <a:pt x="84" y="149"/>
                  <a:pt x="84" y="149"/>
                </a:cubicBezTo>
                <a:lnTo>
                  <a:pt x="84" y="177"/>
                </a:lnTo>
                <a:close/>
                <a:moveTo>
                  <a:pt x="85" y="88"/>
                </a:moveTo>
                <a:cubicBezTo>
                  <a:pt x="84" y="88"/>
                  <a:pt x="84" y="88"/>
                  <a:pt x="84" y="88"/>
                </a:cubicBezTo>
                <a:cubicBezTo>
                  <a:pt x="84" y="88"/>
                  <a:pt x="84" y="88"/>
                  <a:pt x="84" y="88"/>
                </a:cubicBezTo>
                <a:cubicBezTo>
                  <a:pt x="84" y="89"/>
                  <a:pt x="84" y="89"/>
                  <a:pt x="84" y="89"/>
                </a:cubicBezTo>
                <a:cubicBezTo>
                  <a:pt x="85" y="89"/>
                  <a:pt x="85" y="89"/>
                  <a:pt x="85" y="89"/>
                </a:cubicBezTo>
                <a:lnTo>
                  <a:pt x="85" y="88"/>
                </a:lnTo>
                <a:close/>
                <a:moveTo>
                  <a:pt x="85" y="93"/>
                </a:moveTo>
                <a:cubicBezTo>
                  <a:pt x="85" y="95"/>
                  <a:pt x="84" y="96"/>
                  <a:pt x="84" y="98"/>
                </a:cubicBezTo>
                <a:cubicBezTo>
                  <a:pt x="84" y="141"/>
                  <a:pt x="84" y="141"/>
                  <a:pt x="84" y="141"/>
                </a:cubicBezTo>
                <a:cubicBezTo>
                  <a:pt x="85" y="141"/>
                  <a:pt x="85" y="141"/>
                  <a:pt x="85" y="141"/>
                </a:cubicBezTo>
                <a:lnTo>
                  <a:pt x="85" y="93"/>
                </a:lnTo>
                <a:close/>
                <a:moveTo>
                  <a:pt x="84" y="82"/>
                </a:moveTo>
                <a:cubicBezTo>
                  <a:pt x="85" y="83"/>
                  <a:pt x="85" y="83"/>
                  <a:pt x="85" y="83"/>
                </a:cubicBezTo>
                <a:cubicBezTo>
                  <a:pt x="85" y="82"/>
                  <a:pt x="85" y="82"/>
                  <a:pt x="85" y="82"/>
                </a:cubicBezTo>
                <a:cubicBezTo>
                  <a:pt x="84" y="82"/>
                  <a:pt x="84" y="82"/>
                  <a:pt x="84" y="82"/>
                </a:cubicBezTo>
                <a:close/>
                <a:moveTo>
                  <a:pt x="85" y="40"/>
                </a:moveTo>
                <a:cubicBezTo>
                  <a:pt x="85" y="81"/>
                  <a:pt x="85" y="81"/>
                  <a:pt x="85" y="81"/>
                </a:cubicBezTo>
                <a:cubicBezTo>
                  <a:pt x="84" y="81"/>
                  <a:pt x="84" y="81"/>
                  <a:pt x="84" y="81"/>
                </a:cubicBezTo>
                <a:cubicBezTo>
                  <a:pt x="84" y="39"/>
                  <a:pt x="84" y="39"/>
                  <a:pt x="84" y="39"/>
                </a:cubicBezTo>
                <a:lnTo>
                  <a:pt x="85" y="40"/>
                </a:lnTo>
                <a:close/>
                <a:moveTo>
                  <a:pt x="85" y="142"/>
                </a:moveTo>
                <a:cubicBezTo>
                  <a:pt x="85" y="143"/>
                  <a:pt x="85" y="143"/>
                  <a:pt x="85" y="143"/>
                </a:cubicBezTo>
                <a:cubicBezTo>
                  <a:pt x="85" y="144"/>
                  <a:pt x="85" y="144"/>
                  <a:pt x="85" y="144"/>
                </a:cubicBezTo>
                <a:cubicBezTo>
                  <a:pt x="85" y="144"/>
                  <a:pt x="85" y="144"/>
                  <a:pt x="85" y="144"/>
                </a:cubicBezTo>
                <a:cubicBezTo>
                  <a:pt x="85" y="145"/>
                  <a:pt x="85" y="145"/>
                  <a:pt x="85" y="145"/>
                </a:cubicBezTo>
                <a:cubicBezTo>
                  <a:pt x="84" y="144"/>
                  <a:pt x="84" y="144"/>
                  <a:pt x="84" y="144"/>
                </a:cubicBezTo>
                <a:cubicBezTo>
                  <a:pt x="84" y="145"/>
                  <a:pt x="84" y="145"/>
                  <a:pt x="84" y="145"/>
                </a:cubicBezTo>
                <a:cubicBezTo>
                  <a:pt x="84" y="144"/>
                  <a:pt x="84" y="144"/>
                  <a:pt x="84" y="144"/>
                </a:cubicBezTo>
                <a:cubicBezTo>
                  <a:pt x="84" y="144"/>
                  <a:pt x="84" y="144"/>
                  <a:pt x="84" y="144"/>
                </a:cubicBezTo>
                <a:cubicBezTo>
                  <a:pt x="84" y="144"/>
                  <a:pt x="84" y="144"/>
                  <a:pt x="84" y="144"/>
                </a:cubicBezTo>
                <a:cubicBezTo>
                  <a:pt x="84" y="143"/>
                  <a:pt x="84" y="143"/>
                  <a:pt x="84" y="143"/>
                </a:cubicBezTo>
                <a:cubicBezTo>
                  <a:pt x="84" y="144"/>
                  <a:pt x="84" y="144"/>
                  <a:pt x="84" y="144"/>
                </a:cubicBezTo>
                <a:lnTo>
                  <a:pt x="85" y="142"/>
                </a:lnTo>
                <a:close/>
                <a:moveTo>
                  <a:pt x="85" y="147"/>
                </a:moveTo>
                <a:cubicBezTo>
                  <a:pt x="85" y="147"/>
                  <a:pt x="85" y="147"/>
                  <a:pt x="85" y="147"/>
                </a:cubicBezTo>
                <a:cubicBezTo>
                  <a:pt x="84" y="146"/>
                  <a:pt x="84" y="146"/>
                  <a:pt x="84" y="146"/>
                </a:cubicBezTo>
                <a:cubicBezTo>
                  <a:pt x="84" y="146"/>
                  <a:pt x="84" y="146"/>
                  <a:pt x="84" y="146"/>
                </a:cubicBezTo>
                <a:lnTo>
                  <a:pt x="85" y="147"/>
                </a:lnTo>
                <a:close/>
                <a:moveTo>
                  <a:pt x="84" y="13"/>
                </a:moveTo>
                <a:cubicBezTo>
                  <a:pt x="83" y="13"/>
                  <a:pt x="83" y="13"/>
                  <a:pt x="83" y="13"/>
                </a:cubicBezTo>
                <a:cubicBezTo>
                  <a:pt x="83" y="36"/>
                  <a:pt x="83" y="36"/>
                  <a:pt x="83" y="36"/>
                </a:cubicBezTo>
                <a:cubicBezTo>
                  <a:pt x="83" y="36"/>
                  <a:pt x="84" y="36"/>
                  <a:pt x="84" y="36"/>
                </a:cubicBezTo>
                <a:lnTo>
                  <a:pt x="84" y="13"/>
                </a:lnTo>
                <a:close/>
                <a:moveTo>
                  <a:pt x="83" y="177"/>
                </a:moveTo>
                <a:cubicBezTo>
                  <a:pt x="83" y="177"/>
                  <a:pt x="84" y="177"/>
                  <a:pt x="84" y="177"/>
                </a:cubicBezTo>
                <a:cubicBezTo>
                  <a:pt x="84" y="149"/>
                  <a:pt x="84" y="149"/>
                  <a:pt x="84" y="149"/>
                </a:cubicBezTo>
                <a:cubicBezTo>
                  <a:pt x="83" y="149"/>
                  <a:pt x="83" y="149"/>
                  <a:pt x="83" y="149"/>
                </a:cubicBezTo>
                <a:cubicBezTo>
                  <a:pt x="83" y="149"/>
                  <a:pt x="83" y="149"/>
                  <a:pt x="83" y="149"/>
                </a:cubicBezTo>
                <a:cubicBezTo>
                  <a:pt x="83" y="150"/>
                  <a:pt x="83" y="150"/>
                  <a:pt x="83" y="150"/>
                </a:cubicBezTo>
                <a:cubicBezTo>
                  <a:pt x="83" y="150"/>
                  <a:pt x="83" y="150"/>
                  <a:pt x="83" y="150"/>
                </a:cubicBezTo>
                <a:lnTo>
                  <a:pt x="83" y="177"/>
                </a:lnTo>
                <a:close/>
                <a:moveTo>
                  <a:pt x="84" y="88"/>
                </a:moveTo>
                <a:cubicBezTo>
                  <a:pt x="84" y="89"/>
                  <a:pt x="84" y="89"/>
                  <a:pt x="84" y="89"/>
                </a:cubicBezTo>
                <a:cubicBezTo>
                  <a:pt x="84" y="89"/>
                  <a:pt x="84" y="89"/>
                  <a:pt x="84" y="89"/>
                </a:cubicBezTo>
                <a:lnTo>
                  <a:pt x="84" y="88"/>
                </a:lnTo>
                <a:close/>
                <a:moveTo>
                  <a:pt x="84" y="98"/>
                </a:moveTo>
                <a:cubicBezTo>
                  <a:pt x="84" y="99"/>
                  <a:pt x="83" y="100"/>
                  <a:pt x="83" y="102"/>
                </a:cubicBezTo>
                <a:cubicBezTo>
                  <a:pt x="83" y="141"/>
                  <a:pt x="83" y="141"/>
                  <a:pt x="83" y="141"/>
                </a:cubicBezTo>
                <a:cubicBezTo>
                  <a:pt x="84" y="141"/>
                  <a:pt x="84" y="141"/>
                  <a:pt x="84" y="141"/>
                </a:cubicBezTo>
                <a:lnTo>
                  <a:pt x="84" y="98"/>
                </a:lnTo>
                <a:close/>
                <a:moveTo>
                  <a:pt x="83" y="82"/>
                </a:moveTo>
                <a:cubicBezTo>
                  <a:pt x="84" y="82"/>
                  <a:pt x="84" y="82"/>
                  <a:pt x="84" y="82"/>
                </a:cubicBezTo>
                <a:cubicBezTo>
                  <a:pt x="84" y="82"/>
                  <a:pt x="84" y="82"/>
                  <a:pt x="84" y="82"/>
                </a:cubicBezTo>
                <a:cubicBezTo>
                  <a:pt x="83" y="81"/>
                  <a:pt x="83" y="81"/>
                  <a:pt x="83" y="81"/>
                </a:cubicBezTo>
                <a:lnTo>
                  <a:pt x="83" y="82"/>
                </a:lnTo>
                <a:close/>
                <a:moveTo>
                  <a:pt x="84" y="39"/>
                </a:moveTo>
                <a:cubicBezTo>
                  <a:pt x="84" y="81"/>
                  <a:pt x="84" y="81"/>
                  <a:pt x="84" y="81"/>
                </a:cubicBezTo>
                <a:cubicBezTo>
                  <a:pt x="83" y="80"/>
                  <a:pt x="83" y="80"/>
                  <a:pt x="83" y="80"/>
                </a:cubicBezTo>
                <a:cubicBezTo>
                  <a:pt x="83" y="39"/>
                  <a:pt x="83" y="39"/>
                  <a:pt x="83" y="39"/>
                </a:cubicBezTo>
                <a:lnTo>
                  <a:pt x="84" y="39"/>
                </a:lnTo>
                <a:close/>
                <a:moveTo>
                  <a:pt x="84" y="143"/>
                </a:moveTo>
                <a:cubicBezTo>
                  <a:pt x="84" y="144"/>
                  <a:pt x="84" y="144"/>
                  <a:pt x="84" y="144"/>
                </a:cubicBezTo>
                <a:cubicBezTo>
                  <a:pt x="83" y="143"/>
                  <a:pt x="83" y="143"/>
                  <a:pt x="83" y="143"/>
                </a:cubicBezTo>
                <a:cubicBezTo>
                  <a:pt x="83" y="142"/>
                  <a:pt x="83" y="142"/>
                  <a:pt x="83" y="142"/>
                </a:cubicBezTo>
                <a:lnTo>
                  <a:pt x="84" y="143"/>
                </a:lnTo>
                <a:close/>
                <a:moveTo>
                  <a:pt x="84" y="144"/>
                </a:moveTo>
                <a:cubicBezTo>
                  <a:pt x="84" y="145"/>
                  <a:pt x="84" y="145"/>
                  <a:pt x="84" y="145"/>
                </a:cubicBezTo>
                <a:cubicBezTo>
                  <a:pt x="84" y="146"/>
                  <a:pt x="84" y="146"/>
                  <a:pt x="84" y="146"/>
                </a:cubicBezTo>
                <a:cubicBezTo>
                  <a:pt x="84" y="146"/>
                  <a:pt x="84" y="146"/>
                  <a:pt x="84" y="146"/>
                </a:cubicBezTo>
                <a:cubicBezTo>
                  <a:pt x="84" y="146"/>
                  <a:pt x="84" y="146"/>
                  <a:pt x="84" y="146"/>
                </a:cubicBezTo>
                <a:cubicBezTo>
                  <a:pt x="84" y="146"/>
                  <a:pt x="84" y="146"/>
                  <a:pt x="84" y="146"/>
                </a:cubicBezTo>
                <a:cubicBezTo>
                  <a:pt x="83" y="148"/>
                  <a:pt x="83" y="148"/>
                  <a:pt x="83" y="148"/>
                </a:cubicBezTo>
                <a:cubicBezTo>
                  <a:pt x="83" y="147"/>
                  <a:pt x="83" y="147"/>
                  <a:pt x="83" y="147"/>
                </a:cubicBezTo>
                <a:cubicBezTo>
                  <a:pt x="83" y="146"/>
                  <a:pt x="83" y="146"/>
                  <a:pt x="83" y="146"/>
                </a:cubicBezTo>
                <a:cubicBezTo>
                  <a:pt x="83" y="146"/>
                  <a:pt x="83" y="146"/>
                  <a:pt x="83" y="146"/>
                </a:cubicBezTo>
                <a:cubicBezTo>
                  <a:pt x="83" y="145"/>
                  <a:pt x="83" y="145"/>
                  <a:pt x="83" y="145"/>
                </a:cubicBezTo>
                <a:cubicBezTo>
                  <a:pt x="83" y="145"/>
                  <a:pt x="83" y="145"/>
                  <a:pt x="83" y="145"/>
                </a:cubicBezTo>
                <a:lnTo>
                  <a:pt x="84" y="144"/>
                </a:lnTo>
                <a:close/>
                <a:moveTo>
                  <a:pt x="83" y="13"/>
                </a:moveTo>
                <a:cubicBezTo>
                  <a:pt x="82" y="12"/>
                  <a:pt x="82" y="12"/>
                  <a:pt x="82" y="12"/>
                </a:cubicBezTo>
                <a:cubicBezTo>
                  <a:pt x="82" y="80"/>
                  <a:pt x="82" y="80"/>
                  <a:pt x="82" y="80"/>
                </a:cubicBezTo>
                <a:cubicBezTo>
                  <a:pt x="83" y="80"/>
                  <a:pt x="83" y="80"/>
                  <a:pt x="83" y="80"/>
                </a:cubicBezTo>
                <a:cubicBezTo>
                  <a:pt x="83" y="39"/>
                  <a:pt x="83" y="39"/>
                  <a:pt x="83" y="39"/>
                </a:cubicBezTo>
                <a:cubicBezTo>
                  <a:pt x="82" y="38"/>
                  <a:pt x="82" y="38"/>
                  <a:pt x="82" y="38"/>
                </a:cubicBezTo>
                <a:cubicBezTo>
                  <a:pt x="83" y="36"/>
                  <a:pt x="83" y="36"/>
                  <a:pt x="83" y="36"/>
                </a:cubicBezTo>
                <a:cubicBezTo>
                  <a:pt x="83" y="36"/>
                  <a:pt x="83" y="36"/>
                  <a:pt x="83" y="36"/>
                </a:cubicBezTo>
                <a:lnTo>
                  <a:pt x="83" y="13"/>
                </a:lnTo>
                <a:close/>
                <a:moveTo>
                  <a:pt x="82" y="177"/>
                </a:moveTo>
                <a:cubicBezTo>
                  <a:pt x="83" y="177"/>
                  <a:pt x="83" y="177"/>
                  <a:pt x="83" y="177"/>
                </a:cubicBezTo>
                <a:cubicBezTo>
                  <a:pt x="83" y="150"/>
                  <a:pt x="83" y="150"/>
                  <a:pt x="83" y="150"/>
                </a:cubicBezTo>
                <a:cubicBezTo>
                  <a:pt x="82" y="149"/>
                  <a:pt x="82" y="149"/>
                  <a:pt x="82" y="149"/>
                </a:cubicBezTo>
                <a:cubicBezTo>
                  <a:pt x="82" y="149"/>
                  <a:pt x="82" y="149"/>
                  <a:pt x="82" y="149"/>
                </a:cubicBezTo>
                <a:cubicBezTo>
                  <a:pt x="83" y="149"/>
                  <a:pt x="83" y="149"/>
                  <a:pt x="83" y="149"/>
                </a:cubicBezTo>
                <a:cubicBezTo>
                  <a:pt x="83" y="149"/>
                  <a:pt x="83" y="149"/>
                  <a:pt x="83" y="149"/>
                </a:cubicBezTo>
                <a:cubicBezTo>
                  <a:pt x="83" y="149"/>
                  <a:pt x="83" y="149"/>
                  <a:pt x="83" y="149"/>
                </a:cubicBezTo>
                <a:cubicBezTo>
                  <a:pt x="83" y="148"/>
                  <a:pt x="83" y="148"/>
                  <a:pt x="83" y="148"/>
                </a:cubicBezTo>
                <a:cubicBezTo>
                  <a:pt x="83" y="147"/>
                  <a:pt x="83" y="147"/>
                  <a:pt x="83" y="147"/>
                </a:cubicBezTo>
                <a:cubicBezTo>
                  <a:pt x="82" y="148"/>
                  <a:pt x="82" y="148"/>
                  <a:pt x="82" y="148"/>
                </a:cubicBezTo>
                <a:cubicBezTo>
                  <a:pt x="82" y="148"/>
                  <a:pt x="82" y="148"/>
                  <a:pt x="82" y="148"/>
                </a:cubicBezTo>
                <a:cubicBezTo>
                  <a:pt x="82" y="149"/>
                  <a:pt x="82" y="149"/>
                  <a:pt x="82" y="149"/>
                </a:cubicBezTo>
                <a:cubicBezTo>
                  <a:pt x="82" y="149"/>
                  <a:pt x="82" y="149"/>
                  <a:pt x="82" y="149"/>
                </a:cubicBezTo>
                <a:cubicBezTo>
                  <a:pt x="82" y="149"/>
                  <a:pt x="82" y="149"/>
                  <a:pt x="82" y="149"/>
                </a:cubicBezTo>
                <a:cubicBezTo>
                  <a:pt x="82" y="149"/>
                  <a:pt x="82" y="149"/>
                  <a:pt x="82" y="149"/>
                </a:cubicBezTo>
                <a:lnTo>
                  <a:pt x="82" y="177"/>
                </a:lnTo>
                <a:close/>
                <a:moveTo>
                  <a:pt x="83" y="102"/>
                </a:moveTo>
                <a:cubicBezTo>
                  <a:pt x="83" y="102"/>
                  <a:pt x="83" y="102"/>
                  <a:pt x="83" y="102"/>
                </a:cubicBezTo>
                <a:cubicBezTo>
                  <a:pt x="82" y="99"/>
                  <a:pt x="82" y="99"/>
                  <a:pt x="82" y="99"/>
                </a:cubicBezTo>
                <a:cubicBezTo>
                  <a:pt x="82" y="100"/>
                  <a:pt x="82" y="100"/>
                  <a:pt x="82" y="100"/>
                </a:cubicBezTo>
                <a:cubicBezTo>
                  <a:pt x="82" y="103"/>
                  <a:pt x="82" y="103"/>
                  <a:pt x="82" y="103"/>
                </a:cubicBezTo>
                <a:cubicBezTo>
                  <a:pt x="82" y="104"/>
                  <a:pt x="82" y="105"/>
                  <a:pt x="82" y="106"/>
                </a:cubicBezTo>
                <a:cubicBezTo>
                  <a:pt x="82" y="141"/>
                  <a:pt x="82" y="141"/>
                  <a:pt x="82" y="141"/>
                </a:cubicBezTo>
                <a:cubicBezTo>
                  <a:pt x="82" y="141"/>
                  <a:pt x="82" y="141"/>
                  <a:pt x="82" y="141"/>
                </a:cubicBezTo>
                <a:cubicBezTo>
                  <a:pt x="82" y="142"/>
                  <a:pt x="82" y="142"/>
                  <a:pt x="82" y="142"/>
                </a:cubicBezTo>
                <a:cubicBezTo>
                  <a:pt x="82" y="143"/>
                  <a:pt x="82" y="143"/>
                  <a:pt x="82" y="143"/>
                </a:cubicBezTo>
                <a:cubicBezTo>
                  <a:pt x="82" y="142"/>
                  <a:pt x="82" y="142"/>
                  <a:pt x="82" y="142"/>
                </a:cubicBezTo>
                <a:cubicBezTo>
                  <a:pt x="83" y="143"/>
                  <a:pt x="83" y="143"/>
                  <a:pt x="83" y="143"/>
                </a:cubicBezTo>
                <a:cubicBezTo>
                  <a:pt x="83" y="142"/>
                  <a:pt x="83" y="142"/>
                  <a:pt x="83" y="142"/>
                </a:cubicBezTo>
                <a:cubicBezTo>
                  <a:pt x="82" y="142"/>
                  <a:pt x="82" y="142"/>
                  <a:pt x="82" y="142"/>
                </a:cubicBezTo>
                <a:cubicBezTo>
                  <a:pt x="82" y="142"/>
                  <a:pt x="82" y="142"/>
                  <a:pt x="82" y="142"/>
                </a:cubicBezTo>
                <a:cubicBezTo>
                  <a:pt x="83" y="141"/>
                  <a:pt x="83" y="141"/>
                  <a:pt x="83" y="141"/>
                </a:cubicBezTo>
                <a:cubicBezTo>
                  <a:pt x="83" y="141"/>
                  <a:pt x="83" y="141"/>
                  <a:pt x="83" y="141"/>
                </a:cubicBezTo>
                <a:lnTo>
                  <a:pt x="83" y="102"/>
                </a:lnTo>
                <a:close/>
                <a:moveTo>
                  <a:pt x="82" y="82"/>
                </a:moveTo>
                <a:cubicBezTo>
                  <a:pt x="83" y="82"/>
                  <a:pt x="83" y="82"/>
                  <a:pt x="83" y="82"/>
                </a:cubicBezTo>
                <a:cubicBezTo>
                  <a:pt x="83" y="81"/>
                  <a:pt x="83" y="81"/>
                  <a:pt x="83" y="81"/>
                </a:cubicBezTo>
                <a:cubicBezTo>
                  <a:pt x="82" y="81"/>
                  <a:pt x="82" y="81"/>
                  <a:pt x="82" y="81"/>
                </a:cubicBezTo>
                <a:lnTo>
                  <a:pt x="82" y="82"/>
                </a:lnTo>
                <a:close/>
                <a:moveTo>
                  <a:pt x="83" y="145"/>
                </a:moveTo>
                <a:cubicBezTo>
                  <a:pt x="83" y="146"/>
                  <a:pt x="83" y="146"/>
                  <a:pt x="83" y="146"/>
                </a:cubicBezTo>
                <a:cubicBezTo>
                  <a:pt x="82" y="145"/>
                  <a:pt x="82" y="145"/>
                  <a:pt x="82" y="145"/>
                </a:cubicBezTo>
                <a:cubicBezTo>
                  <a:pt x="82" y="144"/>
                  <a:pt x="82" y="144"/>
                  <a:pt x="82" y="144"/>
                </a:cubicBezTo>
                <a:lnTo>
                  <a:pt x="83" y="145"/>
                </a:lnTo>
                <a:close/>
                <a:moveTo>
                  <a:pt x="82" y="12"/>
                </a:moveTo>
                <a:cubicBezTo>
                  <a:pt x="81" y="12"/>
                  <a:pt x="81" y="12"/>
                  <a:pt x="81" y="12"/>
                </a:cubicBezTo>
                <a:cubicBezTo>
                  <a:pt x="81" y="35"/>
                  <a:pt x="81" y="35"/>
                  <a:pt x="81" y="35"/>
                </a:cubicBezTo>
                <a:cubicBezTo>
                  <a:pt x="81" y="35"/>
                  <a:pt x="81" y="35"/>
                  <a:pt x="81" y="35"/>
                </a:cubicBezTo>
                <a:cubicBezTo>
                  <a:pt x="81" y="37"/>
                  <a:pt x="81" y="37"/>
                  <a:pt x="81" y="37"/>
                </a:cubicBezTo>
                <a:cubicBezTo>
                  <a:pt x="81" y="79"/>
                  <a:pt x="81" y="79"/>
                  <a:pt x="81" y="79"/>
                </a:cubicBezTo>
                <a:cubicBezTo>
                  <a:pt x="82" y="80"/>
                  <a:pt x="82" y="80"/>
                  <a:pt x="82" y="80"/>
                </a:cubicBezTo>
                <a:lnTo>
                  <a:pt x="82" y="12"/>
                </a:lnTo>
                <a:close/>
                <a:moveTo>
                  <a:pt x="81" y="177"/>
                </a:moveTo>
                <a:cubicBezTo>
                  <a:pt x="82" y="177"/>
                  <a:pt x="82" y="177"/>
                  <a:pt x="82" y="177"/>
                </a:cubicBezTo>
                <a:cubicBezTo>
                  <a:pt x="82" y="149"/>
                  <a:pt x="82" y="149"/>
                  <a:pt x="82" y="149"/>
                </a:cubicBezTo>
                <a:cubicBezTo>
                  <a:pt x="81" y="149"/>
                  <a:pt x="81" y="149"/>
                  <a:pt x="81" y="149"/>
                </a:cubicBezTo>
                <a:lnTo>
                  <a:pt x="81" y="177"/>
                </a:lnTo>
                <a:close/>
                <a:moveTo>
                  <a:pt x="82" y="99"/>
                </a:moveTo>
                <a:cubicBezTo>
                  <a:pt x="81" y="97"/>
                  <a:pt x="81" y="97"/>
                  <a:pt x="81" y="97"/>
                </a:cubicBezTo>
                <a:cubicBezTo>
                  <a:pt x="81" y="98"/>
                  <a:pt x="81" y="98"/>
                  <a:pt x="81" y="98"/>
                </a:cubicBezTo>
                <a:cubicBezTo>
                  <a:pt x="82" y="100"/>
                  <a:pt x="82" y="100"/>
                  <a:pt x="82" y="100"/>
                </a:cubicBezTo>
                <a:lnTo>
                  <a:pt x="82" y="99"/>
                </a:lnTo>
                <a:close/>
                <a:moveTo>
                  <a:pt x="81" y="81"/>
                </a:moveTo>
                <a:cubicBezTo>
                  <a:pt x="82" y="82"/>
                  <a:pt x="82" y="82"/>
                  <a:pt x="82" y="82"/>
                </a:cubicBezTo>
                <a:cubicBezTo>
                  <a:pt x="82" y="81"/>
                  <a:pt x="82" y="81"/>
                  <a:pt x="82" y="81"/>
                </a:cubicBezTo>
                <a:cubicBezTo>
                  <a:pt x="81" y="81"/>
                  <a:pt x="81" y="81"/>
                  <a:pt x="81" y="81"/>
                </a:cubicBezTo>
                <a:close/>
                <a:moveTo>
                  <a:pt x="82" y="106"/>
                </a:moveTo>
                <a:cubicBezTo>
                  <a:pt x="82" y="141"/>
                  <a:pt x="82" y="141"/>
                  <a:pt x="82" y="141"/>
                </a:cubicBezTo>
                <a:cubicBezTo>
                  <a:pt x="81" y="141"/>
                  <a:pt x="81" y="141"/>
                  <a:pt x="81" y="141"/>
                </a:cubicBezTo>
                <a:cubicBezTo>
                  <a:pt x="81" y="108"/>
                  <a:pt x="81" y="108"/>
                  <a:pt x="81" y="108"/>
                </a:cubicBezTo>
                <a:cubicBezTo>
                  <a:pt x="81" y="107"/>
                  <a:pt x="81" y="106"/>
                  <a:pt x="82" y="106"/>
                </a:cubicBezTo>
                <a:close/>
                <a:moveTo>
                  <a:pt x="82" y="142"/>
                </a:moveTo>
                <a:cubicBezTo>
                  <a:pt x="82" y="143"/>
                  <a:pt x="82" y="143"/>
                  <a:pt x="82" y="143"/>
                </a:cubicBezTo>
                <a:cubicBezTo>
                  <a:pt x="81" y="144"/>
                  <a:pt x="81" y="144"/>
                  <a:pt x="81" y="144"/>
                </a:cubicBezTo>
                <a:cubicBezTo>
                  <a:pt x="81" y="144"/>
                  <a:pt x="81" y="144"/>
                  <a:pt x="81" y="144"/>
                </a:cubicBezTo>
                <a:cubicBezTo>
                  <a:pt x="82" y="144"/>
                  <a:pt x="82" y="144"/>
                  <a:pt x="82" y="144"/>
                </a:cubicBezTo>
                <a:cubicBezTo>
                  <a:pt x="82" y="145"/>
                  <a:pt x="82" y="145"/>
                  <a:pt x="82" y="145"/>
                </a:cubicBezTo>
                <a:cubicBezTo>
                  <a:pt x="81" y="144"/>
                  <a:pt x="81" y="144"/>
                  <a:pt x="81" y="144"/>
                </a:cubicBezTo>
                <a:cubicBezTo>
                  <a:pt x="81" y="144"/>
                  <a:pt x="81" y="144"/>
                  <a:pt x="81" y="144"/>
                </a:cubicBezTo>
                <a:cubicBezTo>
                  <a:pt x="81" y="143"/>
                  <a:pt x="81" y="143"/>
                  <a:pt x="81" y="143"/>
                </a:cubicBezTo>
                <a:lnTo>
                  <a:pt x="82" y="142"/>
                </a:lnTo>
                <a:close/>
                <a:moveTo>
                  <a:pt x="82" y="148"/>
                </a:moveTo>
                <a:cubicBezTo>
                  <a:pt x="82" y="149"/>
                  <a:pt x="82" y="149"/>
                  <a:pt x="82" y="149"/>
                </a:cubicBezTo>
                <a:cubicBezTo>
                  <a:pt x="81" y="148"/>
                  <a:pt x="81" y="148"/>
                  <a:pt x="81" y="148"/>
                </a:cubicBezTo>
                <a:cubicBezTo>
                  <a:pt x="81" y="147"/>
                  <a:pt x="81" y="147"/>
                  <a:pt x="81" y="147"/>
                </a:cubicBezTo>
                <a:lnTo>
                  <a:pt x="82" y="148"/>
                </a:lnTo>
                <a:close/>
                <a:moveTo>
                  <a:pt x="81" y="12"/>
                </a:moveTo>
                <a:cubicBezTo>
                  <a:pt x="79" y="11"/>
                  <a:pt x="79" y="11"/>
                  <a:pt x="79" y="11"/>
                </a:cubicBezTo>
                <a:cubicBezTo>
                  <a:pt x="79" y="34"/>
                  <a:pt x="79" y="34"/>
                  <a:pt x="79" y="34"/>
                </a:cubicBezTo>
                <a:cubicBezTo>
                  <a:pt x="80" y="34"/>
                  <a:pt x="80" y="35"/>
                  <a:pt x="81" y="35"/>
                </a:cubicBezTo>
                <a:lnTo>
                  <a:pt x="81" y="12"/>
                </a:lnTo>
                <a:close/>
                <a:moveTo>
                  <a:pt x="79" y="176"/>
                </a:moveTo>
                <a:cubicBezTo>
                  <a:pt x="80" y="176"/>
                  <a:pt x="80" y="176"/>
                  <a:pt x="81" y="177"/>
                </a:cubicBezTo>
                <a:cubicBezTo>
                  <a:pt x="81" y="149"/>
                  <a:pt x="81" y="149"/>
                  <a:pt x="81" y="149"/>
                </a:cubicBezTo>
                <a:cubicBezTo>
                  <a:pt x="79" y="149"/>
                  <a:pt x="79" y="149"/>
                  <a:pt x="79" y="149"/>
                </a:cubicBezTo>
                <a:lnTo>
                  <a:pt x="79" y="176"/>
                </a:lnTo>
                <a:close/>
                <a:moveTo>
                  <a:pt x="81" y="97"/>
                </a:moveTo>
                <a:cubicBezTo>
                  <a:pt x="79" y="92"/>
                  <a:pt x="79" y="92"/>
                  <a:pt x="79" y="92"/>
                </a:cubicBezTo>
                <a:cubicBezTo>
                  <a:pt x="79" y="93"/>
                  <a:pt x="79" y="93"/>
                  <a:pt x="79" y="93"/>
                </a:cubicBezTo>
                <a:cubicBezTo>
                  <a:pt x="81" y="98"/>
                  <a:pt x="81" y="98"/>
                  <a:pt x="81" y="98"/>
                </a:cubicBezTo>
                <a:lnTo>
                  <a:pt x="81" y="97"/>
                </a:lnTo>
                <a:close/>
                <a:moveTo>
                  <a:pt x="79" y="81"/>
                </a:moveTo>
                <a:cubicBezTo>
                  <a:pt x="81" y="81"/>
                  <a:pt x="81" y="81"/>
                  <a:pt x="81" y="81"/>
                </a:cubicBezTo>
                <a:cubicBezTo>
                  <a:pt x="81" y="81"/>
                  <a:pt x="81" y="81"/>
                  <a:pt x="81" y="81"/>
                </a:cubicBezTo>
                <a:cubicBezTo>
                  <a:pt x="79" y="80"/>
                  <a:pt x="79" y="80"/>
                  <a:pt x="79" y="80"/>
                </a:cubicBezTo>
                <a:lnTo>
                  <a:pt x="79" y="81"/>
                </a:lnTo>
                <a:close/>
                <a:moveTo>
                  <a:pt x="81" y="37"/>
                </a:moveTo>
                <a:cubicBezTo>
                  <a:pt x="81" y="79"/>
                  <a:pt x="81" y="79"/>
                  <a:pt x="81" y="79"/>
                </a:cubicBezTo>
                <a:cubicBezTo>
                  <a:pt x="80" y="79"/>
                  <a:pt x="80" y="79"/>
                  <a:pt x="79" y="78"/>
                </a:cubicBezTo>
                <a:cubicBezTo>
                  <a:pt x="79" y="37"/>
                  <a:pt x="79" y="37"/>
                  <a:pt x="79" y="37"/>
                </a:cubicBezTo>
                <a:cubicBezTo>
                  <a:pt x="81" y="38"/>
                  <a:pt x="81" y="38"/>
                  <a:pt x="81" y="38"/>
                </a:cubicBezTo>
                <a:lnTo>
                  <a:pt x="81" y="37"/>
                </a:lnTo>
                <a:close/>
                <a:moveTo>
                  <a:pt x="81" y="108"/>
                </a:moveTo>
                <a:cubicBezTo>
                  <a:pt x="81" y="141"/>
                  <a:pt x="81" y="141"/>
                  <a:pt x="81" y="141"/>
                </a:cubicBezTo>
                <a:cubicBezTo>
                  <a:pt x="80" y="141"/>
                  <a:pt x="80" y="141"/>
                  <a:pt x="80" y="141"/>
                </a:cubicBezTo>
                <a:cubicBezTo>
                  <a:pt x="79" y="143"/>
                  <a:pt x="79" y="143"/>
                  <a:pt x="79" y="143"/>
                </a:cubicBezTo>
                <a:cubicBezTo>
                  <a:pt x="79" y="142"/>
                  <a:pt x="79" y="142"/>
                  <a:pt x="79" y="142"/>
                </a:cubicBezTo>
                <a:cubicBezTo>
                  <a:pt x="80" y="141"/>
                  <a:pt x="80" y="141"/>
                  <a:pt x="80" y="141"/>
                </a:cubicBezTo>
                <a:cubicBezTo>
                  <a:pt x="79" y="141"/>
                  <a:pt x="79" y="141"/>
                  <a:pt x="79" y="141"/>
                </a:cubicBezTo>
                <a:cubicBezTo>
                  <a:pt x="79" y="112"/>
                  <a:pt x="79" y="112"/>
                  <a:pt x="79" y="112"/>
                </a:cubicBezTo>
                <a:cubicBezTo>
                  <a:pt x="80" y="111"/>
                  <a:pt x="80" y="109"/>
                  <a:pt x="81" y="108"/>
                </a:cubicBezTo>
                <a:close/>
                <a:moveTo>
                  <a:pt x="81" y="143"/>
                </a:moveTo>
                <a:cubicBezTo>
                  <a:pt x="81" y="144"/>
                  <a:pt x="81" y="144"/>
                  <a:pt x="81" y="144"/>
                </a:cubicBezTo>
                <a:cubicBezTo>
                  <a:pt x="80" y="147"/>
                  <a:pt x="80" y="147"/>
                  <a:pt x="80" y="147"/>
                </a:cubicBezTo>
                <a:cubicBezTo>
                  <a:pt x="81" y="147"/>
                  <a:pt x="81" y="147"/>
                  <a:pt x="81" y="147"/>
                </a:cubicBezTo>
                <a:cubicBezTo>
                  <a:pt x="81" y="148"/>
                  <a:pt x="81" y="148"/>
                  <a:pt x="81" y="148"/>
                </a:cubicBezTo>
                <a:cubicBezTo>
                  <a:pt x="79" y="147"/>
                  <a:pt x="79" y="147"/>
                  <a:pt x="79" y="147"/>
                </a:cubicBezTo>
                <a:cubicBezTo>
                  <a:pt x="79" y="148"/>
                  <a:pt x="79" y="148"/>
                  <a:pt x="79" y="148"/>
                </a:cubicBezTo>
                <a:cubicBezTo>
                  <a:pt x="79" y="147"/>
                  <a:pt x="79" y="147"/>
                  <a:pt x="79" y="147"/>
                </a:cubicBezTo>
                <a:lnTo>
                  <a:pt x="81" y="143"/>
                </a:lnTo>
                <a:close/>
                <a:moveTo>
                  <a:pt x="79" y="11"/>
                </a:moveTo>
                <a:cubicBezTo>
                  <a:pt x="77" y="9"/>
                  <a:pt x="77" y="9"/>
                  <a:pt x="77" y="9"/>
                </a:cubicBezTo>
                <a:cubicBezTo>
                  <a:pt x="76" y="10"/>
                  <a:pt x="76" y="10"/>
                  <a:pt x="76" y="10"/>
                </a:cubicBezTo>
                <a:cubicBezTo>
                  <a:pt x="79" y="11"/>
                  <a:pt x="79" y="11"/>
                  <a:pt x="79" y="11"/>
                </a:cubicBezTo>
                <a:cubicBezTo>
                  <a:pt x="79" y="18"/>
                  <a:pt x="76" y="23"/>
                  <a:pt x="74" y="27"/>
                </a:cubicBezTo>
                <a:cubicBezTo>
                  <a:pt x="74" y="32"/>
                  <a:pt x="74" y="32"/>
                  <a:pt x="74" y="32"/>
                </a:cubicBezTo>
                <a:cubicBezTo>
                  <a:pt x="76" y="33"/>
                  <a:pt x="77" y="33"/>
                  <a:pt x="79" y="34"/>
                </a:cubicBezTo>
                <a:lnTo>
                  <a:pt x="79" y="11"/>
                </a:lnTo>
                <a:close/>
                <a:moveTo>
                  <a:pt x="74" y="175"/>
                </a:moveTo>
                <a:cubicBezTo>
                  <a:pt x="76" y="175"/>
                  <a:pt x="77" y="176"/>
                  <a:pt x="79" y="176"/>
                </a:cubicBezTo>
                <a:cubicBezTo>
                  <a:pt x="79" y="149"/>
                  <a:pt x="79" y="149"/>
                  <a:pt x="79" y="149"/>
                </a:cubicBezTo>
                <a:cubicBezTo>
                  <a:pt x="79" y="149"/>
                  <a:pt x="79" y="149"/>
                  <a:pt x="79" y="149"/>
                </a:cubicBezTo>
                <a:cubicBezTo>
                  <a:pt x="79" y="148"/>
                  <a:pt x="79" y="148"/>
                  <a:pt x="79" y="148"/>
                </a:cubicBezTo>
                <a:cubicBezTo>
                  <a:pt x="79" y="147"/>
                  <a:pt x="79" y="147"/>
                  <a:pt x="79" y="147"/>
                </a:cubicBezTo>
                <a:cubicBezTo>
                  <a:pt x="78" y="148"/>
                  <a:pt x="78" y="148"/>
                  <a:pt x="78" y="148"/>
                </a:cubicBezTo>
                <a:cubicBezTo>
                  <a:pt x="78" y="148"/>
                  <a:pt x="77" y="148"/>
                  <a:pt x="76" y="148"/>
                </a:cubicBezTo>
                <a:cubicBezTo>
                  <a:pt x="79" y="143"/>
                  <a:pt x="79" y="143"/>
                  <a:pt x="79" y="143"/>
                </a:cubicBezTo>
                <a:cubicBezTo>
                  <a:pt x="79" y="142"/>
                  <a:pt x="79" y="142"/>
                  <a:pt x="79" y="142"/>
                </a:cubicBezTo>
                <a:cubicBezTo>
                  <a:pt x="76" y="148"/>
                  <a:pt x="76" y="148"/>
                  <a:pt x="76" y="148"/>
                </a:cubicBezTo>
                <a:cubicBezTo>
                  <a:pt x="75" y="141"/>
                  <a:pt x="75" y="141"/>
                  <a:pt x="75" y="141"/>
                </a:cubicBezTo>
                <a:cubicBezTo>
                  <a:pt x="77" y="141"/>
                  <a:pt x="78" y="141"/>
                  <a:pt x="79" y="141"/>
                </a:cubicBezTo>
                <a:cubicBezTo>
                  <a:pt x="79" y="112"/>
                  <a:pt x="79" y="112"/>
                  <a:pt x="79" y="112"/>
                </a:cubicBezTo>
                <a:cubicBezTo>
                  <a:pt x="78" y="116"/>
                  <a:pt x="76" y="119"/>
                  <a:pt x="75" y="122"/>
                </a:cubicBezTo>
                <a:cubicBezTo>
                  <a:pt x="74" y="108"/>
                  <a:pt x="74" y="108"/>
                  <a:pt x="74" y="108"/>
                </a:cubicBezTo>
                <a:cubicBezTo>
                  <a:pt x="74" y="117"/>
                  <a:pt x="74" y="117"/>
                  <a:pt x="74" y="117"/>
                </a:cubicBezTo>
                <a:cubicBezTo>
                  <a:pt x="74" y="123"/>
                  <a:pt x="74" y="123"/>
                  <a:pt x="74" y="123"/>
                </a:cubicBezTo>
                <a:cubicBezTo>
                  <a:pt x="74" y="124"/>
                  <a:pt x="74" y="124"/>
                  <a:pt x="74" y="124"/>
                </a:cubicBezTo>
                <a:cubicBezTo>
                  <a:pt x="74" y="141"/>
                  <a:pt x="74" y="141"/>
                  <a:pt x="74" y="141"/>
                </a:cubicBezTo>
                <a:cubicBezTo>
                  <a:pt x="74" y="141"/>
                  <a:pt x="75" y="141"/>
                  <a:pt x="75" y="141"/>
                </a:cubicBezTo>
                <a:cubicBezTo>
                  <a:pt x="75" y="148"/>
                  <a:pt x="75" y="148"/>
                  <a:pt x="75" y="148"/>
                </a:cubicBezTo>
                <a:cubicBezTo>
                  <a:pt x="74" y="147"/>
                  <a:pt x="74" y="147"/>
                  <a:pt x="74" y="147"/>
                </a:cubicBezTo>
                <a:lnTo>
                  <a:pt x="74" y="175"/>
                </a:lnTo>
                <a:close/>
                <a:moveTo>
                  <a:pt x="79" y="92"/>
                </a:moveTo>
                <a:cubicBezTo>
                  <a:pt x="75" y="79"/>
                  <a:pt x="75" y="79"/>
                  <a:pt x="75" y="79"/>
                </a:cubicBezTo>
                <a:cubicBezTo>
                  <a:pt x="79" y="81"/>
                  <a:pt x="79" y="81"/>
                  <a:pt x="79" y="81"/>
                </a:cubicBezTo>
                <a:cubicBezTo>
                  <a:pt x="79" y="80"/>
                  <a:pt x="79" y="80"/>
                  <a:pt x="79" y="80"/>
                </a:cubicBezTo>
                <a:cubicBezTo>
                  <a:pt x="75" y="78"/>
                  <a:pt x="75" y="78"/>
                  <a:pt x="75" y="78"/>
                </a:cubicBezTo>
                <a:cubicBezTo>
                  <a:pt x="74" y="78"/>
                  <a:pt x="74" y="78"/>
                  <a:pt x="74" y="78"/>
                </a:cubicBezTo>
                <a:cubicBezTo>
                  <a:pt x="74" y="78"/>
                  <a:pt x="74" y="78"/>
                  <a:pt x="74" y="78"/>
                </a:cubicBezTo>
                <a:cubicBezTo>
                  <a:pt x="74" y="78"/>
                  <a:pt x="74" y="78"/>
                  <a:pt x="74" y="78"/>
                </a:cubicBezTo>
                <a:cubicBezTo>
                  <a:pt x="74" y="79"/>
                  <a:pt x="74" y="79"/>
                  <a:pt x="74" y="79"/>
                </a:cubicBezTo>
                <a:cubicBezTo>
                  <a:pt x="74" y="79"/>
                  <a:pt x="74" y="79"/>
                  <a:pt x="74" y="79"/>
                </a:cubicBezTo>
                <a:cubicBezTo>
                  <a:pt x="79" y="93"/>
                  <a:pt x="79" y="93"/>
                  <a:pt x="79" y="93"/>
                </a:cubicBezTo>
                <a:lnTo>
                  <a:pt x="79" y="92"/>
                </a:lnTo>
                <a:close/>
                <a:moveTo>
                  <a:pt x="79" y="37"/>
                </a:moveTo>
                <a:cubicBezTo>
                  <a:pt x="79" y="78"/>
                  <a:pt x="79" y="78"/>
                  <a:pt x="79" y="78"/>
                </a:cubicBezTo>
                <a:cubicBezTo>
                  <a:pt x="78" y="77"/>
                  <a:pt x="76" y="77"/>
                  <a:pt x="74" y="76"/>
                </a:cubicBezTo>
                <a:cubicBezTo>
                  <a:pt x="74" y="76"/>
                  <a:pt x="74" y="76"/>
                  <a:pt x="74" y="76"/>
                </a:cubicBezTo>
                <a:cubicBezTo>
                  <a:pt x="74" y="34"/>
                  <a:pt x="74" y="34"/>
                  <a:pt x="74" y="34"/>
                </a:cubicBezTo>
                <a:lnTo>
                  <a:pt x="79" y="37"/>
                </a:lnTo>
                <a:close/>
                <a:moveTo>
                  <a:pt x="74" y="87"/>
                </a:moveTo>
                <a:cubicBezTo>
                  <a:pt x="74" y="86"/>
                  <a:pt x="74" y="86"/>
                  <a:pt x="74" y="86"/>
                </a:cubicBezTo>
                <a:cubicBezTo>
                  <a:pt x="76" y="88"/>
                  <a:pt x="76" y="88"/>
                  <a:pt x="76" y="88"/>
                </a:cubicBezTo>
                <a:cubicBezTo>
                  <a:pt x="76" y="89"/>
                  <a:pt x="76" y="89"/>
                  <a:pt x="76" y="89"/>
                </a:cubicBezTo>
                <a:lnTo>
                  <a:pt x="74" y="87"/>
                </a:lnTo>
                <a:close/>
                <a:moveTo>
                  <a:pt x="74" y="27"/>
                </a:moveTo>
                <a:cubicBezTo>
                  <a:pt x="73" y="28"/>
                  <a:pt x="72" y="29"/>
                  <a:pt x="72" y="30"/>
                </a:cubicBezTo>
                <a:cubicBezTo>
                  <a:pt x="72" y="32"/>
                  <a:pt x="72" y="32"/>
                  <a:pt x="72" y="32"/>
                </a:cubicBezTo>
                <a:cubicBezTo>
                  <a:pt x="73" y="32"/>
                  <a:pt x="73" y="32"/>
                  <a:pt x="74" y="32"/>
                </a:cubicBezTo>
                <a:lnTo>
                  <a:pt x="74" y="27"/>
                </a:lnTo>
                <a:close/>
                <a:moveTo>
                  <a:pt x="72" y="174"/>
                </a:moveTo>
                <a:cubicBezTo>
                  <a:pt x="73" y="174"/>
                  <a:pt x="73" y="174"/>
                  <a:pt x="74" y="175"/>
                </a:cubicBezTo>
                <a:cubicBezTo>
                  <a:pt x="74" y="147"/>
                  <a:pt x="74" y="147"/>
                  <a:pt x="74" y="147"/>
                </a:cubicBezTo>
                <a:cubicBezTo>
                  <a:pt x="72" y="147"/>
                  <a:pt x="72" y="147"/>
                  <a:pt x="72" y="147"/>
                </a:cubicBezTo>
                <a:cubicBezTo>
                  <a:pt x="72" y="141"/>
                  <a:pt x="72" y="141"/>
                  <a:pt x="72" y="141"/>
                </a:cubicBezTo>
                <a:cubicBezTo>
                  <a:pt x="73" y="141"/>
                  <a:pt x="73" y="141"/>
                  <a:pt x="74" y="141"/>
                </a:cubicBezTo>
                <a:cubicBezTo>
                  <a:pt x="74" y="124"/>
                  <a:pt x="74" y="124"/>
                  <a:pt x="74" y="124"/>
                </a:cubicBezTo>
                <a:cubicBezTo>
                  <a:pt x="73" y="125"/>
                  <a:pt x="73" y="125"/>
                  <a:pt x="72" y="126"/>
                </a:cubicBezTo>
                <a:cubicBezTo>
                  <a:pt x="72" y="93"/>
                  <a:pt x="72" y="93"/>
                  <a:pt x="72" y="93"/>
                </a:cubicBezTo>
                <a:cubicBezTo>
                  <a:pt x="74" y="117"/>
                  <a:pt x="74" y="117"/>
                  <a:pt x="74" y="117"/>
                </a:cubicBezTo>
                <a:cubicBezTo>
                  <a:pt x="74" y="108"/>
                  <a:pt x="74" y="108"/>
                  <a:pt x="74" y="108"/>
                </a:cubicBezTo>
                <a:cubicBezTo>
                  <a:pt x="73" y="87"/>
                  <a:pt x="73" y="87"/>
                  <a:pt x="73" y="87"/>
                </a:cubicBezTo>
                <a:cubicBezTo>
                  <a:pt x="74" y="87"/>
                  <a:pt x="74" y="87"/>
                  <a:pt x="74" y="87"/>
                </a:cubicBezTo>
                <a:cubicBezTo>
                  <a:pt x="74" y="86"/>
                  <a:pt x="74" y="86"/>
                  <a:pt x="74" y="86"/>
                </a:cubicBezTo>
                <a:cubicBezTo>
                  <a:pt x="73" y="85"/>
                  <a:pt x="73" y="85"/>
                  <a:pt x="73" y="85"/>
                </a:cubicBezTo>
                <a:cubicBezTo>
                  <a:pt x="73" y="85"/>
                  <a:pt x="73" y="85"/>
                  <a:pt x="73" y="85"/>
                </a:cubicBezTo>
                <a:cubicBezTo>
                  <a:pt x="73" y="81"/>
                  <a:pt x="73" y="81"/>
                  <a:pt x="73" y="81"/>
                </a:cubicBezTo>
                <a:cubicBezTo>
                  <a:pt x="73" y="78"/>
                  <a:pt x="73" y="78"/>
                  <a:pt x="73" y="78"/>
                </a:cubicBezTo>
                <a:cubicBezTo>
                  <a:pt x="74" y="79"/>
                  <a:pt x="74" y="79"/>
                  <a:pt x="74" y="79"/>
                </a:cubicBezTo>
                <a:cubicBezTo>
                  <a:pt x="74" y="78"/>
                  <a:pt x="74" y="78"/>
                  <a:pt x="74" y="78"/>
                </a:cubicBezTo>
                <a:cubicBezTo>
                  <a:pt x="73" y="78"/>
                  <a:pt x="73" y="78"/>
                  <a:pt x="73" y="78"/>
                </a:cubicBezTo>
                <a:cubicBezTo>
                  <a:pt x="74" y="76"/>
                  <a:pt x="74" y="76"/>
                  <a:pt x="74" y="76"/>
                </a:cubicBezTo>
                <a:cubicBezTo>
                  <a:pt x="74" y="34"/>
                  <a:pt x="74" y="34"/>
                  <a:pt x="74" y="34"/>
                </a:cubicBezTo>
                <a:cubicBezTo>
                  <a:pt x="72" y="33"/>
                  <a:pt x="72" y="33"/>
                  <a:pt x="72" y="33"/>
                </a:cubicBezTo>
                <a:cubicBezTo>
                  <a:pt x="72" y="75"/>
                  <a:pt x="72" y="75"/>
                  <a:pt x="72" y="75"/>
                </a:cubicBezTo>
                <a:cubicBezTo>
                  <a:pt x="72" y="75"/>
                  <a:pt x="72" y="75"/>
                  <a:pt x="72" y="75"/>
                </a:cubicBezTo>
                <a:cubicBezTo>
                  <a:pt x="72" y="76"/>
                  <a:pt x="72" y="76"/>
                  <a:pt x="72" y="76"/>
                </a:cubicBezTo>
                <a:cubicBezTo>
                  <a:pt x="72" y="96"/>
                  <a:pt x="72" y="96"/>
                  <a:pt x="72" y="96"/>
                </a:cubicBezTo>
                <a:cubicBezTo>
                  <a:pt x="72" y="96"/>
                  <a:pt x="72" y="96"/>
                  <a:pt x="72" y="96"/>
                </a:cubicBezTo>
                <a:cubicBezTo>
                  <a:pt x="72" y="96"/>
                  <a:pt x="72" y="96"/>
                  <a:pt x="72" y="96"/>
                </a:cubicBezTo>
                <a:cubicBezTo>
                  <a:pt x="72" y="96"/>
                  <a:pt x="72" y="96"/>
                  <a:pt x="72" y="96"/>
                </a:cubicBezTo>
                <a:cubicBezTo>
                  <a:pt x="72" y="97"/>
                  <a:pt x="72" y="97"/>
                  <a:pt x="72" y="97"/>
                </a:cubicBezTo>
                <a:cubicBezTo>
                  <a:pt x="72" y="97"/>
                  <a:pt x="72" y="97"/>
                  <a:pt x="72" y="97"/>
                </a:cubicBezTo>
                <a:cubicBezTo>
                  <a:pt x="72" y="97"/>
                  <a:pt x="72" y="97"/>
                  <a:pt x="72" y="97"/>
                </a:cubicBezTo>
                <a:lnTo>
                  <a:pt x="72" y="174"/>
                </a:lnTo>
                <a:close/>
                <a:moveTo>
                  <a:pt x="72" y="30"/>
                </a:moveTo>
                <a:cubicBezTo>
                  <a:pt x="72" y="30"/>
                  <a:pt x="72" y="30"/>
                  <a:pt x="72" y="30"/>
                </a:cubicBezTo>
                <a:cubicBezTo>
                  <a:pt x="72" y="32"/>
                  <a:pt x="72" y="32"/>
                  <a:pt x="72" y="32"/>
                </a:cubicBezTo>
                <a:cubicBezTo>
                  <a:pt x="72" y="32"/>
                  <a:pt x="72" y="32"/>
                  <a:pt x="72" y="32"/>
                </a:cubicBezTo>
                <a:lnTo>
                  <a:pt x="72" y="30"/>
                </a:lnTo>
                <a:close/>
                <a:moveTo>
                  <a:pt x="72" y="174"/>
                </a:moveTo>
                <a:cubicBezTo>
                  <a:pt x="72" y="174"/>
                  <a:pt x="72" y="174"/>
                  <a:pt x="72" y="174"/>
                </a:cubicBezTo>
                <a:cubicBezTo>
                  <a:pt x="72" y="97"/>
                  <a:pt x="72" y="97"/>
                  <a:pt x="72" y="97"/>
                </a:cubicBezTo>
                <a:cubicBezTo>
                  <a:pt x="72" y="97"/>
                  <a:pt x="72" y="97"/>
                  <a:pt x="72" y="97"/>
                </a:cubicBezTo>
                <a:cubicBezTo>
                  <a:pt x="72" y="97"/>
                  <a:pt x="72" y="97"/>
                  <a:pt x="72" y="97"/>
                </a:cubicBezTo>
                <a:cubicBezTo>
                  <a:pt x="72" y="98"/>
                  <a:pt x="72" y="98"/>
                  <a:pt x="72" y="98"/>
                </a:cubicBezTo>
                <a:cubicBezTo>
                  <a:pt x="72" y="98"/>
                  <a:pt x="72" y="98"/>
                  <a:pt x="72" y="98"/>
                </a:cubicBezTo>
                <a:cubicBezTo>
                  <a:pt x="72" y="98"/>
                  <a:pt x="72" y="98"/>
                  <a:pt x="72" y="98"/>
                </a:cubicBezTo>
                <a:cubicBezTo>
                  <a:pt x="72" y="98"/>
                  <a:pt x="72" y="98"/>
                  <a:pt x="72" y="98"/>
                </a:cubicBezTo>
                <a:cubicBezTo>
                  <a:pt x="72" y="99"/>
                  <a:pt x="72" y="99"/>
                  <a:pt x="72" y="99"/>
                </a:cubicBezTo>
                <a:cubicBezTo>
                  <a:pt x="72" y="99"/>
                  <a:pt x="72" y="99"/>
                  <a:pt x="72" y="99"/>
                </a:cubicBezTo>
                <a:cubicBezTo>
                  <a:pt x="72" y="99"/>
                  <a:pt x="72" y="99"/>
                  <a:pt x="72" y="99"/>
                </a:cubicBezTo>
                <a:cubicBezTo>
                  <a:pt x="72" y="99"/>
                  <a:pt x="72" y="99"/>
                  <a:pt x="72" y="99"/>
                </a:cubicBezTo>
                <a:cubicBezTo>
                  <a:pt x="72" y="100"/>
                  <a:pt x="72" y="100"/>
                  <a:pt x="72" y="100"/>
                </a:cubicBezTo>
                <a:cubicBezTo>
                  <a:pt x="72" y="100"/>
                  <a:pt x="72" y="100"/>
                  <a:pt x="72" y="100"/>
                </a:cubicBezTo>
                <a:cubicBezTo>
                  <a:pt x="72" y="101"/>
                  <a:pt x="72" y="101"/>
                  <a:pt x="72" y="101"/>
                </a:cubicBezTo>
                <a:cubicBezTo>
                  <a:pt x="72" y="101"/>
                  <a:pt x="72" y="101"/>
                  <a:pt x="72" y="101"/>
                </a:cubicBezTo>
                <a:cubicBezTo>
                  <a:pt x="72" y="101"/>
                  <a:pt x="72" y="101"/>
                  <a:pt x="72" y="101"/>
                </a:cubicBezTo>
                <a:cubicBezTo>
                  <a:pt x="72" y="101"/>
                  <a:pt x="72" y="101"/>
                  <a:pt x="72" y="101"/>
                </a:cubicBezTo>
                <a:cubicBezTo>
                  <a:pt x="72" y="102"/>
                  <a:pt x="72" y="102"/>
                  <a:pt x="72" y="102"/>
                </a:cubicBezTo>
                <a:cubicBezTo>
                  <a:pt x="72" y="102"/>
                  <a:pt x="72" y="102"/>
                  <a:pt x="72" y="102"/>
                </a:cubicBezTo>
                <a:cubicBezTo>
                  <a:pt x="72" y="102"/>
                  <a:pt x="72" y="102"/>
                  <a:pt x="72" y="102"/>
                </a:cubicBezTo>
                <a:cubicBezTo>
                  <a:pt x="72" y="102"/>
                  <a:pt x="72" y="102"/>
                  <a:pt x="72" y="102"/>
                </a:cubicBezTo>
                <a:cubicBezTo>
                  <a:pt x="72" y="103"/>
                  <a:pt x="72" y="103"/>
                  <a:pt x="72" y="103"/>
                </a:cubicBezTo>
                <a:cubicBezTo>
                  <a:pt x="72" y="103"/>
                  <a:pt x="72" y="103"/>
                  <a:pt x="72" y="103"/>
                </a:cubicBezTo>
                <a:cubicBezTo>
                  <a:pt x="72" y="104"/>
                  <a:pt x="72" y="104"/>
                  <a:pt x="72" y="104"/>
                </a:cubicBezTo>
                <a:cubicBezTo>
                  <a:pt x="72" y="104"/>
                  <a:pt x="72" y="104"/>
                  <a:pt x="72" y="104"/>
                </a:cubicBezTo>
                <a:cubicBezTo>
                  <a:pt x="72" y="105"/>
                  <a:pt x="72" y="105"/>
                  <a:pt x="72" y="105"/>
                </a:cubicBezTo>
                <a:cubicBezTo>
                  <a:pt x="72" y="105"/>
                  <a:pt x="72" y="105"/>
                  <a:pt x="72" y="105"/>
                </a:cubicBezTo>
                <a:cubicBezTo>
                  <a:pt x="72" y="106"/>
                  <a:pt x="72" y="106"/>
                  <a:pt x="72" y="106"/>
                </a:cubicBezTo>
                <a:cubicBezTo>
                  <a:pt x="72" y="106"/>
                  <a:pt x="72" y="106"/>
                  <a:pt x="72" y="106"/>
                </a:cubicBezTo>
                <a:cubicBezTo>
                  <a:pt x="72" y="107"/>
                  <a:pt x="72" y="107"/>
                  <a:pt x="72" y="107"/>
                </a:cubicBezTo>
                <a:cubicBezTo>
                  <a:pt x="72" y="107"/>
                  <a:pt x="72" y="107"/>
                  <a:pt x="72" y="107"/>
                </a:cubicBezTo>
                <a:cubicBezTo>
                  <a:pt x="72" y="108"/>
                  <a:pt x="72" y="108"/>
                  <a:pt x="72" y="108"/>
                </a:cubicBezTo>
                <a:cubicBezTo>
                  <a:pt x="72" y="108"/>
                  <a:pt x="72" y="108"/>
                  <a:pt x="72" y="108"/>
                </a:cubicBezTo>
                <a:cubicBezTo>
                  <a:pt x="72" y="109"/>
                  <a:pt x="72" y="109"/>
                  <a:pt x="72" y="109"/>
                </a:cubicBezTo>
                <a:lnTo>
                  <a:pt x="72" y="174"/>
                </a:lnTo>
                <a:close/>
                <a:moveTo>
                  <a:pt x="72" y="33"/>
                </a:moveTo>
                <a:cubicBezTo>
                  <a:pt x="72" y="75"/>
                  <a:pt x="72" y="75"/>
                  <a:pt x="72" y="75"/>
                </a:cubicBezTo>
                <a:cubicBezTo>
                  <a:pt x="72" y="75"/>
                  <a:pt x="72" y="75"/>
                  <a:pt x="72" y="75"/>
                </a:cubicBezTo>
                <a:cubicBezTo>
                  <a:pt x="72" y="33"/>
                  <a:pt x="72" y="33"/>
                  <a:pt x="72" y="33"/>
                </a:cubicBezTo>
                <a:close/>
                <a:moveTo>
                  <a:pt x="72" y="76"/>
                </a:moveTo>
                <a:cubicBezTo>
                  <a:pt x="72" y="96"/>
                  <a:pt x="72" y="96"/>
                  <a:pt x="72" y="96"/>
                </a:cubicBezTo>
                <a:cubicBezTo>
                  <a:pt x="72" y="96"/>
                  <a:pt x="72" y="96"/>
                  <a:pt x="72" y="96"/>
                </a:cubicBezTo>
                <a:cubicBezTo>
                  <a:pt x="72" y="96"/>
                  <a:pt x="72" y="96"/>
                  <a:pt x="72" y="96"/>
                </a:cubicBezTo>
                <a:cubicBezTo>
                  <a:pt x="72" y="97"/>
                  <a:pt x="72" y="97"/>
                  <a:pt x="72" y="97"/>
                </a:cubicBezTo>
                <a:cubicBezTo>
                  <a:pt x="72" y="97"/>
                  <a:pt x="72" y="97"/>
                  <a:pt x="72" y="97"/>
                </a:cubicBezTo>
                <a:cubicBezTo>
                  <a:pt x="72" y="97"/>
                  <a:pt x="72" y="97"/>
                  <a:pt x="72" y="97"/>
                </a:cubicBezTo>
                <a:cubicBezTo>
                  <a:pt x="72" y="76"/>
                  <a:pt x="72" y="76"/>
                  <a:pt x="72" y="76"/>
                </a:cubicBezTo>
                <a:close/>
                <a:moveTo>
                  <a:pt x="72" y="30"/>
                </a:moveTo>
                <a:cubicBezTo>
                  <a:pt x="72" y="30"/>
                  <a:pt x="72" y="30"/>
                  <a:pt x="72" y="30"/>
                </a:cubicBezTo>
                <a:cubicBezTo>
                  <a:pt x="72" y="32"/>
                  <a:pt x="72" y="32"/>
                  <a:pt x="72" y="32"/>
                </a:cubicBezTo>
                <a:cubicBezTo>
                  <a:pt x="72" y="32"/>
                  <a:pt x="72" y="32"/>
                  <a:pt x="72" y="32"/>
                </a:cubicBezTo>
                <a:lnTo>
                  <a:pt x="72" y="30"/>
                </a:lnTo>
                <a:close/>
                <a:moveTo>
                  <a:pt x="72" y="174"/>
                </a:moveTo>
                <a:cubicBezTo>
                  <a:pt x="72" y="174"/>
                  <a:pt x="72" y="174"/>
                  <a:pt x="72" y="174"/>
                </a:cubicBezTo>
                <a:cubicBezTo>
                  <a:pt x="72" y="109"/>
                  <a:pt x="72" y="109"/>
                  <a:pt x="72" y="109"/>
                </a:cubicBezTo>
                <a:cubicBezTo>
                  <a:pt x="72" y="109"/>
                  <a:pt x="72" y="109"/>
                  <a:pt x="72" y="109"/>
                </a:cubicBezTo>
                <a:cubicBezTo>
                  <a:pt x="72" y="109"/>
                  <a:pt x="72" y="109"/>
                  <a:pt x="72" y="109"/>
                </a:cubicBezTo>
                <a:cubicBezTo>
                  <a:pt x="72" y="110"/>
                  <a:pt x="72" y="110"/>
                  <a:pt x="72" y="110"/>
                </a:cubicBezTo>
                <a:cubicBezTo>
                  <a:pt x="72" y="110"/>
                  <a:pt x="72" y="110"/>
                  <a:pt x="72" y="110"/>
                </a:cubicBezTo>
                <a:cubicBezTo>
                  <a:pt x="72" y="111"/>
                  <a:pt x="72" y="111"/>
                  <a:pt x="72" y="111"/>
                </a:cubicBezTo>
                <a:cubicBezTo>
                  <a:pt x="72" y="111"/>
                  <a:pt x="72" y="111"/>
                  <a:pt x="72" y="111"/>
                </a:cubicBezTo>
                <a:cubicBezTo>
                  <a:pt x="72" y="112"/>
                  <a:pt x="72" y="112"/>
                  <a:pt x="72" y="112"/>
                </a:cubicBezTo>
                <a:cubicBezTo>
                  <a:pt x="72" y="112"/>
                  <a:pt x="72" y="112"/>
                  <a:pt x="72" y="112"/>
                </a:cubicBezTo>
                <a:cubicBezTo>
                  <a:pt x="72" y="113"/>
                  <a:pt x="72" y="113"/>
                  <a:pt x="72" y="113"/>
                </a:cubicBezTo>
                <a:cubicBezTo>
                  <a:pt x="72" y="113"/>
                  <a:pt x="72" y="113"/>
                  <a:pt x="72" y="113"/>
                </a:cubicBezTo>
                <a:cubicBezTo>
                  <a:pt x="72" y="114"/>
                  <a:pt x="72" y="114"/>
                  <a:pt x="72" y="114"/>
                </a:cubicBezTo>
                <a:cubicBezTo>
                  <a:pt x="72" y="114"/>
                  <a:pt x="72" y="114"/>
                  <a:pt x="72" y="114"/>
                </a:cubicBezTo>
                <a:cubicBezTo>
                  <a:pt x="72" y="116"/>
                  <a:pt x="72" y="116"/>
                  <a:pt x="72" y="116"/>
                </a:cubicBezTo>
                <a:cubicBezTo>
                  <a:pt x="72" y="116"/>
                  <a:pt x="72" y="116"/>
                  <a:pt x="72" y="116"/>
                </a:cubicBezTo>
                <a:cubicBezTo>
                  <a:pt x="72" y="116"/>
                  <a:pt x="72" y="116"/>
                  <a:pt x="72" y="116"/>
                </a:cubicBezTo>
                <a:cubicBezTo>
                  <a:pt x="72" y="117"/>
                  <a:pt x="72" y="117"/>
                  <a:pt x="72" y="117"/>
                </a:cubicBezTo>
                <a:cubicBezTo>
                  <a:pt x="72" y="119"/>
                  <a:pt x="72" y="119"/>
                  <a:pt x="72" y="119"/>
                </a:cubicBezTo>
                <a:cubicBezTo>
                  <a:pt x="72" y="119"/>
                  <a:pt x="72" y="119"/>
                  <a:pt x="72" y="119"/>
                </a:cubicBezTo>
                <a:cubicBezTo>
                  <a:pt x="72" y="119"/>
                  <a:pt x="72" y="119"/>
                  <a:pt x="72" y="119"/>
                </a:cubicBezTo>
                <a:cubicBezTo>
                  <a:pt x="72" y="119"/>
                  <a:pt x="72" y="119"/>
                  <a:pt x="72" y="119"/>
                </a:cubicBezTo>
                <a:cubicBezTo>
                  <a:pt x="72" y="121"/>
                  <a:pt x="72" y="121"/>
                  <a:pt x="72" y="121"/>
                </a:cubicBezTo>
                <a:cubicBezTo>
                  <a:pt x="72" y="121"/>
                  <a:pt x="72" y="121"/>
                  <a:pt x="72" y="121"/>
                </a:cubicBezTo>
                <a:cubicBezTo>
                  <a:pt x="72" y="122"/>
                  <a:pt x="72" y="122"/>
                  <a:pt x="72" y="122"/>
                </a:cubicBezTo>
                <a:cubicBezTo>
                  <a:pt x="72" y="122"/>
                  <a:pt x="72" y="122"/>
                  <a:pt x="72" y="122"/>
                </a:cubicBezTo>
                <a:cubicBezTo>
                  <a:pt x="72" y="123"/>
                  <a:pt x="72" y="123"/>
                  <a:pt x="72" y="123"/>
                </a:cubicBezTo>
                <a:cubicBezTo>
                  <a:pt x="72" y="123"/>
                  <a:pt x="72" y="123"/>
                  <a:pt x="72" y="123"/>
                </a:cubicBezTo>
                <a:cubicBezTo>
                  <a:pt x="72" y="124"/>
                  <a:pt x="72" y="124"/>
                  <a:pt x="72" y="124"/>
                </a:cubicBezTo>
                <a:cubicBezTo>
                  <a:pt x="72" y="124"/>
                  <a:pt x="72" y="124"/>
                  <a:pt x="72" y="124"/>
                </a:cubicBezTo>
                <a:cubicBezTo>
                  <a:pt x="72" y="126"/>
                  <a:pt x="72" y="126"/>
                  <a:pt x="72" y="126"/>
                </a:cubicBezTo>
                <a:cubicBezTo>
                  <a:pt x="72" y="126"/>
                  <a:pt x="72" y="126"/>
                  <a:pt x="72" y="126"/>
                </a:cubicBezTo>
                <a:cubicBezTo>
                  <a:pt x="72" y="126"/>
                  <a:pt x="72" y="126"/>
                  <a:pt x="72" y="126"/>
                </a:cubicBezTo>
                <a:cubicBezTo>
                  <a:pt x="72" y="126"/>
                  <a:pt x="72" y="126"/>
                  <a:pt x="72" y="126"/>
                </a:cubicBezTo>
                <a:cubicBezTo>
                  <a:pt x="72" y="127"/>
                  <a:pt x="72" y="127"/>
                  <a:pt x="72" y="127"/>
                </a:cubicBezTo>
                <a:cubicBezTo>
                  <a:pt x="72" y="127"/>
                  <a:pt x="72" y="127"/>
                  <a:pt x="72" y="127"/>
                </a:cubicBezTo>
                <a:cubicBezTo>
                  <a:pt x="72" y="141"/>
                  <a:pt x="72" y="141"/>
                  <a:pt x="72" y="141"/>
                </a:cubicBezTo>
                <a:cubicBezTo>
                  <a:pt x="72" y="141"/>
                  <a:pt x="72" y="141"/>
                  <a:pt x="72" y="141"/>
                </a:cubicBezTo>
                <a:cubicBezTo>
                  <a:pt x="72" y="143"/>
                  <a:pt x="72" y="143"/>
                  <a:pt x="72" y="143"/>
                </a:cubicBezTo>
                <a:cubicBezTo>
                  <a:pt x="72" y="143"/>
                  <a:pt x="72" y="143"/>
                  <a:pt x="72" y="143"/>
                </a:cubicBezTo>
                <a:cubicBezTo>
                  <a:pt x="72" y="144"/>
                  <a:pt x="72" y="144"/>
                  <a:pt x="72" y="144"/>
                </a:cubicBezTo>
                <a:cubicBezTo>
                  <a:pt x="72" y="144"/>
                  <a:pt x="72" y="144"/>
                  <a:pt x="72" y="144"/>
                </a:cubicBezTo>
                <a:cubicBezTo>
                  <a:pt x="72" y="146"/>
                  <a:pt x="72" y="146"/>
                  <a:pt x="72" y="146"/>
                </a:cubicBezTo>
                <a:cubicBezTo>
                  <a:pt x="72" y="146"/>
                  <a:pt x="72" y="146"/>
                  <a:pt x="72" y="146"/>
                </a:cubicBezTo>
                <a:cubicBezTo>
                  <a:pt x="72" y="146"/>
                  <a:pt x="72" y="146"/>
                  <a:pt x="72" y="146"/>
                </a:cubicBezTo>
                <a:cubicBezTo>
                  <a:pt x="72" y="146"/>
                  <a:pt x="72" y="146"/>
                  <a:pt x="72" y="146"/>
                </a:cubicBezTo>
                <a:cubicBezTo>
                  <a:pt x="72" y="147"/>
                  <a:pt x="72" y="147"/>
                  <a:pt x="72" y="147"/>
                </a:cubicBezTo>
                <a:cubicBezTo>
                  <a:pt x="72" y="147"/>
                  <a:pt x="72" y="147"/>
                  <a:pt x="72" y="147"/>
                </a:cubicBezTo>
                <a:lnTo>
                  <a:pt x="72" y="174"/>
                </a:lnTo>
                <a:close/>
                <a:moveTo>
                  <a:pt x="72" y="33"/>
                </a:moveTo>
                <a:cubicBezTo>
                  <a:pt x="72" y="75"/>
                  <a:pt x="72" y="75"/>
                  <a:pt x="72" y="75"/>
                </a:cubicBezTo>
                <a:cubicBezTo>
                  <a:pt x="72" y="75"/>
                  <a:pt x="72" y="75"/>
                  <a:pt x="72" y="75"/>
                </a:cubicBezTo>
                <a:cubicBezTo>
                  <a:pt x="72" y="33"/>
                  <a:pt x="72" y="33"/>
                  <a:pt x="72" y="33"/>
                </a:cubicBezTo>
                <a:close/>
                <a:moveTo>
                  <a:pt x="72" y="76"/>
                </a:moveTo>
                <a:cubicBezTo>
                  <a:pt x="72" y="97"/>
                  <a:pt x="72" y="97"/>
                  <a:pt x="72" y="97"/>
                </a:cubicBezTo>
                <a:cubicBezTo>
                  <a:pt x="72" y="97"/>
                  <a:pt x="72" y="97"/>
                  <a:pt x="72" y="97"/>
                </a:cubicBezTo>
                <a:cubicBezTo>
                  <a:pt x="72" y="97"/>
                  <a:pt x="72" y="97"/>
                  <a:pt x="72" y="97"/>
                </a:cubicBezTo>
                <a:cubicBezTo>
                  <a:pt x="72" y="98"/>
                  <a:pt x="72" y="98"/>
                  <a:pt x="72" y="98"/>
                </a:cubicBezTo>
                <a:cubicBezTo>
                  <a:pt x="72" y="98"/>
                  <a:pt x="72" y="98"/>
                  <a:pt x="72" y="98"/>
                </a:cubicBezTo>
                <a:cubicBezTo>
                  <a:pt x="72" y="98"/>
                  <a:pt x="72" y="98"/>
                  <a:pt x="72" y="98"/>
                </a:cubicBezTo>
                <a:cubicBezTo>
                  <a:pt x="72" y="98"/>
                  <a:pt x="72" y="98"/>
                  <a:pt x="72" y="98"/>
                </a:cubicBezTo>
                <a:cubicBezTo>
                  <a:pt x="72" y="99"/>
                  <a:pt x="72" y="99"/>
                  <a:pt x="72" y="99"/>
                </a:cubicBezTo>
                <a:cubicBezTo>
                  <a:pt x="72" y="99"/>
                  <a:pt x="72" y="99"/>
                  <a:pt x="72" y="99"/>
                </a:cubicBezTo>
                <a:cubicBezTo>
                  <a:pt x="72" y="99"/>
                  <a:pt x="72" y="99"/>
                  <a:pt x="72" y="99"/>
                </a:cubicBezTo>
                <a:cubicBezTo>
                  <a:pt x="72" y="99"/>
                  <a:pt x="72" y="99"/>
                  <a:pt x="72" y="99"/>
                </a:cubicBezTo>
                <a:cubicBezTo>
                  <a:pt x="72" y="100"/>
                  <a:pt x="72" y="100"/>
                  <a:pt x="72" y="100"/>
                </a:cubicBezTo>
                <a:cubicBezTo>
                  <a:pt x="72" y="100"/>
                  <a:pt x="72" y="100"/>
                  <a:pt x="72" y="100"/>
                </a:cubicBezTo>
                <a:cubicBezTo>
                  <a:pt x="72" y="100"/>
                  <a:pt x="72" y="100"/>
                  <a:pt x="72" y="100"/>
                </a:cubicBezTo>
                <a:cubicBezTo>
                  <a:pt x="72" y="101"/>
                  <a:pt x="72" y="101"/>
                  <a:pt x="72" y="101"/>
                </a:cubicBezTo>
                <a:cubicBezTo>
                  <a:pt x="72" y="101"/>
                  <a:pt x="72" y="101"/>
                  <a:pt x="72" y="101"/>
                </a:cubicBezTo>
                <a:cubicBezTo>
                  <a:pt x="72" y="101"/>
                  <a:pt x="72" y="101"/>
                  <a:pt x="72" y="101"/>
                </a:cubicBezTo>
                <a:cubicBezTo>
                  <a:pt x="72" y="102"/>
                  <a:pt x="72" y="102"/>
                  <a:pt x="72" y="102"/>
                </a:cubicBezTo>
                <a:cubicBezTo>
                  <a:pt x="72" y="90"/>
                  <a:pt x="72" y="90"/>
                  <a:pt x="72" y="90"/>
                </a:cubicBezTo>
                <a:cubicBezTo>
                  <a:pt x="72" y="90"/>
                  <a:pt x="72" y="90"/>
                  <a:pt x="72" y="90"/>
                </a:cubicBezTo>
                <a:cubicBezTo>
                  <a:pt x="72" y="90"/>
                  <a:pt x="72" y="90"/>
                  <a:pt x="72" y="90"/>
                </a:cubicBezTo>
                <a:cubicBezTo>
                  <a:pt x="72" y="86"/>
                  <a:pt x="72" y="86"/>
                  <a:pt x="72" y="86"/>
                </a:cubicBezTo>
                <a:cubicBezTo>
                  <a:pt x="72" y="86"/>
                  <a:pt x="72" y="86"/>
                  <a:pt x="72" y="86"/>
                </a:cubicBezTo>
                <a:cubicBezTo>
                  <a:pt x="72" y="86"/>
                  <a:pt x="72" y="86"/>
                  <a:pt x="72" y="86"/>
                </a:cubicBezTo>
                <a:cubicBezTo>
                  <a:pt x="72" y="77"/>
                  <a:pt x="72" y="77"/>
                  <a:pt x="72" y="77"/>
                </a:cubicBezTo>
                <a:lnTo>
                  <a:pt x="72" y="76"/>
                </a:lnTo>
                <a:close/>
                <a:moveTo>
                  <a:pt x="72" y="102"/>
                </a:moveTo>
                <a:cubicBezTo>
                  <a:pt x="72" y="102"/>
                  <a:pt x="72" y="102"/>
                  <a:pt x="72" y="102"/>
                </a:cubicBezTo>
                <a:cubicBezTo>
                  <a:pt x="72" y="102"/>
                  <a:pt x="72" y="102"/>
                  <a:pt x="72" y="102"/>
                </a:cubicBezTo>
                <a:cubicBezTo>
                  <a:pt x="72" y="102"/>
                  <a:pt x="72" y="102"/>
                  <a:pt x="72" y="102"/>
                </a:cubicBezTo>
                <a:close/>
                <a:moveTo>
                  <a:pt x="72" y="103"/>
                </a:moveTo>
                <a:cubicBezTo>
                  <a:pt x="72" y="104"/>
                  <a:pt x="72" y="104"/>
                  <a:pt x="72" y="104"/>
                </a:cubicBezTo>
                <a:cubicBezTo>
                  <a:pt x="72" y="104"/>
                  <a:pt x="72" y="104"/>
                  <a:pt x="72" y="104"/>
                </a:cubicBezTo>
                <a:cubicBezTo>
                  <a:pt x="72" y="103"/>
                  <a:pt x="72" y="103"/>
                  <a:pt x="72" y="103"/>
                </a:cubicBezTo>
                <a:close/>
                <a:moveTo>
                  <a:pt x="72" y="105"/>
                </a:moveTo>
                <a:cubicBezTo>
                  <a:pt x="72" y="106"/>
                  <a:pt x="72" y="106"/>
                  <a:pt x="72" y="106"/>
                </a:cubicBezTo>
                <a:cubicBezTo>
                  <a:pt x="72" y="106"/>
                  <a:pt x="72" y="106"/>
                  <a:pt x="72" y="106"/>
                </a:cubicBezTo>
                <a:cubicBezTo>
                  <a:pt x="72" y="105"/>
                  <a:pt x="72" y="105"/>
                  <a:pt x="72" y="105"/>
                </a:cubicBezTo>
                <a:close/>
                <a:moveTo>
                  <a:pt x="72" y="107"/>
                </a:moveTo>
                <a:cubicBezTo>
                  <a:pt x="72" y="108"/>
                  <a:pt x="72" y="108"/>
                  <a:pt x="72" y="108"/>
                </a:cubicBezTo>
                <a:cubicBezTo>
                  <a:pt x="72" y="108"/>
                  <a:pt x="72" y="108"/>
                  <a:pt x="72" y="108"/>
                </a:cubicBezTo>
                <a:cubicBezTo>
                  <a:pt x="72" y="107"/>
                  <a:pt x="72" y="107"/>
                  <a:pt x="72" y="107"/>
                </a:cubicBezTo>
                <a:close/>
                <a:moveTo>
                  <a:pt x="72" y="30"/>
                </a:moveTo>
                <a:cubicBezTo>
                  <a:pt x="71" y="31"/>
                  <a:pt x="71" y="31"/>
                  <a:pt x="71" y="31"/>
                </a:cubicBezTo>
                <a:cubicBezTo>
                  <a:pt x="71" y="32"/>
                  <a:pt x="71" y="32"/>
                  <a:pt x="71" y="32"/>
                </a:cubicBezTo>
                <a:cubicBezTo>
                  <a:pt x="72" y="32"/>
                  <a:pt x="72" y="32"/>
                  <a:pt x="72" y="32"/>
                </a:cubicBezTo>
                <a:lnTo>
                  <a:pt x="72" y="30"/>
                </a:lnTo>
                <a:close/>
                <a:moveTo>
                  <a:pt x="71" y="174"/>
                </a:moveTo>
                <a:cubicBezTo>
                  <a:pt x="72" y="174"/>
                  <a:pt x="72" y="174"/>
                  <a:pt x="72" y="174"/>
                </a:cubicBezTo>
                <a:cubicBezTo>
                  <a:pt x="72" y="147"/>
                  <a:pt x="72" y="147"/>
                  <a:pt x="72" y="147"/>
                </a:cubicBezTo>
                <a:cubicBezTo>
                  <a:pt x="71" y="147"/>
                  <a:pt x="71" y="147"/>
                  <a:pt x="71" y="147"/>
                </a:cubicBezTo>
                <a:lnTo>
                  <a:pt x="71" y="174"/>
                </a:lnTo>
                <a:close/>
                <a:moveTo>
                  <a:pt x="72" y="33"/>
                </a:moveTo>
                <a:cubicBezTo>
                  <a:pt x="72" y="75"/>
                  <a:pt x="72" y="75"/>
                  <a:pt x="72" y="75"/>
                </a:cubicBezTo>
                <a:cubicBezTo>
                  <a:pt x="71" y="75"/>
                  <a:pt x="71" y="75"/>
                  <a:pt x="71" y="75"/>
                </a:cubicBezTo>
                <a:cubicBezTo>
                  <a:pt x="71" y="32"/>
                  <a:pt x="71" y="32"/>
                  <a:pt x="71" y="32"/>
                </a:cubicBezTo>
                <a:lnTo>
                  <a:pt x="72" y="33"/>
                </a:lnTo>
                <a:close/>
                <a:moveTo>
                  <a:pt x="72" y="77"/>
                </a:moveTo>
                <a:cubicBezTo>
                  <a:pt x="72" y="86"/>
                  <a:pt x="72" y="86"/>
                  <a:pt x="72" y="86"/>
                </a:cubicBezTo>
                <a:cubicBezTo>
                  <a:pt x="71" y="88"/>
                  <a:pt x="71" y="88"/>
                  <a:pt x="71" y="88"/>
                </a:cubicBezTo>
                <a:cubicBezTo>
                  <a:pt x="71" y="79"/>
                  <a:pt x="71" y="79"/>
                  <a:pt x="71" y="79"/>
                </a:cubicBezTo>
                <a:cubicBezTo>
                  <a:pt x="71" y="78"/>
                  <a:pt x="71" y="78"/>
                  <a:pt x="71" y="78"/>
                </a:cubicBezTo>
                <a:cubicBezTo>
                  <a:pt x="71" y="78"/>
                  <a:pt x="71" y="78"/>
                  <a:pt x="71" y="78"/>
                </a:cubicBezTo>
                <a:cubicBezTo>
                  <a:pt x="71" y="77"/>
                  <a:pt x="71" y="77"/>
                  <a:pt x="71" y="77"/>
                </a:cubicBezTo>
                <a:cubicBezTo>
                  <a:pt x="72" y="77"/>
                  <a:pt x="72" y="77"/>
                  <a:pt x="72" y="77"/>
                </a:cubicBezTo>
                <a:close/>
                <a:moveTo>
                  <a:pt x="72" y="86"/>
                </a:moveTo>
                <a:cubicBezTo>
                  <a:pt x="71" y="90"/>
                  <a:pt x="71" y="90"/>
                  <a:pt x="71" y="90"/>
                </a:cubicBezTo>
                <a:cubicBezTo>
                  <a:pt x="71" y="94"/>
                  <a:pt x="71" y="94"/>
                  <a:pt x="71" y="94"/>
                </a:cubicBezTo>
                <a:cubicBezTo>
                  <a:pt x="72" y="90"/>
                  <a:pt x="72" y="90"/>
                  <a:pt x="72" y="90"/>
                </a:cubicBezTo>
                <a:lnTo>
                  <a:pt x="72" y="86"/>
                </a:lnTo>
                <a:close/>
                <a:moveTo>
                  <a:pt x="72" y="90"/>
                </a:moveTo>
                <a:cubicBezTo>
                  <a:pt x="72" y="102"/>
                  <a:pt x="72" y="102"/>
                  <a:pt x="72" y="102"/>
                </a:cubicBezTo>
                <a:cubicBezTo>
                  <a:pt x="72" y="102"/>
                  <a:pt x="72" y="102"/>
                  <a:pt x="72" y="102"/>
                </a:cubicBezTo>
                <a:cubicBezTo>
                  <a:pt x="72" y="102"/>
                  <a:pt x="72" y="102"/>
                  <a:pt x="72" y="102"/>
                </a:cubicBezTo>
                <a:cubicBezTo>
                  <a:pt x="72" y="102"/>
                  <a:pt x="72" y="102"/>
                  <a:pt x="72" y="102"/>
                </a:cubicBezTo>
                <a:cubicBezTo>
                  <a:pt x="72" y="102"/>
                  <a:pt x="72" y="102"/>
                  <a:pt x="72" y="102"/>
                </a:cubicBezTo>
                <a:cubicBezTo>
                  <a:pt x="72" y="103"/>
                  <a:pt x="72" y="103"/>
                  <a:pt x="72" y="103"/>
                </a:cubicBezTo>
                <a:cubicBezTo>
                  <a:pt x="72" y="103"/>
                  <a:pt x="72" y="103"/>
                  <a:pt x="72" y="103"/>
                </a:cubicBezTo>
                <a:cubicBezTo>
                  <a:pt x="72" y="104"/>
                  <a:pt x="72" y="104"/>
                  <a:pt x="72" y="104"/>
                </a:cubicBezTo>
                <a:cubicBezTo>
                  <a:pt x="72" y="104"/>
                  <a:pt x="72" y="104"/>
                  <a:pt x="72" y="104"/>
                </a:cubicBezTo>
                <a:cubicBezTo>
                  <a:pt x="71" y="105"/>
                  <a:pt x="71" y="105"/>
                  <a:pt x="71" y="105"/>
                </a:cubicBezTo>
                <a:cubicBezTo>
                  <a:pt x="72" y="105"/>
                  <a:pt x="72" y="105"/>
                  <a:pt x="72" y="105"/>
                </a:cubicBezTo>
                <a:cubicBezTo>
                  <a:pt x="72" y="106"/>
                  <a:pt x="72" y="106"/>
                  <a:pt x="72" y="106"/>
                </a:cubicBezTo>
                <a:cubicBezTo>
                  <a:pt x="71" y="105"/>
                  <a:pt x="71" y="105"/>
                  <a:pt x="71" y="105"/>
                </a:cubicBezTo>
                <a:cubicBezTo>
                  <a:pt x="71" y="107"/>
                  <a:pt x="71" y="107"/>
                  <a:pt x="71" y="107"/>
                </a:cubicBezTo>
                <a:cubicBezTo>
                  <a:pt x="72" y="107"/>
                  <a:pt x="72" y="107"/>
                  <a:pt x="72" y="107"/>
                </a:cubicBezTo>
                <a:cubicBezTo>
                  <a:pt x="72" y="108"/>
                  <a:pt x="72" y="108"/>
                  <a:pt x="72" y="108"/>
                </a:cubicBezTo>
                <a:cubicBezTo>
                  <a:pt x="71" y="108"/>
                  <a:pt x="71" y="108"/>
                  <a:pt x="71" y="108"/>
                </a:cubicBezTo>
                <a:cubicBezTo>
                  <a:pt x="71" y="109"/>
                  <a:pt x="71" y="109"/>
                  <a:pt x="71" y="109"/>
                </a:cubicBezTo>
                <a:cubicBezTo>
                  <a:pt x="72" y="109"/>
                  <a:pt x="72" y="109"/>
                  <a:pt x="72" y="109"/>
                </a:cubicBezTo>
                <a:cubicBezTo>
                  <a:pt x="72" y="110"/>
                  <a:pt x="72" y="110"/>
                  <a:pt x="72" y="110"/>
                </a:cubicBezTo>
                <a:cubicBezTo>
                  <a:pt x="71" y="110"/>
                  <a:pt x="71" y="110"/>
                  <a:pt x="71" y="110"/>
                </a:cubicBezTo>
                <a:cubicBezTo>
                  <a:pt x="71" y="110"/>
                  <a:pt x="71" y="110"/>
                  <a:pt x="71" y="110"/>
                </a:cubicBezTo>
                <a:cubicBezTo>
                  <a:pt x="71" y="100"/>
                  <a:pt x="71" y="100"/>
                  <a:pt x="71" y="100"/>
                </a:cubicBezTo>
                <a:cubicBezTo>
                  <a:pt x="71" y="100"/>
                  <a:pt x="71" y="100"/>
                  <a:pt x="71" y="100"/>
                </a:cubicBezTo>
                <a:cubicBezTo>
                  <a:pt x="71" y="100"/>
                  <a:pt x="71" y="100"/>
                  <a:pt x="71" y="100"/>
                </a:cubicBezTo>
                <a:cubicBezTo>
                  <a:pt x="71" y="95"/>
                  <a:pt x="71" y="95"/>
                  <a:pt x="71" y="95"/>
                </a:cubicBezTo>
                <a:lnTo>
                  <a:pt x="72" y="90"/>
                </a:lnTo>
                <a:close/>
                <a:moveTo>
                  <a:pt x="72" y="111"/>
                </a:moveTo>
                <a:cubicBezTo>
                  <a:pt x="72" y="112"/>
                  <a:pt x="72" y="112"/>
                  <a:pt x="72" y="112"/>
                </a:cubicBezTo>
                <a:cubicBezTo>
                  <a:pt x="71" y="111"/>
                  <a:pt x="71" y="111"/>
                  <a:pt x="71" y="111"/>
                </a:cubicBezTo>
                <a:cubicBezTo>
                  <a:pt x="71" y="111"/>
                  <a:pt x="71" y="111"/>
                  <a:pt x="71" y="111"/>
                </a:cubicBezTo>
                <a:lnTo>
                  <a:pt x="72" y="111"/>
                </a:lnTo>
                <a:close/>
                <a:moveTo>
                  <a:pt x="72" y="113"/>
                </a:moveTo>
                <a:cubicBezTo>
                  <a:pt x="72" y="114"/>
                  <a:pt x="72" y="114"/>
                  <a:pt x="72" y="114"/>
                </a:cubicBezTo>
                <a:cubicBezTo>
                  <a:pt x="71" y="114"/>
                  <a:pt x="71" y="114"/>
                  <a:pt x="71" y="114"/>
                </a:cubicBezTo>
                <a:cubicBezTo>
                  <a:pt x="71" y="113"/>
                  <a:pt x="71" y="113"/>
                  <a:pt x="71" y="113"/>
                </a:cubicBezTo>
                <a:lnTo>
                  <a:pt x="72" y="113"/>
                </a:lnTo>
                <a:close/>
                <a:moveTo>
                  <a:pt x="72" y="116"/>
                </a:moveTo>
                <a:cubicBezTo>
                  <a:pt x="72" y="116"/>
                  <a:pt x="72" y="116"/>
                  <a:pt x="72" y="116"/>
                </a:cubicBezTo>
                <a:cubicBezTo>
                  <a:pt x="71" y="116"/>
                  <a:pt x="71" y="116"/>
                  <a:pt x="71" y="116"/>
                </a:cubicBezTo>
                <a:cubicBezTo>
                  <a:pt x="71" y="116"/>
                  <a:pt x="71" y="116"/>
                  <a:pt x="71" y="116"/>
                </a:cubicBezTo>
                <a:lnTo>
                  <a:pt x="72" y="116"/>
                </a:lnTo>
                <a:close/>
                <a:moveTo>
                  <a:pt x="72" y="119"/>
                </a:moveTo>
                <a:cubicBezTo>
                  <a:pt x="72" y="119"/>
                  <a:pt x="72" y="119"/>
                  <a:pt x="72" y="119"/>
                </a:cubicBezTo>
                <a:cubicBezTo>
                  <a:pt x="71" y="119"/>
                  <a:pt x="71" y="119"/>
                  <a:pt x="71" y="119"/>
                </a:cubicBezTo>
                <a:cubicBezTo>
                  <a:pt x="71" y="119"/>
                  <a:pt x="71" y="119"/>
                  <a:pt x="71" y="119"/>
                </a:cubicBezTo>
                <a:lnTo>
                  <a:pt x="72" y="119"/>
                </a:lnTo>
                <a:close/>
                <a:moveTo>
                  <a:pt x="72" y="121"/>
                </a:moveTo>
                <a:cubicBezTo>
                  <a:pt x="72" y="122"/>
                  <a:pt x="72" y="122"/>
                  <a:pt x="72" y="122"/>
                </a:cubicBezTo>
                <a:cubicBezTo>
                  <a:pt x="71" y="122"/>
                  <a:pt x="71" y="122"/>
                  <a:pt x="71" y="122"/>
                </a:cubicBezTo>
                <a:cubicBezTo>
                  <a:pt x="71" y="121"/>
                  <a:pt x="71" y="121"/>
                  <a:pt x="71" y="121"/>
                </a:cubicBezTo>
                <a:lnTo>
                  <a:pt x="72" y="121"/>
                </a:lnTo>
                <a:close/>
                <a:moveTo>
                  <a:pt x="72" y="123"/>
                </a:moveTo>
                <a:cubicBezTo>
                  <a:pt x="72" y="124"/>
                  <a:pt x="72" y="124"/>
                  <a:pt x="72" y="124"/>
                </a:cubicBezTo>
                <a:cubicBezTo>
                  <a:pt x="71" y="124"/>
                  <a:pt x="71" y="124"/>
                  <a:pt x="71" y="124"/>
                </a:cubicBezTo>
                <a:cubicBezTo>
                  <a:pt x="71" y="123"/>
                  <a:pt x="71" y="123"/>
                  <a:pt x="71" y="123"/>
                </a:cubicBezTo>
                <a:lnTo>
                  <a:pt x="72" y="123"/>
                </a:lnTo>
                <a:close/>
                <a:moveTo>
                  <a:pt x="72" y="126"/>
                </a:moveTo>
                <a:cubicBezTo>
                  <a:pt x="72" y="126"/>
                  <a:pt x="72" y="126"/>
                  <a:pt x="72" y="126"/>
                </a:cubicBezTo>
                <a:cubicBezTo>
                  <a:pt x="71" y="126"/>
                  <a:pt x="71" y="126"/>
                  <a:pt x="71" y="126"/>
                </a:cubicBezTo>
                <a:cubicBezTo>
                  <a:pt x="71" y="125"/>
                  <a:pt x="71" y="125"/>
                  <a:pt x="71" y="125"/>
                </a:cubicBezTo>
                <a:lnTo>
                  <a:pt x="72" y="126"/>
                </a:lnTo>
                <a:close/>
                <a:moveTo>
                  <a:pt x="72" y="127"/>
                </a:moveTo>
                <a:cubicBezTo>
                  <a:pt x="72" y="141"/>
                  <a:pt x="72" y="141"/>
                  <a:pt x="72" y="141"/>
                </a:cubicBezTo>
                <a:cubicBezTo>
                  <a:pt x="71" y="141"/>
                  <a:pt x="71" y="141"/>
                  <a:pt x="71" y="141"/>
                </a:cubicBezTo>
                <a:cubicBezTo>
                  <a:pt x="71" y="128"/>
                  <a:pt x="71" y="128"/>
                  <a:pt x="71" y="128"/>
                </a:cubicBezTo>
                <a:lnTo>
                  <a:pt x="72" y="127"/>
                </a:lnTo>
                <a:close/>
                <a:moveTo>
                  <a:pt x="72" y="143"/>
                </a:moveTo>
                <a:cubicBezTo>
                  <a:pt x="72" y="144"/>
                  <a:pt x="72" y="144"/>
                  <a:pt x="72" y="144"/>
                </a:cubicBezTo>
                <a:cubicBezTo>
                  <a:pt x="71" y="144"/>
                  <a:pt x="71" y="144"/>
                  <a:pt x="71" y="144"/>
                </a:cubicBezTo>
                <a:cubicBezTo>
                  <a:pt x="71" y="143"/>
                  <a:pt x="71" y="143"/>
                  <a:pt x="71" y="143"/>
                </a:cubicBezTo>
                <a:lnTo>
                  <a:pt x="72" y="143"/>
                </a:lnTo>
                <a:close/>
                <a:moveTo>
                  <a:pt x="72" y="146"/>
                </a:moveTo>
                <a:cubicBezTo>
                  <a:pt x="72" y="146"/>
                  <a:pt x="72" y="146"/>
                  <a:pt x="72" y="146"/>
                </a:cubicBezTo>
                <a:cubicBezTo>
                  <a:pt x="71" y="146"/>
                  <a:pt x="71" y="146"/>
                  <a:pt x="71" y="146"/>
                </a:cubicBezTo>
                <a:cubicBezTo>
                  <a:pt x="71" y="146"/>
                  <a:pt x="71" y="146"/>
                  <a:pt x="71" y="146"/>
                </a:cubicBezTo>
                <a:lnTo>
                  <a:pt x="72" y="146"/>
                </a:lnTo>
                <a:close/>
                <a:moveTo>
                  <a:pt x="71" y="31"/>
                </a:moveTo>
                <a:cubicBezTo>
                  <a:pt x="71" y="31"/>
                  <a:pt x="71" y="31"/>
                  <a:pt x="71" y="31"/>
                </a:cubicBezTo>
                <a:cubicBezTo>
                  <a:pt x="71" y="32"/>
                  <a:pt x="71" y="32"/>
                  <a:pt x="71" y="32"/>
                </a:cubicBezTo>
                <a:cubicBezTo>
                  <a:pt x="71" y="32"/>
                  <a:pt x="71" y="32"/>
                  <a:pt x="71" y="32"/>
                </a:cubicBezTo>
                <a:lnTo>
                  <a:pt x="71" y="31"/>
                </a:lnTo>
                <a:close/>
                <a:moveTo>
                  <a:pt x="71" y="174"/>
                </a:moveTo>
                <a:cubicBezTo>
                  <a:pt x="71" y="174"/>
                  <a:pt x="71" y="174"/>
                  <a:pt x="71" y="174"/>
                </a:cubicBezTo>
                <a:cubicBezTo>
                  <a:pt x="71" y="147"/>
                  <a:pt x="71" y="147"/>
                  <a:pt x="71" y="147"/>
                </a:cubicBezTo>
                <a:cubicBezTo>
                  <a:pt x="71" y="147"/>
                  <a:pt x="71" y="147"/>
                  <a:pt x="71" y="147"/>
                </a:cubicBezTo>
                <a:lnTo>
                  <a:pt x="71" y="174"/>
                </a:lnTo>
                <a:close/>
                <a:moveTo>
                  <a:pt x="71" y="32"/>
                </a:moveTo>
                <a:cubicBezTo>
                  <a:pt x="71" y="75"/>
                  <a:pt x="71" y="75"/>
                  <a:pt x="71" y="75"/>
                </a:cubicBezTo>
                <a:cubicBezTo>
                  <a:pt x="71" y="75"/>
                  <a:pt x="71" y="75"/>
                  <a:pt x="71" y="75"/>
                </a:cubicBezTo>
                <a:cubicBezTo>
                  <a:pt x="71" y="32"/>
                  <a:pt x="71" y="32"/>
                  <a:pt x="71" y="32"/>
                </a:cubicBezTo>
                <a:close/>
                <a:moveTo>
                  <a:pt x="71" y="77"/>
                </a:moveTo>
                <a:cubicBezTo>
                  <a:pt x="71" y="78"/>
                  <a:pt x="71" y="78"/>
                  <a:pt x="71" y="78"/>
                </a:cubicBezTo>
                <a:cubicBezTo>
                  <a:pt x="71" y="78"/>
                  <a:pt x="71" y="78"/>
                  <a:pt x="71" y="78"/>
                </a:cubicBezTo>
                <a:cubicBezTo>
                  <a:pt x="71" y="77"/>
                  <a:pt x="71" y="77"/>
                  <a:pt x="71" y="77"/>
                </a:cubicBezTo>
                <a:close/>
                <a:moveTo>
                  <a:pt x="71" y="79"/>
                </a:moveTo>
                <a:cubicBezTo>
                  <a:pt x="71" y="88"/>
                  <a:pt x="71" y="88"/>
                  <a:pt x="71" y="88"/>
                </a:cubicBezTo>
                <a:cubicBezTo>
                  <a:pt x="71" y="88"/>
                  <a:pt x="71" y="88"/>
                  <a:pt x="71" y="88"/>
                </a:cubicBezTo>
                <a:cubicBezTo>
                  <a:pt x="71" y="79"/>
                  <a:pt x="71" y="79"/>
                  <a:pt x="71" y="79"/>
                </a:cubicBezTo>
                <a:close/>
                <a:moveTo>
                  <a:pt x="71" y="90"/>
                </a:moveTo>
                <a:cubicBezTo>
                  <a:pt x="71" y="94"/>
                  <a:pt x="71" y="94"/>
                  <a:pt x="71" y="94"/>
                </a:cubicBezTo>
                <a:cubicBezTo>
                  <a:pt x="71" y="94"/>
                  <a:pt x="71" y="94"/>
                  <a:pt x="71" y="94"/>
                </a:cubicBezTo>
                <a:cubicBezTo>
                  <a:pt x="71" y="90"/>
                  <a:pt x="71" y="90"/>
                  <a:pt x="71" y="90"/>
                </a:cubicBezTo>
                <a:close/>
                <a:moveTo>
                  <a:pt x="71" y="95"/>
                </a:moveTo>
                <a:cubicBezTo>
                  <a:pt x="71" y="100"/>
                  <a:pt x="71" y="100"/>
                  <a:pt x="71" y="100"/>
                </a:cubicBezTo>
                <a:cubicBezTo>
                  <a:pt x="71" y="100"/>
                  <a:pt x="71" y="100"/>
                  <a:pt x="71" y="100"/>
                </a:cubicBezTo>
                <a:cubicBezTo>
                  <a:pt x="71" y="100"/>
                  <a:pt x="71" y="100"/>
                  <a:pt x="71" y="100"/>
                </a:cubicBezTo>
                <a:cubicBezTo>
                  <a:pt x="71" y="100"/>
                  <a:pt x="71" y="100"/>
                  <a:pt x="71" y="100"/>
                </a:cubicBezTo>
                <a:cubicBezTo>
                  <a:pt x="71" y="110"/>
                  <a:pt x="71" y="110"/>
                  <a:pt x="71" y="110"/>
                </a:cubicBezTo>
                <a:cubicBezTo>
                  <a:pt x="71" y="111"/>
                  <a:pt x="71" y="111"/>
                  <a:pt x="71" y="111"/>
                </a:cubicBezTo>
                <a:cubicBezTo>
                  <a:pt x="71" y="111"/>
                  <a:pt x="71" y="111"/>
                  <a:pt x="71" y="111"/>
                </a:cubicBezTo>
                <a:cubicBezTo>
                  <a:pt x="71" y="111"/>
                  <a:pt x="71" y="111"/>
                  <a:pt x="71" y="111"/>
                </a:cubicBezTo>
                <a:cubicBezTo>
                  <a:pt x="71" y="111"/>
                  <a:pt x="71" y="111"/>
                  <a:pt x="71" y="111"/>
                </a:cubicBezTo>
                <a:cubicBezTo>
                  <a:pt x="71" y="102"/>
                  <a:pt x="71" y="102"/>
                  <a:pt x="71" y="102"/>
                </a:cubicBezTo>
                <a:cubicBezTo>
                  <a:pt x="71" y="102"/>
                  <a:pt x="71" y="102"/>
                  <a:pt x="71" y="102"/>
                </a:cubicBezTo>
                <a:cubicBezTo>
                  <a:pt x="71" y="101"/>
                  <a:pt x="71" y="101"/>
                  <a:pt x="71" y="101"/>
                </a:cubicBezTo>
                <a:cubicBezTo>
                  <a:pt x="71" y="101"/>
                  <a:pt x="71" y="101"/>
                  <a:pt x="71" y="101"/>
                </a:cubicBezTo>
                <a:cubicBezTo>
                  <a:pt x="71" y="101"/>
                  <a:pt x="71" y="101"/>
                  <a:pt x="71" y="101"/>
                </a:cubicBezTo>
                <a:cubicBezTo>
                  <a:pt x="71" y="96"/>
                  <a:pt x="71" y="96"/>
                  <a:pt x="71" y="96"/>
                </a:cubicBezTo>
                <a:lnTo>
                  <a:pt x="71" y="95"/>
                </a:lnTo>
                <a:close/>
                <a:moveTo>
                  <a:pt x="71" y="113"/>
                </a:moveTo>
                <a:cubicBezTo>
                  <a:pt x="71" y="114"/>
                  <a:pt x="71" y="114"/>
                  <a:pt x="71" y="114"/>
                </a:cubicBezTo>
                <a:cubicBezTo>
                  <a:pt x="71" y="114"/>
                  <a:pt x="71" y="114"/>
                  <a:pt x="71" y="114"/>
                </a:cubicBezTo>
                <a:cubicBezTo>
                  <a:pt x="71" y="113"/>
                  <a:pt x="71" y="113"/>
                  <a:pt x="71" y="113"/>
                </a:cubicBezTo>
                <a:close/>
                <a:moveTo>
                  <a:pt x="71" y="116"/>
                </a:moveTo>
                <a:cubicBezTo>
                  <a:pt x="71" y="116"/>
                  <a:pt x="71" y="116"/>
                  <a:pt x="71" y="116"/>
                </a:cubicBezTo>
                <a:cubicBezTo>
                  <a:pt x="71" y="116"/>
                  <a:pt x="71" y="116"/>
                  <a:pt x="71" y="116"/>
                </a:cubicBezTo>
                <a:cubicBezTo>
                  <a:pt x="71" y="116"/>
                  <a:pt x="71" y="116"/>
                  <a:pt x="71" y="116"/>
                </a:cubicBezTo>
                <a:close/>
                <a:moveTo>
                  <a:pt x="71" y="119"/>
                </a:moveTo>
                <a:cubicBezTo>
                  <a:pt x="71" y="119"/>
                  <a:pt x="71" y="119"/>
                  <a:pt x="71" y="119"/>
                </a:cubicBezTo>
                <a:cubicBezTo>
                  <a:pt x="71" y="119"/>
                  <a:pt x="71" y="119"/>
                  <a:pt x="71" y="119"/>
                </a:cubicBezTo>
                <a:cubicBezTo>
                  <a:pt x="71" y="119"/>
                  <a:pt x="71" y="119"/>
                  <a:pt x="71" y="119"/>
                </a:cubicBezTo>
                <a:close/>
                <a:moveTo>
                  <a:pt x="71" y="121"/>
                </a:moveTo>
                <a:cubicBezTo>
                  <a:pt x="71" y="122"/>
                  <a:pt x="71" y="122"/>
                  <a:pt x="71" y="122"/>
                </a:cubicBezTo>
                <a:cubicBezTo>
                  <a:pt x="71" y="122"/>
                  <a:pt x="71" y="122"/>
                  <a:pt x="71" y="122"/>
                </a:cubicBezTo>
                <a:cubicBezTo>
                  <a:pt x="71" y="121"/>
                  <a:pt x="71" y="121"/>
                  <a:pt x="71" y="121"/>
                </a:cubicBezTo>
                <a:close/>
                <a:moveTo>
                  <a:pt x="71" y="123"/>
                </a:moveTo>
                <a:cubicBezTo>
                  <a:pt x="71" y="124"/>
                  <a:pt x="71" y="124"/>
                  <a:pt x="71" y="124"/>
                </a:cubicBezTo>
                <a:cubicBezTo>
                  <a:pt x="71" y="124"/>
                  <a:pt x="71" y="124"/>
                  <a:pt x="71" y="124"/>
                </a:cubicBezTo>
                <a:cubicBezTo>
                  <a:pt x="71" y="123"/>
                  <a:pt x="71" y="123"/>
                  <a:pt x="71" y="123"/>
                </a:cubicBezTo>
                <a:close/>
                <a:moveTo>
                  <a:pt x="71" y="125"/>
                </a:moveTo>
                <a:cubicBezTo>
                  <a:pt x="71" y="126"/>
                  <a:pt x="71" y="126"/>
                  <a:pt x="71" y="126"/>
                </a:cubicBezTo>
                <a:cubicBezTo>
                  <a:pt x="71" y="126"/>
                  <a:pt x="71" y="126"/>
                  <a:pt x="71" y="126"/>
                </a:cubicBezTo>
                <a:cubicBezTo>
                  <a:pt x="71" y="125"/>
                  <a:pt x="71" y="125"/>
                  <a:pt x="71" y="125"/>
                </a:cubicBezTo>
                <a:close/>
                <a:moveTo>
                  <a:pt x="71" y="128"/>
                </a:moveTo>
                <a:cubicBezTo>
                  <a:pt x="71" y="141"/>
                  <a:pt x="71" y="141"/>
                  <a:pt x="71" y="141"/>
                </a:cubicBezTo>
                <a:cubicBezTo>
                  <a:pt x="71" y="141"/>
                  <a:pt x="71" y="141"/>
                  <a:pt x="71" y="141"/>
                </a:cubicBezTo>
                <a:cubicBezTo>
                  <a:pt x="71" y="128"/>
                  <a:pt x="71" y="128"/>
                  <a:pt x="71" y="128"/>
                </a:cubicBezTo>
                <a:close/>
                <a:moveTo>
                  <a:pt x="71" y="143"/>
                </a:moveTo>
                <a:cubicBezTo>
                  <a:pt x="71" y="144"/>
                  <a:pt x="71" y="144"/>
                  <a:pt x="71" y="144"/>
                </a:cubicBezTo>
                <a:cubicBezTo>
                  <a:pt x="71" y="144"/>
                  <a:pt x="71" y="144"/>
                  <a:pt x="71" y="144"/>
                </a:cubicBezTo>
                <a:cubicBezTo>
                  <a:pt x="71" y="143"/>
                  <a:pt x="71" y="143"/>
                  <a:pt x="71" y="143"/>
                </a:cubicBezTo>
                <a:close/>
                <a:moveTo>
                  <a:pt x="71" y="146"/>
                </a:moveTo>
                <a:cubicBezTo>
                  <a:pt x="71" y="146"/>
                  <a:pt x="71" y="146"/>
                  <a:pt x="71" y="146"/>
                </a:cubicBezTo>
                <a:cubicBezTo>
                  <a:pt x="71" y="146"/>
                  <a:pt x="71" y="146"/>
                  <a:pt x="71" y="146"/>
                </a:cubicBezTo>
                <a:cubicBezTo>
                  <a:pt x="71" y="146"/>
                  <a:pt x="71" y="146"/>
                  <a:pt x="71" y="146"/>
                </a:cubicBezTo>
                <a:close/>
                <a:moveTo>
                  <a:pt x="71" y="31"/>
                </a:moveTo>
                <a:cubicBezTo>
                  <a:pt x="71" y="31"/>
                  <a:pt x="71" y="31"/>
                  <a:pt x="71" y="31"/>
                </a:cubicBezTo>
                <a:cubicBezTo>
                  <a:pt x="71" y="32"/>
                  <a:pt x="71" y="32"/>
                  <a:pt x="71" y="32"/>
                </a:cubicBezTo>
                <a:cubicBezTo>
                  <a:pt x="71" y="32"/>
                  <a:pt x="71" y="32"/>
                  <a:pt x="71" y="32"/>
                </a:cubicBezTo>
                <a:lnTo>
                  <a:pt x="71" y="31"/>
                </a:lnTo>
                <a:close/>
                <a:moveTo>
                  <a:pt x="71" y="174"/>
                </a:moveTo>
                <a:cubicBezTo>
                  <a:pt x="71" y="174"/>
                  <a:pt x="71" y="174"/>
                  <a:pt x="71" y="174"/>
                </a:cubicBezTo>
                <a:cubicBezTo>
                  <a:pt x="71" y="147"/>
                  <a:pt x="71" y="147"/>
                  <a:pt x="71" y="147"/>
                </a:cubicBezTo>
                <a:cubicBezTo>
                  <a:pt x="71" y="147"/>
                  <a:pt x="71" y="147"/>
                  <a:pt x="71" y="147"/>
                </a:cubicBezTo>
                <a:lnTo>
                  <a:pt x="71" y="174"/>
                </a:lnTo>
                <a:close/>
                <a:moveTo>
                  <a:pt x="71" y="32"/>
                </a:moveTo>
                <a:cubicBezTo>
                  <a:pt x="71" y="75"/>
                  <a:pt x="71" y="75"/>
                  <a:pt x="71" y="75"/>
                </a:cubicBezTo>
                <a:cubicBezTo>
                  <a:pt x="71" y="75"/>
                  <a:pt x="71" y="75"/>
                  <a:pt x="71" y="75"/>
                </a:cubicBezTo>
                <a:cubicBezTo>
                  <a:pt x="71" y="32"/>
                  <a:pt x="71" y="32"/>
                  <a:pt x="71" y="32"/>
                </a:cubicBezTo>
                <a:close/>
                <a:moveTo>
                  <a:pt x="71" y="77"/>
                </a:moveTo>
                <a:cubicBezTo>
                  <a:pt x="71" y="78"/>
                  <a:pt x="71" y="78"/>
                  <a:pt x="71" y="78"/>
                </a:cubicBezTo>
                <a:cubicBezTo>
                  <a:pt x="71" y="78"/>
                  <a:pt x="71" y="78"/>
                  <a:pt x="71" y="78"/>
                </a:cubicBezTo>
                <a:cubicBezTo>
                  <a:pt x="71" y="77"/>
                  <a:pt x="71" y="77"/>
                  <a:pt x="71" y="77"/>
                </a:cubicBezTo>
                <a:close/>
                <a:moveTo>
                  <a:pt x="71" y="79"/>
                </a:moveTo>
                <a:cubicBezTo>
                  <a:pt x="71" y="88"/>
                  <a:pt x="71" y="88"/>
                  <a:pt x="71" y="88"/>
                </a:cubicBezTo>
                <a:cubicBezTo>
                  <a:pt x="71" y="89"/>
                  <a:pt x="71" y="89"/>
                  <a:pt x="71" y="89"/>
                </a:cubicBezTo>
                <a:cubicBezTo>
                  <a:pt x="71" y="80"/>
                  <a:pt x="71" y="80"/>
                  <a:pt x="71" y="80"/>
                </a:cubicBezTo>
                <a:lnTo>
                  <a:pt x="71" y="79"/>
                </a:lnTo>
                <a:close/>
                <a:moveTo>
                  <a:pt x="71" y="90"/>
                </a:moveTo>
                <a:cubicBezTo>
                  <a:pt x="71" y="94"/>
                  <a:pt x="71" y="94"/>
                  <a:pt x="71" y="94"/>
                </a:cubicBezTo>
                <a:cubicBezTo>
                  <a:pt x="71" y="95"/>
                  <a:pt x="71" y="95"/>
                  <a:pt x="71" y="95"/>
                </a:cubicBezTo>
                <a:cubicBezTo>
                  <a:pt x="71" y="91"/>
                  <a:pt x="71" y="91"/>
                  <a:pt x="71" y="91"/>
                </a:cubicBezTo>
                <a:lnTo>
                  <a:pt x="71" y="90"/>
                </a:lnTo>
                <a:close/>
                <a:moveTo>
                  <a:pt x="71" y="96"/>
                </a:moveTo>
                <a:cubicBezTo>
                  <a:pt x="71" y="101"/>
                  <a:pt x="71" y="101"/>
                  <a:pt x="71" y="101"/>
                </a:cubicBezTo>
                <a:cubicBezTo>
                  <a:pt x="71" y="102"/>
                  <a:pt x="71" y="102"/>
                  <a:pt x="71" y="102"/>
                </a:cubicBezTo>
                <a:cubicBezTo>
                  <a:pt x="71" y="102"/>
                  <a:pt x="71" y="102"/>
                  <a:pt x="71" y="102"/>
                </a:cubicBezTo>
                <a:cubicBezTo>
                  <a:pt x="71" y="111"/>
                  <a:pt x="71" y="111"/>
                  <a:pt x="71" y="111"/>
                </a:cubicBezTo>
                <a:cubicBezTo>
                  <a:pt x="71" y="111"/>
                  <a:pt x="71" y="111"/>
                  <a:pt x="71" y="111"/>
                </a:cubicBezTo>
                <a:cubicBezTo>
                  <a:pt x="71" y="113"/>
                  <a:pt x="71" y="113"/>
                  <a:pt x="71" y="113"/>
                </a:cubicBezTo>
                <a:cubicBezTo>
                  <a:pt x="71" y="104"/>
                  <a:pt x="71" y="104"/>
                  <a:pt x="71" y="104"/>
                </a:cubicBezTo>
                <a:cubicBezTo>
                  <a:pt x="71" y="104"/>
                  <a:pt x="71" y="104"/>
                  <a:pt x="71" y="104"/>
                </a:cubicBezTo>
                <a:cubicBezTo>
                  <a:pt x="71" y="104"/>
                  <a:pt x="71" y="104"/>
                  <a:pt x="71" y="104"/>
                </a:cubicBezTo>
                <a:cubicBezTo>
                  <a:pt x="71" y="103"/>
                  <a:pt x="71" y="103"/>
                  <a:pt x="71" y="103"/>
                </a:cubicBezTo>
                <a:cubicBezTo>
                  <a:pt x="71" y="103"/>
                  <a:pt x="71" y="103"/>
                  <a:pt x="71" y="103"/>
                </a:cubicBezTo>
                <a:cubicBezTo>
                  <a:pt x="71" y="102"/>
                  <a:pt x="71" y="102"/>
                  <a:pt x="71" y="102"/>
                </a:cubicBezTo>
                <a:cubicBezTo>
                  <a:pt x="71" y="102"/>
                  <a:pt x="71" y="102"/>
                  <a:pt x="71" y="102"/>
                </a:cubicBezTo>
                <a:cubicBezTo>
                  <a:pt x="71" y="97"/>
                  <a:pt x="71" y="97"/>
                  <a:pt x="71" y="97"/>
                </a:cubicBezTo>
                <a:lnTo>
                  <a:pt x="71" y="96"/>
                </a:lnTo>
                <a:close/>
                <a:moveTo>
                  <a:pt x="71" y="113"/>
                </a:moveTo>
                <a:cubicBezTo>
                  <a:pt x="71" y="114"/>
                  <a:pt x="71" y="114"/>
                  <a:pt x="71" y="114"/>
                </a:cubicBezTo>
                <a:cubicBezTo>
                  <a:pt x="71" y="114"/>
                  <a:pt x="71" y="114"/>
                  <a:pt x="71" y="114"/>
                </a:cubicBezTo>
                <a:cubicBezTo>
                  <a:pt x="71" y="113"/>
                  <a:pt x="71" y="113"/>
                  <a:pt x="71" y="113"/>
                </a:cubicBezTo>
                <a:close/>
                <a:moveTo>
                  <a:pt x="71" y="116"/>
                </a:moveTo>
                <a:cubicBezTo>
                  <a:pt x="71" y="116"/>
                  <a:pt x="71" y="116"/>
                  <a:pt x="71" y="116"/>
                </a:cubicBezTo>
                <a:cubicBezTo>
                  <a:pt x="71" y="116"/>
                  <a:pt x="71" y="116"/>
                  <a:pt x="71" y="116"/>
                </a:cubicBezTo>
                <a:cubicBezTo>
                  <a:pt x="71" y="116"/>
                  <a:pt x="71" y="116"/>
                  <a:pt x="71" y="116"/>
                </a:cubicBezTo>
                <a:close/>
                <a:moveTo>
                  <a:pt x="71" y="119"/>
                </a:moveTo>
                <a:cubicBezTo>
                  <a:pt x="71" y="119"/>
                  <a:pt x="71" y="119"/>
                  <a:pt x="71" y="119"/>
                </a:cubicBezTo>
                <a:cubicBezTo>
                  <a:pt x="71" y="119"/>
                  <a:pt x="71" y="119"/>
                  <a:pt x="71" y="119"/>
                </a:cubicBezTo>
                <a:cubicBezTo>
                  <a:pt x="71" y="119"/>
                  <a:pt x="71" y="119"/>
                  <a:pt x="71" y="119"/>
                </a:cubicBezTo>
                <a:close/>
                <a:moveTo>
                  <a:pt x="71" y="121"/>
                </a:moveTo>
                <a:cubicBezTo>
                  <a:pt x="71" y="122"/>
                  <a:pt x="71" y="122"/>
                  <a:pt x="71" y="122"/>
                </a:cubicBezTo>
                <a:cubicBezTo>
                  <a:pt x="71" y="122"/>
                  <a:pt x="71" y="122"/>
                  <a:pt x="71" y="122"/>
                </a:cubicBezTo>
                <a:cubicBezTo>
                  <a:pt x="71" y="121"/>
                  <a:pt x="71" y="121"/>
                  <a:pt x="71" y="121"/>
                </a:cubicBezTo>
                <a:close/>
                <a:moveTo>
                  <a:pt x="71" y="123"/>
                </a:moveTo>
                <a:cubicBezTo>
                  <a:pt x="71" y="124"/>
                  <a:pt x="71" y="124"/>
                  <a:pt x="71" y="124"/>
                </a:cubicBezTo>
                <a:cubicBezTo>
                  <a:pt x="71" y="124"/>
                  <a:pt x="71" y="124"/>
                  <a:pt x="71" y="124"/>
                </a:cubicBezTo>
                <a:cubicBezTo>
                  <a:pt x="71" y="123"/>
                  <a:pt x="71" y="123"/>
                  <a:pt x="71" y="123"/>
                </a:cubicBezTo>
                <a:close/>
                <a:moveTo>
                  <a:pt x="71" y="125"/>
                </a:moveTo>
                <a:cubicBezTo>
                  <a:pt x="71" y="126"/>
                  <a:pt x="71" y="126"/>
                  <a:pt x="71" y="126"/>
                </a:cubicBezTo>
                <a:cubicBezTo>
                  <a:pt x="71" y="126"/>
                  <a:pt x="71" y="126"/>
                  <a:pt x="71" y="126"/>
                </a:cubicBezTo>
                <a:cubicBezTo>
                  <a:pt x="71" y="125"/>
                  <a:pt x="71" y="125"/>
                  <a:pt x="71" y="125"/>
                </a:cubicBezTo>
                <a:close/>
                <a:moveTo>
                  <a:pt x="71" y="128"/>
                </a:moveTo>
                <a:cubicBezTo>
                  <a:pt x="71" y="141"/>
                  <a:pt x="71" y="141"/>
                  <a:pt x="71" y="141"/>
                </a:cubicBezTo>
                <a:cubicBezTo>
                  <a:pt x="71" y="141"/>
                  <a:pt x="71" y="141"/>
                  <a:pt x="71" y="141"/>
                </a:cubicBezTo>
                <a:cubicBezTo>
                  <a:pt x="71" y="128"/>
                  <a:pt x="71" y="128"/>
                  <a:pt x="71" y="128"/>
                </a:cubicBezTo>
                <a:close/>
                <a:moveTo>
                  <a:pt x="71" y="143"/>
                </a:moveTo>
                <a:cubicBezTo>
                  <a:pt x="71" y="144"/>
                  <a:pt x="71" y="144"/>
                  <a:pt x="71" y="144"/>
                </a:cubicBezTo>
                <a:cubicBezTo>
                  <a:pt x="71" y="144"/>
                  <a:pt x="71" y="144"/>
                  <a:pt x="71" y="144"/>
                </a:cubicBezTo>
                <a:cubicBezTo>
                  <a:pt x="71" y="143"/>
                  <a:pt x="71" y="143"/>
                  <a:pt x="71" y="143"/>
                </a:cubicBezTo>
                <a:close/>
                <a:moveTo>
                  <a:pt x="71" y="146"/>
                </a:moveTo>
                <a:cubicBezTo>
                  <a:pt x="71" y="146"/>
                  <a:pt x="71" y="146"/>
                  <a:pt x="71" y="146"/>
                </a:cubicBezTo>
                <a:cubicBezTo>
                  <a:pt x="71" y="146"/>
                  <a:pt x="71" y="146"/>
                  <a:pt x="71" y="146"/>
                </a:cubicBezTo>
                <a:cubicBezTo>
                  <a:pt x="71" y="146"/>
                  <a:pt x="71" y="146"/>
                  <a:pt x="71" y="146"/>
                </a:cubicBezTo>
                <a:close/>
                <a:moveTo>
                  <a:pt x="71" y="31"/>
                </a:moveTo>
                <a:cubicBezTo>
                  <a:pt x="71" y="31"/>
                  <a:pt x="71" y="31"/>
                  <a:pt x="71" y="31"/>
                </a:cubicBezTo>
                <a:cubicBezTo>
                  <a:pt x="71" y="32"/>
                  <a:pt x="71" y="32"/>
                  <a:pt x="71" y="32"/>
                </a:cubicBezTo>
                <a:cubicBezTo>
                  <a:pt x="71" y="32"/>
                  <a:pt x="71" y="32"/>
                  <a:pt x="71" y="32"/>
                </a:cubicBezTo>
                <a:lnTo>
                  <a:pt x="71" y="31"/>
                </a:lnTo>
                <a:close/>
                <a:moveTo>
                  <a:pt x="71" y="174"/>
                </a:moveTo>
                <a:cubicBezTo>
                  <a:pt x="71" y="174"/>
                  <a:pt x="71" y="174"/>
                  <a:pt x="71" y="174"/>
                </a:cubicBezTo>
                <a:cubicBezTo>
                  <a:pt x="71" y="147"/>
                  <a:pt x="71" y="147"/>
                  <a:pt x="71" y="147"/>
                </a:cubicBezTo>
                <a:cubicBezTo>
                  <a:pt x="71" y="147"/>
                  <a:pt x="71" y="147"/>
                  <a:pt x="71" y="147"/>
                </a:cubicBezTo>
                <a:lnTo>
                  <a:pt x="71" y="174"/>
                </a:lnTo>
                <a:close/>
                <a:moveTo>
                  <a:pt x="71" y="32"/>
                </a:moveTo>
                <a:cubicBezTo>
                  <a:pt x="71" y="75"/>
                  <a:pt x="71" y="75"/>
                  <a:pt x="71" y="75"/>
                </a:cubicBezTo>
                <a:cubicBezTo>
                  <a:pt x="71" y="74"/>
                  <a:pt x="71" y="74"/>
                  <a:pt x="71" y="74"/>
                </a:cubicBezTo>
                <a:cubicBezTo>
                  <a:pt x="71" y="32"/>
                  <a:pt x="71" y="32"/>
                  <a:pt x="71" y="32"/>
                </a:cubicBezTo>
                <a:close/>
                <a:moveTo>
                  <a:pt x="71" y="77"/>
                </a:moveTo>
                <a:cubicBezTo>
                  <a:pt x="71" y="78"/>
                  <a:pt x="71" y="78"/>
                  <a:pt x="71" y="78"/>
                </a:cubicBezTo>
                <a:cubicBezTo>
                  <a:pt x="71" y="78"/>
                  <a:pt x="71" y="78"/>
                  <a:pt x="71" y="78"/>
                </a:cubicBezTo>
                <a:cubicBezTo>
                  <a:pt x="71" y="77"/>
                  <a:pt x="71" y="77"/>
                  <a:pt x="71" y="77"/>
                </a:cubicBezTo>
                <a:close/>
                <a:moveTo>
                  <a:pt x="71" y="80"/>
                </a:moveTo>
                <a:cubicBezTo>
                  <a:pt x="71" y="89"/>
                  <a:pt x="71" y="89"/>
                  <a:pt x="71" y="89"/>
                </a:cubicBezTo>
                <a:cubicBezTo>
                  <a:pt x="71" y="90"/>
                  <a:pt x="71" y="90"/>
                  <a:pt x="71" y="90"/>
                </a:cubicBezTo>
                <a:cubicBezTo>
                  <a:pt x="71" y="81"/>
                  <a:pt x="71" y="81"/>
                  <a:pt x="71" y="81"/>
                </a:cubicBezTo>
                <a:lnTo>
                  <a:pt x="71" y="80"/>
                </a:lnTo>
                <a:close/>
                <a:moveTo>
                  <a:pt x="71" y="91"/>
                </a:moveTo>
                <a:cubicBezTo>
                  <a:pt x="71" y="95"/>
                  <a:pt x="71" y="95"/>
                  <a:pt x="71" y="95"/>
                </a:cubicBezTo>
                <a:cubicBezTo>
                  <a:pt x="71" y="97"/>
                  <a:pt x="71" y="97"/>
                  <a:pt x="71" y="97"/>
                </a:cubicBezTo>
                <a:cubicBezTo>
                  <a:pt x="71" y="93"/>
                  <a:pt x="71" y="93"/>
                  <a:pt x="71" y="93"/>
                </a:cubicBezTo>
                <a:lnTo>
                  <a:pt x="71" y="91"/>
                </a:lnTo>
                <a:close/>
                <a:moveTo>
                  <a:pt x="71" y="97"/>
                </a:moveTo>
                <a:cubicBezTo>
                  <a:pt x="71" y="100"/>
                  <a:pt x="71" y="100"/>
                  <a:pt x="71" y="100"/>
                </a:cubicBezTo>
                <a:cubicBezTo>
                  <a:pt x="71" y="105"/>
                  <a:pt x="71" y="105"/>
                  <a:pt x="71" y="105"/>
                </a:cubicBezTo>
                <a:cubicBezTo>
                  <a:pt x="71" y="105"/>
                  <a:pt x="71" y="105"/>
                  <a:pt x="71" y="105"/>
                </a:cubicBezTo>
                <a:cubicBezTo>
                  <a:pt x="71" y="107"/>
                  <a:pt x="71" y="107"/>
                  <a:pt x="71" y="107"/>
                </a:cubicBezTo>
                <a:cubicBezTo>
                  <a:pt x="71" y="107"/>
                  <a:pt x="71" y="107"/>
                  <a:pt x="71" y="107"/>
                </a:cubicBezTo>
                <a:cubicBezTo>
                  <a:pt x="71" y="107"/>
                  <a:pt x="71" y="107"/>
                  <a:pt x="71" y="107"/>
                </a:cubicBezTo>
                <a:cubicBezTo>
                  <a:pt x="71" y="107"/>
                  <a:pt x="71" y="107"/>
                  <a:pt x="71" y="107"/>
                </a:cubicBezTo>
                <a:cubicBezTo>
                  <a:pt x="71" y="109"/>
                  <a:pt x="71" y="109"/>
                  <a:pt x="71" y="109"/>
                </a:cubicBezTo>
                <a:cubicBezTo>
                  <a:pt x="71" y="118"/>
                  <a:pt x="71" y="118"/>
                  <a:pt x="71" y="118"/>
                </a:cubicBezTo>
                <a:cubicBezTo>
                  <a:pt x="71" y="116"/>
                  <a:pt x="71" y="116"/>
                  <a:pt x="71" y="116"/>
                </a:cubicBezTo>
                <a:cubicBezTo>
                  <a:pt x="71" y="116"/>
                  <a:pt x="71" y="116"/>
                  <a:pt x="71" y="116"/>
                </a:cubicBezTo>
                <a:cubicBezTo>
                  <a:pt x="71" y="116"/>
                  <a:pt x="71" y="116"/>
                  <a:pt x="71" y="116"/>
                </a:cubicBezTo>
                <a:cubicBezTo>
                  <a:pt x="71" y="116"/>
                  <a:pt x="71" y="116"/>
                  <a:pt x="71" y="116"/>
                </a:cubicBezTo>
                <a:cubicBezTo>
                  <a:pt x="71" y="114"/>
                  <a:pt x="71" y="114"/>
                  <a:pt x="71" y="114"/>
                </a:cubicBezTo>
                <a:cubicBezTo>
                  <a:pt x="71" y="114"/>
                  <a:pt x="71" y="114"/>
                  <a:pt x="71" y="114"/>
                </a:cubicBezTo>
                <a:cubicBezTo>
                  <a:pt x="71" y="113"/>
                  <a:pt x="71" y="113"/>
                  <a:pt x="71" y="113"/>
                </a:cubicBezTo>
                <a:cubicBezTo>
                  <a:pt x="71" y="113"/>
                  <a:pt x="71" y="113"/>
                  <a:pt x="71" y="113"/>
                </a:cubicBezTo>
                <a:cubicBezTo>
                  <a:pt x="71" y="113"/>
                  <a:pt x="71" y="113"/>
                  <a:pt x="71" y="113"/>
                </a:cubicBezTo>
                <a:cubicBezTo>
                  <a:pt x="71" y="104"/>
                  <a:pt x="71" y="104"/>
                  <a:pt x="71" y="104"/>
                </a:cubicBezTo>
                <a:cubicBezTo>
                  <a:pt x="71" y="105"/>
                  <a:pt x="71" y="105"/>
                  <a:pt x="71" y="105"/>
                </a:cubicBezTo>
                <a:cubicBezTo>
                  <a:pt x="71" y="105"/>
                  <a:pt x="71" y="105"/>
                  <a:pt x="71" y="105"/>
                </a:cubicBezTo>
                <a:cubicBezTo>
                  <a:pt x="71" y="103"/>
                  <a:pt x="71" y="103"/>
                  <a:pt x="71" y="103"/>
                </a:cubicBezTo>
                <a:cubicBezTo>
                  <a:pt x="71" y="104"/>
                  <a:pt x="71" y="104"/>
                  <a:pt x="71" y="104"/>
                </a:cubicBezTo>
                <a:cubicBezTo>
                  <a:pt x="71" y="103"/>
                  <a:pt x="71" y="103"/>
                  <a:pt x="71" y="103"/>
                </a:cubicBezTo>
                <a:cubicBezTo>
                  <a:pt x="71" y="103"/>
                  <a:pt x="71" y="103"/>
                  <a:pt x="71" y="103"/>
                </a:cubicBezTo>
                <a:cubicBezTo>
                  <a:pt x="71" y="102"/>
                  <a:pt x="71" y="102"/>
                  <a:pt x="71" y="102"/>
                </a:cubicBezTo>
                <a:cubicBezTo>
                  <a:pt x="71" y="102"/>
                  <a:pt x="71" y="102"/>
                  <a:pt x="71" y="102"/>
                </a:cubicBezTo>
                <a:lnTo>
                  <a:pt x="71" y="97"/>
                </a:lnTo>
                <a:close/>
                <a:moveTo>
                  <a:pt x="71" y="119"/>
                </a:moveTo>
                <a:cubicBezTo>
                  <a:pt x="71" y="119"/>
                  <a:pt x="71" y="119"/>
                  <a:pt x="71" y="119"/>
                </a:cubicBezTo>
                <a:cubicBezTo>
                  <a:pt x="71" y="119"/>
                  <a:pt x="71" y="119"/>
                  <a:pt x="71" y="119"/>
                </a:cubicBezTo>
                <a:cubicBezTo>
                  <a:pt x="71" y="118"/>
                  <a:pt x="71" y="118"/>
                  <a:pt x="71" y="118"/>
                </a:cubicBezTo>
                <a:lnTo>
                  <a:pt x="71" y="119"/>
                </a:lnTo>
                <a:close/>
                <a:moveTo>
                  <a:pt x="71" y="121"/>
                </a:moveTo>
                <a:cubicBezTo>
                  <a:pt x="71" y="122"/>
                  <a:pt x="71" y="122"/>
                  <a:pt x="71" y="122"/>
                </a:cubicBezTo>
                <a:cubicBezTo>
                  <a:pt x="71" y="121"/>
                  <a:pt x="71" y="121"/>
                  <a:pt x="71" y="121"/>
                </a:cubicBezTo>
                <a:cubicBezTo>
                  <a:pt x="71" y="121"/>
                  <a:pt x="71" y="121"/>
                  <a:pt x="71" y="121"/>
                </a:cubicBezTo>
                <a:close/>
                <a:moveTo>
                  <a:pt x="71" y="123"/>
                </a:moveTo>
                <a:cubicBezTo>
                  <a:pt x="71" y="124"/>
                  <a:pt x="71" y="124"/>
                  <a:pt x="71" y="124"/>
                </a:cubicBezTo>
                <a:cubicBezTo>
                  <a:pt x="71" y="124"/>
                  <a:pt x="71" y="124"/>
                  <a:pt x="71" y="124"/>
                </a:cubicBezTo>
                <a:cubicBezTo>
                  <a:pt x="71" y="123"/>
                  <a:pt x="71" y="123"/>
                  <a:pt x="71" y="123"/>
                </a:cubicBezTo>
                <a:close/>
                <a:moveTo>
                  <a:pt x="71" y="125"/>
                </a:moveTo>
                <a:cubicBezTo>
                  <a:pt x="71" y="126"/>
                  <a:pt x="71" y="126"/>
                  <a:pt x="71" y="126"/>
                </a:cubicBezTo>
                <a:cubicBezTo>
                  <a:pt x="71" y="126"/>
                  <a:pt x="71" y="126"/>
                  <a:pt x="71" y="126"/>
                </a:cubicBezTo>
                <a:cubicBezTo>
                  <a:pt x="71" y="125"/>
                  <a:pt x="71" y="125"/>
                  <a:pt x="71" y="125"/>
                </a:cubicBezTo>
                <a:close/>
                <a:moveTo>
                  <a:pt x="71" y="128"/>
                </a:moveTo>
                <a:cubicBezTo>
                  <a:pt x="71" y="141"/>
                  <a:pt x="71" y="141"/>
                  <a:pt x="71" y="141"/>
                </a:cubicBezTo>
                <a:cubicBezTo>
                  <a:pt x="71" y="141"/>
                  <a:pt x="71" y="141"/>
                  <a:pt x="71" y="141"/>
                </a:cubicBezTo>
                <a:cubicBezTo>
                  <a:pt x="71" y="129"/>
                  <a:pt x="71" y="129"/>
                  <a:pt x="71" y="129"/>
                </a:cubicBezTo>
                <a:lnTo>
                  <a:pt x="71" y="128"/>
                </a:lnTo>
                <a:close/>
                <a:moveTo>
                  <a:pt x="71" y="143"/>
                </a:moveTo>
                <a:cubicBezTo>
                  <a:pt x="71" y="144"/>
                  <a:pt x="71" y="144"/>
                  <a:pt x="71" y="144"/>
                </a:cubicBezTo>
                <a:cubicBezTo>
                  <a:pt x="71" y="144"/>
                  <a:pt x="71" y="144"/>
                  <a:pt x="71" y="144"/>
                </a:cubicBezTo>
                <a:cubicBezTo>
                  <a:pt x="71" y="143"/>
                  <a:pt x="71" y="143"/>
                  <a:pt x="71" y="143"/>
                </a:cubicBezTo>
                <a:close/>
                <a:moveTo>
                  <a:pt x="71" y="146"/>
                </a:moveTo>
                <a:cubicBezTo>
                  <a:pt x="71" y="146"/>
                  <a:pt x="71" y="146"/>
                  <a:pt x="71" y="146"/>
                </a:cubicBezTo>
                <a:cubicBezTo>
                  <a:pt x="71" y="146"/>
                  <a:pt x="71" y="146"/>
                  <a:pt x="71" y="146"/>
                </a:cubicBezTo>
                <a:cubicBezTo>
                  <a:pt x="71" y="146"/>
                  <a:pt x="71" y="146"/>
                  <a:pt x="71" y="146"/>
                </a:cubicBezTo>
                <a:close/>
                <a:moveTo>
                  <a:pt x="71" y="31"/>
                </a:moveTo>
                <a:cubicBezTo>
                  <a:pt x="70" y="31"/>
                  <a:pt x="70" y="31"/>
                  <a:pt x="70" y="31"/>
                </a:cubicBezTo>
                <a:cubicBezTo>
                  <a:pt x="70" y="32"/>
                  <a:pt x="70" y="32"/>
                  <a:pt x="70" y="32"/>
                </a:cubicBezTo>
                <a:cubicBezTo>
                  <a:pt x="71" y="32"/>
                  <a:pt x="71" y="32"/>
                  <a:pt x="71" y="32"/>
                </a:cubicBezTo>
                <a:lnTo>
                  <a:pt x="71" y="31"/>
                </a:lnTo>
                <a:close/>
                <a:moveTo>
                  <a:pt x="70" y="173"/>
                </a:moveTo>
                <a:cubicBezTo>
                  <a:pt x="71" y="174"/>
                  <a:pt x="71" y="174"/>
                  <a:pt x="71" y="174"/>
                </a:cubicBezTo>
                <a:cubicBezTo>
                  <a:pt x="71" y="147"/>
                  <a:pt x="71" y="147"/>
                  <a:pt x="71" y="147"/>
                </a:cubicBezTo>
                <a:cubicBezTo>
                  <a:pt x="70" y="146"/>
                  <a:pt x="70" y="146"/>
                  <a:pt x="70" y="146"/>
                </a:cubicBezTo>
                <a:lnTo>
                  <a:pt x="70" y="173"/>
                </a:lnTo>
                <a:close/>
                <a:moveTo>
                  <a:pt x="71" y="32"/>
                </a:moveTo>
                <a:cubicBezTo>
                  <a:pt x="71" y="74"/>
                  <a:pt x="71" y="74"/>
                  <a:pt x="71" y="74"/>
                </a:cubicBezTo>
                <a:cubicBezTo>
                  <a:pt x="70" y="74"/>
                  <a:pt x="70" y="74"/>
                  <a:pt x="70" y="74"/>
                </a:cubicBezTo>
                <a:cubicBezTo>
                  <a:pt x="70" y="32"/>
                  <a:pt x="70" y="32"/>
                  <a:pt x="70" y="32"/>
                </a:cubicBezTo>
                <a:lnTo>
                  <a:pt x="71" y="32"/>
                </a:lnTo>
                <a:close/>
                <a:moveTo>
                  <a:pt x="71" y="77"/>
                </a:moveTo>
                <a:cubicBezTo>
                  <a:pt x="71" y="78"/>
                  <a:pt x="71" y="78"/>
                  <a:pt x="71" y="78"/>
                </a:cubicBezTo>
                <a:cubicBezTo>
                  <a:pt x="70" y="77"/>
                  <a:pt x="70" y="77"/>
                  <a:pt x="70" y="77"/>
                </a:cubicBezTo>
                <a:cubicBezTo>
                  <a:pt x="70" y="77"/>
                  <a:pt x="70" y="77"/>
                  <a:pt x="70" y="77"/>
                </a:cubicBezTo>
                <a:lnTo>
                  <a:pt x="71" y="77"/>
                </a:lnTo>
                <a:close/>
                <a:moveTo>
                  <a:pt x="71" y="81"/>
                </a:moveTo>
                <a:cubicBezTo>
                  <a:pt x="71" y="90"/>
                  <a:pt x="71" y="90"/>
                  <a:pt x="71" y="90"/>
                </a:cubicBezTo>
                <a:cubicBezTo>
                  <a:pt x="70" y="91"/>
                  <a:pt x="70" y="91"/>
                  <a:pt x="70" y="91"/>
                </a:cubicBezTo>
                <a:cubicBezTo>
                  <a:pt x="70" y="82"/>
                  <a:pt x="70" y="82"/>
                  <a:pt x="70" y="82"/>
                </a:cubicBezTo>
                <a:lnTo>
                  <a:pt x="71" y="81"/>
                </a:lnTo>
                <a:close/>
                <a:moveTo>
                  <a:pt x="71" y="93"/>
                </a:moveTo>
                <a:cubicBezTo>
                  <a:pt x="71" y="97"/>
                  <a:pt x="71" y="97"/>
                  <a:pt x="71" y="97"/>
                </a:cubicBezTo>
                <a:cubicBezTo>
                  <a:pt x="70" y="100"/>
                  <a:pt x="70" y="100"/>
                  <a:pt x="70" y="100"/>
                </a:cubicBezTo>
                <a:cubicBezTo>
                  <a:pt x="70" y="96"/>
                  <a:pt x="70" y="96"/>
                  <a:pt x="70" y="96"/>
                </a:cubicBezTo>
                <a:lnTo>
                  <a:pt x="71" y="93"/>
                </a:lnTo>
                <a:close/>
                <a:moveTo>
                  <a:pt x="71" y="100"/>
                </a:moveTo>
                <a:cubicBezTo>
                  <a:pt x="70" y="103"/>
                  <a:pt x="70" y="103"/>
                  <a:pt x="70" y="103"/>
                </a:cubicBezTo>
                <a:cubicBezTo>
                  <a:pt x="70" y="108"/>
                  <a:pt x="70" y="108"/>
                  <a:pt x="70" y="108"/>
                </a:cubicBezTo>
                <a:cubicBezTo>
                  <a:pt x="71" y="107"/>
                  <a:pt x="71" y="107"/>
                  <a:pt x="71" y="107"/>
                </a:cubicBezTo>
                <a:cubicBezTo>
                  <a:pt x="71" y="107"/>
                  <a:pt x="71" y="107"/>
                  <a:pt x="71" y="107"/>
                </a:cubicBezTo>
                <a:cubicBezTo>
                  <a:pt x="71" y="107"/>
                  <a:pt x="71" y="107"/>
                  <a:pt x="71" y="107"/>
                </a:cubicBezTo>
                <a:cubicBezTo>
                  <a:pt x="71" y="107"/>
                  <a:pt x="71" y="107"/>
                  <a:pt x="71" y="107"/>
                </a:cubicBezTo>
                <a:cubicBezTo>
                  <a:pt x="71" y="107"/>
                  <a:pt x="71" y="107"/>
                  <a:pt x="71" y="107"/>
                </a:cubicBezTo>
                <a:cubicBezTo>
                  <a:pt x="71" y="105"/>
                  <a:pt x="71" y="105"/>
                  <a:pt x="71" y="105"/>
                </a:cubicBezTo>
                <a:cubicBezTo>
                  <a:pt x="71" y="105"/>
                  <a:pt x="71" y="105"/>
                  <a:pt x="71" y="105"/>
                </a:cubicBezTo>
                <a:lnTo>
                  <a:pt x="71" y="100"/>
                </a:lnTo>
                <a:close/>
                <a:moveTo>
                  <a:pt x="71" y="109"/>
                </a:moveTo>
                <a:cubicBezTo>
                  <a:pt x="71" y="118"/>
                  <a:pt x="71" y="118"/>
                  <a:pt x="71" y="118"/>
                </a:cubicBezTo>
                <a:cubicBezTo>
                  <a:pt x="71" y="118"/>
                  <a:pt x="71" y="118"/>
                  <a:pt x="71" y="118"/>
                </a:cubicBezTo>
                <a:cubicBezTo>
                  <a:pt x="71" y="118"/>
                  <a:pt x="71" y="118"/>
                  <a:pt x="71" y="118"/>
                </a:cubicBezTo>
                <a:cubicBezTo>
                  <a:pt x="71" y="119"/>
                  <a:pt x="71" y="119"/>
                  <a:pt x="71" y="119"/>
                </a:cubicBezTo>
                <a:cubicBezTo>
                  <a:pt x="71" y="119"/>
                  <a:pt x="71" y="119"/>
                  <a:pt x="71" y="119"/>
                </a:cubicBezTo>
                <a:cubicBezTo>
                  <a:pt x="71" y="121"/>
                  <a:pt x="71" y="121"/>
                  <a:pt x="71" y="121"/>
                </a:cubicBezTo>
                <a:cubicBezTo>
                  <a:pt x="71" y="121"/>
                  <a:pt x="71" y="121"/>
                  <a:pt x="71" y="121"/>
                </a:cubicBezTo>
                <a:cubicBezTo>
                  <a:pt x="71" y="121"/>
                  <a:pt x="71" y="121"/>
                  <a:pt x="71" y="121"/>
                </a:cubicBezTo>
                <a:cubicBezTo>
                  <a:pt x="71" y="121"/>
                  <a:pt x="71" y="121"/>
                  <a:pt x="71" y="121"/>
                </a:cubicBezTo>
                <a:cubicBezTo>
                  <a:pt x="71" y="123"/>
                  <a:pt x="71" y="123"/>
                  <a:pt x="71" y="123"/>
                </a:cubicBezTo>
                <a:cubicBezTo>
                  <a:pt x="71" y="123"/>
                  <a:pt x="71" y="123"/>
                  <a:pt x="71" y="123"/>
                </a:cubicBezTo>
                <a:cubicBezTo>
                  <a:pt x="71" y="124"/>
                  <a:pt x="71" y="124"/>
                  <a:pt x="71" y="124"/>
                </a:cubicBezTo>
                <a:cubicBezTo>
                  <a:pt x="71" y="123"/>
                  <a:pt x="71" y="123"/>
                  <a:pt x="71" y="123"/>
                </a:cubicBezTo>
                <a:cubicBezTo>
                  <a:pt x="70" y="124"/>
                  <a:pt x="70" y="124"/>
                  <a:pt x="70" y="124"/>
                </a:cubicBezTo>
                <a:cubicBezTo>
                  <a:pt x="70" y="114"/>
                  <a:pt x="70" y="114"/>
                  <a:pt x="70" y="114"/>
                </a:cubicBezTo>
                <a:cubicBezTo>
                  <a:pt x="71" y="114"/>
                  <a:pt x="71" y="114"/>
                  <a:pt x="71" y="114"/>
                </a:cubicBezTo>
                <a:cubicBezTo>
                  <a:pt x="70" y="114"/>
                  <a:pt x="70" y="114"/>
                  <a:pt x="70" y="114"/>
                </a:cubicBezTo>
                <a:cubicBezTo>
                  <a:pt x="70" y="113"/>
                  <a:pt x="70" y="113"/>
                  <a:pt x="70" y="113"/>
                </a:cubicBezTo>
                <a:cubicBezTo>
                  <a:pt x="71" y="113"/>
                  <a:pt x="71" y="113"/>
                  <a:pt x="71" y="113"/>
                </a:cubicBezTo>
                <a:cubicBezTo>
                  <a:pt x="71" y="111"/>
                  <a:pt x="71" y="111"/>
                  <a:pt x="71" y="111"/>
                </a:cubicBezTo>
                <a:cubicBezTo>
                  <a:pt x="70" y="111"/>
                  <a:pt x="70" y="111"/>
                  <a:pt x="70" y="111"/>
                </a:cubicBezTo>
                <a:cubicBezTo>
                  <a:pt x="70" y="111"/>
                  <a:pt x="70" y="111"/>
                  <a:pt x="70" y="111"/>
                </a:cubicBezTo>
                <a:cubicBezTo>
                  <a:pt x="71" y="111"/>
                  <a:pt x="71" y="111"/>
                  <a:pt x="71" y="111"/>
                </a:cubicBezTo>
                <a:cubicBezTo>
                  <a:pt x="71" y="109"/>
                  <a:pt x="71" y="109"/>
                  <a:pt x="71" y="109"/>
                </a:cubicBezTo>
                <a:cubicBezTo>
                  <a:pt x="70" y="109"/>
                  <a:pt x="70" y="109"/>
                  <a:pt x="70" y="109"/>
                </a:cubicBezTo>
                <a:cubicBezTo>
                  <a:pt x="70" y="109"/>
                  <a:pt x="70" y="109"/>
                  <a:pt x="70" y="109"/>
                </a:cubicBezTo>
                <a:cubicBezTo>
                  <a:pt x="71" y="109"/>
                  <a:pt x="71" y="109"/>
                  <a:pt x="71" y="109"/>
                </a:cubicBezTo>
                <a:close/>
                <a:moveTo>
                  <a:pt x="71" y="125"/>
                </a:moveTo>
                <a:cubicBezTo>
                  <a:pt x="71" y="126"/>
                  <a:pt x="71" y="126"/>
                  <a:pt x="71" y="126"/>
                </a:cubicBezTo>
                <a:cubicBezTo>
                  <a:pt x="70" y="126"/>
                  <a:pt x="70" y="126"/>
                  <a:pt x="70" y="126"/>
                </a:cubicBezTo>
                <a:cubicBezTo>
                  <a:pt x="70" y="125"/>
                  <a:pt x="70" y="125"/>
                  <a:pt x="70" y="125"/>
                </a:cubicBezTo>
                <a:lnTo>
                  <a:pt x="71" y="125"/>
                </a:lnTo>
                <a:close/>
                <a:moveTo>
                  <a:pt x="71" y="129"/>
                </a:moveTo>
                <a:cubicBezTo>
                  <a:pt x="71" y="141"/>
                  <a:pt x="71" y="141"/>
                  <a:pt x="71" y="141"/>
                </a:cubicBezTo>
                <a:cubicBezTo>
                  <a:pt x="70" y="141"/>
                  <a:pt x="70" y="141"/>
                  <a:pt x="70" y="141"/>
                </a:cubicBezTo>
                <a:cubicBezTo>
                  <a:pt x="70" y="129"/>
                  <a:pt x="70" y="129"/>
                  <a:pt x="70" y="129"/>
                </a:cubicBezTo>
                <a:cubicBezTo>
                  <a:pt x="71" y="129"/>
                  <a:pt x="71" y="129"/>
                  <a:pt x="71" y="129"/>
                </a:cubicBezTo>
                <a:close/>
                <a:moveTo>
                  <a:pt x="71" y="143"/>
                </a:moveTo>
                <a:cubicBezTo>
                  <a:pt x="71" y="144"/>
                  <a:pt x="71" y="144"/>
                  <a:pt x="71" y="144"/>
                </a:cubicBezTo>
                <a:cubicBezTo>
                  <a:pt x="70" y="144"/>
                  <a:pt x="70" y="144"/>
                  <a:pt x="70" y="144"/>
                </a:cubicBezTo>
                <a:cubicBezTo>
                  <a:pt x="70" y="143"/>
                  <a:pt x="70" y="143"/>
                  <a:pt x="70" y="143"/>
                </a:cubicBezTo>
                <a:lnTo>
                  <a:pt x="71" y="143"/>
                </a:lnTo>
                <a:close/>
                <a:moveTo>
                  <a:pt x="71" y="146"/>
                </a:moveTo>
                <a:cubicBezTo>
                  <a:pt x="71" y="146"/>
                  <a:pt x="71" y="146"/>
                  <a:pt x="71" y="146"/>
                </a:cubicBezTo>
                <a:cubicBezTo>
                  <a:pt x="70" y="146"/>
                  <a:pt x="70" y="146"/>
                  <a:pt x="70" y="146"/>
                </a:cubicBezTo>
                <a:cubicBezTo>
                  <a:pt x="70" y="146"/>
                  <a:pt x="70" y="146"/>
                  <a:pt x="70" y="146"/>
                </a:cubicBezTo>
                <a:lnTo>
                  <a:pt x="71" y="146"/>
                </a:lnTo>
                <a:close/>
                <a:moveTo>
                  <a:pt x="70" y="31"/>
                </a:moveTo>
                <a:cubicBezTo>
                  <a:pt x="70" y="32"/>
                  <a:pt x="70" y="32"/>
                  <a:pt x="70" y="32"/>
                </a:cubicBezTo>
                <a:cubicBezTo>
                  <a:pt x="70" y="32"/>
                  <a:pt x="70" y="32"/>
                  <a:pt x="70" y="32"/>
                </a:cubicBezTo>
                <a:cubicBezTo>
                  <a:pt x="70" y="32"/>
                  <a:pt x="70" y="32"/>
                  <a:pt x="70" y="32"/>
                </a:cubicBezTo>
                <a:lnTo>
                  <a:pt x="70" y="31"/>
                </a:lnTo>
                <a:close/>
                <a:moveTo>
                  <a:pt x="70" y="173"/>
                </a:moveTo>
                <a:cubicBezTo>
                  <a:pt x="70" y="173"/>
                  <a:pt x="70" y="173"/>
                  <a:pt x="70" y="173"/>
                </a:cubicBezTo>
                <a:cubicBezTo>
                  <a:pt x="70" y="146"/>
                  <a:pt x="70" y="146"/>
                  <a:pt x="70" y="146"/>
                </a:cubicBezTo>
                <a:cubicBezTo>
                  <a:pt x="70" y="146"/>
                  <a:pt x="70" y="146"/>
                  <a:pt x="70" y="146"/>
                </a:cubicBezTo>
                <a:lnTo>
                  <a:pt x="70" y="173"/>
                </a:lnTo>
                <a:close/>
                <a:moveTo>
                  <a:pt x="70" y="32"/>
                </a:moveTo>
                <a:cubicBezTo>
                  <a:pt x="70" y="74"/>
                  <a:pt x="70" y="74"/>
                  <a:pt x="70" y="74"/>
                </a:cubicBezTo>
                <a:cubicBezTo>
                  <a:pt x="70" y="74"/>
                  <a:pt x="70" y="74"/>
                  <a:pt x="70" y="74"/>
                </a:cubicBezTo>
                <a:cubicBezTo>
                  <a:pt x="70" y="32"/>
                  <a:pt x="70" y="32"/>
                  <a:pt x="70" y="32"/>
                </a:cubicBezTo>
                <a:close/>
                <a:moveTo>
                  <a:pt x="70" y="77"/>
                </a:moveTo>
                <a:cubicBezTo>
                  <a:pt x="70" y="77"/>
                  <a:pt x="70" y="77"/>
                  <a:pt x="70" y="77"/>
                </a:cubicBezTo>
                <a:cubicBezTo>
                  <a:pt x="70" y="77"/>
                  <a:pt x="70" y="77"/>
                  <a:pt x="70" y="77"/>
                </a:cubicBezTo>
                <a:cubicBezTo>
                  <a:pt x="70" y="77"/>
                  <a:pt x="70" y="77"/>
                  <a:pt x="70" y="77"/>
                </a:cubicBezTo>
                <a:close/>
                <a:moveTo>
                  <a:pt x="70" y="82"/>
                </a:moveTo>
                <a:cubicBezTo>
                  <a:pt x="70" y="91"/>
                  <a:pt x="70" y="91"/>
                  <a:pt x="70" y="91"/>
                </a:cubicBezTo>
                <a:cubicBezTo>
                  <a:pt x="70" y="92"/>
                  <a:pt x="70" y="92"/>
                  <a:pt x="70" y="92"/>
                </a:cubicBezTo>
                <a:cubicBezTo>
                  <a:pt x="70" y="83"/>
                  <a:pt x="70" y="83"/>
                  <a:pt x="70" y="83"/>
                </a:cubicBezTo>
                <a:lnTo>
                  <a:pt x="70" y="82"/>
                </a:lnTo>
                <a:close/>
                <a:moveTo>
                  <a:pt x="70" y="96"/>
                </a:moveTo>
                <a:cubicBezTo>
                  <a:pt x="70" y="100"/>
                  <a:pt x="70" y="100"/>
                  <a:pt x="70" y="100"/>
                </a:cubicBezTo>
                <a:cubicBezTo>
                  <a:pt x="70" y="101"/>
                  <a:pt x="70" y="101"/>
                  <a:pt x="70" y="101"/>
                </a:cubicBezTo>
                <a:cubicBezTo>
                  <a:pt x="70" y="97"/>
                  <a:pt x="70" y="97"/>
                  <a:pt x="70" y="97"/>
                </a:cubicBezTo>
                <a:lnTo>
                  <a:pt x="70" y="96"/>
                </a:lnTo>
                <a:close/>
                <a:moveTo>
                  <a:pt x="70" y="103"/>
                </a:moveTo>
                <a:cubicBezTo>
                  <a:pt x="70" y="108"/>
                  <a:pt x="70" y="108"/>
                  <a:pt x="70" y="108"/>
                </a:cubicBezTo>
                <a:cubicBezTo>
                  <a:pt x="70" y="109"/>
                  <a:pt x="70" y="109"/>
                  <a:pt x="70" y="109"/>
                </a:cubicBezTo>
                <a:cubicBezTo>
                  <a:pt x="70" y="109"/>
                  <a:pt x="70" y="109"/>
                  <a:pt x="70" y="109"/>
                </a:cubicBezTo>
                <a:cubicBezTo>
                  <a:pt x="70" y="109"/>
                  <a:pt x="70" y="109"/>
                  <a:pt x="70" y="109"/>
                </a:cubicBezTo>
                <a:cubicBezTo>
                  <a:pt x="70" y="109"/>
                  <a:pt x="70" y="109"/>
                  <a:pt x="70" y="109"/>
                </a:cubicBezTo>
                <a:cubicBezTo>
                  <a:pt x="70" y="110"/>
                  <a:pt x="70" y="110"/>
                  <a:pt x="70" y="110"/>
                </a:cubicBezTo>
                <a:cubicBezTo>
                  <a:pt x="70" y="105"/>
                  <a:pt x="70" y="105"/>
                  <a:pt x="70" y="105"/>
                </a:cubicBezTo>
                <a:lnTo>
                  <a:pt x="70" y="103"/>
                </a:lnTo>
                <a:close/>
                <a:moveTo>
                  <a:pt x="70" y="111"/>
                </a:moveTo>
                <a:cubicBezTo>
                  <a:pt x="70" y="111"/>
                  <a:pt x="70" y="111"/>
                  <a:pt x="70" y="111"/>
                </a:cubicBezTo>
                <a:cubicBezTo>
                  <a:pt x="70" y="111"/>
                  <a:pt x="70" y="111"/>
                  <a:pt x="70" y="111"/>
                </a:cubicBezTo>
                <a:cubicBezTo>
                  <a:pt x="70" y="111"/>
                  <a:pt x="70" y="111"/>
                  <a:pt x="70" y="111"/>
                </a:cubicBezTo>
                <a:close/>
                <a:moveTo>
                  <a:pt x="70" y="113"/>
                </a:moveTo>
                <a:cubicBezTo>
                  <a:pt x="70" y="114"/>
                  <a:pt x="70" y="114"/>
                  <a:pt x="70" y="114"/>
                </a:cubicBezTo>
                <a:cubicBezTo>
                  <a:pt x="70" y="114"/>
                  <a:pt x="70" y="114"/>
                  <a:pt x="70" y="114"/>
                </a:cubicBezTo>
                <a:cubicBezTo>
                  <a:pt x="70" y="113"/>
                  <a:pt x="70" y="113"/>
                  <a:pt x="70" y="113"/>
                </a:cubicBezTo>
                <a:close/>
                <a:moveTo>
                  <a:pt x="70" y="114"/>
                </a:moveTo>
                <a:cubicBezTo>
                  <a:pt x="70" y="124"/>
                  <a:pt x="70" y="124"/>
                  <a:pt x="70" y="124"/>
                </a:cubicBezTo>
                <a:cubicBezTo>
                  <a:pt x="70" y="125"/>
                  <a:pt x="70" y="125"/>
                  <a:pt x="70" y="125"/>
                </a:cubicBezTo>
                <a:cubicBezTo>
                  <a:pt x="70" y="125"/>
                  <a:pt x="70" y="125"/>
                  <a:pt x="70" y="125"/>
                </a:cubicBezTo>
                <a:cubicBezTo>
                  <a:pt x="70" y="126"/>
                  <a:pt x="70" y="126"/>
                  <a:pt x="70" y="126"/>
                </a:cubicBezTo>
                <a:cubicBezTo>
                  <a:pt x="70" y="126"/>
                  <a:pt x="70" y="126"/>
                  <a:pt x="70" y="126"/>
                </a:cubicBezTo>
                <a:cubicBezTo>
                  <a:pt x="70" y="128"/>
                  <a:pt x="70" y="128"/>
                  <a:pt x="70" y="128"/>
                </a:cubicBezTo>
                <a:cubicBezTo>
                  <a:pt x="70" y="118"/>
                  <a:pt x="70" y="118"/>
                  <a:pt x="70" y="118"/>
                </a:cubicBezTo>
                <a:cubicBezTo>
                  <a:pt x="70" y="118"/>
                  <a:pt x="70" y="118"/>
                  <a:pt x="70" y="118"/>
                </a:cubicBezTo>
                <a:cubicBezTo>
                  <a:pt x="70" y="116"/>
                  <a:pt x="70" y="116"/>
                  <a:pt x="70" y="116"/>
                </a:cubicBezTo>
                <a:cubicBezTo>
                  <a:pt x="70" y="116"/>
                  <a:pt x="70" y="116"/>
                  <a:pt x="70" y="116"/>
                </a:cubicBezTo>
                <a:cubicBezTo>
                  <a:pt x="70" y="116"/>
                  <a:pt x="70" y="116"/>
                  <a:pt x="70" y="116"/>
                </a:cubicBezTo>
                <a:cubicBezTo>
                  <a:pt x="70" y="116"/>
                  <a:pt x="70" y="116"/>
                  <a:pt x="70" y="116"/>
                </a:cubicBezTo>
                <a:lnTo>
                  <a:pt x="70" y="114"/>
                </a:lnTo>
                <a:close/>
                <a:moveTo>
                  <a:pt x="70" y="129"/>
                </a:moveTo>
                <a:cubicBezTo>
                  <a:pt x="70" y="141"/>
                  <a:pt x="70" y="141"/>
                  <a:pt x="70" y="141"/>
                </a:cubicBezTo>
                <a:cubicBezTo>
                  <a:pt x="70" y="141"/>
                  <a:pt x="70" y="141"/>
                  <a:pt x="70" y="141"/>
                </a:cubicBezTo>
                <a:cubicBezTo>
                  <a:pt x="70" y="129"/>
                  <a:pt x="70" y="129"/>
                  <a:pt x="70" y="129"/>
                </a:cubicBezTo>
                <a:cubicBezTo>
                  <a:pt x="70" y="129"/>
                  <a:pt x="70" y="129"/>
                  <a:pt x="70" y="129"/>
                </a:cubicBezTo>
                <a:cubicBezTo>
                  <a:pt x="70" y="129"/>
                  <a:pt x="70" y="129"/>
                  <a:pt x="70" y="129"/>
                </a:cubicBezTo>
                <a:cubicBezTo>
                  <a:pt x="70" y="129"/>
                  <a:pt x="70" y="129"/>
                  <a:pt x="70" y="129"/>
                </a:cubicBezTo>
                <a:close/>
                <a:moveTo>
                  <a:pt x="70" y="143"/>
                </a:moveTo>
                <a:cubicBezTo>
                  <a:pt x="70" y="144"/>
                  <a:pt x="70" y="144"/>
                  <a:pt x="70" y="144"/>
                </a:cubicBezTo>
                <a:cubicBezTo>
                  <a:pt x="70" y="144"/>
                  <a:pt x="70" y="144"/>
                  <a:pt x="70" y="144"/>
                </a:cubicBezTo>
                <a:cubicBezTo>
                  <a:pt x="70" y="143"/>
                  <a:pt x="70" y="143"/>
                  <a:pt x="70" y="143"/>
                </a:cubicBezTo>
                <a:close/>
                <a:moveTo>
                  <a:pt x="70" y="146"/>
                </a:moveTo>
                <a:cubicBezTo>
                  <a:pt x="70" y="146"/>
                  <a:pt x="70" y="146"/>
                  <a:pt x="70" y="146"/>
                </a:cubicBezTo>
                <a:cubicBezTo>
                  <a:pt x="70" y="146"/>
                  <a:pt x="70" y="146"/>
                  <a:pt x="70" y="146"/>
                </a:cubicBezTo>
                <a:cubicBezTo>
                  <a:pt x="70" y="146"/>
                  <a:pt x="70" y="146"/>
                  <a:pt x="70" y="146"/>
                </a:cubicBezTo>
                <a:close/>
                <a:moveTo>
                  <a:pt x="70" y="32"/>
                </a:moveTo>
                <a:cubicBezTo>
                  <a:pt x="70" y="32"/>
                  <a:pt x="70" y="32"/>
                  <a:pt x="70" y="32"/>
                </a:cubicBezTo>
                <a:cubicBezTo>
                  <a:pt x="70" y="32"/>
                  <a:pt x="70" y="32"/>
                  <a:pt x="70" y="32"/>
                </a:cubicBezTo>
                <a:cubicBezTo>
                  <a:pt x="70" y="74"/>
                  <a:pt x="70" y="74"/>
                  <a:pt x="70" y="74"/>
                </a:cubicBezTo>
                <a:cubicBezTo>
                  <a:pt x="70" y="74"/>
                  <a:pt x="70" y="74"/>
                  <a:pt x="70" y="74"/>
                </a:cubicBezTo>
                <a:cubicBezTo>
                  <a:pt x="70" y="32"/>
                  <a:pt x="70" y="32"/>
                  <a:pt x="70" y="32"/>
                </a:cubicBezTo>
                <a:cubicBezTo>
                  <a:pt x="70" y="32"/>
                  <a:pt x="70" y="32"/>
                  <a:pt x="70" y="32"/>
                </a:cubicBezTo>
                <a:cubicBezTo>
                  <a:pt x="70" y="32"/>
                  <a:pt x="70" y="32"/>
                  <a:pt x="70" y="32"/>
                </a:cubicBezTo>
                <a:close/>
                <a:moveTo>
                  <a:pt x="70" y="173"/>
                </a:moveTo>
                <a:cubicBezTo>
                  <a:pt x="70" y="173"/>
                  <a:pt x="70" y="173"/>
                  <a:pt x="70" y="173"/>
                </a:cubicBezTo>
                <a:cubicBezTo>
                  <a:pt x="70" y="146"/>
                  <a:pt x="70" y="146"/>
                  <a:pt x="70" y="146"/>
                </a:cubicBezTo>
                <a:cubicBezTo>
                  <a:pt x="70" y="146"/>
                  <a:pt x="70" y="146"/>
                  <a:pt x="70" y="146"/>
                </a:cubicBezTo>
                <a:lnTo>
                  <a:pt x="70" y="173"/>
                </a:lnTo>
                <a:close/>
                <a:moveTo>
                  <a:pt x="70" y="77"/>
                </a:moveTo>
                <a:cubicBezTo>
                  <a:pt x="70" y="77"/>
                  <a:pt x="70" y="77"/>
                  <a:pt x="70" y="77"/>
                </a:cubicBezTo>
                <a:cubicBezTo>
                  <a:pt x="70" y="77"/>
                  <a:pt x="70" y="77"/>
                  <a:pt x="70" y="77"/>
                </a:cubicBezTo>
                <a:cubicBezTo>
                  <a:pt x="70" y="76"/>
                  <a:pt x="70" y="76"/>
                  <a:pt x="70" y="76"/>
                </a:cubicBezTo>
                <a:lnTo>
                  <a:pt x="70" y="77"/>
                </a:lnTo>
                <a:close/>
                <a:moveTo>
                  <a:pt x="70" y="83"/>
                </a:moveTo>
                <a:cubicBezTo>
                  <a:pt x="70" y="92"/>
                  <a:pt x="70" y="92"/>
                  <a:pt x="70" y="92"/>
                </a:cubicBezTo>
                <a:cubicBezTo>
                  <a:pt x="70" y="95"/>
                  <a:pt x="70" y="95"/>
                  <a:pt x="70" y="95"/>
                </a:cubicBezTo>
                <a:cubicBezTo>
                  <a:pt x="70" y="83"/>
                  <a:pt x="70" y="83"/>
                  <a:pt x="70" y="83"/>
                </a:cubicBezTo>
                <a:cubicBezTo>
                  <a:pt x="70" y="83"/>
                  <a:pt x="70" y="83"/>
                  <a:pt x="70" y="83"/>
                </a:cubicBezTo>
                <a:close/>
                <a:moveTo>
                  <a:pt x="70" y="97"/>
                </a:moveTo>
                <a:cubicBezTo>
                  <a:pt x="70" y="101"/>
                  <a:pt x="70" y="101"/>
                  <a:pt x="70" y="101"/>
                </a:cubicBezTo>
                <a:cubicBezTo>
                  <a:pt x="70" y="105"/>
                  <a:pt x="70" y="105"/>
                  <a:pt x="70" y="105"/>
                </a:cubicBezTo>
                <a:cubicBezTo>
                  <a:pt x="70" y="101"/>
                  <a:pt x="70" y="101"/>
                  <a:pt x="70" y="101"/>
                </a:cubicBezTo>
                <a:lnTo>
                  <a:pt x="70" y="97"/>
                </a:lnTo>
                <a:close/>
                <a:moveTo>
                  <a:pt x="70" y="105"/>
                </a:moveTo>
                <a:cubicBezTo>
                  <a:pt x="70" y="110"/>
                  <a:pt x="70" y="110"/>
                  <a:pt x="70" y="110"/>
                </a:cubicBezTo>
                <a:cubicBezTo>
                  <a:pt x="70" y="116"/>
                  <a:pt x="70" y="116"/>
                  <a:pt x="70" y="116"/>
                </a:cubicBezTo>
                <a:cubicBezTo>
                  <a:pt x="70" y="116"/>
                  <a:pt x="70" y="116"/>
                  <a:pt x="70" y="116"/>
                </a:cubicBezTo>
                <a:cubicBezTo>
                  <a:pt x="70" y="116"/>
                  <a:pt x="70" y="116"/>
                  <a:pt x="70" y="116"/>
                </a:cubicBezTo>
                <a:cubicBezTo>
                  <a:pt x="70" y="115"/>
                  <a:pt x="70" y="115"/>
                  <a:pt x="70" y="115"/>
                </a:cubicBezTo>
                <a:cubicBezTo>
                  <a:pt x="70" y="114"/>
                  <a:pt x="70" y="114"/>
                  <a:pt x="70" y="114"/>
                </a:cubicBezTo>
                <a:cubicBezTo>
                  <a:pt x="70" y="114"/>
                  <a:pt x="70" y="114"/>
                  <a:pt x="70" y="114"/>
                </a:cubicBezTo>
                <a:cubicBezTo>
                  <a:pt x="70" y="113"/>
                  <a:pt x="70" y="113"/>
                  <a:pt x="70" y="113"/>
                </a:cubicBezTo>
                <a:cubicBezTo>
                  <a:pt x="70" y="113"/>
                  <a:pt x="70" y="113"/>
                  <a:pt x="70" y="113"/>
                </a:cubicBezTo>
                <a:cubicBezTo>
                  <a:pt x="70" y="111"/>
                  <a:pt x="70" y="111"/>
                  <a:pt x="70" y="111"/>
                </a:cubicBezTo>
                <a:cubicBezTo>
                  <a:pt x="70" y="111"/>
                  <a:pt x="70" y="111"/>
                  <a:pt x="70" y="111"/>
                </a:cubicBezTo>
                <a:cubicBezTo>
                  <a:pt x="70" y="111"/>
                  <a:pt x="70" y="111"/>
                  <a:pt x="70" y="111"/>
                </a:cubicBezTo>
                <a:cubicBezTo>
                  <a:pt x="70" y="111"/>
                  <a:pt x="70" y="111"/>
                  <a:pt x="70" y="111"/>
                </a:cubicBezTo>
                <a:cubicBezTo>
                  <a:pt x="70" y="110"/>
                  <a:pt x="70" y="110"/>
                  <a:pt x="70" y="110"/>
                </a:cubicBezTo>
                <a:lnTo>
                  <a:pt x="70" y="105"/>
                </a:lnTo>
                <a:close/>
                <a:moveTo>
                  <a:pt x="70" y="118"/>
                </a:moveTo>
                <a:cubicBezTo>
                  <a:pt x="70" y="128"/>
                  <a:pt x="70" y="128"/>
                  <a:pt x="70" y="128"/>
                </a:cubicBezTo>
                <a:cubicBezTo>
                  <a:pt x="70" y="129"/>
                  <a:pt x="70" y="129"/>
                  <a:pt x="70" y="129"/>
                </a:cubicBezTo>
                <a:cubicBezTo>
                  <a:pt x="70" y="129"/>
                  <a:pt x="70" y="129"/>
                  <a:pt x="70" y="129"/>
                </a:cubicBezTo>
                <a:cubicBezTo>
                  <a:pt x="70" y="129"/>
                  <a:pt x="70" y="129"/>
                  <a:pt x="70" y="129"/>
                </a:cubicBezTo>
                <a:cubicBezTo>
                  <a:pt x="70" y="129"/>
                  <a:pt x="70" y="129"/>
                  <a:pt x="70" y="129"/>
                </a:cubicBezTo>
                <a:cubicBezTo>
                  <a:pt x="70" y="130"/>
                  <a:pt x="70" y="130"/>
                  <a:pt x="70" y="130"/>
                </a:cubicBezTo>
                <a:cubicBezTo>
                  <a:pt x="70" y="129"/>
                  <a:pt x="70" y="129"/>
                  <a:pt x="70" y="129"/>
                </a:cubicBezTo>
                <a:cubicBezTo>
                  <a:pt x="70" y="141"/>
                  <a:pt x="70" y="141"/>
                  <a:pt x="70" y="141"/>
                </a:cubicBezTo>
                <a:cubicBezTo>
                  <a:pt x="70" y="141"/>
                  <a:pt x="70" y="141"/>
                  <a:pt x="70" y="141"/>
                </a:cubicBezTo>
                <a:cubicBezTo>
                  <a:pt x="70" y="128"/>
                  <a:pt x="70" y="128"/>
                  <a:pt x="70" y="128"/>
                </a:cubicBezTo>
                <a:cubicBezTo>
                  <a:pt x="70" y="126"/>
                  <a:pt x="70" y="126"/>
                  <a:pt x="70" y="126"/>
                </a:cubicBezTo>
                <a:cubicBezTo>
                  <a:pt x="70" y="126"/>
                  <a:pt x="70" y="126"/>
                  <a:pt x="70" y="126"/>
                </a:cubicBezTo>
                <a:cubicBezTo>
                  <a:pt x="70" y="125"/>
                  <a:pt x="70" y="125"/>
                  <a:pt x="70" y="125"/>
                </a:cubicBezTo>
                <a:cubicBezTo>
                  <a:pt x="70" y="125"/>
                  <a:pt x="70" y="125"/>
                  <a:pt x="70" y="125"/>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1"/>
                  <a:pt x="70" y="121"/>
                  <a:pt x="70" y="121"/>
                </a:cubicBezTo>
                <a:cubicBezTo>
                  <a:pt x="70" y="121"/>
                  <a:pt x="70" y="121"/>
                  <a:pt x="70" y="121"/>
                </a:cubicBezTo>
                <a:cubicBezTo>
                  <a:pt x="70" y="121"/>
                  <a:pt x="70" y="121"/>
                  <a:pt x="70" y="121"/>
                </a:cubicBezTo>
                <a:cubicBezTo>
                  <a:pt x="70" y="121"/>
                  <a:pt x="70" y="121"/>
                  <a:pt x="70" y="121"/>
                </a:cubicBezTo>
                <a:cubicBezTo>
                  <a:pt x="70" y="119"/>
                  <a:pt x="70" y="119"/>
                  <a:pt x="70" y="119"/>
                </a:cubicBezTo>
                <a:cubicBezTo>
                  <a:pt x="70" y="119"/>
                  <a:pt x="70" y="119"/>
                  <a:pt x="70" y="119"/>
                </a:cubicBezTo>
                <a:cubicBezTo>
                  <a:pt x="70" y="118"/>
                  <a:pt x="70" y="118"/>
                  <a:pt x="70" y="118"/>
                </a:cubicBezTo>
                <a:close/>
                <a:moveTo>
                  <a:pt x="70" y="143"/>
                </a:moveTo>
                <a:cubicBezTo>
                  <a:pt x="70" y="144"/>
                  <a:pt x="70" y="144"/>
                  <a:pt x="70" y="144"/>
                </a:cubicBezTo>
                <a:cubicBezTo>
                  <a:pt x="70" y="144"/>
                  <a:pt x="70" y="144"/>
                  <a:pt x="70" y="144"/>
                </a:cubicBezTo>
                <a:cubicBezTo>
                  <a:pt x="70" y="143"/>
                  <a:pt x="70" y="143"/>
                  <a:pt x="70" y="143"/>
                </a:cubicBezTo>
                <a:close/>
                <a:moveTo>
                  <a:pt x="70" y="146"/>
                </a:moveTo>
                <a:cubicBezTo>
                  <a:pt x="70" y="146"/>
                  <a:pt x="70" y="146"/>
                  <a:pt x="70" y="146"/>
                </a:cubicBezTo>
                <a:cubicBezTo>
                  <a:pt x="70" y="146"/>
                  <a:pt x="70" y="146"/>
                  <a:pt x="70" y="146"/>
                </a:cubicBezTo>
                <a:cubicBezTo>
                  <a:pt x="70" y="145"/>
                  <a:pt x="70" y="145"/>
                  <a:pt x="70" y="145"/>
                </a:cubicBezTo>
                <a:lnTo>
                  <a:pt x="70" y="146"/>
                </a:lnTo>
                <a:close/>
                <a:moveTo>
                  <a:pt x="70" y="32"/>
                </a:moveTo>
                <a:cubicBezTo>
                  <a:pt x="69" y="31"/>
                  <a:pt x="69" y="31"/>
                  <a:pt x="69" y="31"/>
                </a:cubicBezTo>
                <a:cubicBezTo>
                  <a:pt x="69" y="32"/>
                  <a:pt x="69" y="32"/>
                  <a:pt x="69" y="32"/>
                </a:cubicBezTo>
                <a:cubicBezTo>
                  <a:pt x="69" y="32"/>
                  <a:pt x="69" y="32"/>
                  <a:pt x="69" y="32"/>
                </a:cubicBezTo>
                <a:cubicBezTo>
                  <a:pt x="69" y="33"/>
                  <a:pt x="69" y="33"/>
                  <a:pt x="69" y="33"/>
                </a:cubicBezTo>
                <a:cubicBezTo>
                  <a:pt x="69" y="74"/>
                  <a:pt x="69" y="74"/>
                  <a:pt x="69" y="74"/>
                </a:cubicBezTo>
                <a:cubicBezTo>
                  <a:pt x="70" y="74"/>
                  <a:pt x="70" y="74"/>
                  <a:pt x="70" y="74"/>
                </a:cubicBezTo>
                <a:lnTo>
                  <a:pt x="70" y="32"/>
                </a:lnTo>
                <a:close/>
                <a:moveTo>
                  <a:pt x="69" y="173"/>
                </a:moveTo>
                <a:cubicBezTo>
                  <a:pt x="70" y="173"/>
                  <a:pt x="70" y="173"/>
                  <a:pt x="70" y="173"/>
                </a:cubicBezTo>
                <a:cubicBezTo>
                  <a:pt x="70" y="146"/>
                  <a:pt x="70" y="146"/>
                  <a:pt x="70" y="146"/>
                </a:cubicBezTo>
                <a:cubicBezTo>
                  <a:pt x="69" y="146"/>
                  <a:pt x="69" y="146"/>
                  <a:pt x="69" y="146"/>
                </a:cubicBezTo>
                <a:cubicBezTo>
                  <a:pt x="69" y="146"/>
                  <a:pt x="69" y="146"/>
                  <a:pt x="69" y="146"/>
                </a:cubicBezTo>
                <a:cubicBezTo>
                  <a:pt x="70" y="146"/>
                  <a:pt x="70" y="146"/>
                  <a:pt x="70" y="146"/>
                </a:cubicBezTo>
                <a:cubicBezTo>
                  <a:pt x="70" y="145"/>
                  <a:pt x="70" y="145"/>
                  <a:pt x="70" y="145"/>
                </a:cubicBezTo>
                <a:cubicBezTo>
                  <a:pt x="69" y="145"/>
                  <a:pt x="69" y="145"/>
                  <a:pt x="69" y="145"/>
                </a:cubicBezTo>
                <a:cubicBezTo>
                  <a:pt x="69" y="144"/>
                  <a:pt x="69" y="144"/>
                  <a:pt x="69" y="144"/>
                </a:cubicBezTo>
                <a:cubicBezTo>
                  <a:pt x="70" y="144"/>
                  <a:pt x="70" y="144"/>
                  <a:pt x="70" y="144"/>
                </a:cubicBezTo>
                <a:cubicBezTo>
                  <a:pt x="70" y="143"/>
                  <a:pt x="70" y="143"/>
                  <a:pt x="70" y="143"/>
                </a:cubicBezTo>
                <a:cubicBezTo>
                  <a:pt x="69" y="143"/>
                  <a:pt x="69" y="143"/>
                  <a:pt x="69" y="143"/>
                </a:cubicBezTo>
                <a:cubicBezTo>
                  <a:pt x="70" y="141"/>
                  <a:pt x="70" y="141"/>
                  <a:pt x="70" y="141"/>
                </a:cubicBezTo>
                <a:cubicBezTo>
                  <a:pt x="70" y="141"/>
                  <a:pt x="70" y="141"/>
                  <a:pt x="70" y="141"/>
                </a:cubicBezTo>
                <a:cubicBezTo>
                  <a:pt x="70" y="128"/>
                  <a:pt x="70" y="128"/>
                  <a:pt x="70" y="128"/>
                </a:cubicBezTo>
                <a:cubicBezTo>
                  <a:pt x="70" y="129"/>
                  <a:pt x="70" y="129"/>
                  <a:pt x="70" y="129"/>
                </a:cubicBezTo>
                <a:cubicBezTo>
                  <a:pt x="69" y="129"/>
                  <a:pt x="69" y="129"/>
                  <a:pt x="69" y="129"/>
                </a:cubicBezTo>
                <a:cubicBezTo>
                  <a:pt x="69" y="129"/>
                  <a:pt x="69" y="129"/>
                  <a:pt x="69" y="129"/>
                </a:cubicBezTo>
                <a:cubicBezTo>
                  <a:pt x="70" y="129"/>
                  <a:pt x="70" y="129"/>
                  <a:pt x="70" y="129"/>
                </a:cubicBezTo>
                <a:cubicBezTo>
                  <a:pt x="70" y="130"/>
                  <a:pt x="70" y="130"/>
                  <a:pt x="70" y="130"/>
                </a:cubicBezTo>
                <a:cubicBezTo>
                  <a:pt x="69" y="131"/>
                  <a:pt x="69" y="131"/>
                  <a:pt x="69" y="131"/>
                </a:cubicBezTo>
                <a:lnTo>
                  <a:pt x="69" y="173"/>
                </a:lnTo>
                <a:close/>
                <a:moveTo>
                  <a:pt x="70" y="76"/>
                </a:moveTo>
                <a:cubicBezTo>
                  <a:pt x="70" y="77"/>
                  <a:pt x="70" y="77"/>
                  <a:pt x="70" y="77"/>
                </a:cubicBezTo>
                <a:cubicBezTo>
                  <a:pt x="69" y="77"/>
                  <a:pt x="69" y="77"/>
                  <a:pt x="69" y="77"/>
                </a:cubicBezTo>
                <a:cubicBezTo>
                  <a:pt x="69" y="76"/>
                  <a:pt x="69" y="76"/>
                  <a:pt x="69" y="76"/>
                </a:cubicBezTo>
                <a:lnTo>
                  <a:pt x="70" y="76"/>
                </a:lnTo>
                <a:close/>
                <a:moveTo>
                  <a:pt x="70" y="83"/>
                </a:moveTo>
                <a:cubicBezTo>
                  <a:pt x="70" y="95"/>
                  <a:pt x="70" y="95"/>
                  <a:pt x="70" y="95"/>
                </a:cubicBezTo>
                <a:cubicBezTo>
                  <a:pt x="69" y="97"/>
                  <a:pt x="69" y="97"/>
                  <a:pt x="69" y="97"/>
                </a:cubicBezTo>
                <a:cubicBezTo>
                  <a:pt x="69" y="83"/>
                  <a:pt x="69" y="83"/>
                  <a:pt x="69" y="83"/>
                </a:cubicBezTo>
                <a:lnTo>
                  <a:pt x="70" y="83"/>
                </a:lnTo>
                <a:close/>
                <a:moveTo>
                  <a:pt x="70" y="101"/>
                </a:moveTo>
                <a:cubicBezTo>
                  <a:pt x="70" y="105"/>
                  <a:pt x="70" y="105"/>
                  <a:pt x="70" y="105"/>
                </a:cubicBezTo>
                <a:cubicBezTo>
                  <a:pt x="69" y="110"/>
                  <a:pt x="69" y="110"/>
                  <a:pt x="69" y="110"/>
                </a:cubicBezTo>
                <a:cubicBezTo>
                  <a:pt x="69" y="106"/>
                  <a:pt x="69" y="106"/>
                  <a:pt x="69" y="106"/>
                </a:cubicBezTo>
                <a:lnTo>
                  <a:pt x="70" y="101"/>
                </a:lnTo>
                <a:close/>
                <a:moveTo>
                  <a:pt x="70" y="110"/>
                </a:moveTo>
                <a:cubicBezTo>
                  <a:pt x="70" y="116"/>
                  <a:pt x="70" y="116"/>
                  <a:pt x="70" y="116"/>
                </a:cubicBezTo>
                <a:cubicBezTo>
                  <a:pt x="70" y="116"/>
                  <a:pt x="70" y="116"/>
                  <a:pt x="70" y="116"/>
                </a:cubicBezTo>
                <a:cubicBezTo>
                  <a:pt x="70" y="118"/>
                  <a:pt x="70" y="118"/>
                  <a:pt x="70" y="118"/>
                </a:cubicBezTo>
                <a:cubicBezTo>
                  <a:pt x="70" y="118"/>
                  <a:pt x="70" y="118"/>
                  <a:pt x="70" y="118"/>
                </a:cubicBezTo>
                <a:cubicBezTo>
                  <a:pt x="70" y="119"/>
                  <a:pt x="70" y="119"/>
                  <a:pt x="70" y="119"/>
                </a:cubicBezTo>
                <a:cubicBezTo>
                  <a:pt x="70" y="119"/>
                  <a:pt x="70" y="119"/>
                  <a:pt x="70" y="119"/>
                </a:cubicBezTo>
                <a:cubicBezTo>
                  <a:pt x="69" y="120"/>
                  <a:pt x="69" y="120"/>
                  <a:pt x="69" y="120"/>
                </a:cubicBezTo>
                <a:cubicBezTo>
                  <a:pt x="70" y="121"/>
                  <a:pt x="70" y="121"/>
                  <a:pt x="70" y="121"/>
                </a:cubicBezTo>
                <a:cubicBezTo>
                  <a:pt x="70" y="121"/>
                  <a:pt x="70" y="121"/>
                  <a:pt x="70" y="121"/>
                </a:cubicBezTo>
                <a:cubicBezTo>
                  <a:pt x="69" y="121"/>
                  <a:pt x="69" y="121"/>
                  <a:pt x="69" y="121"/>
                </a:cubicBezTo>
                <a:cubicBezTo>
                  <a:pt x="69" y="121"/>
                  <a:pt x="69" y="121"/>
                  <a:pt x="69" y="121"/>
                </a:cubicBezTo>
                <a:cubicBezTo>
                  <a:pt x="69" y="116"/>
                  <a:pt x="69" y="116"/>
                  <a:pt x="69" y="116"/>
                </a:cubicBezTo>
                <a:lnTo>
                  <a:pt x="70" y="110"/>
                </a:lnTo>
                <a:close/>
                <a:moveTo>
                  <a:pt x="70" y="123"/>
                </a:moveTo>
                <a:cubicBezTo>
                  <a:pt x="70" y="123"/>
                  <a:pt x="70" y="123"/>
                  <a:pt x="70" y="123"/>
                </a:cubicBezTo>
                <a:cubicBezTo>
                  <a:pt x="69" y="123"/>
                  <a:pt x="69" y="123"/>
                  <a:pt x="69" y="123"/>
                </a:cubicBezTo>
                <a:cubicBezTo>
                  <a:pt x="69" y="122"/>
                  <a:pt x="69" y="122"/>
                  <a:pt x="69" y="122"/>
                </a:cubicBezTo>
                <a:lnTo>
                  <a:pt x="70" y="123"/>
                </a:lnTo>
                <a:close/>
                <a:moveTo>
                  <a:pt x="70" y="125"/>
                </a:moveTo>
                <a:cubicBezTo>
                  <a:pt x="70" y="126"/>
                  <a:pt x="70" y="126"/>
                  <a:pt x="70" y="126"/>
                </a:cubicBezTo>
                <a:cubicBezTo>
                  <a:pt x="69" y="125"/>
                  <a:pt x="69" y="125"/>
                  <a:pt x="69" y="125"/>
                </a:cubicBezTo>
                <a:cubicBezTo>
                  <a:pt x="69" y="125"/>
                  <a:pt x="69" y="125"/>
                  <a:pt x="69" y="125"/>
                </a:cubicBezTo>
                <a:lnTo>
                  <a:pt x="70" y="125"/>
                </a:lnTo>
                <a:close/>
                <a:moveTo>
                  <a:pt x="69" y="31"/>
                </a:moveTo>
                <a:cubicBezTo>
                  <a:pt x="68" y="31"/>
                  <a:pt x="68" y="31"/>
                  <a:pt x="68" y="31"/>
                </a:cubicBezTo>
                <a:cubicBezTo>
                  <a:pt x="68" y="32"/>
                  <a:pt x="68" y="32"/>
                  <a:pt x="68" y="32"/>
                </a:cubicBezTo>
                <a:cubicBezTo>
                  <a:pt x="69" y="32"/>
                  <a:pt x="69" y="32"/>
                  <a:pt x="69" y="32"/>
                </a:cubicBezTo>
                <a:lnTo>
                  <a:pt x="69" y="31"/>
                </a:lnTo>
                <a:close/>
                <a:moveTo>
                  <a:pt x="69" y="33"/>
                </a:moveTo>
                <a:cubicBezTo>
                  <a:pt x="69" y="34"/>
                  <a:pt x="69" y="36"/>
                  <a:pt x="68" y="37"/>
                </a:cubicBezTo>
                <a:cubicBezTo>
                  <a:pt x="68" y="73"/>
                  <a:pt x="68" y="73"/>
                  <a:pt x="68" y="73"/>
                </a:cubicBezTo>
                <a:cubicBezTo>
                  <a:pt x="69" y="74"/>
                  <a:pt x="69" y="74"/>
                  <a:pt x="69" y="74"/>
                </a:cubicBezTo>
                <a:lnTo>
                  <a:pt x="69" y="33"/>
                </a:lnTo>
                <a:close/>
                <a:moveTo>
                  <a:pt x="68" y="173"/>
                </a:moveTo>
                <a:cubicBezTo>
                  <a:pt x="69" y="173"/>
                  <a:pt x="69" y="173"/>
                  <a:pt x="69" y="173"/>
                </a:cubicBezTo>
                <a:cubicBezTo>
                  <a:pt x="69" y="131"/>
                  <a:pt x="69" y="131"/>
                  <a:pt x="69" y="131"/>
                </a:cubicBezTo>
                <a:cubicBezTo>
                  <a:pt x="69" y="131"/>
                  <a:pt x="69" y="132"/>
                  <a:pt x="68" y="132"/>
                </a:cubicBezTo>
                <a:cubicBezTo>
                  <a:pt x="68" y="141"/>
                  <a:pt x="68" y="141"/>
                  <a:pt x="68" y="141"/>
                </a:cubicBezTo>
                <a:cubicBezTo>
                  <a:pt x="69" y="141"/>
                  <a:pt x="69" y="141"/>
                  <a:pt x="69" y="141"/>
                </a:cubicBezTo>
                <a:cubicBezTo>
                  <a:pt x="69" y="143"/>
                  <a:pt x="69" y="143"/>
                  <a:pt x="69" y="143"/>
                </a:cubicBezTo>
                <a:cubicBezTo>
                  <a:pt x="68" y="143"/>
                  <a:pt x="68" y="143"/>
                  <a:pt x="68" y="143"/>
                </a:cubicBezTo>
                <a:cubicBezTo>
                  <a:pt x="68" y="143"/>
                  <a:pt x="68" y="143"/>
                  <a:pt x="68" y="143"/>
                </a:cubicBezTo>
                <a:cubicBezTo>
                  <a:pt x="69" y="144"/>
                  <a:pt x="69" y="144"/>
                  <a:pt x="69" y="144"/>
                </a:cubicBezTo>
                <a:cubicBezTo>
                  <a:pt x="69" y="145"/>
                  <a:pt x="69" y="145"/>
                  <a:pt x="69" y="145"/>
                </a:cubicBezTo>
                <a:cubicBezTo>
                  <a:pt x="68" y="145"/>
                  <a:pt x="68" y="145"/>
                  <a:pt x="68" y="145"/>
                </a:cubicBezTo>
                <a:cubicBezTo>
                  <a:pt x="68" y="146"/>
                  <a:pt x="68" y="146"/>
                  <a:pt x="68" y="146"/>
                </a:cubicBezTo>
                <a:cubicBezTo>
                  <a:pt x="69" y="146"/>
                  <a:pt x="69" y="146"/>
                  <a:pt x="69" y="146"/>
                </a:cubicBezTo>
                <a:cubicBezTo>
                  <a:pt x="69" y="146"/>
                  <a:pt x="69" y="146"/>
                  <a:pt x="69" y="146"/>
                </a:cubicBezTo>
                <a:cubicBezTo>
                  <a:pt x="68" y="146"/>
                  <a:pt x="68" y="146"/>
                  <a:pt x="68" y="146"/>
                </a:cubicBezTo>
                <a:lnTo>
                  <a:pt x="68" y="173"/>
                </a:lnTo>
                <a:close/>
                <a:moveTo>
                  <a:pt x="69" y="76"/>
                </a:moveTo>
                <a:cubicBezTo>
                  <a:pt x="69" y="77"/>
                  <a:pt x="69" y="77"/>
                  <a:pt x="69" y="77"/>
                </a:cubicBezTo>
                <a:cubicBezTo>
                  <a:pt x="68" y="77"/>
                  <a:pt x="68" y="77"/>
                  <a:pt x="68" y="77"/>
                </a:cubicBezTo>
                <a:cubicBezTo>
                  <a:pt x="68" y="76"/>
                  <a:pt x="68" y="76"/>
                  <a:pt x="68" y="76"/>
                </a:cubicBezTo>
                <a:lnTo>
                  <a:pt x="69" y="76"/>
                </a:lnTo>
                <a:close/>
                <a:moveTo>
                  <a:pt x="69" y="83"/>
                </a:moveTo>
                <a:cubicBezTo>
                  <a:pt x="69" y="97"/>
                  <a:pt x="69" y="97"/>
                  <a:pt x="69" y="97"/>
                </a:cubicBezTo>
                <a:cubicBezTo>
                  <a:pt x="68" y="102"/>
                  <a:pt x="68" y="102"/>
                  <a:pt x="68" y="102"/>
                </a:cubicBezTo>
                <a:cubicBezTo>
                  <a:pt x="68" y="82"/>
                  <a:pt x="68" y="82"/>
                  <a:pt x="68" y="82"/>
                </a:cubicBezTo>
                <a:lnTo>
                  <a:pt x="69" y="83"/>
                </a:lnTo>
                <a:close/>
                <a:moveTo>
                  <a:pt x="69" y="106"/>
                </a:moveTo>
                <a:cubicBezTo>
                  <a:pt x="69" y="110"/>
                  <a:pt x="69" y="110"/>
                  <a:pt x="69" y="110"/>
                </a:cubicBezTo>
                <a:cubicBezTo>
                  <a:pt x="68" y="118"/>
                  <a:pt x="68" y="118"/>
                  <a:pt x="68" y="118"/>
                </a:cubicBezTo>
                <a:cubicBezTo>
                  <a:pt x="68" y="114"/>
                  <a:pt x="68" y="114"/>
                  <a:pt x="68" y="114"/>
                </a:cubicBezTo>
                <a:lnTo>
                  <a:pt x="69" y="106"/>
                </a:lnTo>
                <a:close/>
                <a:moveTo>
                  <a:pt x="69" y="116"/>
                </a:moveTo>
                <a:cubicBezTo>
                  <a:pt x="69" y="121"/>
                  <a:pt x="69" y="121"/>
                  <a:pt x="69" y="121"/>
                </a:cubicBezTo>
                <a:cubicBezTo>
                  <a:pt x="69" y="122"/>
                  <a:pt x="69" y="122"/>
                  <a:pt x="69" y="122"/>
                </a:cubicBezTo>
                <a:cubicBezTo>
                  <a:pt x="69" y="122"/>
                  <a:pt x="69" y="122"/>
                  <a:pt x="69" y="122"/>
                </a:cubicBezTo>
                <a:cubicBezTo>
                  <a:pt x="69" y="123"/>
                  <a:pt x="69" y="123"/>
                  <a:pt x="69" y="123"/>
                </a:cubicBezTo>
                <a:cubicBezTo>
                  <a:pt x="69" y="123"/>
                  <a:pt x="69" y="123"/>
                  <a:pt x="69" y="123"/>
                </a:cubicBezTo>
                <a:cubicBezTo>
                  <a:pt x="69" y="125"/>
                  <a:pt x="69" y="125"/>
                  <a:pt x="69" y="125"/>
                </a:cubicBezTo>
                <a:cubicBezTo>
                  <a:pt x="69" y="125"/>
                  <a:pt x="69" y="125"/>
                  <a:pt x="69" y="125"/>
                </a:cubicBezTo>
                <a:cubicBezTo>
                  <a:pt x="69" y="125"/>
                  <a:pt x="69" y="125"/>
                  <a:pt x="69" y="125"/>
                </a:cubicBezTo>
                <a:cubicBezTo>
                  <a:pt x="69" y="125"/>
                  <a:pt x="69" y="125"/>
                  <a:pt x="69" y="125"/>
                </a:cubicBezTo>
                <a:cubicBezTo>
                  <a:pt x="69" y="128"/>
                  <a:pt x="69" y="128"/>
                  <a:pt x="69" y="128"/>
                </a:cubicBezTo>
                <a:cubicBezTo>
                  <a:pt x="69" y="129"/>
                  <a:pt x="69" y="129"/>
                  <a:pt x="69" y="129"/>
                </a:cubicBezTo>
                <a:cubicBezTo>
                  <a:pt x="69" y="129"/>
                  <a:pt x="69" y="129"/>
                  <a:pt x="69" y="129"/>
                </a:cubicBezTo>
                <a:cubicBezTo>
                  <a:pt x="69" y="129"/>
                  <a:pt x="69" y="129"/>
                  <a:pt x="69" y="129"/>
                </a:cubicBezTo>
                <a:cubicBezTo>
                  <a:pt x="68" y="132"/>
                  <a:pt x="68" y="132"/>
                  <a:pt x="68" y="132"/>
                </a:cubicBezTo>
                <a:cubicBezTo>
                  <a:pt x="68" y="127"/>
                  <a:pt x="68" y="127"/>
                  <a:pt x="68" y="127"/>
                </a:cubicBezTo>
                <a:lnTo>
                  <a:pt x="69" y="116"/>
                </a:lnTo>
                <a:close/>
                <a:moveTo>
                  <a:pt x="68" y="31"/>
                </a:moveTo>
                <a:cubicBezTo>
                  <a:pt x="68" y="30"/>
                  <a:pt x="68" y="30"/>
                  <a:pt x="68" y="30"/>
                </a:cubicBezTo>
                <a:cubicBezTo>
                  <a:pt x="67" y="31"/>
                  <a:pt x="67" y="31"/>
                  <a:pt x="67" y="31"/>
                </a:cubicBezTo>
                <a:cubicBezTo>
                  <a:pt x="68" y="32"/>
                  <a:pt x="68" y="32"/>
                  <a:pt x="68" y="32"/>
                </a:cubicBezTo>
                <a:lnTo>
                  <a:pt x="68" y="31"/>
                </a:lnTo>
                <a:close/>
                <a:moveTo>
                  <a:pt x="68" y="37"/>
                </a:moveTo>
                <a:cubicBezTo>
                  <a:pt x="68" y="38"/>
                  <a:pt x="67" y="39"/>
                  <a:pt x="67" y="41"/>
                </a:cubicBezTo>
                <a:cubicBezTo>
                  <a:pt x="67" y="73"/>
                  <a:pt x="67" y="73"/>
                  <a:pt x="67" y="73"/>
                </a:cubicBezTo>
                <a:cubicBezTo>
                  <a:pt x="67" y="73"/>
                  <a:pt x="68" y="73"/>
                  <a:pt x="68" y="73"/>
                </a:cubicBezTo>
                <a:lnTo>
                  <a:pt x="68" y="37"/>
                </a:lnTo>
                <a:close/>
                <a:moveTo>
                  <a:pt x="67" y="172"/>
                </a:moveTo>
                <a:cubicBezTo>
                  <a:pt x="68" y="173"/>
                  <a:pt x="68" y="173"/>
                  <a:pt x="68" y="173"/>
                </a:cubicBezTo>
                <a:cubicBezTo>
                  <a:pt x="68" y="146"/>
                  <a:pt x="68" y="146"/>
                  <a:pt x="68" y="146"/>
                </a:cubicBezTo>
                <a:cubicBezTo>
                  <a:pt x="68" y="146"/>
                  <a:pt x="68" y="146"/>
                  <a:pt x="68" y="146"/>
                </a:cubicBezTo>
                <a:cubicBezTo>
                  <a:pt x="68" y="146"/>
                  <a:pt x="68" y="146"/>
                  <a:pt x="68" y="146"/>
                </a:cubicBezTo>
                <a:cubicBezTo>
                  <a:pt x="68" y="145"/>
                  <a:pt x="68" y="145"/>
                  <a:pt x="68" y="145"/>
                </a:cubicBezTo>
                <a:cubicBezTo>
                  <a:pt x="67" y="145"/>
                  <a:pt x="67" y="145"/>
                  <a:pt x="67" y="145"/>
                </a:cubicBezTo>
                <a:cubicBezTo>
                  <a:pt x="67" y="143"/>
                  <a:pt x="67" y="143"/>
                  <a:pt x="67" y="143"/>
                </a:cubicBezTo>
                <a:cubicBezTo>
                  <a:pt x="68" y="143"/>
                  <a:pt x="68" y="143"/>
                  <a:pt x="68" y="143"/>
                </a:cubicBezTo>
                <a:cubicBezTo>
                  <a:pt x="68" y="143"/>
                  <a:pt x="68" y="143"/>
                  <a:pt x="68" y="143"/>
                </a:cubicBezTo>
                <a:cubicBezTo>
                  <a:pt x="67" y="143"/>
                  <a:pt x="67" y="143"/>
                  <a:pt x="67" y="143"/>
                </a:cubicBezTo>
                <a:cubicBezTo>
                  <a:pt x="67" y="141"/>
                  <a:pt x="67" y="141"/>
                  <a:pt x="67" y="141"/>
                </a:cubicBezTo>
                <a:cubicBezTo>
                  <a:pt x="68" y="141"/>
                  <a:pt x="68" y="141"/>
                  <a:pt x="68" y="141"/>
                </a:cubicBezTo>
                <a:cubicBezTo>
                  <a:pt x="68" y="132"/>
                  <a:pt x="68" y="132"/>
                  <a:pt x="68" y="132"/>
                </a:cubicBezTo>
                <a:cubicBezTo>
                  <a:pt x="68" y="132"/>
                  <a:pt x="68" y="132"/>
                  <a:pt x="68" y="132"/>
                </a:cubicBezTo>
                <a:cubicBezTo>
                  <a:pt x="68" y="132"/>
                  <a:pt x="68" y="132"/>
                  <a:pt x="68" y="132"/>
                </a:cubicBezTo>
                <a:cubicBezTo>
                  <a:pt x="68" y="127"/>
                  <a:pt x="68" y="127"/>
                  <a:pt x="68" y="127"/>
                </a:cubicBezTo>
                <a:cubicBezTo>
                  <a:pt x="68" y="133"/>
                  <a:pt x="68" y="133"/>
                  <a:pt x="68" y="133"/>
                </a:cubicBezTo>
                <a:cubicBezTo>
                  <a:pt x="67" y="134"/>
                  <a:pt x="67" y="134"/>
                  <a:pt x="67" y="134"/>
                </a:cubicBezTo>
                <a:lnTo>
                  <a:pt x="67" y="172"/>
                </a:lnTo>
                <a:close/>
                <a:moveTo>
                  <a:pt x="68" y="76"/>
                </a:moveTo>
                <a:cubicBezTo>
                  <a:pt x="68" y="77"/>
                  <a:pt x="68" y="77"/>
                  <a:pt x="68" y="77"/>
                </a:cubicBezTo>
                <a:cubicBezTo>
                  <a:pt x="67" y="76"/>
                  <a:pt x="67" y="76"/>
                  <a:pt x="67" y="76"/>
                </a:cubicBezTo>
                <a:cubicBezTo>
                  <a:pt x="67" y="75"/>
                  <a:pt x="67" y="75"/>
                  <a:pt x="67" y="75"/>
                </a:cubicBezTo>
                <a:lnTo>
                  <a:pt x="68" y="76"/>
                </a:lnTo>
                <a:close/>
                <a:moveTo>
                  <a:pt x="68" y="82"/>
                </a:moveTo>
                <a:cubicBezTo>
                  <a:pt x="68" y="102"/>
                  <a:pt x="68" y="102"/>
                  <a:pt x="68" y="102"/>
                </a:cubicBezTo>
                <a:cubicBezTo>
                  <a:pt x="67" y="108"/>
                  <a:pt x="67" y="108"/>
                  <a:pt x="67" y="108"/>
                </a:cubicBezTo>
                <a:cubicBezTo>
                  <a:pt x="67" y="97"/>
                  <a:pt x="67" y="97"/>
                  <a:pt x="67" y="97"/>
                </a:cubicBezTo>
                <a:cubicBezTo>
                  <a:pt x="68" y="94"/>
                  <a:pt x="68" y="94"/>
                  <a:pt x="68" y="94"/>
                </a:cubicBezTo>
                <a:cubicBezTo>
                  <a:pt x="68" y="95"/>
                  <a:pt x="67" y="95"/>
                  <a:pt x="67" y="96"/>
                </a:cubicBezTo>
                <a:cubicBezTo>
                  <a:pt x="67" y="81"/>
                  <a:pt x="67" y="81"/>
                  <a:pt x="67" y="81"/>
                </a:cubicBezTo>
                <a:lnTo>
                  <a:pt x="68" y="82"/>
                </a:lnTo>
                <a:close/>
                <a:moveTo>
                  <a:pt x="68" y="114"/>
                </a:moveTo>
                <a:cubicBezTo>
                  <a:pt x="68" y="118"/>
                  <a:pt x="68" y="118"/>
                  <a:pt x="68" y="118"/>
                </a:cubicBezTo>
                <a:cubicBezTo>
                  <a:pt x="67" y="129"/>
                  <a:pt x="67" y="129"/>
                  <a:pt x="67" y="129"/>
                </a:cubicBezTo>
                <a:cubicBezTo>
                  <a:pt x="67" y="124"/>
                  <a:pt x="67" y="124"/>
                  <a:pt x="67" y="124"/>
                </a:cubicBezTo>
                <a:lnTo>
                  <a:pt x="68" y="114"/>
                </a:lnTo>
                <a:close/>
                <a:moveTo>
                  <a:pt x="67" y="41"/>
                </a:moveTo>
                <a:cubicBezTo>
                  <a:pt x="67" y="42"/>
                  <a:pt x="66" y="43"/>
                  <a:pt x="66" y="44"/>
                </a:cubicBezTo>
                <a:cubicBezTo>
                  <a:pt x="66" y="73"/>
                  <a:pt x="66" y="73"/>
                  <a:pt x="66" y="73"/>
                </a:cubicBezTo>
                <a:cubicBezTo>
                  <a:pt x="67" y="73"/>
                  <a:pt x="67" y="73"/>
                  <a:pt x="67" y="73"/>
                </a:cubicBezTo>
                <a:lnTo>
                  <a:pt x="67" y="41"/>
                </a:lnTo>
                <a:close/>
                <a:moveTo>
                  <a:pt x="66" y="172"/>
                </a:moveTo>
                <a:cubicBezTo>
                  <a:pt x="67" y="172"/>
                  <a:pt x="67" y="172"/>
                  <a:pt x="67" y="172"/>
                </a:cubicBezTo>
                <a:cubicBezTo>
                  <a:pt x="67" y="134"/>
                  <a:pt x="67" y="134"/>
                  <a:pt x="67" y="134"/>
                </a:cubicBezTo>
                <a:cubicBezTo>
                  <a:pt x="66" y="135"/>
                  <a:pt x="66" y="135"/>
                  <a:pt x="66" y="135"/>
                </a:cubicBezTo>
                <a:cubicBezTo>
                  <a:pt x="67" y="129"/>
                  <a:pt x="67" y="129"/>
                  <a:pt x="67" y="129"/>
                </a:cubicBezTo>
                <a:cubicBezTo>
                  <a:pt x="67" y="124"/>
                  <a:pt x="67" y="124"/>
                  <a:pt x="67" y="124"/>
                </a:cubicBezTo>
                <a:cubicBezTo>
                  <a:pt x="66" y="133"/>
                  <a:pt x="66" y="133"/>
                  <a:pt x="66" y="133"/>
                </a:cubicBezTo>
                <a:cubicBezTo>
                  <a:pt x="66" y="142"/>
                  <a:pt x="66" y="142"/>
                  <a:pt x="66" y="142"/>
                </a:cubicBezTo>
                <a:cubicBezTo>
                  <a:pt x="67" y="141"/>
                  <a:pt x="67" y="141"/>
                  <a:pt x="67" y="141"/>
                </a:cubicBezTo>
                <a:cubicBezTo>
                  <a:pt x="67" y="145"/>
                  <a:pt x="67" y="145"/>
                  <a:pt x="67" y="145"/>
                </a:cubicBezTo>
                <a:cubicBezTo>
                  <a:pt x="66" y="145"/>
                  <a:pt x="66" y="145"/>
                  <a:pt x="66" y="145"/>
                </a:cubicBezTo>
                <a:lnTo>
                  <a:pt x="66" y="172"/>
                </a:lnTo>
                <a:close/>
                <a:moveTo>
                  <a:pt x="67" y="75"/>
                </a:moveTo>
                <a:cubicBezTo>
                  <a:pt x="67" y="76"/>
                  <a:pt x="67" y="76"/>
                  <a:pt x="67" y="76"/>
                </a:cubicBezTo>
                <a:cubicBezTo>
                  <a:pt x="67" y="76"/>
                  <a:pt x="67" y="76"/>
                  <a:pt x="67" y="76"/>
                </a:cubicBezTo>
                <a:cubicBezTo>
                  <a:pt x="67" y="76"/>
                  <a:pt x="67" y="76"/>
                  <a:pt x="67" y="76"/>
                </a:cubicBezTo>
                <a:cubicBezTo>
                  <a:pt x="66" y="79"/>
                  <a:pt x="66" y="79"/>
                  <a:pt x="66" y="79"/>
                </a:cubicBezTo>
                <a:cubicBezTo>
                  <a:pt x="66" y="77"/>
                  <a:pt x="66" y="77"/>
                  <a:pt x="66" y="77"/>
                </a:cubicBezTo>
                <a:cubicBezTo>
                  <a:pt x="66" y="77"/>
                  <a:pt x="66" y="77"/>
                  <a:pt x="66" y="77"/>
                </a:cubicBezTo>
                <a:cubicBezTo>
                  <a:pt x="67" y="76"/>
                  <a:pt x="67" y="76"/>
                  <a:pt x="67" y="76"/>
                </a:cubicBezTo>
                <a:cubicBezTo>
                  <a:pt x="66" y="76"/>
                  <a:pt x="66" y="76"/>
                  <a:pt x="66" y="76"/>
                </a:cubicBezTo>
                <a:cubicBezTo>
                  <a:pt x="66" y="75"/>
                  <a:pt x="66" y="75"/>
                  <a:pt x="66" y="75"/>
                </a:cubicBezTo>
                <a:lnTo>
                  <a:pt x="67" y="75"/>
                </a:lnTo>
                <a:close/>
                <a:moveTo>
                  <a:pt x="67" y="81"/>
                </a:moveTo>
                <a:cubicBezTo>
                  <a:pt x="67" y="96"/>
                  <a:pt x="67" y="96"/>
                  <a:pt x="67" y="96"/>
                </a:cubicBezTo>
                <a:cubicBezTo>
                  <a:pt x="67" y="97"/>
                  <a:pt x="66" y="98"/>
                  <a:pt x="66" y="99"/>
                </a:cubicBezTo>
                <a:cubicBezTo>
                  <a:pt x="66" y="80"/>
                  <a:pt x="66" y="80"/>
                  <a:pt x="66" y="80"/>
                </a:cubicBezTo>
                <a:lnTo>
                  <a:pt x="67" y="81"/>
                </a:lnTo>
                <a:close/>
                <a:moveTo>
                  <a:pt x="67" y="97"/>
                </a:moveTo>
                <a:cubicBezTo>
                  <a:pt x="66" y="102"/>
                  <a:pt x="66" y="102"/>
                  <a:pt x="66" y="102"/>
                </a:cubicBezTo>
                <a:cubicBezTo>
                  <a:pt x="66" y="113"/>
                  <a:pt x="66" y="113"/>
                  <a:pt x="66" y="113"/>
                </a:cubicBezTo>
                <a:cubicBezTo>
                  <a:pt x="67" y="108"/>
                  <a:pt x="67" y="108"/>
                  <a:pt x="67" y="108"/>
                </a:cubicBezTo>
                <a:lnTo>
                  <a:pt x="67" y="97"/>
                </a:lnTo>
                <a:close/>
                <a:moveTo>
                  <a:pt x="66" y="44"/>
                </a:moveTo>
                <a:cubicBezTo>
                  <a:pt x="66" y="44"/>
                  <a:pt x="65" y="45"/>
                  <a:pt x="65" y="46"/>
                </a:cubicBezTo>
                <a:cubicBezTo>
                  <a:pt x="65" y="45"/>
                  <a:pt x="65" y="45"/>
                  <a:pt x="65" y="45"/>
                </a:cubicBezTo>
                <a:cubicBezTo>
                  <a:pt x="62" y="48"/>
                  <a:pt x="62" y="48"/>
                  <a:pt x="62" y="48"/>
                </a:cubicBezTo>
                <a:cubicBezTo>
                  <a:pt x="62" y="48"/>
                  <a:pt x="62" y="48"/>
                  <a:pt x="62" y="48"/>
                </a:cubicBezTo>
                <a:cubicBezTo>
                  <a:pt x="65" y="46"/>
                  <a:pt x="65" y="46"/>
                  <a:pt x="65" y="46"/>
                </a:cubicBezTo>
                <a:cubicBezTo>
                  <a:pt x="64" y="48"/>
                  <a:pt x="63" y="50"/>
                  <a:pt x="62" y="52"/>
                </a:cubicBezTo>
                <a:cubicBezTo>
                  <a:pt x="62" y="71"/>
                  <a:pt x="62" y="71"/>
                  <a:pt x="62" y="71"/>
                </a:cubicBezTo>
                <a:cubicBezTo>
                  <a:pt x="63" y="72"/>
                  <a:pt x="65" y="72"/>
                  <a:pt x="66" y="73"/>
                </a:cubicBezTo>
                <a:lnTo>
                  <a:pt x="66" y="44"/>
                </a:lnTo>
                <a:close/>
                <a:moveTo>
                  <a:pt x="62" y="170"/>
                </a:moveTo>
                <a:cubicBezTo>
                  <a:pt x="63" y="171"/>
                  <a:pt x="65" y="171"/>
                  <a:pt x="66" y="172"/>
                </a:cubicBezTo>
                <a:cubicBezTo>
                  <a:pt x="66" y="145"/>
                  <a:pt x="66" y="145"/>
                  <a:pt x="66" y="145"/>
                </a:cubicBezTo>
                <a:cubicBezTo>
                  <a:pt x="65" y="145"/>
                  <a:pt x="65" y="145"/>
                  <a:pt x="65" y="145"/>
                </a:cubicBezTo>
                <a:cubicBezTo>
                  <a:pt x="65" y="142"/>
                  <a:pt x="65" y="142"/>
                  <a:pt x="65" y="142"/>
                </a:cubicBezTo>
                <a:cubicBezTo>
                  <a:pt x="66" y="142"/>
                  <a:pt x="66" y="142"/>
                  <a:pt x="66" y="142"/>
                </a:cubicBezTo>
                <a:cubicBezTo>
                  <a:pt x="66" y="133"/>
                  <a:pt x="66" y="133"/>
                  <a:pt x="66" y="133"/>
                </a:cubicBezTo>
                <a:cubicBezTo>
                  <a:pt x="66" y="136"/>
                  <a:pt x="66" y="136"/>
                  <a:pt x="66" y="136"/>
                </a:cubicBezTo>
                <a:cubicBezTo>
                  <a:pt x="65" y="137"/>
                  <a:pt x="63" y="138"/>
                  <a:pt x="62" y="140"/>
                </a:cubicBezTo>
                <a:cubicBezTo>
                  <a:pt x="62" y="142"/>
                  <a:pt x="62" y="142"/>
                  <a:pt x="62" y="142"/>
                </a:cubicBezTo>
                <a:cubicBezTo>
                  <a:pt x="63" y="142"/>
                  <a:pt x="64" y="142"/>
                  <a:pt x="65" y="142"/>
                </a:cubicBezTo>
                <a:cubicBezTo>
                  <a:pt x="65" y="145"/>
                  <a:pt x="65" y="145"/>
                  <a:pt x="65" y="145"/>
                </a:cubicBezTo>
                <a:cubicBezTo>
                  <a:pt x="62" y="144"/>
                  <a:pt x="62" y="144"/>
                  <a:pt x="62" y="144"/>
                </a:cubicBezTo>
                <a:lnTo>
                  <a:pt x="62" y="170"/>
                </a:lnTo>
                <a:close/>
                <a:moveTo>
                  <a:pt x="66" y="75"/>
                </a:moveTo>
                <a:cubicBezTo>
                  <a:pt x="66" y="76"/>
                  <a:pt x="66" y="76"/>
                  <a:pt x="66" y="76"/>
                </a:cubicBezTo>
                <a:cubicBezTo>
                  <a:pt x="62" y="74"/>
                  <a:pt x="62" y="74"/>
                  <a:pt x="62" y="74"/>
                </a:cubicBezTo>
                <a:cubicBezTo>
                  <a:pt x="62" y="74"/>
                  <a:pt x="62" y="74"/>
                  <a:pt x="62" y="74"/>
                </a:cubicBezTo>
                <a:lnTo>
                  <a:pt x="66" y="75"/>
                </a:lnTo>
                <a:close/>
                <a:moveTo>
                  <a:pt x="66" y="77"/>
                </a:moveTo>
                <a:cubicBezTo>
                  <a:pt x="66" y="79"/>
                  <a:pt x="66" y="79"/>
                  <a:pt x="66" y="79"/>
                </a:cubicBezTo>
                <a:cubicBezTo>
                  <a:pt x="66" y="80"/>
                  <a:pt x="66" y="80"/>
                  <a:pt x="66" y="80"/>
                </a:cubicBezTo>
                <a:cubicBezTo>
                  <a:pt x="66" y="80"/>
                  <a:pt x="66" y="80"/>
                  <a:pt x="66" y="80"/>
                </a:cubicBezTo>
                <a:cubicBezTo>
                  <a:pt x="66" y="99"/>
                  <a:pt x="66" y="99"/>
                  <a:pt x="66" y="99"/>
                </a:cubicBezTo>
                <a:cubicBezTo>
                  <a:pt x="64" y="103"/>
                  <a:pt x="63" y="108"/>
                  <a:pt x="62" y="112"/>
                </a:cubicBezTo>
                <a:cubicBezTo>
                  <a:pt x="62" y="77"/>
                  <a:pt x="62" y="77"/>
                  <a:pt x="62" y="77"/>
                </a:cubicBezTo>
                <a:cubicBezTo>
                  <a:pt x="65" y="79"/>
                  <a:pt x="65" y="79"/>
                  <a:pt x="65" y="79"/>
                </a:cubicBezTo>
                <a:lnTo>
                  <a:pt x="66" y="77"/>
                </a:lnTo>
                <a:close/>
                <a:moveTo>
                  <a:pt x="66" y="102"/>
                </a:moveTo>
                <a:cubicBezTo>
                  <a:pt x="62" y="119"/>
                  <a:pt x="62" y="119"/>
                  <a:pt x="62" y="119"/>
                </a:cubicBezTo>
                <a:cubicBezTo>
                  <a:pt x="62" y="130"/>
                  <a:pt x="62" y="130"/>
                  <a:pt x="62" y="130"/>
                </a:cubicBezTo>
                <a:cubicBezTo>
                  <a:pt x="66" y="113"/>
                  <a:pt x="66" y="113"/>
                  <a:pt x="66" y="113"/>
                </a:cubicBezTo>
                <a:lnTo>
                  <a:pt x="66" y="102"/>
                </a:lnTo>
                <a:close/>
                <a:moveTo>
                  <a:pt x="62" y="48"/>
                </a:moveTo>
                <a:cubicBezTo>
                  <a:pt x="51" y="55"/>
                  <a:pt x="51" y="55"/>
                  <a:pt x="51" y="55"/>
                </a:cubicBezTo>
                <a:cubicBezTo>
                  <a:pt x="51" y="56"/>
                  <a:pt x="51" y="56"/>
                  <a:pt x="51" y="56"/>
                </a:cubicBezTo>
                <a:cubicBezTo>
                  <a:pt x="62" y="48"/>
                  <a:pt x="62" y="48"/>
                  <a:pt x="62" y="48"/>
                </a:cubicBezTo>
                <a:close/>
                <a:moveTo>
                  <a:pt x="51" y="166"/>
                </a:moveTo>
                <a:cubicBezTo>
                  <a:pt x="51" y="141"/>
                  <a:pt x="51" y="141"/>
                  <a:pt x="51" y="141"/>
                </a:cubicBezTo>
                <a:cubicBezTo>
                  <a:pt x="53" y="142"/>
                  <a:pt x="55" y="142"/>
                  <a:pt x="57" y="143"/>
                </a:cubicBezTo>
                <a:cubicBezTo>
                  <a:pt x="57" y="140"/>
                  <a:pt x="57" y="140"/>
                  <a:pt x="57" y="140"/>
                </a:cubicBezTo>
                <a:cubicBezTo>
                  <a:pt x="55" y="139"/>
                  <a:pt x="53" y="138"/>
                  <a:pt x="51" y="136"/>
                </a:cubicBezTo>
                <a:cubicBezTo>
                  <a:pt x="51" y="67"/>
                  <a:pt x="51" y="67"/>
                  <a:pt x="51" y="67"/>
                </a:cubicBezTo>
                <a:cubicBezTo>
                  <a:pt x="53" y="66"/>
                  <a:pt x="55" y="63"/>
                  <a:pt x="57" y="60"/>
                </a:cubicBezTo>
                <a:cubicBezTo>
                  <a:pt x="51" y="61"/>
                  <a:pt x="51" y="61"/>
                  <a:pt x="51" y="61"/>
                </a:cubicBezTo>
                <a:cubicBezTo>
                  <a:pt x="51" y="60"/>
                  <a:pt x="51" y="60"/>
                  <a:pt x="51" y="60"/>
                </a:cubicBezTo>
                <a:cubicBezTo>
                  <a:pt x="57" y="60"/>
                  <a:pt x="57" y="60"/>
                  <a:pt x="57" y="60"/>
                </a:cubicBezTo>
                <a:cubicBezTo>
                  <a:pt x="57" y="60"/>
                  <a:pt x="57" y="60"/>
                  <a:pt x="57" y="60"/>
                </a:cubicBezTo>
                <a:cubicBezTo>
                  <a:pt x="59" y="57"/>
                  <a:pt x="60" y="55"/>
                  <a:pt x="62" y="52"/>
                </a:cubicBezTo>
                <a:cubicBezTo>
                  <a:pt x="62" y="71"/>
                  <a:pt x="62" y="71"/>
                  <a:pt x="62" y="71"/>
                </a:cubicBezTo>
                <a:cubicBezTo>
                  <a:pt x="59" y="70"/>
                  <a:pt x="55" y="69"/>
                  <a:pt x="51" y="69"/>
                </a:cubicBezTo>
                <a:cubicBezTo>
                  <a:pt x="53" y="70"/>
                  <a:pt x="53" y="70"/>
                  <a:pt x="53" y="70"/>
                </a:cubicBezTo>
                <a:cubicBezTo>
                  <a:pt x="62" y="74"/>
                  <a:pt x="62" y="74"/>
                  <a:pt x="62" y="74"/>
                </a:cubicBezTo>
                <a:cubicBezTo>
                  <a:pt x="62" y="74"/>
                  <a:pt x="62" y="74"/>
                  <a:pt x="62" y="74"/>
                </a:cubicBezTo>
                <a:cubicBezTo>
                  <a:pt x="55" y="71"/>
                  <a:pt x="55" y="71"/>
                  <a:pt x="55" y="71"/>
                </a:cubicBezTo>
                <a:cubicBezTo>
                  <a:pt x="62" y="77"/>
                  <a:pt x="62" y="77"/>
                  <a:pt x="62" y="77"/>
                </a:cubicBezTo>
                <a:cubicBezTo>
                  <a:pt x="62" y="112"/>
                  <a:pt x="62" y="112"/>
                  <a:pt x="62" y="112"/>
                </a:cubicBezTo>
                <a:cubicBezTo>
                  <a:pt x="60" y="122"/>
                  <a:pt x="59" y="130"/>
                  <a:pt x="59" y="135"/>
                </a:cubicBezTo>
                <a:cubicBezTo>
                  <a:pt x="62" y="119"/>
                  <a:pt x="62" y="119"/>
                  <a:pt x="62" y="119"/>
                </a:cubicBezTo>
                <a:cubicBezTo>
                  <a:pt x="62" y="130"/>
                  <a:pt x="62" y="130"/>
                  <a:pt x="62" y="130"/>
                </a:cubicBezTo>
                <a:cubicBezTo>
                  <a:pt x="60" y="142"/>
                  <a:pt x="60" y="142"/>
                  <a:pt x="60" y="142"/>
                </a:cubicBezTo>
                <a:cubicBezTo>
                  <a:pt x="60" y="141"/>
                  <a:pt x="61" y="140"/>
                  <a:pt x="62" y="140"/>
                </a:cubicBezTo>
                <a:cubicBezTo>
                  <a:pt x="62" y="142"/>
                  <a:pt x="62" y="142"/>
                  <a:pt x="62" y="142"/>
                </a:cubicBezTo>
                <a:cubicBezTo>
                  <a:pt x="61" y="143"/>
                  <a:pt x="60" y="143"/>
                  <a:pt x="59" y="143"/>
                </a:cubicBezTo>
                <a:cubicBezTo>
                  <a:pt x="59" y="143"/>
                  <a:pt x="59" y="143"/>
                  <a:pt x="59" y="143"/>
                </a:cubicBezTo>
                <a:cubicBezTo>
                  <a:pt x="62" y="144"/>
                  <a:pt x="62" y="144"/>
                  <a:pt x="62" y="144"/>
                </a:cubicBezTo>
                <a:cubicBezTo>
                  <a:pt x="62" y="170"/>
                  <a:pt x="62" y="170"/>
                  <a:pt x="62" y="170"/>
                </a:cubicBezTo>
                <a:cubicBezTo>
                  <a:pt x="58" y="169"/>
                  <a:pt x="55" y="167"/>
                  <a:pt x="51" y="166"/>
                </a:cubicBezTo>
                <a:close/>
                <a:moveTo>
                  <a:pt x="51" y="55"/>
                </a:moveTo>
                <a:cubicBezTo>
                  <a:pt x="46" y="59"/>
                  <a:pt x="46" y="59"/>
                  <a:pt x="46" y="59"/>
                </a:cubicBezTo>
                <a:cubicBezTo>
                  <a:pt x="46" y="60"/>
                  <a:pt x="46" y="60"/>
                  <a:pt x="46" y="60"/>
                </a:cubicBezTo>
                <a:cubicBezTo>
                  <a:pt x="51" y="56"/>
                  <a:pt x="51" y="56"/>
                  <a:pt x="51" y="56"/>
                </a:cubicBezTo>
                <a:lnTo>
                  <a:pt x="51" y="55"/>
                </a:lnTo>
                <a:close/>
                <a:moveTo>
                  <a:pt x="46" y="164"/>
                </a:moveTo>
                <a:cubicBezTo>
                  <a:pt x="48" y="164"/>
                  <a:pt x="49" y="165"/>
                  <a:pt x="51" y="166"/>
                </a:cubicBezTo>
                <a:cubicBezTo>
                  <a:pt x="51" y="141"/>
                  <a:pt x="51" y="141"/>
                  <a:pt x="51" y="141"/>
                </a:cubicBezTo>
                <a:cubicBezTo>
                  <a:pt x="49" y="140"/>
                  <a:pt x="48" y="140"/>
                  <a:pt x="46" y="139"/>
                </a:cubicBezTo>
                <a:lnTo>
                  <a:pt x="46" y="164"/>
                </a:lnTo>
                <a:close/>
                <a:moveTo>
                  <a:pt x="51" y="60"/>
                </a:moveTo>
                <a:cubicBezTo>
                  <a:pt x="51" y="61"/>
                  <a:pt x="51" y="61"/>
                  <a:pt x="51" y="61"/>
                </a:cubicBezTo>
                <a:cubicBezTo>
                  <a:pt x="46" y="62"/>
                  <a:pt x="46" y="62"/>
                  <a:pt x="46" y="62"/>
                </a:cubicBezTo>
                <a:cubicBezTo>
                  <a:pt x="46" y="61"/>
                  <a:pt x="46" y="61"/>
                  <a:pt x="46" y="61"/>
                </a:cubicBezTo>
                <a:lnTo>
                  <a:pt x="51" y="60"/>
                </a:lnTo>
                <a:close/>
                <a:moveTo>
                  <a:pt x="51" y="67"/>
                </a:moveTo>
                <a:cubicBezTo>
                  <a:pt x="51" y="136"/>
                  <a:pt x="51" y="136"/>
                  <a:pt x="51" y="136"/>
                </a:cubicBezTo>
                <a:cubicBezTo>
                  <a:pt x="50" y="136"/>
                  <a:pt x="48" y="135"/>
                  <a:pt x="47" y="134"/>
                </a:cubicBezTo>
                <a:cubicBezTo>
                  <a:pt x="46" y="137"/>
                  <a:pt x="46" y="137"/>
                  <a:pt x="46" y="137"/>
                </a:cubicBezTo>
                <a:cubicBezTo>
                  <a:pt x="46" y="136"/>
                  <a:pt x="46" y="136"/>
                  <a:pt x="46" y="136"/>
                </a:cubicBezTo>
                <a:cubicBezTo>
                  <a:pt x="46" y="134"/>
                  <a:pt x="46" y="134"/>
                  <a:pt x="46" y="134"/>
                </a:cubicBezTo>
                <a:cubicBezTo>
                  <a:pt x="46" y="134"/>
                  <a:pt x="46" y="134"/>
                  <a:pt x="46" y="134"/>
                </a:cubicBezTo>
                <a:cubicBezTo>
                  <a:pt x="46" y="65"/>
                  <a:pt x="46" y="65"/>
                  <a:pt x="46" y="65"/>
                </a:cubicBezTo>
                <a:cubicBezTo>
                  <a:pt x="50" y="68"/>
                  <a:pt x="50" y="68"/>
                  <a:pt x="50" y="68"/>
                </a:cubicBezTo>
                <a:cubicBezTo>
                  <a:pt x="51" y="68"/>
                  <a:pt x="51" y="68"/>
                  <a:pt x="51" y="67"/>
                </a:cubicBezTo>
                <a:close/>
                <a:moveTo>
                  <a:pt x="46" y="59"/>
                </a:moveTo>
                <a:cubicBezTo>
                  <a:pt x="44" y="60"/>
                  <a:pt x="44" y="60"/>
                  <a:pt x="44" y="60"/>
                </a:cubicBezTo>
                <a:cubicBezTo>
                  <a:pt x="44" y="61"/>
                  <a:pt x="44" y="61"/>
                  <a:pt x="44" y="61"/>
                </a:cubicBezTo>
                <a:cubicBezTo>
                  <a:pt x="46" y="60"/>
                  <a:pt x="46" y="60"/>
                  <a:pt x="46" y="60"/>
                </a:cubicBezTo>
                <a:lnTo>
                  <a:pt x="46" y="59"/>
                </a:lnTo>
                <a:close/>
                <a:moveTo>
                  <a:pt x="44" y="163"/>
                </a:moveTo>
                <a:cubicBezTo>
                  <a:pt x="46" y="164"/>
                  <a:pt x="46" y="164"/>
                  <a:pt x="46" y="164"/>
                </a:cubicBezTo>
                <a:cubicBezTo>
                  <a:pt x="46" y="139"/>
                  <a:pt x="46" y="139"/>
                  <a:pt x="46" y="139"/>
                </a:cubicBezTo>
                <a:cubicBezTo>
                  <a:pt x="45" y="139"/>
                  <a:pt x="45" y="139"/>
                  <a:pt x="45" y="139"/>
                </a:cubicBezTo>
                <a:cubicBezTo>
                  <a:pt x="46" y="137"/>
                  <a:pt x="46" y="137"/>
                  <a:pt x="46" y="137"/>
                </a:cubicBezTo>
                <a:cubicBezTo>
                  <a:pt x="46" y="136"/>
                  <a:pt x="46" y="136"/>
                  <a:pt x="46" y="136"/>
                </a:cubicBezTo>
                <a:cubicBezTo>
                  <a:pt x="45" y="139"/>
                  <a:pt x="45" y="139"/>
                  <a:pt x="45" y="139"/>
                </a:cubicBezTo>
                <a:cubicBezTo>
                  <a:pt x="44" y="139"/>
                  <a:pt x="44" y="139"/>
                  <a:pt x="44" y="139"/>
                </a:cubicBezTo>
                <a:lnTo>
                  <a:pt x="44" y="163"/>
                </a:lnTo>
                <a:close/>
                <a:moveTo>
                  <a:pt x="46" y="61"/>
                </a:moveTo>
                <a:cubicBezTo>
                  <a:pt x="46" y="62"/>
                  <a:pt x="46" y="62"/>
                  <a:pt x="46" y="62"/>
                </a:cubicBezTo>
                <a:cubicBezTo>
                  <a:pt x="44" y="62"/>
                  <a:pt x="44" y="62"/>
                  <a:pt x="44" y="62"/>
                </a:cubicBezTo>
                <a:cubicBezTo>
                  <a:pt x="44" y="62"/>
                  <a:pt x="44" y="62"/>
                  <a:pt x="44" y="62"/>
                </a:cubicBezTo>
                <a:lnTo>
                  <a:pt x="46" y="61"/>
                </a:lnTo>
                <a:close/>
                <a:moveTo>
                  <a:pt x="46" y="65"/>
                </a:moveTo>
                <a:cubicBezTo>
                  <a:pt x="46" y="134"/>
                  <a:pt x="46" y="134"/>
                  <a:pt x="46" y="134"/>
                </a:cubicBezTo>
                <a:cubicBezTo>
                  <a:pt x="44" y="133"/>
                  <a:pt x="44" y="133"/>
                  <a:pt x="44" y="133"/>
                </a:cubicBezTo>
                <a:cubicBezTo>
                  <a:pt x="44" y="63"/>
                  <a:pt x="44" y="63"/>
                  <a:pt x="44" y="63"/>
                </a:cubicBezTo>
                <a:lnTo>
                  <a:pt x="46" y="65"/>
                </a:lnTo>
                <a:close/>
                <a:moveTo>
                  <a:pt x="44" y="60"/>
                </a:moveTo>
                <a:cubicBezTo>
                  <a:pt x="42" y="62"/>
                  <a:pt x="42" y="62"/>
                  <a:pt x="42" y="62"/>
                </a:cubicBezTo>
                <a:cubicBezTo>
                  <a:pt x="42" y="62"/>
                  <a:pt x="42" y="62"/>
                  <a:pt x="42" y="62"/>
                </a:cubicBezTo>
                <a:cubicBezTo>
                  <a:pt x="42" y="62"/>
                  <a:pt x="42" y="62"/>
                  <a:pt x="42" y="62"/>
                </a:cubicBezTo>
                <a:cubicBezTo>
                  <a:pt x="42" y="132"/>
                  <a:pt x="42" y="132"/>
                  <a:pt x="42" y="132"/>
                </a:cubicBezTo>
                <a:cubicBezTo>
                  <a:pt x="44" y="133"/>
                  <a:pt x="44" y="133"/>
                  <a:pt x="44" y="133"/>
                </a:cubicBezTo>
                <a:cubicBezTo>
                  <a:pt x="43" y="134"/>
                  <a:pt x="43" y="134"/>
                  <a:pt x="43" y="134"/>
                </a:cubicBezTo>
                <a:cubicBezTo>
                  <a:pt x="42" y="133"/>
                  <a:pt x="42" y="133"/>
                  <a:pt x="42" y="133"/>
                </a:cubicBezTo>
                <a:cubicBezTo>
                  <a:pt x="42" y="134"/>
                  <a:pt x="42" y="134"/>
                  <a:pt x="42" y="134"/>
                </a:cubicBezTo>
                <a:cubicBezTo>
                  <a:pt x="43" y="134"/>
                  <a:pt x="43" y="134"/>
                  <a:pt x="43" y="134"/>
                </a:cubicBezTo>
                <a:cubicBezTo>
                  <a:pt x="42" y="136"/>
                  <a:pt x="42" y="136"/>
                  <a:pt x="42" y="136"/>
                </a:cubicBezTo>
                <a:cubicBezTo>
                  <a:pt x="42" y="136"/>
                  <a:pt x="42" y="136"/>
                  <a:pt x="42" y="136"/>
                </a:cubicBezTo>
                <a:cubicBezTo>
                  <a:pt x="42" y="136"/>
                  <a:pt x="42" y="136"/>
                  <a:pt x="42" y="136"/>
                </a:cubicBezTo>
                <a:cubicBezTo>
                  <a:pt x="42" y="136"/>
                  <a:pt x="42" y="136"/>
                  <a:pt x="42" y="136"/>
                </a:cubicBezTo>
                <a:cubicBezTo>
                  <a:pt x="42" y="137"/>
                  <a:pt x="42" y="137"/>
                  <a:pt x="42" y="137"/>
                </a:cubicBezTo>
                <a:cubicBezTo>
                  <a:pt x="42" y="138"/>
                  <a:pt x="42" y="138"/>
                  <a:pt x="42" y="138"/>
                </a:cubicBezTo>
                <a:cubicBezTo>
                  <a:pt x="44" y="133"/>
                  <a:pt x="44" y="133"/>
                  <a:pt x="44" y="133"/>
                </a:cubicBezTo>
                <a:cubicBezTo>
                  <a:pt x="44" y="133"/>
                  <a:pt x="44" y="133"/>
                  <a:pt x="44" y="133"/>
                </a:cubicBezTo>
                <a:cubicBezTo>
                  <a:pt x="44" y="63"/>
                  <a:pt x="44" y="63"/>
                  <a:pt x="44" y="63"/>
                </a:cubicBezTo>
                <a:cubicBezTo>
                  <a:pt x="43" y="62"/>
                  <a:pt x="43" y="62"/>
                  <a:pt x="43" y="62"/>
                </a:cubicBezTo>
                <a:cubicBezTo>
                  <a:pt x="44" y="62"/>
                  <a:pt x="44" y="62"/>
                  <a:pt x="44" y="62"/>
                </a:cubicBezTo>
                <a:cubicBezTo>
                  <a:pt x="44" y="62"/>
                  <a:pt x="44" y="62"/>
                  <a:pt x="44" y="62"/>
                </a:cubicBezTo>
                <a:cubicBezTo>
                  <a:pt x="43" y="62"/>
                  <a:pt x="43" y="62"/>
                  <a:pt x="43" y="62"/>
                </a:cubicBezTo>
                <a:cubicBezTo>
                  <a:pt x="44" y="61"/>
                  <a:pt x="44" y="61"/>
                  <a:pt x="44" y="61"/>
                </a:cubicBezTo>
                <a:lnTo>
                  <a:pt x="44" y="60"/>
                </a:lnTo>
                <a:close/>
                <a:moveTo>
                  <a:pt x="42" y="162"/>
                </a:moveTo>
                <a:cubicBezTo>
                  <a:pt x="44" y="163"/>
                  <a:pt x="44" y="163"/>
                  <a:pt x="44" y="163"/>
                </a:cubicBezTo>
                <a:cubicBezTo>
                  <a:pt x="44" y="139"/>
                  <a:pt x="44" y="139"/>
                  <a:pt x="44" y="139"/>
                </a:cubicBezTo>
                <a:cubicBezTo>
                  <a:pt x="42" y="138"/>
                  <a:pt x="42" y="138"/>
                  <a:pt x="42" y="138"/>
                </a:cubicBezTo>
                <a:lnTo>
                  <a:pt x="42" y="162"/>
                </a:lnTo>
                <a:close/>
                <a:moveTo>
                  <a:pt x="42" y="62"/>
                </a:moveTo>
                <a:cubicBezTo>
                  <a:pt x="41" y="61"/>
                  <a:pt x="41" y="61"/>
                  <a:pt x="41" y="61"/>
                </a:cubicBezTo>
                <a:cubicBezTo>
                  <a:pt x="41" y="131"/>
                  <a:pt x="41" y="131"/>
                  <a:pt x="41" y="131"/>
                </a:cubicBezTo>
                <a:cubicBezTo>
                  <a:pt x="41" y="131"/>
                  <a:pt x="41" y="131"/>
                  <a:pt x="41" y="131"/>
                </a:cubicBezTo>
                <a:cubicBezTo>
                  <a:pt x="41" y="132"/>
                  <a:pt x="41" y="132"/>
                  <a:pt x="41" y="132"/>
                </a:cubicBezTo>
                <a:cubicBezTo>
                  <a:pt x="41" y="132"/>
                  <a:pt x="41" y="132"/>
                  <a:pt x="41" y="132"/>
                </a:cubicBezTo>
                <a:cubicBezTo>
                  <a:pt x="41" y="133"/>
                  <a:pt x="41" y="133"/>
                  <a:pt x="41" y="133"/>
                </a:cubicBezTo>
                <a:cubicBezTo>
                  <a:pt x="41" y="133"/>
                  <a:pt x="41" y="133"/>
                  <a:pt x="41" y="133"/>
                </a:cubicBezTo>
                <a:cubicBezTo>
                  <a:pt x="42" y="134"/>
                  <a:pt x="42" y="134"/>
                  <a:pt x="42" y="134"/>
                </a:cubicBezTo>
                <a:cubicBezTo>
                  <a:pt x="42" y="133"/>
                  <a:pt x="42" y="133"/>
                  <a:pt x="42" y="133"/>
                </a:cubicBezTo>
                <a:cubicBezTo>
                  <a:pt x="41" y="132"/>
                  <a:pt x="41" y="132"/>
                  <a:pt x="41" y="132"/>
                </a:cubicBezTo>
                <a:cubicBezTo>
                  <a:pt x="41" y="131"/>
                  <a:pt x="41" y="131"/>
                  <a:pt x="41" y="131"/>
                </a:cubicBezTo>
                <a:cubicBezTo>
                  <a:pt x="42" y="132"/>
                  <a:pt x="42" y="132"/>
                  <a:pt x="42" y="132"/>
                </a:cubicBezTo>
                <a:lnTo>
                  <a:pt x="42" y="62"/>
                </a:lnTo>
                <a:close/>
                <a:moveTo>
                  <a:pt x="41" y="161"/>
                </a:moveTo>
                <a:cubicBezTo>
                  <a:pt x="42" y="162"/>
                  <a:pt x="42" y="162"/>
                  <a:pt x="42" y="162"/>
                </a:cubicBezTo>
                <a:cubicBezTo>
                  <a:pt x="42" y="138"/>
                  <a:pt x="42" y="138"/>
                  <a:pt x="42" y="138"/>
                </a:cubicBezTo>
                <a:cubicBezTo>
                  <a:pt x="42" y="138"/>
                  <a:pt x="42" y="138"/>
                  <a:pt x="42" y="138"/>
                </a:cubicBezTo>
                <a:cubicBezTo>
                  <a:pt x="42" y="138"/>
                  <a:pt x="42" y="138"/>
                  <a:pt x="42" y="138"/>
                </a:cubicBezTo>
                <a:cubicBezTo>
                  <a:pt x="42" y="137"/>
                  <a:pt x="42" y="137"/>
                  <a:pt x="42" y="137"/>
                </a:cubicBezTo>
                <a:cubicBezTo>
                  <a:pt x="42" y="138"/>
                  <a:pt x="42" y="138"/>
                  <a:pt x="42" y="138"/>
                </a:cubicBezTo>
                <a:cubicBezTo>
                  <a:pt x="41" y="138"/>
                  <a:pt x="41" y="138"/>
                  <a:pt x="41" y="138"/>
                </a:cubicBezTo>
                <a:lnTo>
                  <a:pt x="41" y="161"/>
                </a:lnTo>
                <a:close/>
                <a:moveTo>
                  <a:pt x="42" y="136"/>
                </a:moveTo>
                <a:cubicBezTo>
                  <a:pt x="42" y="136"/>
                  <a:pt x="42" y="136"/>
                  <a:pt x="42" y="136"/>
                </a:cubicBezTo>
                <a:cubicBezTo>
                  <a:pt x="41" y="135"/>
                  <a:pt x="41" y="135"/>
                  <a:pt x="41" y="135"/>
                </a:cubicBezTo>
                <a:cubicBezTo>
                  <a:pt x="41" y="134"/>
                  <a:pt x="41" y="134"/>
                  <a:pt x="41" y="134"/>
                </a:cubicBezTo>
                <a:lnTo>
                  <a:pt x="42" y="136"/>
                </a:lnTo>
                <a:close/>
                <a:moveTo>
                  <a:pt x="41" y="61"/>
                </a:moveTo>
                <a:cubicBezTo>
                  <a:pt x="40" y="60"/>
                  <a:pt x="40" y="60"/>
                  <a:pt x="40" y="60"/>
                </a:cubicBezTo>
                <a:cubicBezTo>
                  <a:pt x="40" y="131"/>
                  <a:pt x="40" y="131"/>
                  <a:pt x="40" y="131"/>
                </a:cubicBezTo>
                <a:cubicBezTo>
                  <a:pt x="41" y="131"/>
                  <a:pt x="41" y="131"/>
                  <a:pt x="41" y="131"/>
                </a:cubicBezTo>
                <a:lnTo>
                  <a:pt x="41" y="61"/>
                </a:lnTo>
                <a:close/>
                <a:moveTo>
                  <a:pt x="40" y="161"/>
                </a:moveTo>
                <a:cubicBezTo>
                  <a:pt x="41" y="161"/>
                  <a:pt x="41" y="161"/>
                  <a:pt x="41" y="161"/>
                </a:cubicBezTo>
                <a:cubicBezTo>
                  <a:pt x="41" y="138"/>
                  <a:pt x="41" y="138"/>
                  <a:pt x="41" y="138"/>
                </a:cubicBezTo>
                <a:cubicBezTo>
                  <a:pt x="40" y="138"/>
                  <a:pt x="40" y="138"/>
                  <a:pt x="40" y="138"/>
                </a:cubicBezTo>
                <a:lnTo>
                  <a:pt x="40" y="161"/>
                </a:lnTo>
                <a:close/>
                <a:moveTo>
                  <a:pt x="41" y="132"/>
                </a:moveTo>
                <a:cubicBezTo>
                  <a:pt x="41" y="133"/>
                  <a:pt x="41" y="133"/>
                  <a:pt x="41" y="133"/>
                </a:cubicBezTo>
                <a:cubicBezTo>
                  <a:pt x="40" y="134"/>
                  <a:pt x="40" y="134"/>
                  <a:pt x="40" y="134"/>
                </a:cubicBezTo>
                <a:cubicBezTo>
                  <a:pt x="40" y="133"/>
                  <a:pt x="40" y="133"/>
                  <a:pt x="40" y="133"/>
                </a:cubicBezTo>
                <a:cubicBezTo>
                  <a:pt x="40" y="132"/>
                  <a:pt x="40" y="132"/>
                  <a:pt x="40" y="132"/>
                </a:cubicBezTo>
                <a:cubicBezTo>
                  <a:pt x="40" y="132"/>
                  <a:pt x="40" y="132"/>
                  <a:pt x="40" y="132"/>
                </a:cubicBezTo>
                <a:cubicBezTo>
                  <a:pt x="40" y="132"/>
                  <a:pt x="40" y="132"/>
                  <a:pt x="40" y="132"/>
                </a:cubicBezTo>
                <a:lnTo>
                  <a:pt x="41" y="132"/>
                </a:lnTo>
                <a:close/>
                <a:moveTo>
                  <a:pt x="41" y="134"/>
                </a:moveTo>
                <a:cubicBezTo>
                  <a:pt x="41" y="135"/>
                  <a:pt x="41" y="135"/>
                  <a:pt x="41" y="135"/>
                </a:cubicBezTo>
                <a:cubicBezTo>
                  <a:pt x="40" y="135"/>
                  <a:pt x="40" y="135"/>
                  <a:pt x="40" y="135"/>
                </a:cubicBezTo>
                <a:cubicBezTo>
                  <a:pt x="40" y="134"/>
                  <a:pt x="40" y="134"/>
                  <a:pt x="40" y="134"/>
                </a:cubicBezTo>
                <a:lnTo>
                  <a:pt x="41" y="134"/>
                </a:lnTo>
                <a:close/>
                <a:moveTo>
                  <a:pt x="40" y="60"/>
                </a:moveTo>
                <a:cubicBezTo>
                  <a:pt x="39" y="60"/>
                  <a:pt x="39" y="60"/>
                  <a:pt x="39" y="60"/>
                </a:cubicBezTo>
                <a:cubicBezTo>
                  <a:pt x="39" y="61"/>
                  <a:pt x="39" y="61"/>
                  <a:pt x="39" y="61"/>
                </a:cubicBezTo>
                <a:cubicBezTo>
                  <a:pt x="39" y="61"/>
                  <a:pt x="39" y="61"/>
                  <a:pt x="39" y="61"/>
                </a:cubicBezTo>
                <a:cubicBezTo>
                  <a:pt x="39" y="61"/>
                  <a:pt x="39" y="61"/>
                  <a:pt x="39" y="61"/>
                </a:cubicBezTo>
                <a:cubicBezTo>
                  <a:pt x="39" y="130"/>
                  <a:pt x="39" y="130"/>
                  <a:pt x="39" y="130"/>
                </a:cubicBezTo>
                <a:cubicBezTo>
                  <a:pt x="40" y="131"/>
                  <a:pt x="40" y="131"/>
                  <a:pt x="40" y="131"/>
                </a:cubicBezTo>
                <a:lnTo>
                  <a:pt x="40" y="60"/>
                </a:lnTo>
                <a:close/>
                <a:moveTo>
                  <a:pt x="39" y="160"/>
                </a:moveTo>
                <a:cubicBezTo>
                  <a:pt x="40" y="161"/>
                  <a:pt x="40" y="161"/>
                  <a:pt x="40" y="161"/>
                </a:cubicBezTo>
                <a:cubicBezTo>
                  <a:pt x="40" y="138"/>
                  <a:pt x="40" y="138"/>
                  <a:pt x="40" y="138"/>
                </a:cubicBezTo>
                <a:cubicBezTo>
                  <a:pt x="39" y="137"/>
                  <a:pt x="39" y="137"/>
                  <a:pt x="39" y="137"/>
                </a:cubicBezTo>
                <a:cubicBezTo>
                  <a:pt x="39" y="137"/>
                  <a:pt x="39" y="137"/>
                  <a:pt x="39" y="137"/>
                </a:cubicBezTo>
                <a:lnTo>
                  <a:pt x="39" y="160"/>
                </a:lnTo>
                <a:close/>
                <a:moveTo>
                  <a:pt x="40" y="132"/>
                </a:moveTo>
                <a:cubicBezTo>
                  <a:pt x="40" y="132"/>
                  <a:pt x="40" y="132"/>
                  <a:pt x="40" y="132"/>
                </a:cubicBezTo>
                <a:cubicBezTo>
                  <a:pt x="39" y="132"/>
                  <a:pt x="39" y="132"/>
                  <a:pt x="39" y="132"/>
                </a:cubicBezTo>
                <a:cubicBezTo>
                  <a:pt x="39" y="131"/>
                  <a:pt x="39" y="131"/>
                  <a:pt x="39" y="131"/>
                </a:cubicBezTo>
                <a:lnTo>
                  <a:pt x="40" y="132"/>
                </a:lnTo>
                <a:close/>
                <a:moveTo>
                  <a:pt x="40" y="133"/>
                </a:moveTo>
                <a:cubicBezTo>
                  <a:pt x="40" y="134"/>
                  <a:pt x="40" y="134"/>
                  <a:pt x="40" y="134"/>
                </a:cubicBezTo>
                <a:cubicBezTo>
                  <a:pt x="40" y="134"/>
                  <a:pt x="40" y="134"/>
                  <a:pt x="40" y="134"/>
                </a:cubicBezTo>
                <a:cubicBezTo>
                  <a:pt x="40" y="134"/>
                  <a:pt x="40" y="134"/>
                  <a:pt x="40" y="134"/>
                </a:cubicBezTo>
                <a:cubicBezTo>
                  <a:pt x="40" y="135"/>
                  <a:pt x="40" y="135"/>
                  <a:pt x="40" y="135"/>
                </a:cubicBezTo>
                <a:cubicBezTo>
                  <a:pt x="40" y="135"/>
                  <a:pt x="40" y="135"/>
                  <a:pt x="40" y="135"/>
                </a:cubicBezTo>
                <a:cubicBezTo>
                  <a:pt x="39" y="136"/>
                  <a:pt x="39" y="136"/>
                  <a:pt x="39" y="136"/>
                </a:cubicBezTo>
                <a:cubicBezTo>
                  <a:pt x="39" y="135"/>
                  <a:pt x="39" y="135"/>
                  <a:pt x="39" y="135"/>
                </a:cubicBezTo>
                <a:cubicBezTo>
                  <a:pt x="39" y="134"/>
                  <a:pt x="39" y="134"/>
                  <a:pt x="39" y="134"/>
                </a:cubicBezTo>
                <a:cubicBezTo>
                  <a:pt x="39" y="134"/>
                  <a:pt x="39" y="134"/>
                  <a:pt x="39" y="134"/>
                </a:cubicBezTo>
                <a:cubicBezTo>
                  <a:pt x="39" y="133"/>
                  <a:pt x="39" y="133"/>
                  <a:pt x="39" y="133"/>
                </a:cubicBezTo>
                <a:cubicBezTo>
                  <a:pt x="40" y="134"/>
                  <a:pt x="40" y="134"/>
                  <a:pt x="40" y="134"/>
                </a:cubicBezTo>
                <a:lnTo>
                  <a:pt x="40" y="133"/>
                </a:lnTo>
                <a:close/>
                <a:moveTo>
                  <a:pt x="39" y="60"/>
                </a:moveTo>
                <a:cubicBezTo>
                  <a:pt x="38" y="59"/>
                  <a:pt x="38" y="59"/>
                  <a:pt x="38" y="59"/>
                </a:cubicBezTo>
                <a:cubicBezTo>
                  <a:pt x="38" y="60"/>
                  <a:pt x="38" y="60"/>
                  <a:pt x="38" y="60"/>
                </a:cubicBezTo>
                <a:cubicBezTo>
                  <a:pt x="39" y="61"/>
                  <a:pt x="39" y="61"/>
                  <a:pt x="39" y="61"/>
                </a:cubicBezTo>
                <a:lnTo>
                  <a:pt x="39" y="60"/>
                </a:lnTo>
                <a:close/>
                <a:moveTo>
                  <a:pt x="39" y="61"/>
                </a:moveTo>
                <a:cubicBezTo>
                  <a:pt x="39" y="62"/>
                  <a:pt x="38" y="62"/>
                  <a:pt x="38" y="63"/>
                </a:cubicBezTo>
                <a:cubicBezTo>
                  <a:pt x="38" y="130"/>
                  <a:pt x="38" y="130"/>
                  <a:pt x="38" y="130"/>
                </a:cubicBezTo>
                <a:cubicBezTo>
                  <a:pt x="38" y="130"/>
                  <a:pt x="38" y="130"/>
                  <a:pt x="38" y="130"/>
                </a:cubicBezTo>
                <a:cubicBezTo>
                  <a:pt x="38" y="131"/>
                  <a:pt x="38" y="131"/>
                  <a:pt x="38" y="131"/>
                </a:cubicBezTo>
                <a:cubicBezTo>
                  <a:pt x="38" y="132"/>
                  <a:pt x="38" y="132"/>
                  <a:pt x="38" y="132"/>
                </a:cubicBezTo>
                <a:cubicBezTo>
                  <a:pt x="38" y="131"/>
                  <a:pt x="38" y="131"/>
                  <a:pt x="38" y="131"/>
                </a:cubicBezTo>
                <a:cubicBezTo>
                  <a:pt x="39" y="132"/>
                  <a:pt x="39" y="132"/>
                  <a:pt x="39" y="132"/>
                </a:cubicBezTo>
                <a:cubicBezTo>
                  <a:pt x="39" y="131"/>
                  <a:pt x="39" y="131"/>
                  <a:pt x="39" y="131"/>
                </a:cubicBezTo>
                <a:cubicBezTo>
                  <a:pt x="39" y="131"/>
                  <a:pt x="39" y="131"/>
                  <a:pt x="39" y="131"/>
                </a:cubicBezTo>
                <a:cubicBezTo>
                  <a:pt x="39" y="130"/>
                  <a:pt x="39" y="130"/>
                  <a:pt x="39" y="130"/>
                </a:cubicBezTo>
                <a:cubicBezTo>
                  <a:pt x="39" y="130"/>
                  <a:pt x="39" y="130"/>
                  <a:pt x="39" y="130"/>
                </a:cubicBezTo>
                <a:lnTo>
                  <a:pt x="39" y="61"/>
                </a:lnTo>
                <a:close/>
                <a:moveTo>
                  <a:pt x="38" y="160"/>
                </a:moveTo>
                <a:cubicBezTo>
                  <a:pt x="39" y="160"/>
                  <a:pt x="39" y="160"/>
                  <a:pt x="39" y="160"/>
                </a:cubicBezTo>
                <a:cubicBezTo>
                  <a:pt x="39" y="137"/>
                  <a:pt x="39" y="137"/>
                  <a:pt x="39" y="137"/>
                </a:cubicBezTo>
                <a:cubicBezTo>
                  <a:pt x="39" y="137"/>
                  <a:pt x="39" y="137"/>
                  <a:pt x="39" y="137"/>
                </a:cubicBezTo>
                <a:cubicBezTo>
                  <a:pt x="39" y="136"/>
                  <a:pt x="39" y="136"/>
                  <a:pt x="39" y="136"/>
                </a:cubicBezTo>
                <a:cubicBezTo>
                  <a:pt x="39" y="135"/>
                  <a:pt x="39" y="135"/>
                  <a:pt x="39" y="135"/>
                </a:cubicBezTo>
                <a:cubicBezTo>
                  <a:pt x="38" y="137"/>
                  <a:pt x="38" y="137"/>
                  <a:pt x="38" y="137"/>
                </a:cubicBezTo>
                <a:cubicBezTo>
                  <a:pt x="38" y="136"/>
                  <a:pt x="38" y="136"/>
                  <a:pt x="38" y="136"/>
                </a:cubicBezTo>
                <a:lnTo>
                  <a:pt x="38" y="160"/>
                </a:lnTo>
                <a:close/>
                <a:moveTo>
                  <a:pt x="39" y="133"/>
                </a:moveTo>
                <a:cubicBezTo>
                  <a:pt x="39" y="134"/>
                  <a:pt x="39" y="134"/>
                  <a:pt x="39" y="134"/>
                </a:cubicBezTo>
                <a:cubicBezTo>
                  <a:pt x="38" y="133"/>
                  <a:pt x="38" y="133"/>
                  <a:pt x="38" y="133"/>
                </a:cubicBezTo>
                <a:cubicBezTo>
                  <a:pt x="38" y="132"/>
                  <a:pt x="38" y="132"/>
                  <a:pt x="38" y="132"/>
                </a:cubicBezTo>
                <a:lnTo>
                  <a:pt x="39" y="133"/>
                </a:lnTo>
                <a:close/>
                <a:moveTo>
                  <a:pt x="38" y="59"/>
                </a:moveTo>
                <a:cubicBezTo>
                  <a:pt x="37" y="58"/>
                  <a:pt x="37" y="58"/>
                  <a:pt x="37" y="58"/>
                </a:cubicBezTo>
                <a:cubicBezTo>
                  <a:pt x="37" y="59"/>
                  <a:pt x="37" y="59"/>
                  <a:pt x="37" y="59"/>
                </a:cubicBezTo>
                <a:cubicBezTo>
                  <a:pt x="38" y="60"/>
                  <a:pt x="38" y="60"/>
                  <a:pt x="38" y="60"/>
                </a:cubicBezTo>
                <a:lnTo>
                  <a:pt x="38" y="59"/>
                </a:lnTo>
                <a:close/>
                <a:moveTo>
                  <a:pt x="38" y="63"/>
                </a:moveTo>
                <a:cubicBezTo>
                  <a:pt x="37" y="64"/>
                  <a:pt x="37" y="64"/>
                  <a:pt x="37" y="64"/>
                </a:cubicBezTo>
                <a:cubicBezTo>
                  <a:pt x="37" y="129"/>
                  <a:pt x="37" y="129"/>
                  <a:pt x="37" y="129"/>
                </a:cubicBezTo>
                <a:cubicBezTo>
                  <a:pt x="38" y="130"/>
                  <a:pt x="38" y="130"/>
                  <a:pt x="38" y="130"/>
                </a:cubicBezTo>
                <a:lnTo>
                  <a:pt x="38" y="63"/>
                </a:lnTo>
                <a:close/>
                <a:moveTo>
                  <a:pt x="37" y="159"/>
                </a:moveTo>
                <a:cubicBezTo>
                  <a:pt x="38" y="160"/>
                  <a:pt x="38" y="160"/>
                  <a:pt x="38" y="160"/>
                </a:cubicBezTo>
                <a:cubicBezTo>
                  <a:pt x="38" y="136"/>
                  <a:pt x="38" y="136"/>
                  <a:pt x="38" y="136"/>
                </a:cubicBezTo>
                <a:cubicBezTo>
                  <a:pt x="37" y="136"/>
                  <a:pt x="37" y="136"/>
                  <a:pt x="37" y="136"/>
                </a:cubicBezTo>
                <a:cubicBezTo>
                  <a:pt x="37" y="136"/>
                  <a:pt x="37" y="136"/>
                  <a:pt x="37" y="136"/>
                </a:cubicBezTo>
                <a:cubicBezTo>
                  <a:pt x="37" y="137"/>
                  <a:pt x="37" y="137"/>
                  <a:pt x="37" y="137"/>
                </a:cubicBezTo>
                <a:cubicBezTo>
                  <a:pt x="37" y="137"/>
                  <a:pt x="37" y="137"/>
                  <a:pt x="37" y="137"/>
                </a:cubicBezTo>
                <a:lnTo>
                  <a:pt x="37" y="159"/>
                </a:lnTo>
                <a:close/>
                <a:moveTo>
                  <a:pt x="38" y="131"/>
                </a:moveTo>
                <a:cubicBezTo>
                  <a:pt x="38" y="132"/>
                  <a:pt x="38" y="132"/>
                  <a:pt x="38" y="132"/>
                </a:cubicBezTo>
                <a:cubicBezTo>
                  <a:pt x="38" y="132"/>
                  <a:pt x="38" y="132"/>
                  <a:pt x="38" y="132"/>
                </a:cubicBezTo>
                <a:cubicBezTo>
                  <a:pt x="38" y="132"/>
                  <a:pt x="38" y="132"/>
                  <a:pt x="38" y="132"/>
                </a:cubicBezTo>
                <a:cubicBezTo>
                  <a:pt x="38" y="133"/>
                  <a:pt x="38" y="133"/>
                  <a:pt x="38" y="133"/>
                </a:cubicBezTo>
                <a:cubicBezTo>
                  <a:pt x="38" y="133"/>
                  <a:pt x="38" y="133"/>
                  <a:pt x="38" y="133"/>
                </a:cubicBezTo>
                <a:cubicBezTo>
                  <a:pt x="37" y="134"/>
                  <a:pt x="37" y="134"/>
                  <a:pt x="37" y="134"/>
                </a:cubicBezTo>
                <a:cubicBezTo>
                  <a:pt x="37" y="133"/>
                  <a:pt x="37" y="133"/>
                  <a:pt x="37" y="133"/>
                </a:cubicBezTo>
                <a:lnTo>
                  <a:pt x="38" y="131"/>
                </a:lnTo>
                <a:close/>
                <a:moveTo>
                  <a:pt x="37" y="58"/>
                </a:moveTo>
                <a:cubicBezTo>
                  <a:pt x="36" y="57"/>
                  <a:pt x="36" y="57"/>
                  <a:pt x="36" y="57"/>
                </a:cubicBezTo>
                <a:cubicBezTo>
                  <a:pt x="36" y="58"/>
                  <a:pt x="36" y="58"/>
                  <a:pt x="36" y="58"/>
                </a:cubicBezTo>
                <a:cubicBezTo>
                  <a:pt x="37" y="59"/>
                  <a:pt x="37" y="59"/>
                  <a:pt x="37" y="59"/>
                </a:cubicBezTo>
                <a:lnTo>
                  <a:pt x="37" y="58"/>
                </a:lnTo>
                <a:close/>
                <a:moveTo>
                  <a:pt x="37" y="64"/>
                </a:moveTo>
                <a:cubicBezTo>
                  <a:pt x="36" y="66"/>
                  <a:pt x="36" y="66"/>
                  <a:pt x="36" y="66"/>
                </a:cubicBezTo>
                <a:cubicBezTo>
                  <a:pt x="36" y="129"/>
                  <a:pt x="36" y="129"/>
                  <a:pt x="36" y="129"/>
                </a:cubicBezTo>
                <a:cubicBezTo>
                  <a:pt x="36" y="129"/>
                  <a:pt x="36" y="129"/>
                  <a:pt x="36" y="129"/>
                </a:cubicBezTo>
                <a:cubicBezTo>
                  <a:pt x="36" y="130"/>
                  <a:pt x="36" y="130"/>
                  <a:pt x="36" y="130"/>
                </a:cubicBezTo>
                <a:cubicBezTo>
                  <a:pt x="36" y="131"/>
                  <a:pt x="36" y="131"/>
                  <a:pt x="36" y="131"/>
                </a:cubicBezTo>
                <a:cubicBezTo>
                  <a:pt x="37" y="129"/>
                  <a:pt x="37" y="129"/>
                  <a:pt x="37" y="129"/>
                </a:cubicBezTo>
                <a:cubicBezTo>
                  <a:pt x="37" y="129"/>
                  <a:pt x="37" y="129"/>
                  <a:pt x="37" y="129"/>
                </a:cubicBezTo>
                <a:lnTo>
                  <a:pt x="37" y="64"/>
                </a:lnTo>
                <a:close/>
                <a:moveTo>
                  <a:pt x="36" y="159"/>
                </a:moveTo>
                <a:cubicBezTo>
                  <a:pt x="37" y="159"/>
                  <a:pt x="37" y="159"/>
                  <a:pt x="37" y="159"/>
                </a:cubicBezTo>
                <a:cubicBezTo>
                  <a:pt x="37" y="137"/>
                  <a:pt x="37" y="137"/>
                  <a:pt x="37" y="137"/>
                </a:cubicBezTo>
                <a:cubicBezTo>
                  <a:pt x="36" y="136"/>
                  <a:pt x="36" y="136"/>
                  <a:pt x="36" y="136"/>
                </a:cubicBezTo>
                <a:lnTo>
                  <a:pt x="36" y="159"/>
                </a:lnTo>
                <a:close/>
                <a:moveTo>
                  <a:pt x="37" y="133"/>
                </a:moveTo>
                <a:cubicBezTo>
                  <a:pt x="37" y="134"/>
                  <a:pt x="37" y="134"/>
                  <a:pt x="37" y="134"/>
                </a:cubicBezTo>
                <a:cubicBezTo>
                  <a:pt x="36" y="135"/>
                  <a:pt x="36" y="135"/>
                  <a:pt x="36" y="135"/>
                </a:cubicBezTo>
                <a:cubicBezTo>
                  <a:pt x="37" y="136"/>
                  <a:pt x="37" y="136"/>
                  <a:pt x="37" y="136"/>
                </a:cubicBezTo>
                <a:cubicBezTo>
                  <a:pt x="37" y="136"/>
                  <a:pt x="37" y="136"/>
                  <a:pt x="37" y="136"/>
                </a:cubicBezTo>
                <a:cubicBezTo>
                  <a:pt x="36" y="136"/>
                  <a:pt x="36" y="136"/>
                  <a:pt x="36" y="136"/>
                </a:cubicBezTo>
                <a:cubicBezTo>
                  <a:pt x="36" y="136"/>
                  <a:pt x="36" y="136"/>
                  <a:pt x="36" y="136"/>
                </a:cubicBezTo>
                <a:cubicBezTo>
                  <a:pt x="36" y="135"/>
                  <a:pt x="36" y="135"/>
                  <a:pt x="36" y="135"/>
                </a:cubicBezTo>
                <a:cubicBezTo>
                  <a:pt x="36" y="135"/>
                  <a:pt x="36" y="135"/>
                  <a:pt x="36" y="135"/>
                </a:cubicBezTo>
                <a:cubicBezTo>
                  <a:pt x="36" y="135"/>
                  <a:pt x="36" y="135"/>
                  <a:pt x="36" y="135"/>
                </a:cubicBezTo>
                <a:lnTo>
                  <a:pt x="37" y="133"/>
                </a:lnTo>
                <a:close/>
                <a:moveTo>
                  <a:pt x="36" y="57"/>
                </a:moveTo>
                <a:cubicBezTo>
                  <a:pt x="34" y="56"/>
                  <a:pt x="34" y="56"/>
                  <a:pt x="34" y="56"/>
                </a:cubicBezTo>
                <a:cubicBezTo>
                  <a:pt x="33" y="56"/>
                  <a:pt x="33" y="56"/>
                  <a:pt x="33" y="56"/>
                </a:cubicBezTo>
                <a:cubicBezTo>
                  <a:pt x="36" y="58"/>
                  <a:pt x="36" y="58"/>
                  <a:pt x="36" y="58"/>
                </a:cubicBezTo>
                <a:lnTo>
                  <a:pt x="36" y="57"/>
                </a:lnTo>
                <a:close/>
                <a:moveTo>
                  <a:pt x="36" y="66"/>
                </a:moveTo>
                <a:cubicBezTo>
                  <a:pt x="30" y="74"/>
                  <a:pt x="17" y="93"/>
                  <a:pt x="5" y="119"/>
                </a:cubicBezTo>
                <a:cubicBezTo>
                  <a:pt x="3" y="119"/>
                  <a:pt x="0" y="121"/>
                  <a:pt x="0" y="121"/>
                </a:cubicBezTo>
                <a:cubicBezTo>
                  <a:pt x="1" y="121"/>
                  <a:pt x="1" y="121"/>
                  <a:pt x="1" y="121"/>
                </a:cubicBezTo>
                <a:cubicBezTo>
                  <a:pt x="1" y="121"/>
                  <a:pt x="4" y="119"/>
                  <a:pt x="6" y="119"/>
                </a:cubicBezTo>
                <a:cubicBezTo>
                  <a:pt x="6" y="119"/>
                  <a:pt x="6" y="119"/>
                  <a:pt x="6" y="119"/>
                </a:cubicBezTo>
                <a:cubicBezTo>
                  <a:pt x="8" y="119"/>
                  <a:pt x="17" y="120"/>
                  <a:pt x="36" y="129"/>
                </a:cubicBezTo>
                <a:lnTo>
                  <a:pt x="36" y="66"/>
                </a:lnTo>
                <a:close/>
                <a:moveTo>
                  <a:pt x="36" y="130"/>
                </a:moveTo>
                <a:cubicBezTo>
                  <a:pt x="36" y="131"/>
                  <a:pt x="36" y="131"/>
                  <a:pt x="36" y="131"/>
                </a:cubicBezTo>
                <a:cubicBezTo>
                  <a:pt x="33" y="135"/>
                  <a:pt x="33" y="135"/>
                  <a:pt x="33" y="135"/>
                </a:cubicBezTo>
                <a:cubicBezTo>
                  <a:pt x="34" y="136"/>
                  <a:pt x="35" y="136"/>
                  <a:pt x="35" y="136"/>
                </a:cubicBezTo>
                <a:cubicBezTo>
                  <a:pt x="36" y="135"/>
                  <a:pt x="36" y="135"/>
                  <a:pt x="36" y="135"/>
                </a:cubicBezTo>
                <a:cubicBezTo>
                  <a:pt x="36" y="135"/>
                  <a:pt x="36" y="135"/>
                  <a:pt x="36" y="135"/>
                </a:cubicBezTo>
                <a:cubicBezTo>
                  <a:pt x="36" y="135"/>
                  <a:pt x="36" y="135"/>
                  <a:pt x="36" y="135"/>
                </a:cubicBezTo>
                <a:cubicBezTo>
                  <a:pt x="36" y="136"/>
                  <a:pt x="36" y="136"/>
                  <a:pt x="36" y="136"/>
                </a:cubicBezTo>
                <a:cubicBezTo>
                  <a:pt x="36" y="136"/>
                  <a:pt x="36" y="136"/>
                  <a:pt x="36" y="136"/>
                </a:cubicBezTo>
                <a:cubicBezTo>
                  <a:pt x="36" y="136"/>
                  <a:pt x="36" y="136"/>
                  <a:pt x="36" y="136"/>
                </a:cubicBezTo>
                <a:cubicBezTo>
                  <a:pt x="36" y="159"/>
                  <a:pt x="36" y="159"/>
                  <a:pt x="36" y="159"/>
                </a:cubicBezTo>
                <a:cubicBezTo>
                  <a:pt x="24" y="153"/>
                  <a:pt x="16" y="149"/>
                  <a:pt x="16" y="149"/>
                </a:cubicBezTo>
                <a:cubicBezTo>
                  <a:pt x="16" y="149"/>
                  <a:pt x="15" y="141"/>
                  <a:pt x="11" y="135"/>
                </a:cubicBezTo>
                <a:cubicBezTo>
                  <a:pt x="7" y="129"/>
                  <a:pt x="7" y="133"/>
                  <a:pt x="8" y="127"/>
                </a:cubicBezTo>
                <a:cubicBezTo>
                  <a:pt x="8" y="127"/>
                  <a:pt x="18" y="130"/>
                  <a:pt x="33" y="135"/>
                </a:cubicBezTo>
                <a:lnTo>
                  <a:pt x="36" y="130"/>
                </a:lnTo>
                <a:close/>
              </a:path>
            </a:pathLst>
          </a:custGeom>
          <a:solidFill>
            <a:srgbClr val="CA2C3B"/>
          </a:solidFill>
          <a:ln>
            <a:noFill/>
          </a:ln>
        </p:spPr>
        <p:txBody>
          <a:bodyPr/>
          <a:lstStyle/>
          <a:p>
            <a:endParaRPr lang="zh-CN" altLang="en-US" sz="1600"/>
          </a:p>
        </p:txBody>
      </p:sp>
      <p:sp>
        <p:nvSpPr>
          <p:cNvPr id="8" name="Rectangle 7"/>
          <p:cNvSpPr>
            <a:spLocks noChangeArrowheads="1"/>
          </p:cNvSpPr>
          <p:nvPr/>
        </p:nvSpPr>
        <p:spPr bwMode="auto">
          <a:xfrm>
            <a:off x="614244" y="2482851"/>
            <a:ext cx="3308350" cy="209550"/>
          </a:xfrm>
          <a:prstGeom prst="rect">
            <a:avLst/>
          </a:prstGeom>
          <a:solidFill>
            <a:srgbClr val="CA2C3B"/>
          </a:solidFill>
          <a:ln>
            <a:noFill/>
          </a:ln>
        </p:spPr>
        <p:txBody>
          <a:bodyPr/>
          <a:lstStyle/>
          <a:p>
            <a:endParaRPr lang="zh-CN" altLang="en-US" sz="1600"/>
          </a:p>
        </p:txBody>
      </p:sp>
      <p:sp>
        <p:nvSpPr>
          <p:cNvPr id="9" name="Rectangle 8"/>
          <p:cNvSpPr>
            <a:spLocks noChangeArrowheads="1"/>
          </p:cNvSpPr>
          <p:nvPr/>
        </p:nvSpPr>
        <p:spPr bwMode="auto">
          <a:xfrm>
            <a:off x="614244" y="2482851"/>
            <a:ext cx="3308350" cy="209550"/>
          </a:xfrm>
          <a:prstGeom prst="rect">
            <a:avLst/>
          </a:pr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9"/>
          <p:cNvSpPr>
            <a:spLocks/>
          </p:cNvSpPr>
          <p:nvPr/>
        </p:nvSpPr>
        <p:spPr bwMode="auto">
          <a:xfrm>
            <a:off x="611071" y="1763715"/>
            <a:ext cx="3262313" cy="644525"/>
          </a:xfrm>
          <a:custGeom>
            <a:avLst/>
            <a:gdLst>
              <a:gd name="T0" fmla="*/ 986 w 996"/>
              <a:gd name="T1" fmla="*/ 0 h 197"/>
              <a:gd name="T2" fmla="*/ 515 w 996"/>
              <a:gd name="T3" fmla="*/ 114 h 197"/>
              <a:gd name="T4" fmla="*/ 113 w 996"/>
              <a:gd name="T5" fmla="*/ 133 h 197"/>
              <a:gd name="T6" fmla="*/ 1 w 996"/>
              <a:gd name="T7" fmla="*/ 132 h 197"/>
              <a:gd name="T8" fmla="*/ 0 w 996"/>
              <a:gd name="T9" fmla="*/ 196 h 197"/>
              <a:gd name="T10" fmla="*/ 114 w 996"/>
              <a:gd name="T11" fmla="*/ 197 h 197"/>
              <a:gd name="T12" fmla="*/ 518 w 996"/>
              <a:gd name="T13" fmla="*/ 178 h 197"/>
              <a:gd name="T14" fmla="*/ 996 w 996"/>
              <a:gd name="T15" fmla="*/ 63 h 197"/>
              <a:gd name="T16" fmla="*/ 986 w 996"/>
              <a:gd name="T17"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6" h="197">
                <a:moveTo>
                  <a:pt x="986" y="0"/>
                </a:moveTo>
                <a:cubicBezTo>
                  <a:pt x="834" y="62"/>
                  <a:pt x="676" y="96"/>
                  <a:pt x="515" y="114"/>
                </a:cubicBezTo>
                <a:cubicBezTo>
                  <a:pt x="383" y="128"/>
                  <a:pt x="248" y="133"/>
                  <a:pt x="113" y="133"/>
                </a:cubicBezTo>
                <a:cubicBezTo>
                  <a:pt x="76" y="133"/>
                  <a:pt x="38" y="132"/>
                  <a:pt x="1" y="132"/>
                </a:cubicBezTo>
                <a:cubicBezTo>
                  <a:pt x="0" y="196"/>
                  <a:pt x="0" y="196"/>
                  <a:pt x="0" y="196"/>
                </a:cubicBezTo>
                <a:cubicBezTo>
                  <a:pt x="38" y="197"/>
                  <a:pt x="76" y="197"/>
                  <a:pt x="114" y="197"/>
                </a:cubicBezTo>
                <a:cubicBezTo>
                  <a:pt x="250" y="197"/>
                  <a:pt x="385" y="193"/>
                  <a:pt x="518" y="178"/>
                </a:cubicBezTo>
                <a:cubicBezTo>
                  <a:pt x="681" y="160"/>
                  <a:pt x="842" y="126"/>
                  <a:pt x="996" y="63"/>
                </a:cubicBezTo>
                <a:cubicBezTo>
                  <a:pt x="986" y="0"/>
                  <a:pt x="986" y="0"/>
                  <a:pt x="986" y="0"/>
                </a:cubicBezTo>
              </a:path>
            </a:pathLst>
          </a:custGeom>
          <a:solidFill>
            <a:srgbClr val="CA2C3B"/>
          </a:solidFill>
          <a:ln>
            <a:noFill/>
          </a:ln>
        </p:spPr>
        <p:txBody>
          <a:bodyPr/>
          <a:lstStyle/>
          <a:p>
            <a:endParaRPr lang="zh-CN" altLang="en-US" sz="1600"/>
          </a:p>
        </p:txBody>
      </p:sp>
      <p:sp>
        <p:nvSpPr>
          <p:cNvPr id="11" name="Freeform 10"/>
          <p:cNvSpPr>
            <a:spLocks/>
          </p:cNvSpPr>
          <p:nvPr/>
        </p:nvSpPr>
        <p:spPr bwMode="auto">
          <a:xfrm>
            <a:off x="611069" y="1141415"/>
            <a:ext cx="3092450" cy="968375"/>
          </a:xfrm>
          <a:custGeom>
            <a:avLst/>
            <a:gdLst>
              <a:gd name="T0" fmla="*/ 927 w 944"/>
              <a:gd name="T1" fmla="*/ 0 h 296"/>
              <a:gd name="T2" fmla="*/ 519 w 944"/>
              <a:gd name="T3" fmla="*/ 176 h 296"/>
              <a:gd name="T4" fmla="*/ 33 w 944"/>
              <a:gd name="T5" fmla="*/ 231 h 296"/>
              <a:gd name="T6" fmla="*/ 1 w 944"/>
              <a:gd name="T7" fmla="*/ 231 h 296"/>
              <a:gd name="T8" fmla="*/ 0 w 944"/>
              <a:gd name="T9" fmla="*/ 295 h 296"/>
              <a:gd name="T10" fmla="*/ 34 w 944"/>
              <a:gd name="T11" fmla="*/ 296 h 296"/>
              <a:gd name="T12" fmla="*/ 526 w 944"/>
              <a:gd name="T13" fmla="*/ 240 h 296"/>
              <a:gd name="T14" fmla="*/ 944 w 944"/>
              <a:gd name="T15" fmla="*/ 59 h 296"/>
              <a:gd name="T16" fmla="*/ 927 w 944"/>
              <a:gd name="T17" fmla="*/ 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4" h="296">
                <a:moveTo>
                  <a:pt x="927" y="0"/>
                </a:moveTo>
                <a:cubicBezTo>
                  <a:pt x="802" y="83"/>
                  <a:pt x="663" y="140"/>
                  <a:pt x="519" y="176"/>
                </a:cubicBezTo>
                <a:cubicBezTo>
                  <a:pt x="361" y="216"/>
                  <a:pt x="195" y="231"/>
                  <a:pt x="33" y="231"/>
                </a:cubicBezTo>
                <a:cubicBezTo>
                  <a:pt x="22" y="231"/>
                  <a:pt x="12" y="231"/>
                  <a:pt x="1" y="231"/>
                </a:cubicBezTo>
                <a:cubicBezTo>
                  <a:pt x="0" y="295"/>
                  <a:pt x="0" y="295"/>
                  <a:pt x="0" y="295"/>
                </a:cubicBezTo>
                <a:cubicBezTo>
                  <a:pt x="11" y="296"/>
                  <a:pt x="22" y="296"/>
                  <a:pt x="34" y="296"/>
                </a:cubicBezTo>
                <a:cubicBezTo>
                  <a:pt x="198" y="296"/>
                  <a:pt x="365" y="280"/>
                  <a:pt x="526" y="240"/>
                </a:cubicBezTo>
                <a:cubicBezTo>
                  <a:pt x="673" y="203"/>
                  <a:pt x="815" y="145"/>
                  <a:pt x="944" y="59"/>
                </a:cubicBezTo>
                <a:cubicBezTo>
                  <a:pt x="927" y="0"/>
                  <a:pt x="927" y="0"/>
                  <a:pt x="927" y="0"/>
                </a:cubicBezTo>
              </a:path>
            </a:pathLst>
          </a:custGeom>
          <a:solidFill>
            <a:srgbClr val="CA2C3B"/>
          </a:solidFill>
          <a:ln>
            <a:noFill/>
          </a:ln>
        </p:spPr>
        <p:txBody>
          <a:bodyPr/>
          <a:lstStyle/>
          <a:p>
            <a:endParaRPr lang="zh-CN" altLang="en-US" sz="1600"/>
          </a:p>
        </p:txBody>
      </p:sp>
      <p:sp>
        <p:nvSpPr>
          <p:cNvPr id="12" name="Freeform 11"/>
          <p:cNvSpPr>
            <a:spLocks/>
          </p:cNvSpPr>
          <p:nvPr/>
        </p:nvSpPr>
        <p:spPr bwMode="auto">
          <a:xfrm>
            <a:off x="617421" y="2771778"/>
            <a:ext cx="3262313" cy="644525"/>
          </a:xfrm>
          <a:custGeom>
            <a:avLst/>
            <a:gdLst>
              <a:gd name="T0" fmla="*/ 114 w 996"/>
              <a:gd name="T1" fmla="*/ 0 h 197"/>
              <a:gd name="T2" fmla="*/ 0 w 996"/>
              <a:gd name="T3" fmla="*/ 1 h 197"/>
              <a:gd name="T4" fmla="*/ 0 w 996"/>
              <a:gd name="T5" fmla="*/ 66 h 197"/>
              <a:gd name="T6" fmla="*/ 112 w 996"/>
              <a:gd name="T7" fmla="*/ 65 h 197"/>
              <a:gd name="T8" fmla="*/ 515 w 996"/>
              <a:gd name="T9" fmla="*/ 84 h 197"/>
              <a:gd name="T10" fmla="*/ 985 w 996"/>
              <a:gd name="T11" fmla="*/ 197 h 197"/>
              <a:gd name="T12" fmla="*/ 996 w 996"/>
              <a:gd name="T13" fmla="*/ 134 h 197"/>
              <a:gd name="T14" fmla="*/ 518 w 996"/>
              <a:gd name="T15" fmla="*/ 19 h 197"/>
              <a:gd name="T16" fmla="*/ 114 w 996"/>
              <a:gd name="T17"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6" h="197">
                <a:moveTo>
                  <a:pt x="114" y="0"/>
                </a:moveTo>
                <a:cubicBezTo>
                  <a:pt x="76" y="0"/>
                  <a:pt x="38" y="1"/>
                  <a:pt x="0" y="1"/>
                </a:cubicBezTo>
                <a:cubicBezTo>
                  <a:pt x="0" y="66"/>
                  <a:pt x="0" y="66"/>
                  <a:pt x="0" y="66"/>
                </a:cubicBezTo>
                <a:cubicBezTo>
                  <a:pt x="37" y="65"/>
                  <a:pt x="75" y="65"/>
                  <a:pt x="112" y="65"/>
                </a:cubicBezTo>
                <a:cubicBezTo>
                  <a:pt x="247" y="65"/>
                  <a:pt x="382" y="69"/>
                  <a:pt x="515" y="84"/>
                </a:cubicBezTo>
                <a:cubicBezTo>
                  <a:pt x="676" y="101"/>
                  <a:pt x="833" y="135"/>
                  <a:pt x="985" y="197"/>
                </a:cubicBezTo>
                <a:cubicBezTo>
                  <a:pt x="996" y="134"/>
                  <a:pt x="996" y="134"/>
                  <a:pt x="996" y="134"/>
                </a:cubicBezTo>
                <a:cubicBezTo>
                  <a:pt x="841" y="72"/>
                  <a:pt x="681" y="37"/>
                  <a:pt x="518" y="19"/>
                </a:cubicBezTo>
                <a:cubicBezTo>
                  <a:pt x="385" y="4"/>
                  <a:pt x="250" y="0"/>
                  <a:pt x="114" y="0"/>
                </a:cubicBezTo>
              </a:path>
            </a:pathLst>
          </a:custGeom>
          <a:solidFill>
            <a:srgbClr val="CA2C3B"/>
          </a:solidFill>
          <a:ln>
            <a:noFill/>
          </a:ln>
        </p:spPr>
        <p:txBody>
          <a:bodyPr/>
          <a:lstStyle/>
          <a:p>
            <a:endParaRPr lang="zh-CN" altLang="en-US" sz="1600"/>
          </a:p>
        </p:txBody>
      </p:sp>
      <p:sp>
        <p:nvSpPr>
          <p:cNvPr id="13" name="Freeform 12"/>
          <p:cNvSpPr>
            <a:spLocks/>
          </p:cNvSpPr>
          <p:nvPr/>
        </p:nvSpPr>
        <p:spPr bwMode="auto">
          <a:xfrm>
            <a:off x="617421" y="3073401"/>
            <a:ext cx="3089275" cy="965200"/>
          </a:xfrm>
          <a:custGeom>
            <a:avLst/>
            <a:gdLst>
              <a:gd name="T0" fmla="*/ 33 w 943"/>
              <a:gd name="T1" fmla="*/ 0 h 295"/>
              <a:gd name="T2" fmla="*/ 0 w 943"/>
              <a:gd name="T3" fmla="*/ 0 h 295"/>
              <a:gd name="T4" fmla="*/ 0 w 943"/>
              <a:gd name="T5" fmla="*/ 64 h 295"/>
              <a:gd name="T6" fmla="*/ 33 w 943"/>
              <a:gd name="T7" fmla="*/ 64 h 295"/>
              <a:gd name="T8" fmla="*/ 518 w 943"/>
              <a:gd name="T9" fmla="*/ 119 h 295"/>
              <a:gd name="T10" fmla="*/ 927 w 943"/>
              <a:gd name="T11" fmla="*/ 295 h 295"/>
              <a:gd name="T12" fmla="*/ 943 w 943"/>
              <a:gd name="T13" fmla="*/ 236 h 295"/>
              <a:gd name="T14" fmla="*/ 525 w 943"/>
              <a:gd name="T15" fmla="*/ 56 h 295"/>
              <a:gd name="T16" fmla="*/ 33 w 943"/>
              <a:gd name="T17" fmla="*/ 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3" h="295">
                <a:moveTo>
                  <a:pt x="33" y="0"/>
                </a:moveTo>
                <a:cubicBezTo>
                  <a:pt x="22" y="0"/>
                  <a:pt x="11" y="0"/>
                  <a:pt x="0" y="0"/>
                </a:cubicBezTo>
                <a:cubicBezTo>
                  <a:pt x="0" y="64"/>
                  <a:pt x="0" y="64"/>
                  <a:pt x="0" y="64"/>
                </a:cubicBezTo>
                <a:cubicBezTo>
                  <a:pt x="11" y="64"/>
                  <a:pt x="22" y="64"/>
                  <a:pt x="33" y="64"/>
                </a:cubicBezTo>
                <a:cubicBezTo>
                  <a:pt x="195" y="64"/>
                  <a:pt x="360" y="80"/>
                  <a:pt x="518" y="119"/>
                </a:cubicBezTo>
                <a:cubicBezTo>
                  <a:pt x="662" y="155"/>
                  <a:pt x="801" y="212"/>
                  <a:pt x="927" y="295"/>
                </a:cubicBezTo>
                <a:cubicBezTo>
                  <a:pt x="943" y="236"/>
                  <a:pt x="943" y="236"/>
                  <a:pt x="943" y="236"/>
                </a:cubicBezTo>
                <a:cubicBezTo>
                  <a:pt x="814" y="150"/>
                  <a:pt x="672" y="93"/>
                  <a:pt x="525" y="56"/>
                </a:cubicBezTo>
                <a:cubicBezTo>
                  <a:pt x="364" y="15"/>
                  <a:pt x="197" y="0"/>
                  <a:pt x="33" y="0"/>
                </a:cubicBezTo>
              </a:path>
            </a:pathLst>
          </a:custGeom>
          <a:solidFill>
            <a:srgbClr val="CA2C3B"/>
          </a:solidFill>
          <a:ln>
            <a:noFill/>
          </a:ln>
        </p:spPr>
        <p:txBody>
          <a:bodyPr/>
          <a:lstStyle/>
          <a:p>
            <a:endParaRPr lang="zh-CN" altLang="en-US" sz="1600"/>
          </a:p>
        </p:txBody>
      </p:sp>
      <p:sp>
        <p:nvSpPr>
          <p:cNvPr id="14" name="Freeform 13"/>
          <p:cNvSpPr>
            <a:spLocks noEditPoints="1"/>
          </p:cNvSpPr>
          <p:nvPr/>
        </p:nvSpPr>
        <p:spPr bwMode="auto">
          <a:xfrm>
            <a:off x="3965459" y="2408240"/>
            <a:ext cx="563563" cy="301625"/>
          </a:xfrm>
          <a:custGeom>
            <a:avLst/>
            <a:gdLst>
              <a:gd name="T0" fmla="*/ 142 w 172"/>
              <a:gd name="T1" fmla="*/ 77 h 92"/>
              <a:gd name="T2" fmla="*/ 142 w 172"/>
              <a:gd name="T3" fmla="*/ 51 h 92"/>
              <a:gd name="T4" fmla="*/ 142 w 172"/>
              <a:gd name="T5" fmla="*/ 92 h 92"/>
              <a:gd name="T6" fmla="*/ 142 w 172"/>
              <a:gd name="T7" fmla="*/ 39 h 92"/>
              <a:gd name="T8" fmla="*/ 142 w 172"/>
              <a:gd name="T9" fmla="*/ 67 h 92"/>
              <a:gd name="T10" fmla="*/ 142 w 172"/>
              <a:gd name="T11" fmla="*/ 67 h 92"/>
              <a:gd name="T12" fmla="*/ 142 w 172"/>
              <a:gd name="T13" fmla="*/ 51 h 92"/>
              <a:gd name="T14" fmla="*/ 137 w 172"/>
              <a:gd name="T15" fmla="*/ 63 h 92"/>
              <a:gd name="T16" fmla="*/ 142 w 172"/>
              <a:gd name="T17" fmla="*/ 75 h 92"/>
              <a:gd name="T18" fmla="*/ 131 w 172"/>
              <a:gd name="T19" fmla="*/ 41 h 92"/>
              <a:gd name="T20" fmla="*/ 112 w 172"/>
              <a:gd name="T21" fmla="*/ 63 h 92"/>
              <a:gd name="T22" fmla="*/ 90 w 172"/>
              <a:gd name="T23" fmla="*/ 62 h 92"/>
              <a:gd name="T24" fmla="*/ 82 w 172"/>
              <a:gd name="T25" fmla="*/ 77 h 92"/>
              <a:gd name="T26" fmla="*/ 78 w 172"/>
              <a:gd name="T27" fmla="*/ 78 h 92"/>
              <a:gd name="T28" fmla="*/ 81 w 172"/>
              <a:gd name="T29" fmla="*/ 66 h 92"/>
              <a:gd name="T30" fmla="*/ 82 w 172"/>
              <a:gd name="T31" fmla="*/ 61 h 92"/>
              <a:gd name="T32" fmla="*/ 118 w 172"/>
              <a:gd name="T33" fmla="*/ 27 h 92"/>
              <a:gd name="T34" fmla="*/ 124 w 172"/>
              <a:gd name="T35" fmla="*/ 23 h 92"/>
              <a:gd name="T36" fmla="*/ 104 w 172"/>
              <a:gd name="T37" fmla="*/ 9 h 92"/>
              <a:gd name="T38" fmla="*/ 121 w 172"/>
              <a:gd name="T39" fmla="*/ 4 h 92"/>
              <a:gd name="T40" fmla="*/ 130 w 172"/>
              <a:gd name="T41" fmla="*/ 7 h 92"/>
              <a:gd name="T42" fmla="*/ 130 w 172"/>
              <a:gd name="T43" fmla="*/ 17 h 92"/>
              <a:gd name="T44" fmla="*/ 142 w 172"/>
              <a:gd name="T45" fmla="*/ 33 h 92"/>
              <a:gd name="T46" fmla="*/ 138 w 172"/>
              <a:gd name="T47" fmla="*/ 49 h 92"/>
              <a:gd name="T48" fmla="*/ 78 w 172"/>
              <a:gd name="T49" fmla="*/ 10 h 92"/>
              <a:gd name="T50" fmla="*/ 76 w 172"/>
              <a:gd name="T51" fmla="*/ 16 h 92"/>
              <a:gd name="T52" fmla="*/ 78 w 172"/>
              <a:gd name="T53" fmla="*/ 27 h 92"/>
              <a:gd name="T54" fmla="*/ 69 w 172"/>
              <a:gd name="T55" fmla="*/ 28 h 92"/>
              <a:gd name="T56" fmla="*/ 65 w 172"/>
              <a:gd name="T57" fmla="*/ 16 h 92"/>
              <a:gd name="T58" fmla="*/ 76 w 172"/>
              <a:gd name="T59" fmla="*/ 9 h 92"/>
              <a:gd name="T60" fmla="*/ 53 w 172"/>
              <a:gd name="T61" fmla="*/ 45 h 92"/>
              <a:gd name="T62" fmla="*/ 53 w 172"/>
              <a:gd name="T63" fmla="*/ 66 h 92"/>
              <a:gd name="T64" fmla="*/ 59 w 172"/>
              <a:gd name="T65" fmla="*/ 66 h 92"/>
              <a:gd name="T66" fmla="*/ 78 w 172"/>
              <a:gd name="T67" fmla="*/ 78 h 92"/>
              <a:gd name="T68" fmla="*/ 53 w 172"/>
              <a:gd name="T69" fmla="*/ 38 h 92"/>
              <a:gd name="T70" fmla="*/ 53 w 172"/>
              <a:gd name="T71" fmla="*/ 60 h 92"/>
              <a:gd name="T72" fmla="*/ 50 w 172"/>
              <a:gd name="T73" fmla="*/ 41 h 92"/>
              <a:gd name="T74" fmla="*/ 47 w 172"/>
              <a:gd name="T75" fmla="*/ 66 h 92"/>
              <a:gd name="T76" fmla="*/ 53 w 172"/>
              <a:gd name="T77" fmla="*/ 81 h 92"/>
              <a:gd name="T78" fmla="*/ 47 w 172"/>
              <a:gd name="T79" fmla="*/ 39 h 92"/>
              <a:gd name="T80" fmla="*/ 47 w 172"/>
              <a:gd name="T81" fmla="*/ 61 h 92"/>
              <a:gd name="T82" fmla="*/ 39 w 172"/>
              <a:gd name="T83" fmla="*/ 70 h 92"/>
              <a:gd name="T84" fmla="*/ 41 w 172"/>
              <a:gd name="T85" fmla="*/ 61 h 92"/>
              <a:gd name="T86" fmla="*/ 45 w 172"/>
              <a:gd name="T87" fmla="*/ 45 h 92"/>
              <a:gd name="T88" fmla="*/ 47 w 172"/>
              <a:gd name="T89" fmla="*/ 78 h 92"/>
              <a:gd name="T90" fmla="*/ 47 w 172"/>
              <a:gd name="T91" fmla="*/ 78 h 92"/>
              <a:gd name="T92" fmla="*/ 29 w 172"/>
              <a:gd name="T93" fmla="*/ 39 h 92"/>
              <a:gd name="T94" fmla="*/ 39 w 172"/>
              <a:gd name="T95" fmla="*/ 52 h 92"/>
              <a:gd name="T96" fmla="*/ 39 w 172"/>
              <a:gd name="T97" fmla="*/ 66 h 92"/>
              <a:gd name="T98" fmla="*/ 29 w 172"/>
              <a:gd name="T99" fmla="*/ 58 h 92"/>
              <a:gd name="T100" fmla="*/ 30 w 172"/>
              <a:gd name="T101" fmla="*/ 51 h 92"/>
              <a:gd name="T102" fmla="*/ 39 w 172"/>
              <a:gd name="T103" fmla="*/ 52 h 92"/>
              <a:gd name="T104" fmla="*/ 29 w 172"/>
              <a:gd name="T105" fmla="*/ 77 h 92"/>
              <a:gd name="T106" fmla="*/ 39 w 172"/>
              <a:gd name="T107" fmla="*/ 85 h 92"/>
              <a:gd name="T108" fmla="*/ 29 w 172"/>
              <a:gd name="T109" fmla="*/ 87 h 92"/>
              <a:gd name="T110" fmla="*/ 29 w 172"/>
              <a:gd name="T111" fmla="*/ 39 h 92"/>
              <a:gd name="T112" fmla="*/ 0 w 172"/>
              <a:gd name="T113" fmla="*/ 63 h 92"/>
              <a:gd name="T114" fmla="*/ 29 w 172"/>
              <a:gd name="T115" fmla="*/ 77 h 92"/>
              <a:gd name="T116" fmla="*/ 29 w 172"/>
              <a:gd name="T117" fmla="*/ 49 h 92"/>
              <a:gd name="T118" fmla="*/ 29 w 172"/>
              <a:gd name="T119" fmla="*/ 5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2" h="92">
                <a:moveTo>
                  <a:pt x="142" y="48"/>
                </a:moveTo>
                <a:cubicBezTo>
                  <a:pt x="150" y="48"/>
                  <a:pt x="156" y="55"/>
                  <a:pt x="156" y="63"/>
                </a:cubicBezTo>
                <a:cubicBezTo>
                  <a:pt x="156" y="70"/>
                  <a:pt x="150" y="77"/>
                  <a:pt x="142" y="77"/>
                </a:cubicBezTo>
                <a:cubicBezTo>
                  <a:pt x="142" y="77"/>
                  <a:pt x="142" y="77"/>
                  <a:pt x="142" y="77"/>
                </a:cubicBezTo>
                <a:cubicBezTo>
                  <a:pt x="142" y="75"/>
                  <a:pt x="142" y="75"/>
                  <a:pt x="142" y="75"/>
                </a:cubicBezTo>
                <a:cubicBezTo>
                  <a:pt x="142" y="75"/>
                  <a:pt x="142" y="75"/>
                  <a:pt x="142" y="75"/>
                </a:cubicBezTo>
                <a:cubicBezTo>
                  <a:pt x="148" y="75"/>
                  <a:pt x="154" y="69"/>
                  <a:pt x="154" y="63"/>
                </a:cubicBezTo>
                <a:cubicBezTo>
                  <a:pt x="154" y="56"/>
                  <a:pt x="148" y="51"/>
                  <a:pt x="142" y="51"/>
                </a:cubicBezTo>
                <a:lnTo>
                  <a:pt x="142" y="48"/>
                </a:lnTo>
                <a:close/>
                <a:moveTo>
                  <a:pt x="142" y="86"/>
                </a:moveTo>
                <a:cubicBezTo>
                  <a:pt x="142" y="92"/>
                  <a:pt x="142" y="92"/>
                  <a:pt x="142" y="92"/>
                </a:cubicBezTo>
                <a:cubicBezTo>
                  <a:pt x="142" y="92"/>
                  <a:pt x="142" y="92"/>
                  <a:pt x="142" y="92"/>
                </a:cubicBezTo>
                <a:cubicBezTo>
                  <a:pt x="158" y="92"/>
                  <a:pt x="172" y="79"/>
                  <a:pt x="171" y="63"/>
                </a:cubicBezTo>
                <a:cubicBezTo>
                  <a:pt x="171" y="46"/>
                  <a:pt x="158" y="33"/>
                  <a:pt x="142" y="33"/>
                </a:cubicBezTo>
                <a:cubicBezTo>
                  <a:pt x="142" y="33"/>
                  <a:pt x="142" y="33"/>
                  <a:pt x="142" y="33"/>
                </a:cubicBezTo>
                <a:cubicBezTo>
                  <a:pt x="142" y="39"/>
                  <a:pt x="142" y="39"/>
                  <a:pt x="142" y="39"/>
                </a:cubicBezTo>
                <a:cubicBezTo>
                  <a:pt x="155" y="39"/>
                  <a:pt x="165" y="50"/>
                  <a:pt x="165" y="63"/>
                </a:cubicBezTo>
                <a:cubicBezTo>
                  <a:pt x="165" y="76"/>
                  <a:pt x="155" y="86"/>
                  <a:pt x="142" y="86"/>
                </a:cubicBezTo>
                <a:close/>
                <a:moveTo>
                  <a:pt x="142" y="67"/>
                </a:moveTo>
                <a:cubicBezTo>
                  <a:pt x="142" y="67"/>
                  <a:pt x="142" y="67"/>
                  <a:pt x="142" y="67"/>
                </a:cubicBezTo>
                <a:cubicBezTo>
                  <a:pt x="144" y="67"/>
                  <a:pt x="146" y="65"/>
                  <a:pt x="146" y="63"/>
                </a:cubicBezTo>
                <a:cubicBezTo>
                  <a:pt x="146" y="60"/>
                  <a:pt x="144" y="58"/>
                  <a:pt x="142" y="58"/>
                </a:cubicBezTo>
                <a:cubicBezTo>
                  <a:pt x="142" y="57"/>
                  <a:pt x="142" y="57"/>
                  <a:pt x="142" y="57"/>
                </a:cubicBezTo>
                <a:lnTo>
                  <a:pt x="142" y="67"/>
                </a:lnTo>
                <a:close/>
                <a:moveTo>
                  <a:pt x="142" y="48"/>
                </a:moveTo>
                <a:cubicBezTo>
                  <a:pt x="142" y="48"/>
                  <a:pt x="142" y="48"/>
                  <a:pt x="142" y="48"/>
                </a:cubicBezTo>
                <a:cubicBezTo>
                  <a:pt x="142" y="51"/>
                  <a:pt x="142" y="51"/>
                  <a:pt x="142" y="51"/>
                </a:cubicBezTo>
                <a:cubicBezTo>
                  <a:pt x="142" y="51"/>
                  <a:pt x="142" y="51"/>
                  <a:pt x="142" y="51"/>
                </a:cubicBezTo>
                <a:cubicBezTo>
                  <a:pt x="141" y="51"/>
                  <a:pt x="140" y="51"/>
                  <a:pt x="139" y="51"/>
                </a:cubicBezTo>
                <a:cubicBezTo>
                  <a:pt x="142" y="57"/>
                  <a:pt x="142" y="57"/>
                  <a:pt x="142" y="57"/>
                </a:cubicBezTo>
                <a:cubicBezTo>
                  <a:pt x="142" y="67"/>
                  <a:pt x="142" y="67"/>
                  <a:pt x="142" y="67"/>
                </a:cubicBezTo>
                <a:cubicBezTo>
                  <a:pt x="139" y="67"/>
                  <a:pt x="137" y="65"/>
                  <a:pt x="137" y="63"/>
                </a:cubicBezTo>
                <a:cubicBezTo>
                  <a:pt x="137" y="61"/>
                  <a:pt x="138" y="60"/>
                  <a:pt x="138" y="59"/>
                </a:cubicBezTo>
                <a:cubicBezTo>
                  <a:pt x="136" y="52"/>
                  <a:pt x="136" y="52"/>
                  <a:pt x="136" y="52"/>
                </a:cubicBezTo>
                <a:cubicBezTo>
                  <a:pt x="132" y="54"/>
                  <a:pt x="130" y="58"/>
                  <a:pt x="130" y="63"/>
                </a:cubicBezTo>
                <a:cubicBezTo>
                  <a:pt x="130" y="69"/>
                  <a:pt x="135" y="75"/>
                  <a:pt x="142" y="75"/>
                </a:cubicBezTo>
                <a:cubicBezTo>
                  <a:pt x="142" y="77"/>
                  <a:pt x="142" y="77"/>
                  <a:pt x="142" y="77"/>
                </a:cubicBezTo>
                <a:cubicBezTo>
                  <a:pt x="134" y="77"/>
                  <a:pt x="128" y="71"/>
                  <a:pt x="128" y="63"/>
                </a:cubicBezTo>
                <a:cubicBezTo>
                  <a:pt x="128" y="57"/>
                  <a:pt x="131" y="53"/>
                  <a:pt x="135" y="50"/>
                </a:cubicBezTo>
                <a:cubicBezTo>
                  <a:pt x="131" y="41"/>
                  <a:pt x="131" y="41"/>
                  <a:pt x="131" y="41"/>
                </a:cubicBezTo>
                <a:cubicBezTo>
                  <a:pt x="124" y="45"/>
                  <a:pt x="118" y="53"/>
                  <a:pt x="118" y="63"/>
                </a:cubicBezTo>
                <a:cubicBezTo>
                  <a:pt x="118" y="76"/>
                  <a:pt x="129" y="86"/>
                  <a:pt x="142" y="86"/>
                </a:cubicBezTo>
                <a:cubicBezTo>
                  <a:pt x="142" y="92"/>
                  <a:pt x="142" y="92"/>
                  <a:pt x="142" y="92"/>
                </a:cubicBezTo>
                <a:cubicBezTo>
                  <a:pt x="125" y="92"/>
                  <a:pt x="112" y="79"/>
                  <a:pt x="112" y="63"/>
                </a:cubicBezTo>
                <a:cubicBezTo>
                  <a:pt x="112" y="51"/>
                  <a:pt x="119" y="40"/>
                  <a:pt x="129" y="36"/>
                </a:cubicBezTo>
                <a:cubicBezTo>
                  <a:pt x="126" y="26"/>
                  <a:pt x="126" y="26"/>
                  <a:pt x="126" y="26"/>
                </a:cubicBezTo>
                <a:cubicBezTo>
                  <a:pt x="125" y="26"/>
                  <a:pt x="125" y="26"/>
                  <a:pt x="125" y="26"/>
                </a:cubicBezTo>
                <a:cubicBezTo>
                  <a:pt x="90" y="62"/>
                  <a:pt x="90" y="62"/>
                  <a:pt x="90" y="62"/>
                </a:cubicBezTo>
                <a:cubicBezTo>
                  <a:pt x="90" y="62"/>
                  <a:pt x="90" y="63"/>
                  <a:pt x="90" y="63"/>
                </a:cubicBezTo>
                <a:cubicBezTo>
                  <a:pt x="90" y="66"/>
                  <a:pt x="88" y="68"/>
                  <a:pt x="86" y="68"/>
                </a:cubicBezTo>
                <a:cubicBezTo>
                  <a:pt x="86" y="68"/>
                  <a:pt x="86" y="68"/>
                  <a:pt x="86" y="68"/>
                </a:cubicBezTo>
                <a:cubicBezTo>
                  <a:pt x="82" y="77"/>
                  <a:pt x="82" y="77"/>
                  <a:pt x="82" y="77"/>
                </a:cubicBezTo>
                <a:cubicBezTo>
                  <a:pt x="84" y="78"/>
                  <a:pt x="84" y="78"/>
                  <a:pt x="84" y="78"/>
                </a:cubicBezTo>
                <a:cubicBezTo>
                  <a:pt x="84" y="78"/>
                  <a:pt x="85" y="79"/>
                  <a:pt x="84" y="79"/>
                </a:cubicBezTo>
                <a:cubicBezTo>
                  <a:pt x="84" y="80"/>
                  <a:pt x="83" y="80"/>
                  <a:pt x="83" y="80"/>
                </a:cubicBezTo>
                <a:cubicBezTo>
                  <a:pt x="78" y="78"/>
                  <a:pt x="78" y="78"/>
                  <a:pt x="78" y="78"/>
                </a:cubicBezTo>
                <a:cubicBezTo>
                  <a:pt x="78" y="76"/>
                  <a:pt x="78" y="76"/>
                  <a:pt x="78" y="76"/>
                </a:cubicBezTo>
                <a:cubicBezTo>
                  <a:pt x="79" y="76"/>
                  <a:pt x="79" y="76"/>
                  <a:pt x="79" y="76"/>
                </a:cubicBezTo>
                <a:cubicBezTo>
                  <a:pt x="83" y="67"/>
                  <a:pt x="83" y="67"/>
                  <a:pt x="83" y="67"/>
                </a:cubicBezTo>
                <a:cubicBezTo>
                  <a:pt x="82" y="67"/>
                  <a:pt x="82" y="66"/>
                  <a:pt x="81" y="66"/>
                </a:cubicBezTo>
                <a:cubicBezTo>
                  <a:pt x="78" y="66"/>
                  <a:pt x="78" y="66"/>
                  <a:pt x="78" y="66"/>
                </a:cubicBezTo>
                <a:cubicBezTo>
                  <a:pt x="78" y="61"/>
                  <a:pt x="78" y="61"/>
                  <a:pt x="78" y="61"/>
                </a:cubicBezTo>
                <a:cubicBezTo>
                  <a:pt x="82" y="61"/>
                  <a:pt x="82" y="61"/>
                  <a:pt x="82" y="61"/>
                </a:cubicBezTo>
                <a:cubicBezTo>
                  <a:pt x="82" y="61"/>
                  <a:pt x="82" y="61"/>
                  <a:pt x="82" y="61"/>
                </a:cubicBezTo>
                <a:cubicBezTo>
                  <a:pt x="78" y="51"/>
                  <a:pt x="78" y="51"/>
                  <a:pt x="78" y="51"/>
                </a:cubicBezTo>
                <a:cubicBezTo>
                  <a:pt x="78" y="37"/>
                  <a:pt x="78" y="37"/>
                  <a:pt x="78" y="37"/>
                </a:cubicBezTo>
                <a:cubicBezTo>
                  <a:pt x="87" y="59"/>
                  <a:pt x="87" y="59"/>
                  <a:pt x="87" y="59"/>
                </a:cubicBezTo>
                <a:cubicBezTo>
                  <a:pt x="118" y="27"/>
                  <a:pt x="118" y="27"/>
                  <a:pt x="118" y="27"/>
                </a:cubicBezTo>
                <a:cubicBezTo>
                  <a:pt x="78" y="27"/>
                  <a:pt x="78" y="27"/>
                  <a:pt x="78" y="27"/>
                </a:cubicBezTo>
                <a:cubicBezTo>
                  <a:pt x="78" y="22"/>
                  <a:pt x="78" y="22"/>
                  <a:pt x="78" y="22"/>
                </a:cubicBezTo>
                <a:cubicBezTo>
                  <a:pt x="123" y="22"/>
                  <a:pt x="123" y="22"/>
                  <a:pt x="123" y="22"/>
                </a:cubicBezTo>
                <a:cubicBezTo>
                  <a:pt x="124" y="23"/>
                  <a:pt x="124" y="23"/>
                  <a:pt x="124" y="23"/>
                </a:cubicBezTo>
                <a:cubicBezTo>
                  <a:pt x="118" y="6"/>
                  <a:pt x="118" y="6"/>
                  <a:pt x="118" y="6"/>
                </a:cubicBezTo>
                <a:cubicBezTo>
                  <a:pt x="106" y="12"/>
                  <a:pt x="106" y="12"/>
                  <a:pt x="106" y="12"/>
                </a:cubicBezTo>
                <a:cubicBezTo>
                  <a:pt x="105" y="12"/>
                  <a:pt x="104" y="12"/>
                  <a:pt x="104" y="11"/>
                </a:cubicBezTo>
                <a:cubicBezTo>
                  <a:pt x="103" y="10"/>
                  <a:pt x="104" y="9"/>
                  <a:pt x="104" y="9"/>
                </a:cubicBezTo>
                <a:cubicBezTo>
                  <a:pt x="120" y="1"/>
                  <a:pt x="120" y="1"/>
                  <a:pt x="120" y="1"/>
                </a:cubicBezTo>
                <a:cubicBezTo>
                  <a:pt x="121" y="0"/>
                  <a:pt x="122" y="1"/>
                  <a:pt x="123" y="2"/>
                </a:cubicBezTo>
                <a:cubicBezTo>
                  <a:pt x="123" y="2"/>
                  <a:pt x="123" y="3"/>
                  <a:pt x="122" y="4"/>
                </a:cubicBezTo>
                <a:cubicBezTo>
                  <a:pt x="121" y="4"/>
                  <a:pt x="121" y="4"/>
                  <a:pt x="121" y="4"/>
                </a:cubicBezTo>
                <a:cubicBezTo>
                  <a:pt x="124" y="12"/>
                  <a:pt x="124" y="12"/>
                  <a:pt x="124" y="12"/>
                </a:cubicBezTo>
                <a:cubicBezTo>
                  <a:pt x="125" y="9"/>
                  <a:pt x="127" y="7"/>
                  <a:pt x="129" y="7"/>
                </a:cubicBezTo>
                <a:cubicBezTo>
                  <a:pt x="130" y="7"/>
                  <a:pt x="130" y="7"/>
                  <a:pt x="130" y="7"/>
                </a:cubicBezTo>
                <a:cubicBezTo>
                  <a:pt x="130" y="7"/>
                  <a:pt x="130" y="7"/>
                  <a:pt x="130" y="7"/>
                </a:cubicBezTo>
                <a:cubicBezTo>
                  <a:pt x="130" y="7"/>
                  <a:pt x="131" y="8"/>
                  <a:pt x="131" y="8"/>
                </a:cubicBezTo>
                <a:cubicBezTo>
                  <a:pt x="131" y="16"/>
                  <a:pt x="131" y="16"/>
                  <a:pt x="131" y="16"/>
                </a:cubicBezTo>
                <a:cubicBezTo>
                  <a:pt x="131" y="17"/>
                  <a:pt x="130" y="17"/>
                  <a:pt x="130" y="17"/>
                </a:cubicBezTo>
                <a:cubicBezTo>
                  <a:pt x="130" y="17"/>
                  <a:pt x="130" y="17"/>
                  <a:pt x="130" y="17"/>
                </a:cubicBezTo>
                <a:cubicBezTo>
                  <a:pt x="129" y="17"/>
                  <a:pt x="129" y="17"/>
                  <a:pt x="129" y="17"/>
                </a:cubicBezTo>
                <a:cubicBezTo>
                  <a:pt x="128" y="17"/>
                  <a:pt x="127" y="17"/>
                  <a:pt x="126" y="16"/>
                </a:cubicBezTo>
                <a:cubicBezTo>
                  <a:pt x="133" y="34"/>
                  <a:pt x="133" y="34"/>
                  <a:pt x="133" y="34"/>
                </a:cubicBezTo>
                <a:cubicBezTo>
                  <a:pt x="136" y="33"/>
                  <a:pt x="139" y="33"/>
                  <a:pt x="142" y="33"/>
                </a:cubicBezTo>
                <a:cubicBezTo>
                  <a:pt x="142" y="39"/>
                  <a:pt x="142" y="39"/>
                  <a:pt x="142" y="39"/>
                </a:cubicBezTo>
                <a:cubicBezTo>
                  <a:pt x="142" y="39"/>
                  <a:pt x="142" y="39"/>
                  <a:pt x="142" y="39"/>
                </a:cubicBezTo>
                <a:cubicBezTo>
                  <a:pt x="139" y="39"/>
                  <a:pt x="137" y="39"/>
                  <a:pt x="135" y="40"/>
                </a:cubicBezTo>
                <a:cubicBezTo>
                  <a:pt x="138" y="49"/>
                  <a:pt x="138" y="49"/>
                  <a:pt x="138" y="49"/>
                </a:cubicBezTo>
                <a:cubicBezTo>
                  <a:pt x="140" y="49"/>
                  <a:pt x="141" y="48"/>
                  <a:pt x="142" y="48"/>
                </a:cubicBezTo>
                <a:close/>
                <a:moveTo>
                  <a:pt x="78" y="15"/>
                </a:moveTo>
                <a:cubicBezTo>
                  <a:pt x="79" y="15"/>
                  <a:pt x="80" y="14"/>
                  <a:pt x="80" y="12"/>
                </a:cubicBezTo>
                <a:cubicBezTo>
                  <a:pt x="80" y="11"/>
                  <a:pt x="79" y="10"/>
                  <a:pt x="78" y="10"/>
                </a:cubicBezTo>
                <a:lnTo>
                  <a:pt x="78" y="15"/>
                </a:lnTo>
                <a:close/>
                <a:moveTo>
                  <a:pt x="78" y="10"/>
                </a:moveTo>
                <a:cubicBezTo>
                  <a:pt x="78" y="15"/>
                  <a:pt x="78" y="15"/>
                  <a:pt x="78" y="15"/>
                </a:cubicBezTo>
                <a:cubicBezTo>
                  <a:pt x="78" y="16"/>
                  <a:pt x="77" y="16"/>
                  <a:pt x="76" y="16"/>
                </a:cubicBezTo>
                <a:cubicBezTo>
                  <a:pt x="70" y="16"/>
                  <a:pt x="70" y="16"/>
                  <a:pt x="70" y="16"/>
                </a:cubicBezTo>
                <a:cubicBezTo>
                  <a:pt x="73" y="22"/>
                  <a:pt x="73" y="22"/>
                  <a:pt x="73" y="22"/>
                </a:cubicBezTo>
                <a:cubicBezTo>
                  <a:pt x="78" y="22"/>
                  <a:pt x="78" y="22"/>
                  <a:pt x="78" y="22"/>
                </a:cubicBezTo>
                <a:cubicBezTo>
                  <a:pt x="78" y="27"/>
                  <a:pt x="78" y="27"/>
                  <a:pt x="78" y="27"/>
                </a:cubicBezTo>
                <a:cubicBezTo>
                  <a:pt x="75" y="27"/>
                  <a:pt x="75" y="27"/>
                  <a:pt x="75" y="27"/>
                </a:cubicBezTo>
                <a:cubicBezTo>
                  <a:pt x="78" y="37"/>
                  <a:pt x="78" y="37"/>
                  <a:pt x="78" y="37"/>
                </a:cubicBezTo>
                <a:cubicBezTo>
                  <a:pt x="78" y="51"/>
                  <a:pt x="78" y="51"/>
                  <a:pt x="78" y="51"/>
                </a:cubicBezTo>
                <a:cubicBezTo>
                  <a:pt x="69" y="28"/>
                  <a:pt x="69" y="28"/>
                  <a:pt x="69" y="28"/>
                </a:cubicBezTo>
                <a:cubicBezTo>
                  <a:pt x="53" y="44"/>
                  <a:pt x="53" y="44"/>
                  <a:pt x="53" y="44"/>
                </a:cubicBezTo>
                <a:cubicBezTo>
                  <a:pt x="53" y="38"/>
                  <a:pt x="53" y="38"/>
                  <a:pt x="53" y="38"/>
                </a:cubicBezTo>
                <a:cubicBezTo>
                  <a:pt x="68" y="23"/>
                  <a:pt x="68" y="23"/>
                  <a:pt x="68" y="23"/>
                </a:cubicBezTo>
                <a:cubicBezTo>
                  <a:pt x="65" y="16"/>
                  <a:pt x="65" y="16"/>
                  <a:pt x="65" y="16"/>
                </a:cubicBezTo>
                <a:cubicBezTo>
                  <a:pt x="61" y="16"/>
                  <a:pt x="61" y="16"/>
                  <a:pt x="61" y="16"/>
                </a:cubicBezTo>
                <a:cubicBezTo>
                  <a:pt x="59" y="16"/>
                  <a:pt x="58" y="14"/>
                  <a:pt x="58" y="12"/>
                </a:cubicBezTo>
                <a:cubicBezTo>
                  <a:pt x="58" y="11"/>
                  <a:pt x="59" y="9"/>
                  <a:pt x="61" y="9"/>
                </a:cubicBezTo>
                <a:cubicBezTo>
                  <a:pt x="76" y="9"/>
                  <a:pt x="76" y="9"/>
                  <a:pt x="76" y="9"/>
                </a:cubicBezTo>
                <a:cubicBezTo>
                  <a:pt x="77" y="9"/>
                  <a:pt x="78" y="9"/>
                  <a:pt x="78" y="10"/>
                </a:cubicBezTo>
                <a:close/>
                <a:moveTo>
                  <a:pt x="78" y="61"/>
                </a:moveTo>
                <a:cubicBezTo>
                  <a:pt x="59" y="61"/>
                  <a:pt x="59" y="61"/>
                  <a:pt x="59" y="61"/>
                </a:cubicBezTo>
                <a:cubicBezTo>
                  <a:pt x="59" y="55"/>
                  <a:pt x="57" y="49"/>
                  <a:pt x="53" y="45"/>
                </a:cubicBezTo>
                <a:cubicBezTo>
                  <a:pt x="53" y="60"/>
                  <a:pt x="53" y="60"/>
                  <a:pt x="53" y="60"/>
                </a:cubicBezTo>
                <a:cubicBezTo>
                  <a:pt x="53" y="60"/>
                  <a:pt x="53" y="60"/>
                  <a:pt x="53" y="61"/>
                </a:cubicBezTo>
                <a:cubicBezTo>
                  <a:pt x="53" y="61"/>
                  <a:pt x="53" y="61"/>
                  <a:pt x="53" y="61"/>
                </a:cubicBezTo>
                <a:cubicBezTo>
                  <a:pt x="53" y="66"/>
                  <a:pt x="53" y="66"/>
                  <a:pt x="53" y="66"/>
                </a:cubicBezTo>
                <a:cubicBezTo>
                  <a:pt x="53" y="66"/>
                  <a:pt x="53" y="66"/>
                  <a:pt x="53" y="66"/>
                </a:cubicBezTo>
                <a:cubicBezTo>
                  <a:pt x="53" y="66"/>
                  <a:pt x="53" y="66"/>
                  <a:pt x="53" y="66"/>
                </a:cubicBezTo>
                <a:cubicBezTo>
                  <a:pt x="53" y="81"/>
                  <a:pt x="53" y="81"/>
                  <a:pt x="53" y="81"/>
                </a:cubicBezTo>
                <a:cubicBezTo>
                  <a:pt x="56" y="77"/>
                  <a:pt x="59" y="71"/>
                  <a:pt x="59" y="66"/>
                </a:cubicBezTo>
                <a:cubicBezTo>
                  <a:pt x="78" y="66"/>
                  <a:pt x="78" y="66"/>
                  <a:pt x="78" y="66"/>
                </a:cubicBezTo>
                <a:lnTo>
                  <a:pt x="78" y="61"/>
                </a:lnTo>
                <a:close/>
                <a:moveTo>
                  <a:pt x="78" y="76"/>
                </a:moveTo>
                <a:cubicBezTo>
                  <a:pt x="78" y="78"/>
                  <a:pt x="78" y="78"/>
                  <a:pt x="78" y="78"/>
                </a:cubicBezTo>
                <a:cubicBezTo>
                  <a:pt x="77" y="78"/>
                  <a:pt x="77" y="78"/>
                  <a:pt x="77" y="78"/>
                </a:cubicBezTo>
                <a:cubicBezTo>
                  <a:pt x="76" y="78"/>
                  <a:pt x="76" y="77"/>
                  <a:pt x="76" y="76"/>
                </a:cubicBezTo>
                <a:cubicBezTo>
                  <a:pt x="77" y="76"/>
                  <a:pt x="77" y="75"/>
                  <a:pt x="78" y="76"/>
                </a:cubicBezTo>
                <a:close/>
                <a:moveTo>
                  <a:pt x="53" y="38"/>
                </a:moveTo>
                <a:cubicBezTo>
                  <a:pt x="53" y="44"/>
                  <a:pt x="53" y="44"/>
                  <a:pt x="53" y="44"/>
                </a:cubicBezTo>
                <a:cubicBezTo>
                  <a:pt x="53" y="44"/>
                  <a:pt x="53" y="44"/>
                  <a:pt x="53" y="44"/>
                </a:cubicBezTo>
                <a:cubicBezTo>
                  <a:pt x="53" y="45"/>
                  <a:pt x="53" y="45"/>
                  <a:pt x="53" y="45"/>
                </a:cubicBezTo>
                <a:cubicBezTo>
                  <a:pt x="53" y="60"/>
                  <a:pt x="53" y="60"/>
                  <a:pt x="53" y="60"/>
                </a:cubicBezTo>
                <a:cubicBezTo>
                  <a:pt x="53" y="56"/>
                  <a:pt x="51" y="52"/>
                  <a:pt x="49" y="49"/>
                </a:cubicBezTo>
                <a:cubicBezTo>
                  <a:pt x="47" y="50"/>
                  <a:pt x="47" y="50"/>
                  <a:pt x="47" y="50"/>
                </a:cubicBezTo>
                <a:cubicBezTo>
                  <a:pt x="47" y="39"/>
                  <a:pt x="47" y="39"/>
                  <a:pt x="47" y="39"/>
                </a:cubicBezTo>
                <a:cubicBezTo>
                  <a:pt x="48" y="40"/>
                  <a:pt x="49" y="40"/>
                  <a:pt x="50" y="41"/>
                </a:cubicBezTo>
                <a:lnTo>
                  <a:pt x="53" y="38"/>
                </a:lnTo>
                <a:close/>
                <a:moveTo>
                  <a:pt x="53" y="61"/>
                </a:moveTo>
                <a:cubicBezTo>
                  <a:pt x="53" y="66"/>
                  <a:pt x="53" y="66"/>
                  <a:pt x="53" y="66"/>
                </a:cubicBezTo>
                <a:cubicBezTo>
                  <a:pt x="47" y="66"/>
                  <a:pt x="47" y="66"/>
                  <a:pt x="47" y="66"/>
                </a:cubicBezTo>
                <a:cubicBezTo>
                  <a:pt x="47" y="61"/>
                  <a:pt x="47" y="61"/>
                  <a:pt x="47" y="61"/>
                </a:cubicBezTo>
                <a:lnTo>
                  <a:pt x="53" y="61"/>
                </a:lnTo>
                <a:close/>
                <a:moveTo>
                  <a:pt x="53" y="66"/>
                </a:moveTo>
                <a:cubicBezTo>
                  <a:pt x="53" y="81"/>
                  <a:pt x="53" y="81"/>
                  <a:pt x="53" y="81"/>
                </a:cubicBezTo>
                <a:cubicBezTo>
                  <a:pt x="51" y="83"/>
                  <a:pt x="50" y="85"/>
                  <a:pt x="47" y="87"/>
                </a:cubicBezTo>
                <a:cubicBezTo>
                  <a:pt x="47" y="78"/>
                  <a:pt x="47" y="78"/>
                  <a:pt x="47" y="78"/>
                </a:cubicBezTo>
                <a:cubicBezTo>
                  <a:pt x="50" y="75"/>
                  <a:pt x="52" y="71"/>
                  <a:pt x="53" y="66"/>
                </a:cubicBezTo>
                <a:close/>
                <a:moveTo>
                  <a:pt x="47" y="39"/>
                </a:moveTo>
                <a:cubicBezTo>
                  <a:pt x="47" y="50"/>
                  <a:pt x="47" y="50"/>
                  <a:pt x="47" y="50"/>
                </a:cubicBezTo>
                <a:cubicBezTo>
                  <a:pt x="42" y="56"/>
                  <a:pt x="42" y="56"/>
                  <a:pt x="42" y="56"/>
                </a:cubicBezTo>
                <a:cubicBezTo>
                  <a:pt x="43" y="57"/>
                  <a:pt x="43" y="59"/>
                  <a:pt x="44" y="61"/>
                </a:cubicBezTo>
                <a:cubicBezTo>
                  <a:pt x="47" y="61"/>
                  <a:pt x="47" y="61"/>
                  <a:pt x="47" y="61"/>
                </a:cubicBezTo>
                <a:cubicBezTo>
                  <a:pt x="47" y="66"/>
                  <a:pt x="47" y="66"/>
                  <a:pt x="47" y="66"/>
                </a:cubicBezTo>
                <a:cubicBezTo>
                  <a:pt x="43" y="66"/>
                  <a:pt x="43" y="66"/>
                  <a:pt x="43" y="66"/>
                </a:cubicBezTo>
                <a:cubicBezTo>
                  <a:pt x="43" y="69"/>
                  <a:pt x="41" y="71"/>
                  <a:pt x="39" y="73"/>
                </a:cubicBezTo>
                <a:cubicBezTo>
                  <a:pt x="39" y="70"/>
                  <a:pt x="39" y="70"/>
                  <a:pt x="39" y="70"/>
                </a:cubicBezTo>
                <a:cubicBezTo>
                  <a:pt x="40" y="69"/>
                  <a:pt x="41" y="67"/>
                  <a:pt x="41" y="66"/>
                </a:cubicBezTo>
                <a:cubicBezTo>
                  <a:pt x="39" y="66"/>
                  <a:pt x="39" y="66"/>
                  <a:pt x="39" y="66"/>
                </a:cubicBezTo>
                <a:cubicBezTo>
                  <a:pt x="39" y="61"/>
                  <a:pt x="39" y="61"/>
                  <a:pt x="39" y="61"/>
                </a:cubicBezTo>
                <a:cubicBezTo>
                  <a:pt x="41" y="61"/>
                  <a:pt x="41" y="61"/>
                  <a:pt x="41" y="61"/>
                </a:cubicBezTo>
                <a:cubicBezTo>
                  <a:pt x="41" y="60"/>
                  <a:pt x="41" y="58"/>
                  <a:pt x="40" y="57"/>
                </a:cubicBezTo>
                <a:cubicBezTo>
                  <a:pt x="39" y="58"/>
                  <a:pt x="39" y="58"/>
                  <a:pt x="39" y="58"/>
                </a:cubicBezTo>
                <a:cubicBezTo>
                  <a:pt x="39" y="52"/>
                  <a:pt x="39" y="52"/>
                  <a:pt x="39" y="52"/>
                </a:cubicBezTo>
                <a:cubicBezTo>
                  <a:pt x="45" y="45"/>
                  <a:pt x="45" y="45"/>
                  <a:pt x="45" y="45"/>
                </a:cubicBezTo>
                <a:cubicBezTo>
                  <a:pt x="44" y="43"/>
                  <a:pt x="41" y="42"/>
                  <a:pt x="39" y="41"/>
                </a:cubicBezTo>
                <a:cubicBezTo>
                  <a:pt x="39" y="35"/>
                  <a:pt x="39" y="35"/>
                  <a:pt x="39" y="35"/>
                </a:cubicBezTo>
                <a:cubicBezTo>
                  <a:pt x="42" y="36"/>
                  <a:pt x="45" y="37"/>
                  <a:pt x="47" y="39"/>
                </a:cubicBezTo>
                <a:close/>
                <a:moveTo>
                  <a:pt x="47" y="78"/>
                </a:moveTo>
                <a:cubicBezTo>
                  <a:pt x="47" y="87"/>
                  <a:pt x="47" y="87"/>
                  <a:pt x="47" y="87"/>
                </a:cubicBezTo>
                <a:cubicBezTo>
                  <a:pt x="45" y="88"/>
                  <a:pt x="42" y="90"/>
                  <a:pt x="39" y="91"/>
                </a:cubicBezTo>
                <a:cubicBezTo>
                  <a:pt x="39" y="85"/>
                  <a:pt x="39" y="85"/>
                  <a:pt x="39" y="85"/>
                </a:cubicBezTo>
                <a:cubicBezTo>
                  <a:pt x="42" y="83"/>
                  <a:pt x="45" y="81"/>
                  <a:pt x="47" y="78"/>
                </a:cubicBezTo>
                <a:close/>
                <a:moveTo>
                  <a:pt x="39" y="35"/>
                </a:moveTo>
                <a:cubicBezTo>
                  <a:pt x="39" y="41"/>
                  <a:pt x="39" y="41"/>
                  <a:pt x="39" y="41"/>
                </a:cubicBezTo>
                <a:cubicBezTo>
                  <a:pt x="36" y="40"/>
                  <a:pt x="33" y="39"/>
                  <a:pt x="30" y="39"/>
                </a:cubicBezTo>
                <a:cubicBezTo>
                  <a:pt x="29" y="39"/>
                  <a:pt x="29" y="39"/>
                  <a:pt x="29" y="39"/>
                </a:cubicBezTo>
                <a:cubicBezTo>
                  <a:pt x="29" y="33"/>
                  <a:pt x="29" y="33"/>
                  <a:pt x="29" y="33"/>
                </a:cubicBezTo>
                <a:cubicBezTo>
                  <a:pt x="30" y="33"/>
                  <a:pt x="30" y="33"/>
                  <a:pt x="30" y="33"/>
                </a:cubicBezTo>
                <a:cubicBezTo>
                  <a:pt x="33" y="33"/>
                  <a:pt x="36" y="34"/>
                  <a:pt x="39" y="35"/>
                </a:cubicBezTo>
                <a:close/>
                <a:moveTo>
                  <a:pt x="39" y="52"/>
                </a:moveTo>
                <a:cubicBezTo>
                  <a:pt x="39" y="58"/>
                  <a:pt x="39" y="58"/>
                  <a:pt x="39" y="58"/>
                </a:cubicBezTo>
                <a:cubicBezTo>
                  <a:pt x="37" y="61"/>
                  <a:pt x="37" y="61"/>
                  <a:pt x="37" y="61"/>
                </a:cubicBezTo>
                <a:cubicBezTo>
                  <a:pt x="39" y="61"/>
                  <a:pt x="39" y="61"/>
                  <a:pt x="39" y="61"/>
                </a:cubicBezTo>
                <a:cubicBezTo>
                  <a:pt x="39" y="66"/>
                  <a:pt x="39" y="66"/>
                  <a:pt x="39" y="66"/>
                </a:cubicBezTo>
                <a:cubicBezTo>
                  <a:pt x="33" y="66"/>
                  <a:pt x="33" y="66"/>
                  <a:pt x="33" y="66"/>
                </a:cubicBezTo>
                <a:cubicBezTo>
                  <a:pt x="33" y="67"/>
                  <a:pt x="31" y="67"/>
                  <a:pt x="30" y="67"/>
                </a:cubicBezTo>
                <a:cubicBezTo>
                  <a:pt x="29" y="67"/>
                  <a:pt x="29" y="67"/>
                  <a:pt x="29" y="67"/>
                </a:cubicBezTo>
                <a:cubicBezTo>
                  <a:pt x="29" y="58"/>
                  <a:pt x="29" y="58"/>
                  <a:pt x="29" y="58"/>
                </a:cubicBezTo>
                <a:cubicBezTo>
                  <a:pt x="30" y="58"/>
                  <a:pt x="30" y="58"/>
                  <a:pt x="30" y="58"/>
                </a:cubicBezTo>
                <a:cubicBezTo>
                  <a:pt x="31" y="58"/>
                  <a:pt x="31" y="58"/>
                  <a:pt x="32" y="59"/>
                </a:cubicBezTo>
                <a:cubicBezTo>
                  <a:pt x="37" y="54"/>
                  <a:pt x="37" y="54"/>
                  <a:pt x="37" y="54"/>
                </a:cubicBezTo>
                <a:cubicBezTo>
                  <a:pt x="35" y="52"/>
                  <a:pt x="32" y="51"/>
                  <a:pt x="30" y="51"/>
                </a:cubicBezTo>
                <a:cubicBezTo>
                  <a:pt x="29" y="51"/>
                  <a:pt x="29" y="51"/>
                  <a:pt x="29" y="51"/>
                </a:cubicBezTo>
                <a:cubicBezTo>
                  <a:pt x="29" y="49"/>
                  <a:pt x="29" y="49"/>
                  <a:pt x="29" y="49"/>
                </a:cubicBezTo>
                <a:cubicBezTo>
                  <a:pt x="30" y="49"/>
                  <a:pt x="30" y="49"/>
                  <a:pt x="30" y="49"/>
                </a:cubicBezTo>
                <a:cubicBezTo>
                  <a:pt x="33" y="49"/>
                  <a:pt x="36" y="50"/>
                  <a:pt x="39" y="52"/>
                </a:cubicBezTo>
                <a:close/>
                <a:moveTo>
                  <a:pt x="39" y="70"/>
                </a:moveTo>
                <a:cubicBezTo>
                  <a:pt x="39" y="73"/>
                  <a:pt x="39" y="73"/>
                  <a:pt x="39" y="73"/>
                </a:cubicBezTo>
                <a:cubicBezTo>
                  <a:pt x="37" y="76"/>
                  <a:pt x="33" y="77"/>
                  <a:pt x="30" y="77"/>
                </a:cubicBezTo>
                <a:cubicBezTo>
                  <a:pt x="29" y="77"/>
                  <a:pt x="29" y="77"/>
                  <a:pt x="29" y="77"/>
                </a:cubicBezTo>
                <a:cubicBezTo>
                  <a:pt x="29" y="75"/>
                  <a:pt x="29" y="75"/>
                  <a:pt x="29" y="75"/>
                </a:cubicBezTo>
                <a:cubicBezTo>
                  <a:pt x="30" y="75"/>
                  <a:pt x="30" y="75"/>
                  <a:pt x="30" y="75"/>
                </a:cubicBezTo>
                <a:cubicBezTo>
                  <a:pt x="33" y="75"/>
                  <a:pt x="37" y="73"/>
                  <a:pt x="39" y="70"/>
                </a:cubicBezTo>
                <a:close/>
                <a:moveTo>
                  <a:pt x="39" y="85"/>
                </a:moveTo>
                <a:cubicBezTo>
                  <a:pt x="39" y="91"/>
                  <a:pt x="39" y="91"/>
                  <a:pt x="39" y="91"/>
                </a:cubicBezTo>
                <a:cubicBezTo>
                  <a:pt x="36" y="92"/>
                  <a:pt x="33" y="92"/>
                  <a:pt x="30" y="92"/>
                </a:cubicBezTo>
                <a:cubicBezTo>
                  <a:pt x="29" y="92"/>
                  <a:pt x="29" y="92"/>
                  <a:pt x="29" y="92"/>
                </a:cubicBezTo>
                <a:cubicBezTo>
                  <a:pt x="29" y="87"/>
                  <a:pt x="29" y="87"/>
                  <a:pt x="29" y="87"/>
                </a:cubicBezTo>
                <a:cubicBezTo>
                  <a:pt x="30" y="87"/>
                  <a:pt x="30" y="87"/>
                  <a:pt x="30" y="87"/>
                </a:cubicBezTo>
                <a:cubicBezTo>
                  <a:pt x="33" y="87"/>
                  <a:pt x="36" y="86"/>
                  <a:pt x="39" y="85"/>
                </a:cubicBezTo>
                <a:close/>
                <a:moveTo>
                  <a:pt x="29" y="33"/>
                </a:moveTo>
                <a:cubicBezTo>
                  <a:pt x="29" y="39"/>
                  <a:pt x="29" y="39"/>
                  <a:pt x="29" y="39"/>
                </a:cubicBezTo>
                <a:cubicBezTo>
                  <a:pt x="16" y="39"/>
                  <a:pt x="6" y="50"/>
                  <a:pt x="6" y="63"/>
                </a:cubicBezTo>
                <a:cubicBezTo>
                  <a:pt x="6" y="76"/>
                  <a:pt x="16" y="86"/>
                  <a:pt x="29" y="87"/>
                </a:cubicBezTo>
                <a:cubicBezTo>
                  <a:pt x="29" y="92"/>
                  <a:pt x="29" y="92"/>
                  <a:pt x="29" y="92"/>
                </a:cubicBezTo>
                <a:cubicBezTo>
                  <a:pt x="13" y="92"/>
                  <a:pt x="0" y="79"/>
                  <a:pt x="0" y="63"/>
                </a:cubicBezTo>
                <a:cubicBezTo>
                  <a:pt x="0" y="47"/>
                  <a:pt x="13" y="33"/>
                  <a:pt x="29" y="33"/>
                </a:cubicBezTo>
                <a:close/>
                <a:moveTo>
                  <a:pt x="29" y="49"/>
                </a:moveTo>
                <a:cubicBezTo>
                  <a:pt x="22" y="49"/>
                  <a:pt x="15" y="55"/>
                  <a:pt x="15" y="63"/>
                </a:cubicBezTo>
                <a:cubicBezTo>
                  <a:pt x="15" y="71"/>
                  <a:pt x="22" y="77"/>
                  <a:pt x="29" y="77"/>
                </a:cubicBezTo>
                <a:cubicBezTo>
                  <a:pt x="29" y="75"/>
                  <a:pt x="29" y="75"/>
                  <a:pt x="29" y="75"/>
                </a:cubicBezTo>
                <a:cubicBezTo>
                  <a:pt x="23" y="75"/>
                  <a:pt x="18" y="69"/>
                  <a:pt x="18" y="63"/>
                </a:cubicBezTo>
                <a:cubicBezTo>
                  <a:pt x="18" y="56"/>
                  <a:pt x="23" y="51"/>
                  <a:pt x="29" y="51"/>
                </a:cubicBezTo>
                <a:lnTo>
                  <a:pt x="29" y="49"/>
                </a:lnTo>
                <a:close/>
                <a:moveTo>
                  <a:pt x="29" y="58"/>
                </a:moveTo>
                <a:cubicBezTo>
                  <a:pt x="27" y="58"/>
                  <a:pt x="25" y="60"/>
                  <a:pt x="25" y="63"/>
                </a:cubicBezTo>
                <a:cubicBezTo>
                  <a:pt x="25" y="65"/>
                  <a:pt x="27" y="67"/>
                  <a:pt x="29" y="67"/>
                </a:cubicBezTo>
                <a:lnTo>
                  <a:pt x="29" y="58"/>
                </a:lnTo>
                <a:close/>
              </a:path>
            </a:pathLst>
          </a:custGeom>
          <a:solidFill>
            <a:srgbClr val="CA2C3B"/>
          </a:solidFill>
          <a:ln>
            <a:noFill/>
          </a:ln>
        </p:spPr>
        <p:txBody>
          <a:bodyPr/>
          <a:lstStyle/>
          <a:p>
            <a:endParaRPr lang="zh-CN" altLang="en-US" sz="1600"/>
          </a:p>
        </p:txBody>
      </p:sp>
      <p:sp>
        <p:nvSpPr>
          <p:cNvPr id="15" name="Freeform 14"/>
          <p:cNvSpPr>
            <a:spLocks noEditPoints="1"/>
          </p:cNvSpPr>
          <p:nvPr/>
        </p:nvSpPr>
        <p:spPr bwMode="auto">
          <a:xfrm>
            <a:off x="3900371" y="1592263"/>
            <a:ext cx="576263" cy="363538"/>
          </a:xfrm>
          <a:custGeom>
            <a:avLst/>
            <a:gdLst>
              <a:gd name="T0" fmla="*/ 144 w 176"/>
              <a:gd name="T1" fmla="*/ 26 h 111"/>
              <a:gd name="T2" fmla="*/ 113 w 176"/>
              <a:gd name="T3" fmla="*/ 70 h 111"/>
              <a:gd name="T4" fmla="*/ 81 w 176"/>
              <a:gd name="T5" fmla="*/ 82 h 111"/>
              <a:gd name="T6" fmla="*/ 82 w 176"/>
              <a:gd name="T7" fmla="*/ 82 h 111"/>
              <a:gd name="T8" fmla="*/ 82 w 176"/>
              <a:gd name="T9" fmla="*/ 81 h 111"/>
              <a:gd name="T10" fmla="*/ 82 w 176"/>
              <a:gd name="T11" fmla="*/ 81 h 111"/>
              <a:gd name="T12" fmla="*/ 83 w 176"/>
              <a:gd name="T13" fmla="*/ 81 h 111"/>
              <a:gd name="T14" fmla="*/ 83 w 176"/>
              <a:gd name="T15" fmla="*/ 81 h 111"/>
              <a:gd name="T16" fmla="*/ 83 w 176"/>
              <a:gd name="T17" fmla="*/ 81 h 111"/>
              <a:gd name="T18" fmla="*/ 84 w 176"/>
              <a:gd name="T19" fmla="*/ 81 h 111"/>
              <a:gd name="T20" fmla="*/ 84 w 176"/>
              <a:gd name="T21" fmla="*/ 81 h 111"/>
              <a:gd name="T22" fmla="*/ 84 w 176"/>
              <a:gd name="T23" fmla="*/ 81 h 111"/>
              <a:gd name="T24" fmla="*/ 84 w 176"/>
              <a:gd name="T25" fmla="*/ 81 h 111"/>
              <a:gd name="T26" fmla="*/ 97 w 176"/>
              <a:gd name="T27" fmla="*/ 82 h 111"/>
              <a:gd name="T28" fmla="*/ 84 w 176"/>
              <a:gd name="T29" fmla="*/ 98 h 111"/>
              <a:gd name="T30" fmla="*/ 83 w 176"/>
              <a:gd name="T31" fmla="*/ 98 h 111"/>
              <a:gd name="T32" fmla="*/ 81 w 176"/>
              <a:gd name="T33" fmla="*/ 97 h 111"/>
              <a:gd name="T34" fmla="*/ 79 w 176"/>
              <a:gd name="T35" fmla="*/ 97 h 111"/>
              <a:gd name="T36" fmla="*/ 79 w 176"/>
              <a:gd name="T37" fmla="*/ 97 h 111"/>
              <a:gd name="T38" fmla="*/ 78 w 176"/>
              <a:gd name="T39" fmla="*/ 97 h 111"/>
              <a:gd name="T40" fmla="*/ 78 w 176"/>
              <a:gd name="T41" fmla="*/ 97 h 111"/>
              <a:gd name="T42" fmla="*/ 78 w 176"/>
              <a:gd name="T43" fmla="*/ 97 h 111"/>
              <a:gd name="T44" fmla="*/ 77 w 176"/>
              <a:gd name="T45" fmla="*/ 97 h 111"/>
              <a:gd name="T46" fmla="*/ 77 w 176"/>
              <a:gd name="T47" fmla="*/ 97 h 111"/>
              <a:gd name="T48" fmla="*/ 77 w 176"/>
              <a:gd name="T49" fmla="*/ 97 h 111"/>
              <a:gd name="T50" fmla="*/ 77 w 176"/>
              <a:gd name="T51" fmla="*/ 97 h 111"/>
              <a:gd name="T52" fmla="*/ 76 w 176"/>
              <a:gd name="T53" fmla="*/ 96 h 111"/>
              <a:gd name="T54" fmla="*/ 76 w 176"/>
              <a:gd name="T55" fmla="*/ 96 h 111"/>
              <a:gd name="T56" fmla="*/ 75 w 176"/>
              <a:gd name="T57" fmla="*/ 96 h 111"/>
              <a:gd name="T58" fmla="*/ 75 w 176"/>
              <a:gd name="T59" fmla="*/ 96 h 111"/>
              <a:gd name="T60" fmla="*/ 75 w 176"/>
              <a:gd name="T61" fmla="*/ 96 h 111"/>
              <a:gd name="T62" fmla="*/ 74 w 176"/>
              <a:gd name="T63" fmla="*/ 96 h 111"/>
              <a:gd name="T64" fmla="*/ 74 w 176"/>
              <a:gd name="T65" fmla="*/ 95 h 111"/>
              <a:gd name="T66" fmla="*/ 74 w 176"/>
              <a:gd name="T67" fmla="*/ 95 h 111"/>
              <a:gd name="T68" fmla="*/ 73 w 176"/>
              <a:gd name="T69" fmla="*/ 95 h 111"/>
              <a:gd name="T70" fmla="*/ 73 w 176"/>
              <a:gd name="T71" fmla="*/ 94 h 111"/>
              <a:gd name="T72" fmla="*/ 72 w 176"/>
              <a:gd name="T73" fmla="*/ 93 h 111"/>
              <a:gd name="T74" fmla="*/ 72 w 176"/>
              <a:gd name="T75" fmla="*/ 93 h 111"/>
              <a:gd name="T76" fmla="*/ 72 w 176"/>
              <a:gd name="T77" fmla="*/ 93 h 111"/>
              <a:gd name="T78" fmla="*/ 71 w 176"/>
              <a:gd name="T79" fmla="*/ 92 h 111"/>
              <a:gd name="T80" fmla="*/ 71 w 176"/>
              <a:gd name="T81" fmla="*/ 92 h 111"/>
              <a:gd name="T82" fmla="*/ 71 w 176"/>
              <a:gd name="T83" fmla="*/ 91 h 111"/>
              <a:gd name="T84" fmla="*/ 71 w 176"/>
              <a:gd name="T85" fmla="*/ 90 h 111"/>
              <a:gd name="T86" fmla="*/ 71 w 176"/>
              <a:gd name="T87" fmla="*/ 90 h 111"/>
              <a:gd name="T88" fmla="*/ 71 w 176"/>
              <a:gd name="T89" fmla="*/ 89 h 111"/>
              <a:gd name="T90" fmla="*/ 71 w 176"/>
              <a:gd name="T91" fmla="*/ 88 h 111"/>
              <a:gd name="T92" fmla="*/ 71 w 176"/>
              <a:gd name="T93" fmla="*/ 87 h 111"/>
              <a:gd name="T94" fmla="*/ 72 w 176"/>
              <a:gd name="T95" fmla="*/ 76 h 111"/>
              <a:gd name="T96" fmla="*/ 39 w 176"/>
              <a:gd name="T97" fmla="*/ 57 h 111"/>
              <a:gd name="T98" fmla="*/ 41 w 176"/>
              <a:gd name="T99" fmla="*/ 57 h 111"/>
              <a:gd name="T100" fmla="*/ 30 w 176"/>
              <a:gd name="T101" fmla="*/ 107 h 111"/>
              <a:gd name="T102" fmla="*/ 39 w 176"/>
              <a:gd name="T103" fmla="*/ 103 h 111"/>
              <a:gd name="T104" fmla="*/ 30 w 176"/>
              <a:gd name="T105" fmla="*/ 61 h 111"/>
              <a:gd name="T106" fmla="*/ 39 w 176"/>
              <a:gd name="T107" fmla="*/ 57 h 111"/>
              <a:gd name="T108" fmla="*/ 39 w 176"/>
              <a:gd name="T109" fmla="*/ 57 h 111"/>
              <a:gd name="T110" fmla="*/ 29 w 176"/>
              <a:gd name="T111" fmla="*/ 107 h 111"/>
              <a:gd name="T112" fmla="*/ 30 w 176"/>
              <a:gd name="T113" fmla="*/ 76 h 111"/>
              <a:gd name="T114" fmla="*/ 29 w 176"/>
              <a:gd name="T115" fmla="*/ 61 h 111"/>
              <a:gd name="T116" fmla="*/ 30 w 176"/>
              <a:gd name="T117" fmla="*/ 61 h 111"/>
              <a:gd name="T118" fmla="*/ 21 w 176"/>
              <a:gd name="T119" fmla="*/ 110 h 111"/>
              <a:gd name="T120" fmla="*/ 26 w 176"/>
              <a:gd name="T121" fmla="*/ 75 h 111"/>
              <a:gd name="T122" fmla="*/ 24 w 176"/>
              <a:gd name="T123" fmla="*/ 64 h 111"/>
              <a:gd name="T124" fmla="*/ 29 w 176"/>
              <a:gd name="T125" fmla="*/ 6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6" h="111">
                <a:moveTo>
                  <a:pt x="99" y="38"/>
                </a:moveTo>
                <a:cubicBezTo>
                  <a:pt x="114" y="2"/>
                  <a:pt x="119" y="0"/>
                  <a:pt x="116" y="32"/>
                </a:cubicBezTo>
                <a:cubicBezTo>
                  <a:pt x="121" y="31"/>
                  <a:pt x="121" y="31"/>
                  <a:pt x="121" y="31"/>
                </a:cubicBezTo>
                <a:cubicBezTo>
                  <a:pt x="131" y="27"/>
                  <a:pt x="135" y="26"/>
                  <a:pt x="144" y="26"/>
                </a:cubicBezTo>
                <a:cubicBezTo>
                  <a:pt x="167" y="27"/>
                  <a:pt x="176" y="35"/>
                  <a:pt x="165" y="47"/>
                </a:cubicBezTo>
                <a:cubicBezTo>
                  <a:pt x="154" y="58"/>
                  <a:pt x="142" y="60"/>
                  <a:pt x="130" y="64"/>
                </a:cubicBezTo>
                <a:cubicBezTo>
                  <a:pt x="125" y="65"/>
                  <a:pt x="120" y="66"/>
                  <a:pt x="116" y="68"/>
                </a:cubicBezTo>
                <a:cubicBezTo>
                  <a:pt x="115" y="68"/>
                  <a:pt x="114" y="69"/>
                  <a:pt x="113" y="70"/>
                </a:cubicBezTo>
                <a:cubicBezTo>
                  <a:pt x="107" y="74"/>
                  <a:pt x="100" y="76"/>
                  <a:pt x="90" y="77"/>
                </a:cubicBezTo>
                <a:cubicBezTo>
                  <a:pt x="87" y="78"/>
                  <a:pt x="84" y="80"/>
                  <a:pt x="81" y="82"/>
                </a:cubicBezTo>
                <a:cubicBezTo>
                  <a:pt x="81" y="82"/>
                  <a:pt x="81" y="82"/>
                  <a:pt x="81" y="82"/>
                </a:cubicBezTo>
                <a:cubicBezTo>
                  <a:pt x="81" y="82"/>
                  <a:pt x="81" y="82"/>
                  <a:pt x="81" y="82"/>
                </a:cubicBezTo>
                <a:cubicBezTo>
                  <a:pt x="82" y="82"/>
                  <a:pt x="82" y="82"/>
                  <a:pt x="82" y="82"/>
                </a:cubicBezTo>
                <a:cubicBezTo>
                  <a:pt x="82" y="82"/>
                  <a:pt x="82" y="82"/>
                  <a:pt x="82" y="82"/>
                </a:cubicBezTo>
                <a:cubicBezTo>
                  <a:pt x="82" y="82"/>
                  <a:pt x="82" y="82"/>
                  <a:pt x="82" y="82"/>
                </a:cubicBezTo>
                <a:cubicBezTo>
                  <a:pt x="82" y="82"/>
                  <a:pt x="82" y="82"/>
                  <a:pt x="82" y="82"/>
                </a:cubicBezTo>
                <a:cubicBezTo>
                  <a:pt x="82" y="82"/>
                  <a:pt x="82" y="82"/>
                  <a:pt x="82" y="82"/>
                </a:cubicBezTo>
                <a:cubicBezTo>
                  <a:pt x="82" y="82"/>
                  <a:pt x="82" y="82"/>
                  <a:pt x="82" y="82"/>
                </a:cubicBezTo>
                <a:cubicBezTo>
                  <a:pt x="82" y="81"/>
                  <a:pt x="82" y="81"/>
                  <a:pt x="82" y="81"/>
                </a:cubicBezTo>
                <a:cubicBezTo>
                  <a:pt x="82" y="81"/>
                  <a:pt x="82" y="81"/>
                  <a:pt x="82" y="81"/>
                </a:cubicBezTo>
                <a:cubicBezTo>
                  <a:pt x="82" y="81"/>
                  <a:pt x="82" y="81"/>
                  <a:pt x="82" y="81"/>
                </a:cubicBezTo>
                <a:cubicBezTo>
                  <a:pt x="82" y="81"/>
                  <a:pt x="82" y="81"/>
                  <a:pt x="82" y="81"/>
                </a:cubicBezTo>
                <a:cubicBezTo>
                  <a:pt x="82" y="81"/>
                  <a:pt x="82" y="81"/>
                  <a:pt x="82" y="81"/>
                </a:cubicBezTo>
                <a:cubicBezTo>
                  <a:pt x="82" y="81"/>
                  <a:pt x="82" y="81"/>
                  <a:pt x="82" y="81"/>
                </a:cubicBezTo>
                <a:cubicBezTo>
                  <a:pt x="82" y="81"/>
                  <a:pt x="82" y="81"/>
                  <a:pt x="82" y="81"/>
                </a:cubicBezTo>
                <a:cubicBezTo>
                  <a:pt x="82" y="81"/>
                  <a:pt x="82" y="81"/>
                  <a:pt x="82" y="81"/>
                </a:cubicBezTo>
                <a:cubicBezTo>
                  <a:pt x="83" y="81"/>
                  <a:pt x="83" y="81"/>
                  <a:pt x="83" y="81"/>
                </a:cubicBezTo>
                <a:cubicBezTo>
                  <a:pt x="83" y="81"/>
                  <a:pt x="83" y="81"/>
                  <a:pt x="83" y="81"/>
                </a:cubicBezTo>
                <a:cubicBezTo>
                  <a:pt x="83" y="81"/>
                  <a:pt x="83" y="81"/>
                  <a:pt x="83" y="81"/>
                </a:cubicBezTo>
                <a:cubicBezTo>
                  <a:pt x="83" y="81"/>
                  <a:pt x="83" y="81"/>
                  <a:pt x="83" y="81"/>
                </a:cubicBezTo>
                <a:cubicBezTo>
                  <a:pt x="83" y="81"/>
                  <a:pt x="83" y="81"/>
                  <a:pt x="83" y="81"/>
                </a:cubicBezTo>
                <a:cubicBezTo>
                  <a:pt x="83" y="81"/>
                  <a:pt x="83" y="81"/>
                  <a:pt x="83" y="81"/>
                </a:cubicBezTo>
                <a:cubicBezTo>
                  <a:pt x="83" y="81"/>
                  <a:pt x="83" y="81"/>
                  <a:pt x="83" y="81"/>
                </a:cubicBezTo>
                <a:cubicBezTo>
                  <a:pt x="83" y="81"/>
                  <a:pt x="83" y="81"/>
                  <a:pt x="83" y="81"/>
                </a:cubicBezTo>
                <a:cubicBezTo>
                  <a:pt x="83" y="81"/>
                  <a:pt x="83" y="81"/>
                  <a:pt x="83" y="81"/>
                </a:cubicBezTo>
                <a:cubicBezTo>
                  <a:pt x="83" y="81"/>
                  <a:pt x="83" y="81"/>
                  <a:pt x="83" y="81"/>
                </a:cubicBezTo>
                <a:cubicBezTo>
                  <a:pt x="83" y="81"/>
                  <a:pt x="83" y="81"/>
                  <a:pt x="83"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4" y="81"/>
                  <a:pt x="84" y="81"/>
                  <a:pt x="84" y="81"/>
                </a:cubicBezTo>
                <a:cubicBezTo>
                  <a:pt x="88" y="81"/>
                  <a:pt x="92" y="81"/>
                  <a:pt x="97" y="82"/>
                </a:cubicBezTo>
                <a:cubicBezTo>
                  <a:pt x="97" y="82"/>
                  <a:pt x="97" y="82"/>
                  <a:pt x="97" y="82"/>
                </a:cubicBezTo>
                <a:cubicBezTo>
                  <a:pt x="99" y="82"/>
                  <a:pt x="102" y="84"/>
                  <a:pt x="103" y="88"/>
                </a:cubicBezTo>
                <a:cubicBezTo>
                  <a:pt x="104" y="92"/>
                  <a:pt x="103" y="96"/>
                  <a:pt x="101" y="96"/>
                </a:cubicBezTo>
                <a:cubicBezTo>
                  <a:pt x="100" y="96"/>
                  <a:pt x="100" y="96"/>
                  <a:pt x="100" y="96"/>
                </a:cubicBezTo>
                <a:cubicBezTo>
                  <a:pt x="93" y="97"/>
                  <a:pt x="88" y="98"/>
                  <a:pt x="84"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2" y="98"/>
                  <a:pt x="82" y="97"/>
                </a:cubicBezTo>
                <a:cubicBezTo>
                  <a:pt x="82" y="97"/>
                  <a:pt x="82" y="97"/>
                  <a:pt x="82" y="97"/>
                </a:cubicBezTo>
                <a:cubicBezTo>
                  <a:pt x="81" y="97"/>
                  <a:pt x="81" y="97"/>
                  <a:pt x="81" y="97"/>
                </a:cubicBezTo>
                <a:cubicBezTo>
                  <a:pt x="80" y="97"/>
                  <a:pt x="80" y="97"/>
                  <a:pt x="80" y="97"/>
                </a:cubicBezTo>
                <a:cubicBezTo>
                  <a:pt x="80" y="97"/>
                  <a:pt x="80" y="97"/>
                  <a:pt x="80" y="97"/>
                </a:cubicBezTo>
                <a:cubicBezTo>
                  <a:pt x="80" y="97"/>
                  <a:pt x="80" y="97"/>
                  <a:pt x="80" y="97"/>
                </a:cubicBezTo>
                <a:cubicBezTo>
                  <a:pt x="80" y="97"/>
                  <a:pt x="79" y="97"/>
                  <a:pt x="79" y="97"/>
                </a:cubicBezTo>
                <a:cubicBezTo>
                  <a:pt x="79" y="97"/>
                  <a:pt x="79" y="97"/>
                  <a:pt x="79" y="97"/>
                </a:cubicBezTo>
                <a:cubicBezTo>
                  <a:pt x="79" y="97"/>
                  <a:pt x="79" y="97"/>
                  <a:pt x="79" y="97"/>
                </a:cubicBezTo>
                <a:cubicBezTo>
                  <a:pt x="79" y="97"/>
                  <a:pt x="79" y="97"/>
                  <a:pt x="79" y="97"/>
                </a:cubicBezTo>
                <a:cubicBezTo>
                  <a:pt x="79" y="97"/>
                  <a:pt x="79" y="97"/>
                  <a:pt x="79"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8" y="97"/>
                  <a:pt x="78" y="97"/>
                  <a:pt x="78"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7" y="97"/>
                  <a:pt x="77" y="97"/>
                  <a:pt x="77" y="97"/>
                </a:cubicBezTo>
                <a:cubicBezTo>
                  <a:pt x="76" y="96"/>
                  <a:pt x="76" y="96"/>
                  <a:pt x="76" y="96"/>
                </a:cubicBezTo>
                <a:cubicBezTo>
                  <a:pt x="76" y="96"/>
                  <a:pt x="76" y="96"/>
                  <a:pt x="76" y="96"/>
                </a:cubicBezTo>
                <a:cubicBezTo>
                  <a:pt x="76" y="96"/>
                  <a:pt x="76" y="96"/>
                  <a:pt x="76" y="96"/>
                </a:cubicBezTo>
                <a:cubicBezTo>
                  <a:pt x="76" y="96"/>
                  <a:pt x="76" y="96"/>
                  <a:pt x="76" y="96"/>
                </a:cubicBezTo>
                <a:cubicBezTo>
                  <a:pt x="76" y="96"/>
                  <a:pt x="76" y="96"/>
                  <a:pt x="76" y="96"/>
                </a:cubicBezTo>
                <a:cubicBezTo>
                  <a:pt x="76" y="96"/>
                  <a:pt x="76" y="96"/>
                  <a:pt x="76" y="96"/>
                </a:cubicBezTo>
                <a:cubicBezTo>
                  <a:pt x="76" y="96"/>
                  <a:pt x="76" y="96"/>
                  <a:pt x="76" y="96"/>
                </a:cubicBezTo>
                <a:cubicBezTo>
                  <a:pt x="76" y="96"/>
                  <a:pt x="76" y="96"/>
                  <a:pt x="76" y="96"/>
                </a:cubicBezTo>
                <a:cubicBezTo>
                  <a:pt x="76" y="96"/>
                  <a:pt x="76" y="96"/>
                  <a:pt x="76" y="96"/>
                </a:cubicBezTo>
                <a:cubicBezTo>
                  <a:pt x="76" y="96"/>
                  <a:pt x="76" y="96"/>
                  <a:pt x="76"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5" y="96"/>
                  <a:pt x="75" y="96"/>
                  <a:pt x="75" y="96"/>
                </a:cubicBezTo>
                <a:cubicBezTo>
                  <a:pt x="74" y="96"/>
                  <a:pt x="74" y="96"/>
                  <a:pt x="74" y="96"/>
                </a:cubicBezTo>
                <a:cubicBezTo>
                  <a:pt x="74" y="96"/>
                  <a:pt x="74" y="96"/>
                  <a:pt x="74" y="96"/>
                </a:cubicBezTo>
                <a:cubicBezTo>
                  <a:pt x="74" y="95"/>
                  <a:pt x="74" y="95"/>
                  <a:pt x="74" y="95"/>
                </a:cubicBezTo>
                <a:cubicBezTo>
                  <a:pt x="74" y="95"/>
                  <a:pt x="74" y="95"/>
                  <a:pt x="74" y="95"/>
                </a:cubicBezTo>
                <a:cubicBezTo>
                  <a:pt x="74" y="95"/>
                  <a:pt x="74" y="95"/>
                  <a:pt x="74" y="95"/>
                </a:cubicBezTo>
                <a:cubicBezTo>
                  <a:pt x="74" y="95"/>
                  <a:pt x="74" y="95"/>
                  <a:pt x="74" y="95"/>
                </a:cubicBezTo>
                <a:cubicBezTo>
                  <a:pt x="74" y="95"/>
                  <a:pt x="74" y="95"/>
                  <a:pt x="74" y="95"/>
                </a:cubicBezTo>
                <a:cubicBezTo>
                  <a:pt x="74" y="95"/>
                  <a:pt x="74" y="95"/>
                  <a:pt x="74" y="95"/>
                </a:cubicBezTo>
                <a:cubicBezTo>
                  <a:pt x="74" y="95"/>
                  <a:pt x="74" y="95"/>
                  <a:pt x="74" y="95"/>
                </a:cubicBezTo>
                <a:cubicBezTo>
                  <a:pt x="74" y="95"/>
                  <a:pt x="74" y="95"/>
                  <a:pt x="74" y="95"/>
                </a:cubicBezTo>
                <a:cubicBezTo>
                  <a:pt x="73" y="95"/>
                  <a:pt x="73" y="95"/>
                  <a:pt x="73" y="95"/>
                </a:cubicBezTo>
                <a:cubicBezTo>
                  <a:pt x="73" y="95"/>
                  <a:pt x="73" y="95"/>
                  <a:pt x="73" y="95"/>
                </a:cubicBezTo>
                <a:cubicBezTo>
                  <a:pt x="73" y="95"/>
                  <a:pt x="73" y="95"/>
                  <a:pt x="73" y="95"/>
                </a:cubicBezTo>
                <a:cubicBezTo>
                  <a:pt x="73" y="95"/>
                  <a:pt x="73" y="95"/>
                  <a:pt x="73" y="95"/>
                </a:cubicBezTo>
                <a:cubicBezTo>
                  <a:pt x="73" y="95"/>
                  <a:pt x="73" y="95"/>
                  <a:pt x="73" y="95"/>
                </a:cubicBezTo>
                <a:cubicBezTo>
                  <a:pt x="73" y="95"/>
                  <a:pt x="73" y="95"/>
                  <a:pt x="73" y="95"/>
                </a:cubicBezTo>
                <a:cubicBezTo>
                  <a:pt x="73" y="94"/>
                  <a:pt x="73" y="94"/>
                  <a:pt x="73" y="94"/>
                </a:cubicBezTo>
                <a:cubicBezTo>
                  <a:pt x="72" y="94"/>
                  <a:pt x="72" y="94"/>
                  <a:pt x="72" y="94"/>
                </a:cubicBezTo>
                <a:cubicBezTo>
                  <a:pt x="72" y="94"/>
                  <a:pt x="72" y="94"/>
                  <a:pt x="72" y="94"/>
                </a:cubicBezTo>
                <a:cubicBezTo>
                  <a:pt x="72" y="94"/>
                  <a:pt x="72" y="94"/>
                  <a:pt x="72" y="94"/>
                </a:cubicBezTo>
                <a:cubicBezTo>
                  <a:pt x="72" y="93"/>
                  <a:pt x="72" y="93"/>
                  <a:pt x="72" y="93"/>
                </a:cubicBezTo>
                <a:cubicBezTo>
                  <a:pt x="72" y="93"/>
                  <a:pt x="72" y="93"/>
                  <a:pt x="72" y="93"/>
                </a:cubicBezTo>
                <a:cubicBezTo>
                  <a:pt x="72" y="93"/>
                  <a:pt x="72" y="93"/>
                  <a:pt x="72" y="93"/>
                </a:cubicBezTo>
                <a:cubicBezTo>
                  <a:pt x="72" y="93"/>
                  <a:pt x="72" y="93"/>
                  <a:pt x="72" y="93"/>
                </a:cubicBezTo>
                <a:cubicBezTo>
                  <a:pt x="72" y="93"/>
                  <a:pt x="72" y="93"/>
                  <a:pt x="72" y="93"/>
                </a:cubicBezTo>
                <a:cubicBezTo>
                  <a:pt x="72" y="93"/>
                  <a:pt x="72" y="93"/>
                  <a:pt x="72" y="93"/>
                </a:cubicBezTo>
                <a:cubicBezTo>
                  <a:pt x="72" y="93"/>
                  <a:pt x="72" y="93"/>
                  <a:pt x="72" y="93"/>
                </a:cubicBezTo>
                <a:cubicBezTo>
                  <a:pt x="72" y="93"/>
                  <a:pt x="72" y="93"/>
                  <a:pt x="72" y="93"/>
                </a:cubicBezTo>
                <a:cubicBezTo>
                  <a:pt x="72" y="93"/>
                  <a:pt x="72" y="93"/>
                  <a:pt x="72" y="93"/>
                </a:cubicBezTo>
                <a:cubicBezTo>
                  <a:pt x="72" y="93"/>
                  <a:pt x="72" y="93"/>
                  <a:pt x="72" y="93"/>
                </a:cubicBezTo>
                <a:cubicBezTo>
                  <a:pt x="71" y="93"/>
                  <a:pt x="71" y="93"/>
                  <a:pt x="71" y="93"/>
                </a:cubicBezTo>
                <a:cubicBezTo>
                  <a:pt x="71" y="93"/>
                  <a:pt x="71" y="93"/>
                  <a:pt x="71" y="93"/>
                </a:cubicBezTo>
                <a:cubicBezTo>
                  <a:pt x="71" y="92"/>
                  <a:pt x="71" y="92"/>
                  <a:pt x="71" y="92"/>
                </a:cubicBezTo>
                <a:cubicBezTo>
                  <a:pt x="71" y="92"/>
                  <a:pt x="71" y="92"/>
                  <a:pt x="71" y="92"/>
                </a:cubicBezTo>
                <a:cubicBezTo>
                  <a:pt x="71" y="92"/>
                  <a:pt x="71" y="92"/>
                  <a:pt x="71" y="92"/>
                </a:cubicBezTo>
                <a:cubicBezTo>
                  <a:pt x="71" y="92"/>
                  <a:pt x="71" y="92"/>
                  <a:pt x="71" y="92"/>
                </a:cubicBezTo>
                <a:cubicBezTo>
                  <a:pt x="71" y="92"/>
                  <a:pt x="71" y="92"/>
                  <a:pt x="71" y="92"/>
                </a:cubicBezTo>
                <a:cubicBezTo>
                  <a:pt x="71" y="92"/>
                  <a:pt x="71" y="92"/>
                  <a:pt x="71" y="92"/>
                </a:cubicBezTo>
                <a:cubicBezTo>
                  <a:pt x="71" y="91"/>
                  <a:pt x="71" y="91"/>
                  <a:pt x="71" y="91"/>
                </a:cubicBezTo>
                <a:cubicBezTo>
                  <a:pt x="71" y="91"/>
                  <a:pt x="71" y="91"/>
                  <a:pt x="71" y="91"/>
                </a:cubicBezTo>
                <a:cubicBezTo>
                  <a:pt x="71" y="91"/>
                  <a:pt x="71" y="91"/>
                  <a:pt x="71" y="91"/>
                </a:cubicBezTo>
                <a:cubicBezTo>
                  <a:pt x="71" y="91"/>
                  <a:pt x="71" y="91"/>
                  <a:pt x="71" y="91"/>
                </a:cubicBezTo>
                <a:cubicBezTo>
                  <a:pt x="71" y="91"/>
                  <a:pt x="71" y="91"/>
                  <a:pt x="71" y="91"/>
                </a:cubicBezTo>
                <a:cubicBezTo>
                  <a:pt x="71" y="91"/>
                  <a:pt x="71" y="91"/>
                  <a:pt x="71" y="91"/>
                </a:cubicBezTo>
                <a:cubicBezTo>
                  <a:pt x="71" y="90"/>
                  <a:pt x="71" y="90"/>
                  <a:pt x="71" y="90"/>
                </a:cubicBezTo>
                <a:cubicBezTo>
                  <a:pt x="71" y="90"/>
                  <a:pt x="71" y="90"/>
                  <a:pt x="71" y="90"/>
                </a:cubicBezTo>
                <a:cubicBezTo>
                  <a:pt x="71" y="90"/>
                  <a:pt x="71" y="90"/>
                  <a:pt x="71" y="90"/>
                </a:cubicBezTo>
                <a:cubicBezTo>
                  <a:pt x="71" y="90"/>
                  <a:pt x="71" y="90"/>
                  <a:pt x="71" y="90"/>
                </a:cubicBezTo>
                <a:cubicBezTo>
                  <a:pt x="71" y="90"/>
                  <a:pt x="71" y="90"/>
                  <a:pt x="71" y="90"/>
                </a:cubicBezTo>
                <a:cubicBezTo>
                  <a:pt x="71" y="90"/>
                  <a:pt x="71" y="90"/>
                  <a:pt x="71" y="90"/>
                </a:cubicBezTo>
                <a:cubicBezTo>
                  <a:pt x="71" y="89"/>
                  <a:pt x="71" y="89"/>
                  <a:pt x="71" y="89"/>
                </a:cubicBezTo>
                <a:cubicBezTo>
                  <a:pt x="71" y="89"/>
                  <a:pt x="71" y="89"/>
                  <a:pt x="71" y="89"/>
                </a:cubicBezTo>
                <a:cubicBezTo>
                  <a:pt x="71" y="89"/>
                  <a:pt x="71" y="89"/>
                  <a:pt x="71" y="89"/>
                </a:cubicBezTo>
                <a:cubicBezTo>
                  <a:pt x="71" y="89"/>
                  <a:pt x="71" y="89"/>
                  <a:pt x="71" y="89"/>
                </a:cubicBezTo>
                <a:cubicBezTo>
                  <a:pt x="71" y="88"/>
                  <a:pt x="71" y="88"/>
                  <a:pt x="71" y="88"/>
                </a:cubicBezTo>
                <a:cubicBezTo>
                  <a:pt x="71" y="88"/>
                  <a:pt x="71" y="88"/>
                  <a:pt x="71" y="88"/>
                </a:cubicBezTo>
                <a:cubicBezTo>
                  <a:pt x="71" y="88"/>
                  <a:pt x="71" y="88"/>
                  <a:pt x="71" y="88"/>
                </a:cubicBezTo>
                <a:cubicBezTo>
                  <a:pt x="71" y="88"/>
                  <a:pt x="71" y="88"/>
                  <a:pt x="71" y="88"/>
                </a:cubicBezTo>
                <a:cubicBezTo>
                  <a:pt x="71" y="88"/>
                  <a:pt x="71" y="88"/>
                  <a:pt x="71" y="88"/>
                </a:cubicBezTo>
                <a:cubicBezTo>
                  <a:pt x="71" y="88"/>
                  <a:pt x="71" y="88"/>
                  <a:pt x="71" y="88"/>
                </a:cubicBezTo>
                <a:cubicBezTo>
                  <a:pt x="71" y="87"/>
                  <a:pt x="71" y="87"/>
                  <a:pt x="71" y="87"/>
                </a:cubicBezTo>
                <a:cubicBezTo>
                  <a:pt x="72" y="87"/>
                  <a:pt x="73" y="86"/>
                  <a:pt x="74" y="86"/>
                </a:cubicBezTo>
                <a:cubicBezTo>
                  <a:pt x="61" y="93"/>
                  <a:pt x="49" y="98"/>
                  <a:pt x="39" y="103"/>
                </a:cubicBezTo>
                <a:cubicBezTo>
                  <a:pt x="39" y="96"/>
                  <a:pt x="39" y="96"/>
                  <a:pt x="39" y="96"/>
                </a:cubicBezTo>
                <a:cubicBezTo>
                  <a:pt x="52" y="88"/>
                  <a:pt x="63" y="82"/>
                  <a:pt x="72" y="76"/>
                </a:cubicBezTo>
                <a:cubicBezTo>
                  <a:pt x="59" y="78"/>
                  <a:pt x="48" y="78"/>
                  <a:pt x="39" y="77"/>
                </a:cubicBezTo>
                <a:cubicBezTo>
                  <a:pt x="39" y="57"/>
                  <a:pt x="39" y="57"/>
                  <a:pt x="39" y="57"/>
                </a:cubicBezTo>
                <a:cubicBezTo>
                  <a:pt x="40" y="57"/>
                  <a:pt x="40" y="57"/>
                  <a:pt x="40" y="57"/>
                </a:cubicBezTo>
                <a:cubicBezTo>
                  <a:pt x="39" y="57"/>
                  <a:pt x="39" y="57"/>
                  <a:pt x="39" y="57"/>
                </a:cubicBezTo>
                <a:cubicBezTo>
                  <a:pt x="39" y="52"/>
                  <a:pt x="39" y="52"/>
                  <a:pt x="39" y="52"/>
                </a:cubicBezTo>
                <a:cubicBezTo>
                  <a:pt x="40" y="51"/>
                  <a:pt x="40" y="50"/>
                  <a:pt x="41" y="49"/>
                </a:cubicBezTo>
                <a:cubicBezTo>
                  <a:pt x="45" y="49"/>
                  <a:pt x="45" y="51"/>
                  <a:pt x="42" y="57"/>
                </a:cubicBezTo>
                <a:cubicBezTo>
                  <a:pt x="41" y="57"/>
                  <a:pt x="41" y="57"/>
                  <a:pt x="41" y="57"/>
                </a:cubicBezTo>
                <a:cubicBezTo>
                  <a:pt x="41" y="57"/>
                  <a:pt x="41" y="57"/>
                  <a:pt x="41" y="57"/>
                </a:cubicBezTo>
                <a:cubicBezTo>
                  <a:pt x="60" y="50"/>
                  <a:pt x="80" y="44"/>
                  <a:pt x="99" y="38"/>
                </a:cubicBezTo>
                <a:close/>
                <a:moveTo>
                  <a:pt x="39" y="103"/>
                </a:moveTo>
                <a:cubicBezTo>
                  <a:pt x="36" y="104"/>
                  <a:pt x="33" y="105"/>
                  <a:pt x="30" y="107"/>
                </a:cubicBezTo>
                <a:cubicBezTo>
                  <a:pt x="30" y="101"/>
                  <a:pt x="30" y="101"/>
                  <a:pt x="30" y="101"/>
                </a:cubicBezTo>
                <a:cubicBezTo>
                  <a:pt x="31" y="100"/>
                  <a:pt x="31" y="100"/>
                  <a:pt x="31" y="100"/>
                </a:cubicBezTo>
                <a:cubicBezTo>
                  <a:pt x="34" y="99"/>
                  <a:pt x="37" y="97"/>
                  <a:pt x="39" y="96"/>
                </a:cubicBezTo>
                <a:lnTo>
                  <a:pt x="39" y="103"/>
                </a:lnTo>
                <a:close/>
                <a:moveTo>
                  <a:pt x="39" y="77"/>
                </a:moveTo>
                <a:cubicBezTo>
                  <a:pt x="36" y="77"/>
                  <a:pt x="33" y="77"/>
                  <a:pt x="31" y="76"/>
                </a:cubicBezTo>
                <a:cubicBezTo>
                  <a:pt x="30" y="76"/>
                  <a:pt x="30" y="76"/>
                  <a:pt x="30" y="76"/>
                </a:cubicBezTo>
                <a:cubicBezTo>
                  <a:pt x="30" y="61"/>
                  <a:pt x="30" y="61"/>
                  <a:pt x="30" y="61"/>
                </a:cubicBezTo>
                <a:cubicBezTo>
                  <a:pt x="30" y="61"/>
                  <a:pt x="30" y="61"/>
                  <a:pt x="30" y="61"/>
                </a:cubicBezTo>
                <a:cubicBezTo>
                  <a:pt x="30" y="61"/>
                  <a:pt x="30" y="61"/>
                  <a:pt x="30" y="61"/>
                </a:cubicBezTo>
                <a:cubicBezTo>
                  <a:pt x="30" y="53"/>
                  <a:pt x="30" y="53"/>
                  <a:pt x="30" y="53"/>
                </a:cubicBezTo>
                <a:cubicBezTo>
                  <a:pt x="33" y="55"/>
                  <a:pt x="36" y="56"/>
                  <a:pt x="39" y="57"/>
                </a:cubicBezTo>
                <a:cubicBezTo>
                  <a:pt x="38" y="56"/>
                  <a:pt x="37" y="56"/>
                  <a:pt x="36" y="56"/>
                </a:cubicBezTo>
                <a:cubicBezTo>
                  <a:pt x="37" y="54"/>
                  <a:pt x="38" y="53"/>
                  <a:pt x="39" y="52"/>
                </a:cubicBezTo>
                <a:cubicBezTo>
                  <a:pt x="39" y="57"/>
                  <a:pt x="39" y="57"/>
                  <a:pt x="39" y="57"/>
                </a:cubicBezTo>
                <a:cubicBezTo>
                  <a:pt x="39" y="57"/>
                  <a:pt x="39" y="57"/>
                  <a:pt x="39" y="57"/>
                </a:cubicBezTo>
                <a:cubicBezTo>
                  <a:pt x="39" y="57"/>
                  <a:pt x="39" y="57"/>
                  <a:pt x="39" y="57"/>
                </a:cubicBezTo>
                <a:lnTo>
                  <a:pt x="39" y="77"/>
                </a:lnTo>
                <a:close/>
                <a:moveTo>
                  <a:pt x="30" y="107"/>
                </a:moveTo>
                <a:cubicBezTo>
                  <a:pt x="29" y="107"/>
                  <a:pt x="29" y="107"/>
                  <a:pt x="29" y="107"/>
                </a:cubicBezTo>
                <a:cubicBezTo>
                  <a:pt x="29" y="102"/>
                  <a:pt x="29" y="102"/>
                  <a:pt x="29" y="102"/>
                </a:cubicBezTo>
                <a:cubicBezTo>
                  <a:pt x="30" y="101"/>
                  <a:pt x="30" y="101"/>
                  <a:pt x="30" y="101"/>
                </a:cubicBezTo>
                <a:lnTo>
                  <a:pt x="30" y="107"/>
                </a:lnTo>
                <a:close/>
                <a:moveTo>
                  <a:pt x="30" y="76"/>
                </a:moveTo>
                <a:cubicBezTo>
                  <a:pt x="30" y="76"/>
                  <a:pt x="29" y="76"/>
                  <a:pt x="29" y="76"/>
                </a:cubicBezTo>
                <a:cubicBezTo>
                  <a:pt x="29" y="61"/>
                  <a:pt x="29" y="61"/>
                  <a:pt x="29" y="61"/>
                </a:cubicBezTo>
                <a:cubicBezTo>
                  <a:pt x="29" y="61"/>
                  <a:pt x="29" y="61"/>
                  <a:pt x="29" y="61"/>
                </a:cubicBezTo>
                <a:cubicBezTo>
                  <a:pt x="29" y="61"/>
                  <a:pt x="29" y="61"/>
                  <a:pt x="29" y="61"/>
                </a:cubicBezTo>
                <a:cubicBezTo>
                  <a:pt x="29" y="52"/>
                  <a:pt x="29" y="52"/>
                  <a:pt x="29" y="52"/>
                </a:cubicBezTo>
                <a:cubicBezTo>
                  <a:pt x="29" y="53"/>
                  <a:pt x="30" y="53"/>
                  <a:pt x="30" y="53"/>
                </a:cubicBezTo>
                <a:cubicBezTo>
                  <a:pt x="30" y="61"/>
                  <a:pt x="30" y="61"/>
                  <a:pt x="30" y="61"/>
                </a:cubicBezTo>
                <a:cubicBezTo>
                  <a:pt x="30" y="61"/>
                  <a:pt x="30" y="61"/>
                  <a:pt x="30" y="61"/>
                </a:cubicBezTo>
                <a:cubicBezTo>
                  <a:pt x="30" y="61"/>
                  <a:pt x="30" y="61"/>
                  <a:pt x="30" y="61"/>
                </a:cubicBezTo>
                <a:lnTo>
                  <a:pt x="30" y="76"/>
                </a:lnTo>
                <a:close/>
                <a:moveTo>
                  <a:pt x="29" y="107"/>
                </a:moveTo>
                <a:cubicBezTo>
                  <a:pt x="26" y="108"/>
                  <a:pt x="24" y="109"/>
                  <a:pt x="21" y="110"/>
                </a:cubicBezTo>
                <a:cubicBezTo>
                  <a:pt x="15" y="111"/>
                  <a:pt x="18" y="108"/>
                  <a:pt x="29" y="102"/>
                </a:cubicBezTo>
                <a:lnTo>
                  <a:pt x="29" y="107"/>
                </a:lnTo>
                <a:close/>
                <a:moveTo>
                  <a:pt x="29" y="76"/>
                </a:moveTo>
                <a:cubicBezTo>
                  <a:pt x="28" y="76"/>
                  <a:pt x="27" y="75"/>
                  <a:pt x="26" y="75"/>
                </a:cubicBezTo>
                <a:cubicBezTo>
                  <a:pt x="4" y="87"/>
                  <a:pt x="3" y="86"/>
                  <a:pt x="22" y="73"/>
                </a:cubicBezTo>
                <a:cubicBezTo>
                  <a:pt x="20" y="70"/>
                  <a:pt x="21" y="67"/>
                  <a:pt x="25" y="64"/>
                </a:cubicBezTo>
                <a:cubicBezTo>
                  <a:pt x="25" y="64"/>
                  <a:pt x="25" y="64"/>
                  <a:pt x="25" y="64"/>
                </a:cubicBezTo>
                <a:cubicBezTo>
                  <a:pt x="24" y="64"/>
                  <a:pt x="24" y="64"/>
                  <a:pt x="24" y="64"/>
                </a:cubicBezTo>
                <a:cubicBezTo>
                  <a:pt x="19" y="58"/>
                  <a:pt x="11" y="50"/>
                  <a:pt x="0" y="38"/>
                </a:cubicBezTo>
                <a:cubicBezTo>
                  <a:pt x="4" y="35"/>
                  <a:pt x="9" y="36"/>
                  <a:pt x="13" y="39"/>
                </a:cubicBezTo>
                <a:cubicBezTo>
                  <a:pt x="19" y="45"/>
                  <a:pt x="24" y="49"/>
                  <a:pt x="29" y="52"/>
                </a:cubicBezTo>
                <a:cubicBezTo>
                  <a:pt x="29" y="61"/>
                  <a:pt x="29" y="61"/>
                  <a:pt x="29" y="61"/>
                </a:cubicBezTo>
                <a:cubicBezTo>
                  <a:pt x="29" y="62"/>
                  <a:pt x="29" y="62"/>
                  <a:pt x="29" y="62"/>
                </a:cubicBezTo>
                <a:cubicBezTo>
                  <a:pt x="29" y="61"/>
                  <a:pt x="29" y="61"/>
                  <a:pt x="29" y="61"/>
                </a:cubicBezTo>
                <a:lnTo>
                  <a:pt x="29" y="76"/>
                </a:lnTo>
                <a:close/>
              </a:path>
            </a:pathLst>
          </a:custGeom>
          <a:solidFill>
            <a:srgbClr val="CA2C3B"/>
          </a:solidFill>
          <a:ln>
            <a:noFill/>
          </a:ln>
        </p:spPr>
        <p:txBody>
          <a:bodyPr/>
          <a:lstStyle/>
          <a:p>
            <a:endParaRPr lang="zh-CN" altLang="en-US" sz="1600"/>
          </a:p>
        </p:txBody>
      </p:sp>
      <p:sp>
        <p:nvSpPr>
          <p:cNvPr id="16" name="Freeform 15"/>
          <p:cNvSpPr>
            <a:spLocks/>
          </p:cNvSpPr>
          <p:nvPr/>
        </p:nvSpPr>
        <p:spPr bwMode="auto">
          <a:xfrm>
            <a:off x="4359157" y="1693865"/>
            <a:ext cx="58738" cy="49213"/>
          </a:xfrm>
          <a:custGeom>
            <a:avLst/>
            <a:gdLst>
              <a:gd name="T0" fmla="*/ 16 w 18"/>
              <a:gd name="T1" fmla="*/ 5 h 15"/>
              <a:gd name="T2" fmla="*/ 6 w 18"/>
              <a:gd name="T3" fmla="*/ 12 h 15"/>
              <a:gd name="T4" fmla="*/ 1 w 18"/>
              <a:gd name="T5" fmla="*/ 10 h 15"/>
              <a:gd name="T6" fmla="*/ 3 w 18"/>
              <a:gd name="T7" fmla="*/ 7 h 15"/>
              <a:gd name="T8" fmla="*/ 11 w 18"/>
              <a:gd name="T9" fmla="*/ 1 h 15"/>
              <a:gd name="T10" fmla="*/ 15 w 18"/>
              <a:gd name="T11" fmla="*/ 1 h 15"/>
              <a:gd name="T12" fmla="*/ 16 w 18"/>
              <a:gd name="T13" fmla="*/ 2 h 15"/>
              <a:gd name="T14" fmla="*/ 16 w 18"/>
              <a:gd name="T15" fmla="*/ 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5">
                <a:moveTo>
                  <a:pt x="16" y="5"/>
                </a:moveTo>
                <a:cubicBezTo>
                  <a:pt x="12" y="8"/>
                  <a:pt x="10" y="10"/>
                  <a:pt x="6" y="12"/>
                </a:cubicBezTo>
                <a:cubicBezTo>
                  <a:pt x="2" y="14"/>
                  <a:pt x="0" y="15"/>
                  <a:pt x="1" y="10"/>
                </a:cubicBezTo>
                <a:cubicBezTo>
                  <a:pt x="1" y="8"/>
                  <a:pt x="1" y="7"/>
                  <a:pt x="3" y="7"/>
                </a:cubicBezTo>
                <a:cubicBezTo>
                  <a:pt x="5" y="6"/>
                  <a:pt x="7" y="4"/>
                  <a:pt x="11" y="1"/>
                </a:cubicBezTo>
                <a:cubicBezTo>
                  <a:pt x="13" y="0"/>
                  <a:pt x="13" y="0"/>
                  <a:pt x="15" y="1"/>
                </a:cubicBezTo>
                <a:cubicBezTo>
                  <a:pt x="16" y="2"/>
                  <a:pt x="16" y="2"/>
                  <a:pt x="16" y="2"/>
                </a:cubicBezTo>
                <a:cubicBezTo>
                  <a:pt x="18" y="2"/>
                  <a:pt x="17" y="3"/>
                  <a:pt x="16" y="5"/>
                </a:cubicBezTo>
                <a:close/>
              </a:path>
            </a:pathLst>
          </a:custGeom>
          <a:solidFill>
            <a:srgbClr val="CA2C3B"/>
          </a:solidFill>
          <a:ln>
            <a:noFill/>
          </a:ln>
        </p:spPr>
        <p:txBody>
          <a:bodyPr/>
          <a:lstStyle/>
          <a:p>
            <a:endParaRPr lang="zh-CN" altLang="en-US" sz="1600"/>
          </a:p>
        </p:txBody>
      </p:sp>
      <p:sp>
        <p:nvSpPr>
          <p:cNvPr id="17" name="Freeform 16"/>
          <p:cNvSpPr>
            <a:spLocks/>
          </p:cNvSpPr>
          <p:nvPr/>
        </p:nvSpPr>
        <p:spPr bwMode="auto">
          <a:xfrm>
            <a:off x="4397257" y="1681165"/>
            <a:ext cx="20638" cy="15875"/>
          </a:xfrm>
          <a:custGeom>
            <a:avLst/>
            <a:gdLst>
              <a:gd name="T0" fmla="*/ 6 w 6"/>
              <a:gd name="T1" fmla="*/ 5 h 5"/>
              <a:gd name="T2" fmla="*/ 1 w 6"/>
              <a:gd name="T3" fmla="*/ 3 h 5"/>
              <a:gd name="T4" fmla="*/ 0 w 6"/>
              <a:gd name="T5" fmla="*/ 0 h 5"/>
              <a:gd name="T6" fmla="*/ 5 w 6"/>
              <a:gd name="T7" fmla="*/ 1 h 5"/>
              <a:gd name="T8" fmla="*/ 6 w 6"/>
              <a:gd name="T9" fmla="*/ 5 h 5"/>
            </a:gdLst>
            <a:ahLst/>
            <a:cxnLst>
              <a:cxn ang="0">
                <a:pos x="T0" y="T1"/>
              </a:cxn>
              <a:cxn ang="0">
                <a:pos x="T2" y="T3"/>
              </a:cxn>
              <a:cxn ang="0">
                <a:pos x="T4" y="T5"/>
              </a:cxn>
              <a:cxn ang="0">
                <a:pos x="T6" y="T7"/>
              </a:cxn>
              <a:cxn ang="0">
                <a:pos x="T8" y="T9"/>
              </a:cxn>
            </a:cxnLst>
            <a:rect l="0" t="0" r="r" b="b"/>
            <a:pathLst>
              <a:path w="6" h="5">
                <a:moveTo>
                  <a:pt x="6" y="5"/>
                </a:moveTo>
                <a:cubicBezTo>
                  <a:pt x="4" y="4"/>
                  <a:pt x="3" y="4"/>
                  <a:pt x="1" y="3"/>
                </a:cubicBezTo>
                <a:cubicBezTo>
                  <a:pt x="1" y="2"/>
                  <a:pt x="1" y="1"/>
                  <a:pt x="0" y="0"/>
                </a:cubicBezTo>
                <a:cubicBezTo>
                  <a:pt x="2" y="0"/>
                  <a:pt x="4" y="0"/>
                  <a:pt x="5" y="1"/>
                </a:cubicBezTo>
                <a:cubicBezTo>
                  <a:pt x="6" y="2"/>
                  <a:pt x="6" y="3"/>
                  <a:pt x="6" y="5"/>
                </a:cubicBezTo>
                <a:close/>
              </a:path>
            </a:pathLst>
          </a:custGeom>
          <a:solidFill>
            <a:srgbClr val="CA2C3B"/>
          </a:solidFill>
          <a:ln>
            <a:noFill/>
          </a:ln>
        </p:spPr>
        <p:txBody>
          <a:bodyPr/>
          <a:lstStyle/>
          <a:p>
            <a:endParaRPr lang="zh-CN" altLang="en-US" sz="1600"/>
          </a:p>
        </p:txBody>
      </p:sp>
      <p:sp>
        <p:nvSpPr>
          <p:cNvPr id="18" name="Freeform 17"/>
          <p:cNvSpPr>
            <a:spLocks/>
          </p:cNvSpPr>
          <p:nvPr/>
        </p:nvSpPr>
        <p:spPr bwMode="auto">
          <a:xfrm>
            <a:off x="4306769" y="1746253"/>
            <a:ext cx="12700" cy="17463"/>
          </a:xfrm>
          <a:custGeom>
            <a:avLst/>
            <a:gdLst>
              <a:gd name="T0" fmla="*/ 0 w 4"/>
              <a:gd name="T1" fmla="*/ 0 h 5"/>
              <a:gd name="T2" fmla="*/ 0 w 4"/>
              <a:gd name="T3" fmla="*/ 1 h 5"/>
              <a:gd name="T4" fmla="*/ 0 w 4"/>
              <a:gd name="T5" fmla="*/ 3 h 5"/>
              <a:gd name="T6" fmla="*/ 1 w 4"/>
              <a:gd name="T7" fmla="*/ 5 h 5"/>
              <a:gd name="T8" fmla="*/ 3 w 4"/>
              <a:gd name="T9" fmla="*/ 5 h 5"/>
              <a:gd name="T10" fmla="*/ 4 w 4"/>
              <a:gd name="T11" fmla="*/ 4 h 5"/>
              <a:gd name="T12" fmla="*/ 3 w 4"/>
              <a:gd name="T13" fmla="*/ 2 h 5"/>
              <a:gd name="T14" fmla="*/ 2 w 4"/>
              <a:gd name="T15" fmla="*/ 1 h 5"/>
              <a:gd name="T16" fmla="*/ 0 w 4"/>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
                <a:moveTo>
                  <a:pt x="0" y="0"/>
                </a:moveTo>
                <a:cubicBezTo>
                  <a:pt x="0" y="0"/>
                  <a:pt x="0" y="1"/>
                  <a:pt x="0" y="1"/>
                </a:cubicBezTo>
                <a:cubicBezTo>
                  <a:pt x="0" y="2"/>
                  <a:pt x="0" y="2"/>
                  <a:pt x="0" y="3"/>
                </a:cubicBezTo>
                <a:cubicBezTo>
                  <a:pt x="0" y="4"/>
                  <a:pt x="1" y="4"/>
                  <a:pt x="1" y="5"/>
                </a:cubicBezTo>
                <a:cubicBezTo>
                  <a:pt x="2" y="5"/>
                  <a:pt x="3" y="5"/>
                  <a:pt x="3" y="5"/>
                </a:cubicBezTo>
                <a:cubicBezTo>
                  <a:pt x="3" y="5"/>
                  <a:pt x="4" y="5"/>
                  <a:pt x="4" y="4"/>
                </a:cubicBezTo>
                <a:cubicBezTo>
                  <a:pt x="4" y="4"/>
                  <a:pt x="4" y="3"/>
                  <a:pt x="3" y="2"/>
                </a:cubicBezTo>
                <a:cubicBezTo>
                  <a:pt x="3" y="2"/>
                  <a:pt x="2" y="1"/>
                  <a:pt x="2" y="1"/>
                </a:cubicBezTo>
                <a:cubicBezTo>
                  <a:pt x="1" y="0"/>
                  <a:pt x="1" y="0"/>
                  <a:pt x="0" y="0"/>
                </a:cubicBezTo>
                <a:close/>
              </a:path>
            </a:pathLst>
          </a:custGeom>
          <a:solidFill>
            <a:srgbClr val="CA2C3B"/>
          </a:solidFill>
          <a:ln>
            <a:noFill/>
          </a:ln>
        </p:spPr>
        <p:txBody>
          <a:bodyPr/>
          <a:lstStyle/>
          <a:p>
            <a:endParaRPr lang="zh-CN" altLang="en-US" sz="1600"/>
          </a:p>
        </p:txBody>
      </p:sp>
      <p:sp>
        <p:nvSpPr>
          <p:cNvPr id="19" name="Freeform 18"/>
          <p:cNvSpPr>
            <a:spLocks/>
          </p:cNvSpPr>
          <p:nvPr/>
        </p:nvSpPr>
        <p:spPr bwMode="auto">
          <a:xfrm>
            <a:off x="4289307" y="1749428"/>
            <a:ext cx="14288" cy="17463"/>
          </a:xfrm>
          <a:custGeom>
            <a:avLst/>
            <a:gdLst>
              <a:gd name="T0" fmla="*/ 1 w 4"/>
              <a:gd name="T1" fmla="*/ 0 h 5"/>
              <a:gd name="T2" fmla="*/ 0 w 4"/>
              <a:gd name="T3" fmla="*/ 1 h 5"/>
              <a:gd name="T4" fmla="*/ 1 w 4"/>
              <a:gd name="T5" fmla="*/ 3 h 5"/>
              <a:gd name="T6" fmla="*/ 2 w 4"/>
              <a:gd name="T7" fmla="*/ 5 h 5"/>
              <a:gd name="T8" fmla="*/ 3 w 4"/>
              <a:gd name="T9" fmla="*/ 5 h 5"/>
              <a:gd name="T10" fmla="*/ 4 w 4"/>
              <a:gd name="T11" fmla="*/ 4 h 5"/>
              <a:gd name="T12" fmla="*/ 4 w 4"/>
              <a:gd name="T13" fmla="*/ 2 h 5"/>
              <a:gd name="T14" fmla="*/ 2 w 4"/>
              <a:gd name="T15" fmla="*/ 1 h 5"/>
              <a:gd name="T16" fmla="*/ 1 w 4"/>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
                <a:moveTo>
                  <a:pt x="1" y="0"/>
                </a:moveTo>
                <a:cubicBezTo>
                  <a:pt x="0" y="1"/>
                  <a:pt x="0" y="1"/>
                  <a:pt x="0" y="1"/>
                </a:cubicBezTo>
                <a:cubicBezTo>
                  <a:pt x="0" y="2"/>
                  <a:pt x="0" y="3"/>
                  <a:pt x="1" y="3"/>
                </a:cubicBezTo>
                <a:cubicBezTo>
                  <a:pt x="1" y="4"/>
                  <a:pt x="1" y="4"/>
                  <a:pt x="2" y="5"/>
                </a:cubicBezTo>
                <a:cubicBezTo>
                  <a:pt x="3" y="5"/>
                  <a:pt x="3" y="5"/>
                  <a:pt x="3" y="5"/>
                </a:cubicBezTo>
                <a:cubicBezTo>
                  <a:pt x="4" y="5"/>
                  <a:pt x="4" y="5"/>
                  <a:pt x="4" y="4"/>
                </a:cubicBezTo>
                <a:cubicBezTo>
                  <a:pt x="4" y="4"/>
                  <a:pt x="4" y="3"/>
                  <a:pt x="4" y="2"/>
                </a:cubicBezTo>
                <a:cubicBezTo>
                  <a:pt x="3" y="2"/>
                  <a:pt x="3" y="1"/>
                  <a:pt x="2" y="1"/>
                </a:cubicBezTo>
                <a:cubicBezTo>
                  <a:pt x="2" y="0"/>
                  <a:pt x="1" y="0"/>
                  <a:pt x="1" y="0"/>
                </a:cubicBezTo>
                <a:close/>
              </a:path>
            </a:pathLst>
          </a:custGeom>
          <a:solidFill>
            <a:srgbClr val="CA2C3B"/>
          </a:solidFill>
          <a:ln>
            <a:noFill/>
          </a:ln>
        </p:spPr>
        <p:txBody>
          <a:bodyPr/>
          <a:lstStyle/>
          <a:p>
            <a:endParaRPr lang="zh-CN" altLang="en-US" sz="1600"/>
          </a:p>
        </p:txBody>
      </p:sp>
      <p:sp>
        <p:nvSpPr>
          <p:cNvPr id="20" name="Freeform 19"/>
          <p:cNvSpPr>
            <a:spLocks/>
          </p:cNvSpPr>
          <p:nvPr/>
        </p:nvSpPr>
        <p:spPr bwMode="auto">
          <a:xfrm>
            <a:off x="4276607" y="1757363"/>
            <a:ext cx="12700" cy="12700"/>
          </a:xfrm>
          <a:custGeom>
            <a:avLst/>
            <a:gdLst>
              <a:gd name="T0" fmla="*/ 0 w 4"/>
              <a:gd name="T1" fmla="*/ 0 h 4"/>
              <a:gd name="T2" fmla="*/ 0 w 4"/>
              <a:gd name="T3" fmla="*/ 1 h 4"/>
              <a:gd name="T4" fmla="*/ 0 w 4"/>
              <a:gd name="T5" fmla="*/ 2 h 4"/>
              <a:gd name="T6" fmla="*/ 1 w 4"/>
              <a:gd name="T7" fmla="*/ 4 h 4"/>
              <a:gd name="T8" fmla="*/ 3 w 4"/>
              <a:gd name="T9" fmla="*/ 4 h 4"/>
              <a:gd name="T10" fmla="*/ 4 w 4"/>
              <a:gd name="T11" fmla="*/ 3 h 4"/>
              <a:gd name="T12" fmla="*/ 3 w 4"/>
              <a:gd name="T13" fmla="*/ 2 h 4"/>
              <a:gd name="T14" fmla="*/ 2 w 4"/>
              <a:gd name="T15" fmla="*/ 0 h 4"/>
              <a:gd name="T16" fmla="*/ 0 w 4"/>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4">
                <a:moveTo>
                  <a:pt x="0" y="0"/>
                </a:moveTo>
                <a:cubicBezTo>
                  <a:pt x="0" y="0"/>
                  <a:pt x="0" y="0"/>
                  <a:pt x="0" y="1"/>
                </a:cubicBezTo>
                <a:cubicBezTo>
                  <a:pt x="0" y="1"/>
                  <a:pt x="0" y="2"/>
                  <a:pt x="0" y="2"/>
                </a:cubicBezTo>
                <a:cubicBezTo>
                  <a:pt x="0" y="3"/>
                  <a:pt x="1" y="4"/>
                  <a:pt x="1" y="4"/>
                </a:cubicBezTo>
                <a:cubicBezTo>
                  <a:pt x="2" y="4"/>
                  <a:pt x="3" y="4"/>
                  <a:pt x="3" y="4"/>
                </a:cubicBezTo>
                <a:cubicBezTo>
                  <a:pt x="3" y="4"/>
                  <a:pt x="4" y="4"/>
                  <a:pt x="4" y="3"/>
                </a:cubicBezTo>
                <a:cubicBezTo>
                  <a:pt x="4" y="3"/>
                  <a:pt x="4" y="2"/>
                  <a:pt x="3" y="2"/>
                </a:cubicBezTo>
                <a:cubicBezTo>
                  <a:pt x="3" y="1"/>
                  <a:pt x="2" y="0"/>
                  <a:pt x="2" y="0"/>
                </a:cubicBezTo>
                <a:cubicBezTo>
                  <a:pt x="1" y="0"/>
                  <a:pt x="1" y="0"/>
                  <a:pt x="0" y="0"/>
                </a:cubicBezTo>
                <a:close/>
              </a:path>
            </a:pathLst>
          </a:custGeom>
          <a:solidFill>
            <a:srgbClr val="CA2C3B"/>
          </a:solidFill>
          <a:ln>
            <a:noFill/>
          </a:ln>
        </p:spPr>
        <p:txBody>
          <a:bodyPr/>
          <a:lstStyle/>
          <a:p>
            <a:endParaRPr lang="zh-CN" altLang="en-US" sz="1600"/>
          </a:p>
        </p:txBody>
      </p:sp>
      <p:sp>
        <p:nvSpPr>
          <p:cNvPr id="21" name="Freeform 20"/>
          <p:cNvSpPr>
            <a:spLocks/>
          </p:cNvSpPr>
          <p:nvPr/>
        </p:nvSpPr>
        <p:spPr bwMode="auto">
          <a:xfrm>
            <a:off x="4260732" y="1760540"/>
            <a:ext cx="12700" cy="15875"/>
          </a:xfrm>
          <a:custGeom>
            <a:avLst/>
            <a:gdLst>
              <a:gd name="T0" fmla="*/ 1 w 4"/>
              <a:gd name="T1" fmla="*/ 0 h 5"/>
              <a:gd name="T2" fmla="*/ 0 w 4"/>
              <a:gd name="T3" fmla="*/ 1 h 5"/>
              <a:gd name="T4" fmla="*/ 1 w 4"/>
              <a:gd name="T5" fmla="*/ 3 h 5"/>
              <a:gd name="T6" fmla="*/ 2 w 4"/>
              <a:gd name="T7" fmla="*/ 4 h 5"/>
              <a:gd name="T8" fmla="*/ 3 w 4"/>
              <a:gd name="T9" fmla="*/ 4 h 5"/>
              <a:gd name="T10" fmla="*/ 4 w 4"/>
              <a:gd name="T11" fmla="*/ 3 h 5"/>
              <a:gd name="T12" fmla="*/ 4 w 4"/>
              <a:gd name="T13" fmla="*/ 2 h 5"/>
              <a:gd name="T14" fmla="*/ 2 w 4"/>
              <a:gd name="T15" fmla="*/ 0 h 5"/>
              <a:gd name="T16" fmla="*/ 1 w 4"/>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
                <a:moveTo>
                  <a:pt x="1" y="0"/>
                </a:moveTo>
                <a:cubicBezTo>
                  <a:pt x="1" y="0"/>
                  <a:pt x="0" y="0"/>
                  <a:pt x="0" y="1"/>
                </a:cubicBezTo>
                <a:cubicBezTo>
                  <a:pt x="0" y="1"/>
                  <a:pt x="0" y="2"/>
                  <a:pt x="1" y="3"/>
                </a:cubicBezTo>
                <a:cubicBezTo>
                  <a:pt x="1" y="3"/>
                  <a:pt x="1" y="4"/>
                  <a:pt x="2" y="4"/>
                </a:cubicBezTo>
                <a:cubicBezTo>
                  <a:pt x="2" y="4"/>
                  <a:pt x="3" y="5"/>
                  <a:pt x="3" y="4"/>
                </a:cubicBezTo>
                <a:cubicBezTo>
                  <a:pt x="4" y="4"/>
                  <a:pt x="4" y="4"/>
                  <a:pt x="4" y="3"/>
                </a:cubicBezTo>
                <a:cubicBezTo>
                  <a:pt x="4" y="3"/>
                  <a:pt x="4" y="2"/>
                  <a:pt x="4" y="2"/>
                </a:cubicBezTo>
                <a:cubicBezTo>
                  <a:pt x="3" y="1"/>
                  <a:pt x="3" y="1"/>
                  <a:pt x="2" y="0"/>
                </a:cubicBezTo>
                <a:cubicBezTo>
                  <a:pt x="2" y="0"/>
                  <a:pt x="1" y="0"/>
                  <a:pt x="1" y="0"/>
                </a:cubicBezTo>
                <a:close/>
              </a:path>
            </a:pathLst>
          </a:custGeom>
          <a:solidFill>
            <a:srgbClr val="CA2C3B"/>
          </a:solidFill>
          <a:ln>
            <a:noFill/>
          </a:ln>
        </p:spPr>
        <p:txBody>
          <a:bodyPr/>
          <a:lstStyle/>
          <a:p>
            <a:endParaRPr lang="zh-CN" altLang="en-US" sz="1600"/>
          </a:p>
        </p:txBody>
      </p:sp>
      <p:sp>
        <p:nvSpPr>
          <p:cNvPr id="22" name="Freeform 21"/>
          <p:cNvSpPr>
            <a:spLocks/>
          </p:cNvSpPr>
          <p:nvPr/>
        </p:nvSpPr>
        <p:spPr bwMode="auto">
          <a:xfrm>
            <a:off x="4246444" y="1763715"/>
            <a:ext cx="14288" cy="15875"/>
          </a:xfrm>
          <a:custGeom>
            <a:avLst/>
            <a:gdLst>
              <a:gd name="T0" fmla="*/ 1 w 4"/>
              <a:gd name="T1" fmla="*/ 0 h 5"/>
              <a:gd name="T2" fmla="*/ 0 w 4"/>
              <a:gd name="T3" fmla="*/ 1 h 5"/>
              <a:gd name="T4" fmla="*/ 0 w 4"/>
              <a:gd name="T5" fmla="*/ 3 h 5"/>
              <a:gd name="T6" fmla="*/ 1 w 4"/>
              <a:gd name="T7" fmla="*/ 4 h 5"/>
              <a:gd name="T8" fmla="*/ 3 w 4"/>
              <a:gd name="T9" fmla="*/ 5 h 5"/>
              <a:gd name="T10" fmla="*/ 4 w 4"/>
              <a:gd name="T11" fmla="*/ 4 h 5"/>
              <a:gd name="T12" fmla="*/ 3 w 4"/>
              <a:gd name="T13" fmla="*/ 2 h 5"/>
              <a:gd name="T14" fmla="*/ 2 w 4"/>
              <a:gd name="T15" fmla="*/ 1 h 5"/>
              <a:gd name="T16" fmla="*/ 1 w 4"/>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
                <a:moveTo>
                  <a:pt x="1" y="0"/>
                </a:moveTo>
                <a:cubicBezTo>
                  <a:pt x="0" y="0"/>
                  <a:pt x="0" y="1"/>
                  <a:pt x="0" y="1"/>
                </a:cubicBezTo>
                <a:cubicBezTo>
                  <a:pt x="0" y="2"/>
                  <a:pt x="0" y="2"/>
                  <a:pt x="0" y="3"/>
                </a:cubicBezTo>
                <a:cubicBezTo>
                  <a:pt x="0" y="3"/>
                  <a:pt x="1" y="4"/>
                  <a:pt x="1" y="4"/>
                </a:cubicBezTo>
                <a:cubicBezTo>
                  <a:pt x="2" y="4"/>
                  <a:pt x="3" y="5"/>
                  <a:pt x="3" y="5"/>
                </a:cubicBezTo>
                <a:cubicBezTo>
                  <a:pt x="3" y="4"/>
                  <a:pt x="4" y="4"/>
                  <a:pt x="4" y="4"/>
                </a:cubicBezTo>
                <a:cubicBezTo>
                  <a:pt x="4" y="3"/>
                  <a:pt x="4" y="3"/>
                  <a:pt x="3" y="2"/>
                </a:cubicBezTo>
                <a:cubicBezTo>
                  <a:pt x="3" y="1"/>
                  <a:pt x="2" y="1"/>
                  <a:pt x="2" y="1"/>
                </a:cubicBezTo>
                <a:cubicBezTo>
                  <a:pt x="1" y="0"/>
                  <a:pt x="1" y="0"/>
                  <a:pt x="1" y="0"/>
                </a:cubicBezTo>
                <a:close/>
              </a:path>
            </a:pathLst>
          </a:custGeom>
          <a:solidFill>
            <a:srgbClr val="CA2C3B"/>
          </a:solidFill>
          <a:ln>
            <a:noFill/>
          </a:ln>
        </p:spPr>
        <p:txBody>
          <a:bodyPr/>
          <a:lstStyle/>
          <a:p>
            <a:endParaRPr lang="zh-CN" altLang="en-US" sz="1600"/>
          </a:p>
        </p:txBody>
      </p:sp>
      <p:sp>
        <p:nvSpPr>
          <p:cNvPr id="23" name="Freeform 22"/>
          <p:cNvSpPr>
            <a:spLocks/>
          </p:cNvSpPr>
          <p:nvPr/>
        </p:nvSpPr>
        <p:spPr bwMode="auto">
          <a:xfrm>
            <a:off x="4230569" y="1766890"/>
            <a:ext cx="12700" cy="15875"/>
          </a:xfrm>
          <a:custGeom>
            <a:avLst/>
            <a:gdLst>
              <a:gd name="T0" fmla="*/ 1 w 4"/>
              <a:gd name="T1" fmla="*/ 0 h 5"/>
              <a:gd name="T2" fmla="*/ 0 w 4"/>
              <a:gd name="T3" fmla="*/ 1 h 5"/>
              <a:gd name="T4" fmla="*/ 1 w 4"/>
              <a:gd name="T5" fmla="*/ 3 h 5"/>
              <a:gd name="T6" fmla="*/ 2 w 4"/>
              <a:gd name="T7" fmla="*/ 4 h 5"/>
              <a:gd name="T8" fmla="*/ 3 w 4"/>
              <a:gd name="T9" fmla="*/ 5 h 5"/>
              <a:gd name="T10" fmla="*/ 4 w 4"/>
              <a:gd name="T11" fmla="*/ 4 h 5"/>
              <a:gd name="T12" fmla="*/ 4 w 4"/>
              <a:gd name="T13" fmla="*/ 2 h 5"/>
              <a:gd name="T14" fmla="*/ 3 w 4"/>
              <a:gd name="T15" fmla="*/ 1 h 5"/>
              <a:gd name="T16" fmla="*/ 1 w 4"/>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
                <a:moveTo>
                  <a:pt x="1" y="0"/>
                </a:moveTo>
                <a:cubicBezTo>
                  <a:pt x="1" y="1"/>
                  <a:pt x="0" y="1"/>
                  <a:pt x="0" y="1"/>
                </a:cubicBezTo>
                <a:cubicBezTo>
                  <a:pt x="0" y="2"/>
                  <a:pt x="0" y="2"/>
                  <a:pt x="1" y="3"/>
                </a:cubicBezTo>
                <a:cubicBezTo>
                  <a:pt x="1" y="4"/>
                  <a:pt x="1" y="4"/>
                  <a:pt x="2" y="4"/>
                </a:cubicBezTo>
                <a:cubicBezTo>
                  <a:pt x="2" y="5"/>
                  <a:pt x="3" y="5"/>
                  <a:pt x="3" y="5"/>
                </a:cubicBezTo>
                <a:cubicBezTo>
                  <a:pt x="4" y="5"/>
                  <a:pt x="4" y="4"/>
                  <a:pt x="4" y="4"/>
                </a:cubicBezTo>
                <a:cubicBezTo>
                  <a:pt x="4" y="3"/>
                  <a:pt x="4" y="3"/>
                  <a:pt x="4" y="2"/>
                </a:cubicBezTo>
                <a:cubicBezTo>
                  <a:pt x="3" y="2"/>
                  <a:pt x="3" y="1"/>
                  <a:pt x="3" y="1"/>
                </a:cubicBezTo>
                <a:cubicBezTo>
                  <a:pt x="2" y="0"/>
                  <a:pt x="1" y="0"/>
                  <a:pt x="1" y="0"/>
                </a:cubicBezTo>
                <a:close/>
              </a:path>
            </a:pathLst>
          </a:custGeom>
          <a:solidFill>
            <a:srgbClr val="CA2C3B"/>
          </a:solidFill>
          <a:ln>
            <a:noFill/>
          </a:ln>
        </p:spPr>
        <p:txBody>
          <a:bodyPr/>
          <a:lstStyle/>
          <a:p>
            <a:endParaRPr lang="zh-CN" altLang="en-US" sz="1600"/>
          </a:p>
        </p:txBody>
      </p:sp>
      <p:sp>
        <p:nvSpPr>
          <p:cNvPr id="24" name="Freeform 23"/>
          <p:cNvSpPr>
            <a:spLocks/>
          </p:cNvSpPr>
          <p:nvPr/>
        </p:nvSpPr>
        <p:spPr bwMode="auto">
          <a:xfrm>
            <a:off x="4217869" y="1773238"/>
            <a:ext cx="12700" cy="12700"/>
          </a:xfrm>
          <a:custGeom>
            <a:avLst/>
            <a:gdLst>
              <a:gd name="T0" fmla="*/ 1 w 4"/>
              <a:gd name="T1" fmla="*/ 0 h 4"/>
              <a:gd name="T2" fmla="*/ 0 w 4"/>
              <a:gd name="T3" fmla="*/ 1 h 4"/>
              <a:gd name="T4" fmla="*/ 0 w 4"/>
              <a:gd name="T5" fmla="*/ 2 h 4"/>
              <a:gd name="T6" fmla="*/ 1 w 4"/>
              <a:gd name="T7" fmla="*/ 3 h 4"/>
              <a:gd name="T8" fmla="*/ 3 w 4"/>
              <a:gd name="T9" fmla="*/ 4 h 4"/>
              <a:gd name="T10" fmla="*/ 4 w 4"/>
              <a:gd name="T11" fmla="*/ 3 h 4"/>
              <a:gd name="T12" fmla="*/ 3 w 4"/>
              <a:gd name="T13" fmla="*/ 1 h 4"/>
              <a:gd name="T14" fmla="*/ 2 w 4"/>
              <a:gd name="T15" fmla="*/ 0 h 4"/>
              <a:gd name="T16" fmla="*/ 1 w 4"/>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4">
                <a:moveTo>
                  <a:pt x="1" y="0"/>
                </a:moveTo>
                <a:cubicBezTo>
                  <a:pt x="0" y="0"/>
                  <a:pt x="0" y="0"/>
                  <a:pt x="0" y="1"/>
                </a:cubicBezTo>
                <a:cubicBezTo>
                  <a:pt x="0" y="1"/>
                  <a:pt x="0" y="2"/>
                  <a:pt x="0" y="2"/>
                </a:cubicBezTo>
                <a:cubicBezTo>
                  <a:pt x="1" y="3"/>
                  <a:pt x="1" y="3"/>
                  <a:pt x="1" y="3"/>
                </a:cubicBezTo>
                <a:cubicBezTo>
                  <a:pt x="2" y="4"/>
                  <a:pt x="2" y="4"/>
                  <a:pt x="3" y="4"/>
                </a:cubicBezTo>
                <a:cubicBezTo>
                  <a:pt x="3" y="4"/>
                  <a:pt x="4" y="3"/>
                  <a:pt x="4" y="3"/>
                </a:cubicBezTo>
                <a:cubicBezTo>
                  <a:pt x="4" y="2"/>
                  <a:pt x="4" y="2"/>
                  <a:pt x="3" y="1"/>
                </a:cubicBezTo>
                <a:cubicBezTo>
                  <a:pt x="3" y="1"/>
                  <a:pt x="3" y="0"/>
                  <a:pt x="2" y="0"/>
                </a:cubicBezTo>
                <a:cubicBezTo>
                  <a:pt x="2" y="0"/>
                  <a:pt x="1" y="0"/>
                  <a:pt x="1" y="0"/>
                </a:cubicBezTo>
                <a:close/>
              </a:path>
            </a:pathLst>
          </a:custGeom>
          <a:solidFill>
            <a:srgbClr val="CA2C3B"/>
          </a:solidFill>
          <a:ln>
            <a:noFill/>
          </a:ln>
        </p:spPr>
        <p:txBody>
          <a:bodyPr/>
          <a:lstStyle/>
          <a:p>
            <a:endParaRPr lang="zh-CN" altLang="en-US" sz="1600"/>
          </a:p>
        </p:txBody>
      </p:sp>
      <p:sp>
        <p:nvSpPr>
          <p:cNvPr id="25" name="Freeform 24"/>
          <p:cNvSpPr>
            <a:spLocks/>
          </p:cNvSpPr>
          <p:nvPr/>
        </p:nvSpPr>
        <p:spPr bwMode="auto">
          <a:xfrm>
            <a:off x="4201994" y="1776413"/>
            <a:ext cx="12700" cy="12700"/>
          </a:xfrm>
          <a:custGeom>
            <a:avLst/>
            <a:gdLst>
              <a:gd name="T0" fmla="*/ 1 w 4"/>
              <a:gd name="T1" fmla="*/ 0 h 4"/>
              <a:gd name="T2" fmla="*/ 0 w 4"/>
              <a:gd name="T3" fmla="*/ 1 h 4"/>
              <a:gd name="T4" fmla="*/ 1 w 4"/>
              <a:gd name="T5" fmla="*/ 2 h 4"/>
              <a:gd name="T6" fmla="*/ 2 w 4"/>
              <a:gd name="T7" fmla="*/ 4 h 4"/>
              <a:gd name="T8" fmla="*/ 3 w 4"/>
              <a:gd name="T9" fmla="*/ 4 h 4"/>
              <a:gd name="T10" fmla="*/ 4 w 4"/>
              <a:gd name="T11" fmla="*/ 3 h 4"/>
              <a:gd name="T12" fmla="*/ 4 w 4"/>
              <a:gd name="T13" fmla="*/ 1 h 4"/>
              <a:gd name="T14" fmla="*/ 3 w 4"/>
              <a:gd name="T15" fmla="*/ 0 h 4"/>
              <a:gd name="T16" fmla="*/ 1 w 4"/>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4">
                <a:moveTo>
                  <a:pt x="1" y="0"/>
                </a:moveTo>
                <a:cubicBezTo>
                  <a:pt x="1" y="0"/>
                  <a:pt x="0" y="0"/>
                  <a:pt x="0" y="1"/>
                </a:cubicBezTo>
                <a:cubicBezTo>
                  <a:pt x="0" y="1"/>
                  <a:pt x="0" y="2"/>
                  <a:pt x="1" y="2"/>
                </a:cubicBezTo>
                <a:cubicBezTo>
                  <a:pt x="1" y="3"/>
                  <a:pt x="1" y="3"/>
                  <a:pt x="2" y="4"/>
                </a:cubicBezTo>
                <a:cubicBezTo>
                  <a:pt x="2" y="4"/>
                  <a:pt x="3" y="4"/>
                  <a:pt x="3" y="4"/>
                </a:cubicBezTo>
                <a:cubicBezTo>
                  <a:pt x="4" y="4"/>
                  <a:pt x="4" y="3"/>
                  <a:pt x="4" y="3"/>
                </a:cubicBezTo>
                <a:cubicBezTo>
                  <a:pt x="4" y="3"/>
                  <a:pt x="4" y="2"/>
                  <a:pt x="4" y="1"/>
                </a:cubicBezTo>
                <a:cubicBezTo>
                  <a:pt x="4" y="1"/>
                  <a:pt x="3" y="0"/>
                  <a:pt x="3" y="0"/>
                </a:cubicBezTo>
                <a:cubicBezTo>
                  <a:pt x="2" y="0"/>
                  <a:pt x="2" y="0"/>
                  <a:pt x="1" y="0"/>
                </a:cubicBezTo>
                <a:close/>
              </a:path>
            </a:pathLst>
          </a:custGeom>
          <a:solidFill>
            <a:srgbClr val="CA2C3B"/>
          </a:solidFill>
          <a:ln>
            <a:noFill/>
          </a:ln>
        </p:spPr>
        <p:txBody>
          <a:bodyPr/>
          <a:lstStyle/>
          <a:p>
            <a:endParaRPr lang="zh-CN" altLang="en-US" sz="1600"/>
          </a:p>
        </p:txBody>
      </p:sp>
      <p:sp>
        <p:nvSpPr>
          <p:cNvPr id="26" name="Freeform 25"/>
          <p:cNvSpPr>
            <a:spLocks/>
          </p:cNvSpPr>
          <p:nvPr/>
        </p:nvSpPr>
        <p:spPr bwMode="auto">
          <a:xfrm>
            <a:off x="4187707" y="1779588"/>
            <a:ext cx="14288" cy="12700"/>
          </a:xfrm>
          <a:custGeom>
            <a:avLst/>
            <a:gdLst>
              <a:gd name="T0" fmla="*/ 1 w 4"/>
              <a:gd name="T1" fmla="*/ 0 h 4"/>
              <a:gd name="T2" fmla="*/ 0 w 4"/>
              <a:gd name="T3" fmla="*/ 1 h 4"/>
              <a:gd name="T4" fmla="*/ 0 w 4"/>
              <a:gd name="T5" fmla="*/ 2 h 4"/>
              <a:gd name="T6" fmla="*/ 1 w 4"/>
              <a:gd name="T7" fmla="*/ 4 h 4"/>
              <a:gd name="T8" fmla="*/ 3 w 4"/>
              <a:gd name="T9" fmla="*/ 4 h 4"/>
              <a:gd name="T10" fmla="*/ 4 w 4"/>
              <a:gd name="T11" fmla="*/ 3 h 4"/>
              <a:gd name="T12" fmla="*/ 3 w 4"/>
              <a:gd name="T13" fmla="*/ 2 h 4"/>
              <a:gd name="T14" fmla="*/ 2 w 4"/>
              <a:gd name="T15" fmla="*/ 0 h 4"/>
              <a:gd name="T16" fmla="*/ 1 w 4"/>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4">
                <a:moveTo>
                  <a:pt x="1" y="0"/>
                </a:moveTo>
                <a:cubicBezTo>
                  <a:pt x="0" y="0"/>
                  <a:pt x="0" y="1"/>
                  <a:pt x="0" y="1"/>
                </a:cubicBezTo>
                <a:cubicBezTo>
                  <a:pt x="0" y="1"/>
                  <a:pt x="0" y="2"/>
                  <a:pt x="0" y="2"/>
                </a:cubicBezTo>
                <a:cubicBezTo>
                  <a:pt x="1" y="3"/>
                  <a:pt x="1" y="3"/>
                  <a:pt x="1" y="4"/>
                </a:cubicBezTo>
                <a:cubicBezTo>
                  <a:pt x="2" y="4"/>
                  <a:pt x="2" y="4"/>
                  <a:pt x="3" y="4"/>
                </a:cubicBezTo>
                <a:cubicBezTo>
                  <a:pt x="3" y="4"/>
                  <a:pt x="4" y="4"/>
                  <a:pt x="4" y="3"/>
                </a:cubicBezTo>
                <a:cubicBezTo>
                  <a:pt x="4" y="3"/>
                  <a:pt x="4" y="2"/>
                  <a:pt x="3" y="2"/>
                </a:cubicBezTo>
                <a:cubicBezTo>
                  <a:pt x="3" y="1"/>
                  <a:pt x="3" y="1"/>
                  <a:pt x="2" y="0"/>
                </a:cubicBezTo>
                <a:cubicBezTo>
                  <a:pt x="2" y="0"/>
                  <a:pt x="1" y="0"/>
                  <a:pt x="1" y="0"/>
                </a:cubicBezTo>
                <a:close/>
              </a:path>
            </a:pathLst>
          </a:custGeom>
          <a:solidFill>
            <a:srgbClr val="CA2C3B"/>
          </a:solidFill>
          <a:ln>
            <a:noFill/>
          </a:ln>
        </p:spPr>
        <p:txBody>
          <a:bodyPr/>
          <a:lstStyle/>
          <a:p>
            <a:endParaRPr lang="zh-CN" altLang="en-US" sz="1600"/>
          </a:p>
        </p:txBody>
      </p:sp>
      <p:sp>
        <p:nvSpPr>
          <p:cNvPr id="27" name="Freeform 26"/>
          <p:cNvSpPr>
            <a:spLocks/>
          </p:cNvSpPr>
          <p:nvPr/>
        </p:nvSpPr>
        <p:spPr bwMode="auto">
          <a:xfrm>
            <a:off x="4171832" y="1782763"/>
            <a:ext cx="12700" cy="12700"/>
          </a:xfrm>
          <a:custGeom>
            <a:avLst/>
            <a:gdLst>
              <a:gd name="T0" fmla="*/ 1 w 4"/>
              <a:gd name="T1" fmla="*/ 0 h 4"/>
              <a:gd name="T2" fmla="*/ 0 w 4"/>
              <a:gd name="T3" fmla="*/ 1 h 4"/>
              <a:gd name="T4" fmla="*/ 1 w 4"/>
              <a:gd name="T5" fmla="*/ 3 h 4"/>
              <a:gd name="T6" fmla="*/ 2 w 4"/>
              <a:gd name="T7" fmla="*/ 4 h 4"/>
              <a:gd name="T8" fmla="*/ 3 w 4"/>
              <a:gd name="T9" fmla="*/ 4 h 4"/>
              <a:gd name="T10" fmla="*/ 4 w 4"/>
              <a:gd name="T11" fmla="*/ 3 h 4"/>
              <a:gd name="T12" fmla="*/ 4 w 4"/>
              <a:gd name="T13" fmla="*/ 2 h 4"/>
              <a:gd name="T14" fmla="*/ 3 w 4"/>
              <a:gd name="T15" fmla="*/ 1 h 4"/>
              <a:gd name="T16" fmla="*/ 1 w 4"/>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4">
                <a:moveTo>
                  <a:pt x="1" y="0"/>
                </a:moveTo>
                <a:cubicBezTo>
                  <a:pt x="1" y="1"/>
                  <a:pt x="1" y="1"/>
                  <a:pt x="0" y="1"/>
                </a:cubicBezTo>
                <a:cubicBezTo>
                  <a:pt x="0" y="2"/>
                  <a:pt x="0" y="2"/>
                  <a:pt x="1" y="3"/>
                </a:cubicBezTo>
                <a:cubicBezTo>
                  <a:pt x="1" y="3"/>
                  <a:pt x="1" y="4"/>
                  <a:pt x="2" y="4"/>
                </a:cubicBezTo>
                <a:cubicBezTo>
                  <a:pt x="2" y="4"/>
                  <a:pt x="3" y="4"/>
                  <a:pt x="3" y="4"/>
                </a:cubicBezTo>
                <a:cubicBezTo>
                  <a:pt x="4" y="4"/>
                  <a:pt x="4" y="4"/>
                  <a:pt x="4" y="3"/>
                </a:cubicBezTo>
                <a:cubicBezTo>
                  <a:pt x="4" y="3"/>
                  <a:pt x="4" y="2"/>
                  <a:pt x="4" y="2"/>
                </a:cubicBezTo>
                <a:cubicBezTo>
                  <a:pt x="4" y="1"/>
                  <a:pt x="3" y="1"/>
                  <a:pt x="3" y="1"/>
                </a:cubicBezTo>
                <a:cubicBezTo>
                  <a:pt x="2" y="0"/>
                  <a:pt x="2" y="0"/>
                  <a:pt x="1" y="0"/>
                </a:cubicBezTo>
                <a:close/>
              </a:path>
            </a:pathLst>
          </a:custGeom>
          <a:solidFill>
            <a:srgbClr val="CA2C3B"/>
          </a:solidFill>
          <a:ln>
            <a:noFill/>
          </a:ln>
        </p:spPr>
        <p:txBody>
          <a:bodyPr/>
          <a:lstStyle/>
          <a:p>
            <a:endParaRPr lang="zh-CN" altLang="en-US" sz="1600"/>
          </a:p>
        </p:txBody>
      </p:sp>
      <p:sp>
        <p:nvSpPr>
          <p:cNvPr id="28" name="Freeform 27"/>
          <p:cNvSpPr>
            <a:spLocks/>
          </p:cNvSpPr>
          <p:nvPr/>
        </p:nvSpPr>
        <p:spPr bwMode="auto">
          <a:xfrm>
            <a:off x="4159132" y="1789115"/>
            <a:ext cx="12700" cy="9525"/>
          </a:xfrm>
          <a:custGeom>
            <a:avLst/>
            <a:gdLst>
              <a:gd name="T0" fmla="*/ 1 w 4"/>
              <a:gd name="T1" fmla="*/ 0 h 3"/>
              <a:gd name="T2" fmla="*/ 0 w 4"/>
              <a:gd name="T3" fmla="*/ 0 h 3"/>
              <a:gd name="T4" fmla="*/ 0 w 4"/>
              <a:gd name="T5" fmla="*/ 2 h 3"/>
              <a:gd name="T6" fmla="*/ 1 w 4"/>
              <a:gd name="T7" fmla="*/ 3 h 3"/>
              <a:gd name="T8" fmla="*/ 3 w 4"/>
              <a:gd name="T9" fmla="*/ 3 h 3"/>
              <a:gd name="T10" fmla="*/ 4 w 4"/>
              <a:gd name="T11" fmla="*/ 2 h 3"/>
              <a:gd name="T12" fmla="*/ 3 w 4"/>
              <a:gd name="T13" fmla="*/ 1 h 3"/>
              <a:gd name="T14" fmla="*/ 2 w 4"/>
              <a:gd name="T15" fmla="*/ 0 h 3"/>
              <a:gd name="T16" fmla="*/ 1 w 4"/>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3">
                <a:moveTo>
                  <a:pt x="1" y="0"/>
                </a:moveTo>
                <a:cubicBezTo>
                  <a:pt x="0" y="0"/>
                  <a:pt x="0" y="0"/>
                  <a:pt x="0" y="0"/>
                </a:cubicBezTo>
                <a:cubicBezTo>
                  <a:pt x="0" y="1"/>
                  <a:pt x="0" y="1"/>
                  <a:pt x="0" y="2"/>
                </a:cubicBezTo>
                <a:cubicBezTo>
                  <a:pt x="1" y="2"/>
                  <a:pt x="1" y="3"/>
                  <a:pt x="1" y="3"/>
                </a:cubicBezTo>
                <a:cubicBezTo>
                  <a:pt x="2" y="3"/>
                  <a:pt x="2" y="3"/>
                  <a:pt x="3" y="3"/>
                </a:cubicBezTo>
                <a:cubicBezTo>
                  <a:pt x="3" y="3"/>
                  <a:pt x="4" y="3"/>
                  <a:pt x="4" y="2"/>
                </a:cubicBezTo>
                <a:cubicBezTo>
                  <a:pt x="4" y="2"/>
                  <a:pt x="4" y="2"/>
                  <a:pt x="3" y="1"/>
                </a:cubicBezTo>
                <a:cubicBezTo>
                  <a:pt x="3" y="1"/>
                  <a:pt x="3" y="0"/>
                  <a:pt x="2" y="0"/>
                </a:cubicBezTo>
                <a:cubicBezTo>
                  <a:pt x="2" y="0"/>
                  <a:pt x="1" y="0"/>
                  <a:pt x="1" y="0"/>
                </a:cubicBezTo>
                <a:close/>
              </a:path>
            </a:pathLst>
          </a:custGeom>
          <a:solidFill>
            <a:srgbClr val="CA2C3B"/>
          </a:solidFill>
          <a:ln>
            <a:noFill/>
          </a:ln>
        </p:spPr>
        <p:txBody>
          <a:bodyPr/>
          <a:lstStyle/>
          <a:p>
            <a:endParaRPr lang="zh-CN" altLang="en-US" sz="1600"/>
          </a:p>
        </p:txBody>
      </p:sp>
      <p:sp>
        <p:nvSpPr>
          <p:cNvPr id="29" name="Freeform 28"/>
          <p:cNvSpPr>
            <a:spLocks/>
          </p:cNvSpPr>
          <p:nvPr/>
        </p:nvSpPr>
        <p:spPr bwMode="auto">
          <a:xfrm>
            <a:off x="4144844" y="1792290"/>
            <a:ext cx="14288" cy="9525"/>
          </a:xfrm>
          <a:custGeom>
            <a:avLst/>
            <a:gdLst>
              <a:gd name="T0" fmla="*/ 1 w 4"/>
              <a:gd name="T1" fmla="*/ 0 h 3"/>
              <a:gd name="T2" fmla="*/ 1 w 4"/>
              <a:gd name="T3" fmla="*/ 0 h 3"/>
              <a:gd name="T4" fmla="*/ 1 w 4"/>
              <a:gd name="T5" fmla="*/ 2 h 3"/>
              <a:gd name="T6" fmla="*/ 2 w 4"/>
              <a:gd name="T7" fmla="*/ 3 h 3"/>
              <a:gd name="T8" fmla="*/ 3 w 4"/>
              <a:gd name="T9" fmla="*/ 3 h 3"/>
              <a:gd name="T10" fmla="*/ 4 w 4"/>
              <a:gd name="T11" fmla="*/ 2 h 3"/>
              <a:gd name="T12" fmla="*/ 3 w 4"/>
              <a:gd name="T13" fmla="*/ 1 h 3"/>
              <a:gd name="T14" fmla="*/ 2 w 4"/>
              <a:gd name="T15" fmla="*/ 0 h 3"/>
              <a:gd name="T16" fmla="*/ 1 w 4"/>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3">
                <a:moveTo>
                  <a:pt x="1" y="0"/>
                </a:moveTo>
                <a:cubicBezTo>
                  <a:pt x="1" y="0"/>
                  <a:pt x="1" y="0"/>
                  <a:pt x="1" y="0"/>
                </a:cubicBezTo>
                <a:cubicBezTo>
                  <a:pt x="0" y="1"/>
                  <a:pt x="1" y="1"/>
                  <a:pt x="1" y="2"/>
                </a:cubicBezTo>
                <a:cubicBezTo>
                  <a:pt x="1" y="2"/>
                  <a:pt x="1" y="3"/>
                  <a:pt x="2" y="3"/>
                </a:cubicBezTo>
                <a:cubicBezTo>
                  <a:pt x="2" y="3"/>
                  <a:pt x="3" y="3"/>
                  <a:pt x="3" y="3"/>
                </a:cubicBezTo>
                <a:cubicBezTo>
                  <a:pt x="3" y="3"/>
                  <a:pt x="4" y="3"/>
                  <a:pt x="4" y="2"/>
                </a:cubicBezTo>
                <a:cubicBezTo>
                  <a:pt x="4" y="2"/>
                  <a:pt x="4" y="2"/>
                  <a:pt x="3" y="1"/>
                </a:cubicBezTo>
                <a:cubicBezTo>
                  <a:pt x="3" y="1"/>
                  <a:pt x="3" y="0"/>
                  <a:pt x="2" y="0"/>
                </a:cubicBezTo>
                <a:cubicBezTo>
                  <a:pt x="2" y="0"/>
                  <a:pt x="1" y="0"/>
                  <a:pt x="1" y="0"/>
                </a:cubicBezTo>
                <a:close/>
              </a:path>
            </a:pathLst>
          </a:custGeom>
          <a:solidFill>
            <a:srgbClr val="CA2C3B"/>
          </a:solidFill>
          <a:ln>
            <a:noFill/>
          </a:ln>
        </p:spPr>
        <p:txBody>
          <a:bodyPr/>
          <a:lstStyle/>
          <a:p>
            <a:endParaRPr lang="zh-CN" altLang="en-US" sz="1600"/>
          </a:p>
        </p:txBody>
      </p:sp>
      <p:sp>
        <p:nvSpPr>
          <p:cNvPr id="30" name="Freeform 29"/>
          <p:cNvSpPr>
            <a:spLocks/>
          </p:cNvSpPr>
          <p:nvPr/>
        </p:nvSpPr>
        <p:spPr bwMode="auto">
          <a:xfrm>
            <a:off x="4135321" y="1792288"/>
            <a:ext cx="9525" cy="14288"/>
          </a:xfrm>
          <a:custGeom>
            <a:avLst/>
            <a:gdLst>
              <a:gd name="T0" fmla="*/ 1 w 3"/>
              <a:gd name="T1" fmla="*/ 1 h 4"/>
              <a:gd name="T2" fmla="*/ 0 w 3"/>
              <a:gd name="T3" fmla="*/ 1 h 4"/>
              <a:gd name="T4" fmla="*/ 0 w 3"/>
              <a:gd name="T5" fmla="*/ 3 h 4"/>
              <a:gd name="T6" fmla="*/ 1 w 3"/>
              <a:gd name="T7" fmla="*/ 4 h 4"/>
              <a:gd name="T8" fmla="*/ 3 w 3"/>
              <a:gd name="T9" fmla="*/ 4 h 4"/>
              <a:gd name="T10" fmla="*/ 3 w 3"/>
              <a:gd name="T11" fmla="*/ 3 h 4"/>
              <a:gd name="T12" fmla="*/ 3 w 3"/>
              <a:gd name="T13" fmla="*/ 2 h 4"/>
              <a:gd name="T14" fmla="*/ 2 w 3"/>
              <a:gd name="T15" fmla="*/ 1 h 4"/>
              <a:gd name="T16" fmla="*/ 1 w 3"/>
              <a:gd name="T1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4">
                <a:moveTo>
                  <a:pt x="1" y="1"/>
                </a:moveTo>
                <a:cubicBezTo>
                  <a:pt x="0" y="1"/>
                  <a:pt x="0" y="1"/>
                  <a:pt x="0" y="1"/>
                </a:cubicBezTo>
                <a:cubicBezTo>
                  <a:pt x="0" y="2"/>
                  <a:pt x="0" y="2"/>
                  <a:pt x="0" y="3"/>
                </a:cubicBezTo>
                <a:cubicBezTo>
                  <a:pt x="1" y="3"/>
                  <a:pt x="1" y="3"/>
                  <a:pt x="1" y="4"/>
                </a:cubicBezTo>
                <a:cubicBezTo>
                  <a:pt x="2" y="4"/>
                  <a:pt x="2" y="4"/>
                  <a:pt x="3" y="4"/>
                </a:cubicBezTo>
                <a:cubicBezTo>
                  <a:pt x="3" y="4"/>
                  <a:pt x="3" y="4"/>
                  <a:pt x="3" y="3"/>
                </a:cubicBezTo>
                <a:cubicBezTo>
                  <a:pt x="3" y="3"/>
                  <a:pt x="3" y="2"/>
                  <a:pt x="3" y="2"/>
                </a:cubicBezTo>
                <a:cubicBezTo>
                  <a:pt x="3" y="1"/>
                  <a:pt x="2" y="1"/>
                  <a:pt x="2" y="1"/>
                </a:cubicBezTo>
                <a:cubicBezTo>
                  <a:pt x="1" y="1"/>
                  <a:pt x="1" y="0"/>
                  <a:pt x="1" y="1"/>
                </a:cubicBezTo>
                <a:close/>
              </a:path>
            </a:pathLst>
          </a:custGeom>
          <a:solidFill>
            <a:srgbClr val="CA2C3B"/>
          </a:solidFill>
          <a:ln>
            <a:noFill/>
          </a:ln>
        </p:spPr>
        <p:txBody>
          <a:bodyPr/>
          <a:lstStyle/>
          <a:p>
            <a:endParaRPr lang="zh-CN" altLang="en-US" sz="1600"/>
          </a:p>
        </p:txBody>
      </p:sp>
      <p:sp>
        <p:nvSpPr>
          <p:cNvPr id="31" name="Freeform 30"/>
          <p:cNvSpPr>
            <a:spLocks/>
          </p:cNvSpPr>
          <p:nvPr/>
        </p:nvSpPr>
        <p:spPr bwMode="auto">
          <a:xfrm>
            <a:off x="4125796" y="1795463"/>
            <a:ext cx="9525" cy="14288"/>
          </a:xfrm>
          <a:custGeom>
            <a:avLst/>
            <a:gdLst>
              <a:gd name="T0" fmla="*/ 0 w 3"/>
              <a:gd name="T1" fmla="*/ 0 h 4"/>
              <a:gd name="T2" fmla="*/ 0 w 3"/>
              <a:gd name="T3" fmla="*/ 1 h 4"/>
              <a:gd name="T4" fmla="*/ 0 w 3"/>
              <a:gd name="T5" fmla="*/ 2 h 4"/>
              <a:gd name="T6" fmla="*/ 1 w 3"/>
              <a:gd name="T7" fmla="*/ 3 h 4"/>
              <a:gd name="T8" fmla="*/ 2 w 3"/>
              <a:gd name="T9" fmla="*/ 4 h 4"/>
              <a:gd name="T10" fmla="*/ 3 w 3"/>
              <a:gd name="T11" fmla="*/ 3 h 4"/>
              <a:gd name="T12" fmla="*/ 2 w 3"/>
              <a:gd name="T13" fmla="*/ 2 h 4"/>
              <a:gd name="T14" fmla="*/ 1 w 3"/>
              <a:gd name="T15" fmla="*/ 1 h 4"/>
              <a:gd name="T16" fmla="*/ 0 w 3"/>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4">
                <a:moveTo>
                  <a:pt x="0" y="0"/>
                </a:moveTo>
                <a:cubicBezTo>
                  <a:pt x="0" y="1"/>
                  <a:pt x="0" y="1"/>
                  <a:pt x="0" y="1"/>
                </a:cubicBezTo>
                <a:cubicBezTo>
                  <a:pt x="0" y="2"/>
                  <a:pt x="0" y="2"/>
                  <a:pt x="0" y="2"/>
                </a:cubicBezTo>
                <a:cubicBezTo>
                  <a:pt x="0" y="3"/>
                  <a:pt x="1" y="3"/>
                  <a:pt x="1" y="3"/>
                </a:cubicBezTo>
                <a:cubicBezTo>
                  <a:pt x="1" y="4"/>
                  <a:pt x="2" y="4"/>
                  <a:pt x="2" y="4"/>
                </a:cubicBezTo>
                <a:cubicBezTo>
                  <a:pt x="3" y="3"/>
                  <a:pt x="3" y="3"/>
                  <a:pt x="3" y="3"/>
                </a:cubicBezTo>
                <a:cubicBezTo>
                  <a:pt x="3" y="3"/>
                  <a:pt x="3" y="2"/>
                  <a:pt x="2" y="2"/>
                </a:cubicBezTo>
                <a:cubicBezTo>
                  <a:pt x="2" y="1"/>
                  <a:pt x="2" y="1"/>
                  <a:pt x="1" y="1"/>
                </a:cubicBezTo>
                <a:cubicBezTo>
                  <a:pt x="1" y="0"/>
                  <a:pt x="1" y="0"/>
                  <a:pt x="0" y="0"/>
                </a:cubicBezTo>
                <a:close/>
              </a:path>
            </a:pathLst>
          </a:custGeom>
          <a:solidFill>
            <a:srgbClr val="CA2C3B"/>
          </a:solidFill>
          <a:ln>
            <a:noFill/>
          </a:ln>
        </p:spPr>
        <p:txBody>
          <a:bodyPr/>
          <a:lstStyle/>
          <a:p>
            <a:endParaRPr lang="zh-CN" altLang="en-US" sz="1600"/>
          </a:p>
        </p:txBody>
      </p:sp>
      <p:sp>
        <p:nvSpPr>
          <p:cNvPr id="32" name="Freeform 31"/>
          <p:cNvSpPr>
            <a:spLocks/>
          </p:cNvSpPr>
          <p:nvPr/>
        </p:nvSpPr>
        <p:spPr bwMode="auto">
          <a:xfrm>
            <a:off x="4113096" y="1798638"/>
            <a:ext cx="9525" cy="14288"/>
          </a:xfrm>
          <a:custGeom>
            <a:avLst/>
            <a:gdLst>
              <a:gd name="T0" fmla="*/ 1 w 3"/>
              <a:gd name="T1" fmla="*/ 0 h 4"/>
              <a:gd name="T2" fmla="*/ 0 w 3"/>
              <a:gd name="T3" fmla="*/ 1 h 4"/>
              <a:gd name="T4" fmla="*/ 1 w 3"/>
              <a:gd name="T5" fmla="*/ 2 h 4"/>
              <a:gd name="T6" fmla="*/ 2 w 3"/>
              <a:gd name="T7" fmla="*/ 3 h 4"/>
              <a:gd name="T8" fmla="*/ 3 w 3"/>
              <a:gd name="T9" fmla="*/ 4 h 4"/>
              <a:gd name="T10" fmla="*/ 3 w 3"/>
              <a:gd name="T11" fmla="*/ 3 h 4"/>
              <a:gd name="T12" fmla="*/ 3 w 3"/>
              <a:gd name="T13" fmla="*/ 2 h 4"/>
              <a:gd name="T14" fmla="*/ 2 w 3"/>
              <a:gd name="T15" fmla="*/ 1 h 4"/>
              <a:gd name="T16" fmla="*/ 1 w 3"/>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4">
                <a:moveTo>
                  <a:pt x="1" y="0"/>
                </a:moveTo>
                <a:cubicBezTo>
                  <a:pt x="0" y="1"/>
                  <a:pt x="0" y="1"/>
                  <a:pt x="0" y="1"/>
                </a:cubicBezTo>
                <a:cubicBezTo>
                  <a:pt x="0" y="1"/>
                  <a:pt x="0" y="2"/>
                  <a:pt x="1" y="2"/>
                </a:cubicBezTo>
                <a:cubicBezTo>
                  <a:pt x="1" y="3"/>
                  <a:pt x="1" y="3"/>
                  <a:pt x="2" y="3"/>
                </a:cubicBezTo>
                <a:cubicBezTo>
                  <a:pt x="2" y="4"/>
                  <a:pt x="2" y="4"/>
                  <a:pt x="3" y="4"/>
                </a:cubicBezTo>
                <a:cubicBezTo>
                  <a:pt x="3" y="3"/>
                  <a:pt x="3" y="3"/>
                  <a:pt x="3" y="3"/>
                </a:cubicBezTo>
                <a:cubicBezTo>
                  <a:pt x="3" y="3"/>
                  <a:pt x="3" y="2"/>
                  <a:pt x="3" y="2"/>
                </a:cubicBezTo>
                <a:cubicBezTo>
                  <a:pt x="3" y="1"/>
                  <a:pt x="2" y="1"/>
                  <a:pt x="2" y="1"/>
                </a:cubicBezTo>
                <a:cubicBezTo>
                  <a:pt x="2" y="0"/>
                  <a:pt x="1" y="0"/>
                  <a:pt x="1" y="0"/>
                </a:cubicBezTo>
                <a:close/>
              </a:path>
            </a:pathLst>
          </a:custGeom>
          <a:solidFill>
            <a:srgbClr val="CA2C3B"/>
          </a:solidFill>
          <a:ln>
            <a:noFill/>
          </a:ln>
        </p:spPr>
        <p:txBody>
          <a:bodyPr/>
          <a:lstStyle/>
          <a:p>
            <a:endParaRPr lang="zh-CN" altLang="en-US" sz="1600"/>
          </a:p>
        </p:txBody>
      </p:sp>
      <p:sp>
        <p:nvSpPr>
          <p:cNvPr id="33" name="Freeform 32"/>
          <p:cNvSpPr>
            <a:spLocks/>
          </p:cNvSpPr>
          <p:nvPr/>
        </p:nvSpPr>
        <p:spPr bwMode="auto">
          <a:xfrm>
            <a:off x="4103571" y="1801813"/>
            <a:ext cx="9525" cy="14288"/>
          </a:xfrm>
          <a:custGeom>
            <a:avLst/>
            <a:gdLst>
              <a:gd name="T0" fmla="*/ 1 w 3"/>
              <a:gd name="T1" fmla="*/ 0 h 4"/>
              <a:gd name="T2" fmla="*/ 0 w 3"/>
              <a:gd name="T3" fmla="*/ 1 h 4"/>
              <a:gd name="T4" fmla="*/ 0 w 3"/>
              <a:gd name="T5" fmla="*/ 2 h 4"/>
              <a:gd name="T6" fmla="*/ 1 w 3"/>
              <a:gd name="T7" fmla="*/ 3 h 4"/>
              <a:gd name="T8" fmla="*/ 2 w 3"/>
              <a:gd name="T9" fmla="*/ 3 h 4"/>
              <a:gd name="T10" fmla="*/ 3 w 3"/>
              <a:gd name="T11" fmla="*/ 3 h 4"/>
              <a:gd name="T12" fmla="*/ 3 w 3"/>
              <a:gd name="T13" fmla="*/ 2 h 4"/>
              <a:gd name="T14" fmla="*/ 2 w 3"/>
              <a:gd name="T15" fmla="*/ 1 h 4"/>
              <a:gd name="T16" fmla="*/ 1 w 3"/>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4">
                <a:moveTo>
                  <a:pt x="1" y="0"/>
                </a:moveTo>
                <a:cubicBezTo>
                  <a:pt x="0" y="1"/>
                  <a:pt x="0" y="1"/>
                  <a:pt x="0" y="1"/>
                </a:cubicBezTo>
                <a:cubicBezTo>
                  <a:pt x="0" y="1"/>
                  <a:pt x="0" y="2"/>
                  <a:pt x="0" y="2"/>
                </a:cubicBezTo>
                <a:cubicBezTo>
                  <a:pt x="0" y="3"/>
                  <a:pt x="1" y="3"/>
                  <a:pt x="1" y="3"/>
                </a:cubicBezTo>
                <a:cubicBezTo>
                  <a:pt x="2" y="3"/>
                  <a:pt x="2" y="4"/>
                  <a:pt x="2" y="3"/>
                </a:cubicBezTo>
                <a:cubicBezTo>
                  <a:pt x="3" y="3"/>
                  <a:pt x="3" y="3"/>
                  <a:pt x="3" y="3"/>
                </a:cubicBezTo>
                <a:cubicBezTo>
                  <a:pt x="3" y="2"/>
                  <a:pt x="3" y="2"/>
                  <a:pt x="3" y="2"/>
                </a:cubicBezTo>
                <a:cubicBezTo>
                  <a:pt x="2" y="1"/>
                  <a:pt x="2" y="1"/>
                  <a:pt x="2" y="1"/>
                </a:cubicBezTo>
                <a:cubicBezTo>
                  <a:pt x="1" y="0"/>
                  <a:pt x="1" y="0"/>
                  <a:pt x="1" y="0"/>
                </a:cubicBezTo>
                <a:close/>
              </a:path>
            </a:pathLst>
          </a:custGeom>
          <a:solidFill>
            <a:srgbClr val="CA2C3B"/>
          </a:solidFill>
          <a:ln>
            <a:noFill/>
          </a:ln>
        </p:spPr>
        <p:txBody>
          <a:bodyPr/>
          <a:lstStyle/>
          <a:p>
            <a:endParaRPr lang="zh-CN" altLang="en-US" sz="1600"/>
          </a:p>
        </p:txBody>
      </p:sp>
      <p:sp>
        <p:nvSpPr>
          <p:cNvPr id="34" name="Freeform 33"/>
          <p:cNvSpPr>
            <a:spLocks/>
          </p:cNvSpPr>
          <p:nvPr/>
        </p:nvSpPr>
        <p:spPr bwMode="auto">
          <a:xfrm>
            <a:off x="4092459" y="1806578"/>
            <a:ext cx="11113" cy="9525"/>
          </a:xfrm>
          <a:custGeom>
            <a:avLst/>
            <a:gdLst>
              <a:gd name="T0" fmla="*/ 0 w 3"/>
              <a:gd name="T1" fmla="*/ 0 h 3"/>
              <a:gd name="T2" fmla="*/ 0 w 3"/>
              <a:gd name="T3" fmla="*/ 1 h 3"/>
              <a:gd name="T4" fmla="*/ 0 w 3"/>
              <a:gd name="T5" fmla="*/ 2 h 3"/>
              <a:gd name="T6" fmla="*/ 1 w 3"/>
              <a:gd name="T7" fmla="*/ 3 h 3"/>
              <a:gd name="T8" fmla="*/ 2 w 3"/>
              <a:gd name="T9" fmla="*/ 3 h 3"/>
              <a:gd name="T10" fmla="*/ 2 w 3"/>
              <a:gd name="T11" fmla="*/ 3 h 3"/>
              <a:gd name="T12" fmla="*/ 2 w 3"/>
              <a:gd name="T13" fmla="*/ 1 h 3"/>
              <a:gd name="T14" fmla="*/ 1 w 3"/>
              <a:gd name="T15" fmla="*/ 1 h 3"/>
              <a:gd name="T16" fmla="*/ 0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0" y="0"/>
                </a:moveTo>
                <a:cubicBezTo>
                  <a:pt x="0" y="1"/>
                  <a:pt x="0" y="1"/>
                  <a:pt x="0" y="1"/>
                </a:cubicBezTo>
                <a:cubicBezTo>
                  <a:pt x="0" y="1"/>
                  <a:pt x="0" y="2"/>
                  <a:pt x="0" y="2"/>
                </a:cubicBezTo>
                <a:cubicBezTo>
                  <a:pt x="0" y="3"/>
                  <a:pt x="0" y="3"/>
                  <a:pt x="1" y="3"/>
                </a:cubicBezTo>
                <a:cubicBezTo>
                  <a:pt x="1" y="3"/>
                  <a:pt x="2" y="3"/>
                  <a:pt x="2" y="3"/>
                </a:cubicBezTo>
                <a:cubicBezTo>
                  <a:pt x="2" y="3"/>
                  <a:pt x="2" y="3"/>
                  <a:pt x="2" y="3"/>
                </a:cubicBezTo>
                <a:cubicBezTo>
                  <a:pt x="3" y="2"/>
                  <a:pt x="2" y="2"/>
                  <a:pt x="2" y="1"/>
                </a:cubicBezTo>
                <a:cubicBezTo>
                  <a:pt x="2" y="1"/>
                  <a:pt x="2" y="1"/>
                  <a:pt x="1" y="1"/>
                </a:cubicBezTo>
                <a:cubicBezTo>
                  <a:pt x="1" y="0"/>
                  <a:pt x="0" y="0"/>
                  <a:pt x="0" y="0"/>
                </a:cubicBezTo>
                <a:close/>
              </a:path>
            </a:pathLst>
          </a:custGeom>
          <a:solidFill>
            <a:srgbClr val="CA2C3B"/>
          </a:solidFill>
          <a:ln>
            <a:noFill/>
          </a:ln>
        </p:spPr>
        <p:txBody>
          <a:bodyPr/>
          <a:lstStyle/>
          <a:p>
            <a:endParaRPr lang="zh-CN" altLang="en-US" sz="1600"/>
          </a:p>
        </p:txBody>
      </p:sp>
      <p:sp>
        <p:nvSpPr>
          <p:cNvPr id="35" name="Freeform 34"/>
          <p:cNvSpPr>
            <a:spLocks/>
          </p:cNvSpPr>
          <p:nvPr/>
        </p:nvSpPr>
        <p:spPr bwMode="auto">
          <a:xfrm>
            <a:off x="4079759" y="1809753"/>
            <a:ext cx="9525" cy="9525"/>
          </a:xfrm>
          <a:custGeom>
            <a:avLst/>
            <a:gdLst>
              <a:gd name="T0" fmla="*/ 1 w 3"/>
              <a:gd name="T1" fmla="*/ 0 h 3"/>
              <a:gd name="T2" fmla="*/ 0 w 3"/>
              <a:gd name="T3" fmla="*/ 1 h 3"/>
              <a:gd name="T4" fmla="*/ 0 w 3"/>
              <a:gd name="T5" fmla="*/ 2 h 3"/>
              <a:gd name="T6" fmla="*/ 1 w 3"/>
              <a:gd name="T7" fmla="*/ 3 h 3"/>
              <a:gd name="T8" fmla="*/ 2 w 3"/>
              <a:gd name="T9" fmla="*/ 3 h 3"/>
              <a:gd name="T10" fmla="*/ 3 w 3"/>
              <a:gd name="T11" fmla="*/ 2 h 3"/>
              <a:gd name="T12" fmla="*/ 3 w 3"/>
              <a:gd name="T13" fmla="*/ 1 h 3"/>
              <a:gd name="T14" fmla="*/ 2 w 3"/>
              <a:gd name="T15" fmla="*/ 0 h 3"/>
              <a:gd name="T16" fmla="*/ 1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1" y="0"/>
                </a:moveTo>
                <a:cubicBezTo>
                  <a:pt x="0" y="1"/>
                  <a:pt x="0" y="1"/>
                  <a:pt x="0" y="1"/>
                </a:cubicBezTo>
                <a:cubicBezTo>
                  <a:pt x="0" y="1"/>
                  <a:pt x="0" y="2"/>
                  <a:pt x="0" y="2"/>
                </a:cubicBezTo>
                <a:cubicBezTo>
                  <a:pt x="1" y="2"/>
                  <a:pt x="1" y="3"/>
                  <a:pt x="1" y="3"/>
                </a:cubicBezTo>
                <a:cubicBezTo>
                  <a:pt x="2" y="3"/>
                  <a:pt x="2" y="3"/>
                  <a:pt x="2" y="3"/>
                </a:cubicBezTo>
                <a:cubicBezTo>
                  <a:pt x="3" y="2"/>
                  <a:pt x="3" y="2"/>
                  <a:pt x="3" y="2"/>
                </a:cubicBezTo>
                <a:cubicBezTo>
                  <a:pt x="3" y="2"/>
                  <a:pt x="3" y="2"/>
                  <a:pt x="3" y="1"/>
                </a:cubicBezTo>
                <a:cubicBezTo>
                  <a:pt x="3" y="1"/>
                  <a:pt x="2" y="1"/>
                  <a:pt x="2" y="0"/>
                </a:cubicBezTo>
                <a:cubicBezTo>
                  <a:pt x="1" y="0"/>
                  <a:pt x="1" y="0"/>
                  <a:pt x="1" y="0"/>
                </a:cubicBezTo>
                <a:close/>
              </a:path>
            </a:pathLst>
          </a:custGeom>
          <a:solidFill>
            <a:srgbClr val="CA2C3B"/>
          </a:solidFill>
          <a:ln>
            <a:noFill/>
          </a:ln>
        </p:spPr>
        <p:txBody>
          <a:bodyPr/>
          <a:lstStyle/>
          <a:p>
            <a:endParaRPr lang="zh-CN" altLang="en-US" sz="1600"/>
          </a:p>
        </p:txBody>
      </p:sp>
      <p:sp>
        <p:nvSpPr>
          <p:cNvPr id="36" name="Freeform 35"/>
          <p:cNvSpPr>
            <a:spLocks/>
          </p:cNvSpPr>
          <p:nvPr/>
        </p:nvSpPr>
        <p:spPr bwMode="auto">
          <a:xfrm>
            <a:off x="4070234" y="1812928"/>
            <a:ext cx="9525" cy="9525"/>
          </a:xfrm>
          <a:custGeom>
            <a:avLst/>
            <a:gdLst>
              <a:gd name="T0" fmla="*/ 0 w 3"/>
              <a:gd name="T1" fmla="*/ 0 h 3"/>
              <a:gd name="T2" fmla="*/ 0 w 3"/>
              <a:gd name="T3" fmla="*/ 1 h 3"/>
              <a:gd name="T4" fmla="*/ 0 w 3"/>
              <a:gd name="T5" fmla="*/ 2 h 3"/>
              <a:gd name="T6" fmla="*/ 1 w 3"/>
              <a:gd name="T7" fmla="*/ 3 h 3"/>
              <a:gd name="T8" fmla="*/ 2 w 3"/>
              <a:gd name="T9" fmla="*/ 3 h 3"/>
              <a:gd name="T10" fmla="*/ 3 w 3"/>
              <a:gd name="T11" fmla="*/ 2 h 3"/>
              <a:gd name="T12" fmla="*/ 2 w 3"/>
              <a:gd name="T13" fmla="*/ 1 h 3"/>
              <a:gd name="T14" fmla="*/ 1 w 3"/>
              <a:gd name="T15" fmla="*/ 0 h 3"/>
              <a:gd name="T16" fmla="*/ 0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0" y="0"/>
                </a:moveTo>
                <a:cubicBezTo>
                  <a:pt x="0" y="1"/>
                  <a:pt x="0" y="1"/>
                  <a:pt x="0" y="1"/>
                </a:cubicBezTo>
                <a:cubicBezTo>
                  <a:pt x="0" y="1"/>
                  <a:pt x="0" y="2"/>
                  <a:pt x="0" y="2"/>
                </a:cubicBezTo>
                <a:cubicBezTo>
                  <a:pt x="0" y="2"/>
                  <a:pt x="1" y="3"/>
                  <a:pt x="1" y="3"/>
                </a:cubicBezTo>
                <a:cubicBezTo>
                  <a:pt x="1" y="3"/>
                  <a:pt x="2" y="3"/>
                  <a:pt x="2" y="3"/>
                </a:cubicBezTo>
                <a:cubicBezTo>
                  <a:pt x="3" y="2"/>
                  <a:pt x="3" y="2"/>
                  <a:pt x="3" y="2"/>
                </a:cubicBezTo>
                <a:cubicBezTo>
                  <a:pt x="3" y="2"/>
                  <a:pt x="3" y="2"/>
                  <a:pt x="2" y="1"/>
                </a:cubicBezTo>
                <a:cubicBezTo>
                  <a:pt x="2" y="1"/>
                  <a:pt x="2" y="1"/>
                  <a:pt x="1" y="0"/>
                </a:cubicBezTo>
                <a:lnTo>
                  <a:pt x="0" y="0"/>
                </a:lnTo>
                <a:close/>
              </a:path>
            </a:pathLst>
          </a:custGeom>
          <a:solidFill>
            <a:srgbClr val="CA2C3B"/>
          </a:solidFill>
          <a:ln>
            <a:noFill/>
          </a:ln>
        </p:spPr>
        <p:txBody>
          <a:bodyPr/>
          <a:lstStyle/>
          <a:p>
            <a:endParaRPr lang="zh-CN" altLang="en-US" sz="1600"/>
          </a:p>
        </p:txBody>
      </p:sp>
      <p:sp>
        <p:nvSpPr>
          <p:cNvPr id="37" name="Freeform 36"/>
          <p:cNvSpPr>
            <a:spLocks/>
          </p:cNvSpPr>
          <p:nvPr/>
        </p:nvSpPr>
        <p:spPr bwMode="auto">
          <a:xfrm>
            <a:off x="4057534" y="1816103"/>
            <a:ext cx="9525" cy="9525"/>
          </a:xfrm>
          <a:custGeom>
            <a:avLst/>
            <a:gdLst>
              <a:gd name="T0" fmla="*/ 1 w 3"/>
              <a:gd name="T1" fmla="*/ 0 h 3"/>
              <a:gd name="T2" fmla="*/ 0 w 3"/>
              <a:gd name="T3" fmla="*/ 1 h 3"/>
              <a:gd name="T4" fmla="*/ 1 w 3"/>
              <a:gd name="T5" fmla="*/ 2 h 3"/>
              <a:gd name="T6" fmla="*/ 1 w 3"/>
              <a:gd name="T7" fmla="*/ 3 h 3"/>
              <a:gd name="T8" fmla="*/ 3 w 3"/>
              <a:gd name="T9" fmla="*/ 3 h 3"/>
              <a:gd name="T10" fmla="*/ 3 w 3"/>
              <a:gd name="T11" fmla="*/ 2 h 3"/>
              <a:gd name="T12" fmla="*/ 3 w 3"/>
              <a:gd name="T13" fmla="*/ 1 h 3"/>
              <a:gd name="T14" fmla="*/ 2 w 3"/>
              <a:gd name="T15" fmla="*/ 0 h 3"/>
              <a:gd name="T16" fmla="*/ 1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1" y="0"/>
                </a:moveTo>
                <a:cubicBezTo>
                  <a:pt x="0" y="1"/>
                  <a:pt x="0" y="1"/>
                  <a:pt x="0" y="1"/>
                </a:cubicBezTo>
                <a:cubicBezTo>
                  <a:pt x="1" y="2"/>
                  <a:pt x="1" y="2"/>
                  <a:pt x="1" y="2"/>
                </a:cubicBezTo>
                <a:cubicBezTo>
                  <a:pt x="1" y="3"/>
                  <a:pt x="1" y="3"/>
                  <a:pt x="1" y="3"/>
                </a:cubicBezTo>
                <a:cubicBezTo>
                  <a:pt x="3" y="3"/>
                  <a:pt x="3" y="3"/>
                  <a:pt x="3" y="3"/>
                </a:cubicBezTo>
                <a:cubicBezTo>
                  <a:pt x="3" y="2"/>
                  <a:pt x="3" y="2"/>
                  <a:pt x="3" y="2"/>
                </a:cubicBezTo>
                <a:cubicBezTo>
                  <a:pt x="3" y="2"/>
                  <a:pt x="3" y="2"/>
                  <a:pt x="3" y="1"/>
                </a:cubicBezTo>
                <a:cubicBezTo>
                  <a:pt x="3" y="1"/>
                  <a:pt x="2" y="1"/>
                  <a:pt x="2" y="0"/>
                </a:cubicBezTo>
                <a:lnTo>
                  <a:pt x="1" y="0"/>
                </a:lnTo>
                <a:close/>
              </a:path>
            </a:pathLst>
          </a:custGeom>
          <a:solidFill>
            <a:srgbClr val="CA2C3B"/>
          </a:solidFill>
          <a:ln>
            <a:noFill/>
          </a:ln>
        </p:spPr>
        <p:txBody>
          <a:bodyPr/>
          <a:lstStyle/>
          <a:p>
            <a:endParaRPr lang="zh-CN" altLang="en-US" sz="1600"/>
          </a:p>
        </p:txBody>
      </p:sp>
      <p:sp>
        <p:nvSpPr>
          <p:cNvPr id="38" name="Freeform 37"/>
          <p:cNvSpPr>
            <a:spLocks/>
          </p:cNvSpPr>
          <p:nvPr/>
        </p:nvSpPr>
        <p:spPr bwMode="auto">
          <a:xfrm>
            <a:off x="4048009" y="1819278"/>
            <a:ext cx="9525" cy="9525"/>
          </a:xfrm>
          <a:custGeom>
            <a:avLst/>
            <a:gdLst>
              <a:gd name="T0" fmla="*/ 2 w 6"/>
              <a:gd name="T1" fmla="*/ 0 h 6"/>
              <a:gd name="T2" fmla="*/ 0 w 6"/>
              <a:gd name="T3" fmla="*/ 2 h 6"/>
              <a:gd name="T4" fmla="*/ 0 w 6"/>
              <a:gd name="T5" fmla="*/ 4 h 6"/>
              <a:gd name="T6" fmla="*/ 2 w 6"/>
              <a:gd name="T7" fmla="*/ 4 h 6"/>
              <a:gd name="T8" fmla="*/ 4 w 6"/>
              <a:gd name="T9" fmla="*/ 6 h 6"/>
              <a:gd name="T10" fmla="*/ 6 w 6"/>
              <a:gd name="T11" fmla="*/ 4 h 6"/>
              <a:gd name="T12" fmla="*/ 6 w 6"/>
              <a:gd name="T13" fmla="*/ 2 h 6"/>
              <a:gd name="T14" fmla="*/ 4 w 6"/>
              <a:gd name="T15" fmla="*/ 0 h 6"/>
              <a:gd name="T16" fmla="*/ 2 w 6"/>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6">
                <a:moveTo>
                  <a:pt x="2" y="0"/>
                </a:moveTo>
                <a:lnTo>
                  <a:pt x="0" y="2"/>
                </a:lnTo>
                <a:lnTo>
                  <a:pt x="0" y="4"/>
                </a:lnTo>
                <a:lnTo>
                  <a:pt x="2" y="4"/>
                </a:lnTo>
                <a:lnTo>
                  <a:pt x="4" y="6"/>
                </a:lnTo>
                <a:lnTo>
                  <a:pt x="6" y="4"/>
                </a:lnTo>
                <a:lnTo>
                  <a:pt x="6" y="2"/>
                </a:lnTo>
                <a:lnTo>
                  <a:pt x="4" y="0"/>
                </a:lnTo>
                <a:lnTo>
                  <a:pt x="2" y="0"/>
                </a:lnTo>
                <a:close/>
              </a:path>
            </a:pathLst>
          </a:custGeom>
          <a:solidFill>
            <a:srgbClr val="CA2C3B"/>
          </a:solidFill>
          <a:ln>
            <a:noFill/>
          </a:ln>
        </p:spPr>
        <p:txBody>
          <a:bodyPr/>
          <a:lstStyle/>
          <a:p>
            <a:endParaRPr lang="zh-CN" altLang="en-US" sz="1600"/>
          </a:p>
        </p:txBody>
      </p:sp>
      <p:sp>
        <p:nvSpPr>
          <p:cNvPr id="39" name="Freeform 38"/>
          <p:cNvSpPr>
            <a:spLocks/>
          </p:cNvSpPr>
          <p:nvPr/>
        </p:nvSpPr>
        <p:spPr bwMode="auto">
          <a:xfrm>
            <a:off x="4036894" y="1822451"/>
            <a:ext cx="7938" cy="6350"/>
          </a:xfrm>
          <a:custGeom>
            <a:avLst/>
            <a:gdLst>
              <a:gd name="T0" fmla="*/ 0 w 5"/>
              <a:gd name="T1" fmla="*/ 0 h 4"/>
              <a:gd name="T2" fmla="*/ 0 w 5"/>
              <a:gd name="T3" fmla="*/ 2 h 4"/>
              <a:gd name="T4" fmla="*/ 0 w 5"/>
              <a:gd name="T5" fmla="*/ 4 h 4"/>
              <a:gd name="T6" fmla="*/ 2 w 5"/>
              <a:gd name="T7" fmla="*/ 4 h 4"/>
              <a:gd name="T8" fmla="*/ 5 w 5"/>
              <a:gd name="T9" fmla="*/ 4 h 4"/>
              <a:gd name="T10" fmla="*/ 5 w 5"/>
              <a:gd name="T11" fmla="*/ 4 h 4"/>
              <a:gd name="T12" fmla="*/ 5 w 5"/>
              <a:gd name="T13" fmla="*/ 2 h 4"/>
              <a:gd name="T14" fmla="*/ 2 w 5"/>
              <a:gd name="T15" fmla="*/ 0 h 4"/>
              <a:gd name="T16" fmla="*/ 0 w 5"/>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4">
                <a:moveTo>
                  <a:pt x="0" y="0"/>
                </a:moveTo>
                <a:lnTo>
                  <a:pt x="0" y="2"/>
                </a:lnTo>
                <a:lnTo>
                  <a:pt x="0" y="4"/>
                </a:lnTo>
                <a:lnTo>
                  <a:pt x="2" y="4"/>
                </a:lnTo>
                <a:lnTo>
                  <a:pt x="5" y="4"/>
                </a:lnTo>
                <a:lnTo>
                  <a:pt x="5" y="4"/>
                </a:lnTo>
                <a:lnTo>
                  <a:pt x="5" y="2"/>
                </a:lnTo>
                <a:lnTo>
                  <a:pt x="2" y="0"/>
                </a:lnTo>
                <a:lnTo>
                  <a:pt x="0" y="0"/>
                </a:lnTo>
                <a:close/>
              </a:path>
            </a:pathLst>
          </a:custGeom>
          <a:solidFill>
            <a:srgbClr val="CA2C3B"/>
          </a:solidFill>
          <a:ln>
            <a:noFill/>
          </a:ln>
        </p:spPr>
        <p:txBody>
          <a:bodyPr/>
          <a:lstStyle/>
          <a:p>
            <a:endParaRPr lang="zh-CN" altLang="en-US" sz="1600"/>
          </a:p>
        </p:txBody>
      </p:sp>
      <p:sp>
        <p:nvSpPr>
          <p:cNvPr id="40" name="Freeform 39"/>
          <p:cNvSpPr>
            <a:spLocks/>
          </p:cNvSpPr>
          <p:nvPr/>
        </p:nvSpPr>
        <p:spPr bwMode="auto">
          <a:xfrm>
            <a:off x="4205169" y="1868488"/>
            <a:ext cx="25400" cy="38100"/>
          </a:xfrm>
          <a:custGeom>
            <a:avLst/>
            <a:gdLst>
              <a:gd name="T0" fmla="*/ 2 w 8"/>
              <a:gd name="T1" fmla="*/ 1 h 12"/>
              <a:gd name="T2" fmla="*/ 1 w 8"/>
              <a:gd name="T3" fmla="*/ 7 h 12"/>
              <a:gd name="T4" fmla="*/ 6 w 8"/>
              <a:gd name="T5" fmla="*/ 11 h 12"/>
              <a:gd name="T6" fmla="*/ 7 w 8"/>
              <a:gd name="T7" fmla="*/ 5 h 12"/>
              <a:gd name="T8" fmla="*/ 2 w 8"/>
              <a:gd name="T9" fmla="*/ 1 h 12"/>
            </a:gdLst>
            <a:ahLst/>
            <a:cxnLst>
              <a:cxn ang="0">
                <a:pos x="T0" y="T1"/>
              </a:cxn>
              <a:cxn ang="0">
                <a:pos x="T2" y="T3"/>
              </a:cxn>
              <a:cxn ang="0">
                <a:pos x="T4" y="T5"/>
              </a:cxn>
              <a:cxn ang="0">
                <a:pos x="T6" y="T7"/>
              </a:cxn>
              <a:cxn ang="0">
                <a:pos x="T8" y="T9"/>
              </a:cxn>
            </a:cxnLst>
            <a:rect l="0" t="0" r="r" b="b"/>
            <a:pathLst>
              <a:path w="8" h="12">
                <a:moveTo>
                  <a:pt x="2" y="1"/>
                </a:moveTo>
                <a:cubicBezTo>
                  <a:pt x="0" y="1"/>
                  <a:pt x="0" y="4"/>
                  <a:pt x="1" y="7"/>
                </a:cubicBezTo>
                <a:cubicBezTo>
                  <a:pt x="2" y="10"/>
                  <a:pt x="4" y="12"/>
                  <a:pt x="6" y="11"/>
                </a:cubicBezTo>
                <a:cubicBezTo>
                  <a:pt x="8" y="11"/>
                  <a:pt x="8" y="8"/>
                  <a:pt x="7" y="5"/>
                </a:cubicBezTo>
                <a:cubicBezTo>
                  <a:pt x="6" y="2"/>
                  <a:pt x="4" y="0"/>
                  <a:pt x="2" y="1"/>
                </a:cubicBezTo>
                <a:close/>
              </a:path>
            </a:pathLst>
          </a:custGeom>
          <a:solidFill>
            <a:srgbClr val="CA2C3B"/>
          </a:solidFill>
          <a:ln>
            <a:noFill/>
          </a:ln>
        </p:spPr>
        <p:txBody>
          <a:bodyPr/>
          <a:lstStyle/>
          <a:p>
            <a:endParaRPr lang="zh-CN" altLang="en-US" sz="1600"/>
          </a:p>
        </p:txBody>
      </p:sp>
      <p:sp>
        <p:nvSpPr>
          <p:cNvPr id="41" name="Freeform 40"/>
          <p:cNvSpPr>
            <a:spLocks noEditPoints="1"/>
          </p:cNvSpPr>
          <p:nvPr/>
        </p:nvSpPr>
        <p:spPr bwMode="auto">
          <a:xfrm>
            <a:off x="3762259" y="1104901"/>
            <a:ext cx="301625" cy="255588"/>
          </a:xfrm>
          <a:custGeom>
            <a:avLst/>
            <a:gdLst>
              <a:gd name="T0" fmla="*/ 23 w 92"/>
              <a:gd name="T1" fmla="*/ 56 h 78"/>
              <a:gd name="T2" fmla="*/ 27 w 92"/>
              <a:gd name="T3" fmla="*/ 52 h 78"/>
              <a:gd name="T4" fmla="*/ 87 w 92"/>
              <a:gd name="T5" fmla="*/ 3 h 78"/>
              <a:gd name="T6" fmla="*/ 23 w 92"/>
              <a:gd name="T7" fmla="*/ 78 h 78"/>
              <a:gd name="T8" fmla="*/ 22 w 92"/>
              <a:gd name="T9" fmla="*/ 56 h 78"/>
              <a:gd name="T10" fmla="*/ 23 w 92"/>
              <a:gd name="T11" fmla="*/ 56 h 78"/>
              <a:gd name="T12" fmla="*/ 20 w 92"/>
              <a:gd name="T13" fmla="*/ 78 h 78"/>
              <a:gd name="T14" fmla="*/ 20 w 92"/>
              <a:gd name="T15" fmla="*/ 54 h 78"/>
              <a:gd name="T16" fmla="*/ 22 w 92"/>
              <a:gd name="T17" fmla="*/ 56 h 78"/>
              <a:gd name="T18" fmla="*/ 19 w 92"/>
              <a:gd name="T19" fmla="*/ 59 h 78"/>
              <a:gd name="T20" fmla="*/ 20 w 92"/>
              <a:gd name="T21" fmla="*/ 54 h 78"/>
              <a:gd name="T22" fmla="*/ 20 w 92"/>
              <a:gd name="T23" fmla="*/ 78 h 78"/>
              <a:gd name="T24" fmla="*/ 19 w 92"/>
              <a:gd name="T25" fmla="*/ 59 h 78"/>
              <a:gd name="T26" fmla="*/ 19 w 92"/>
              <a:gd name="T27" fmla="*/ 59 h 78"/>
              <a:gd name="T28" fmla="*/ 19 w 92"/>
              <a:gd name="T29" fmla="*/ 78 h 78"/>
              <a:gd name="T30" fmla="*/ 16 w 92"/>
              <a:gd name="T31" fmla="*/ 61 h 78"/>
              <a:gd name="T32" fmla="*/ 18 w 92"/>
              <a:gd name="T33" fmla="*/ 59 h 78"/>
              <a:gd name="T34" fmla="*/ 15 w 92"/>
              <a:gd name="T35" fmla="*/ 78 h 78"/>
              <a:gd name="T36" fmla="*/ 15 w 92"/>
              <a:gd name="T37" fmla="*/ 56 h 78"/>
              <a:gd name="T38" fmla="*/ 16 w 92"/>
              <a:gd name="T39" fmla="*/ 61 h 78"/>
              <a:gd name="T40" fmla="*/ 14 w 92"/>
              <a:gd name="T41" fmla="*/ 62 h 78"/>
              <a:gd name="T42" fmla="*/ 15 w 92"/>
              <a:gd name="T43" fmla="*/ 56 h 78"/>
              <a:gd name="T44" fmla="*/ 15 w 92"/>
              <a:gd name="T45" fmla="*/ 78 h 78"/>
              <a:gd name="T46" fmla="*/ 11 w 92"/>
              <a:gd name="T47" fmla="*/ 64 h 78"/>
              <a:gd name="T48" fmla="*/ 14 w 92"/>
              <a:gd name="T49" fmla="*/ 56 h 78"/>
              <a:gd name="T50" fmla="*/ 14 w 92"/>
              <a:gd name="T51" fmla="*/ 78 h 78"/>
              <a:gd name="T52" fmla="*/ 10 w 92"/>
              <a:gd name="T53" fmla="*/ 64 h 78"/>
              <a:gd name="T54" fmla="*/ 11 w 92"/>
              <a:gd name="T55" fmla="*/ 64 h 78"/>
              <a:gd name="T56" fmla="*/ 10 w 92"/>
              <a:gd name="T57" fmla="*/ 76 h 78"/>
              <a:gd name="T58" fmla="*/ 9 w 92"/>
              <a:gd name="T59" fmla="*/ 64 h 78"/>
              <a:gd name="T60" fmla="*/ 9 w 92"/>
              <a:gd name="T61" fmla="*/ 64 h 78"/>
              <a:gd name="T62" fmla="*/ 8 w 92"/>
              <a:gd name="T63" fmla="*/ 74 h 78"/>
              <a:gd name="T64" fmla="*/ 8 w 92"/>
              <a:gd name="T65" fmla="*/ 59 h 78"/>
              <a:gd name="T66" fmla="*/ 9 w 92"/>
              <a:gd name="T67" fmla="*/ 64 h 78"/>
              <a:gd name="T68" fmla="*/ 7 w 92"/>
              <a:gd name="T69" fmla="*/ 65 h 78"/>
              <a:gd name="T70" fmla="*/ 8 w 92"/>
              <a:gd name="T71" fmla="*/ 59 h 78"/>
              <a:gd name="T72" fmla="*/ 8 w 92"/>
              <a:gd name="T73" fmla="*/ 74 h 78"/>
              <a:gd name="T74" fmla="*/ 6 w 92"/>
              <a:gd name="T75" fmla="*/ 65 h 78"/>
              <a:gd name="T76" fmla="*/ 7 w 92"/>
              <a:gd name="T77" fmla="*/ 65 h 78"/>
              <a:gd name="T78" fmla="*/ 6 w 92"/>
              <a:gd name="T79" fmla="*/ 73 h 78"/>
              <a:gd name="T80" fmla="*/ 5 w 92"/>
              <a:gd name="T81" fmla="*/ 65 h 78"/>
              <a:gd name="T82" fmla="*/ 6 w 92"/>
              <a:gd name="T83" fmla="*/ 65 h 78"/>
              <a:gd name="T84" fmla="*/ 4 w 92"/>
              <a:gd name="T85" fmla="*/ 70 h 78"/>
              <a:gd name="T86" fmla="*/ 4 w 92"/>
              <a:gd name="T87" fmla="*/ 62 h 78"/>
              <a:gd name="T88" fmla="*/ 5 w 92"/>
              <a:gd name="T89" fmla="*/ 65 h 78"/>
              <a:gd name="T90" fmla="*/ 2 w 92"/>
              <a:gd name="T91" fmla="*/ 66 h 78"/>
              <a:gd name="T92" fmla="*/ 4 w 92"/>
              <a:gd name="T93" fmla="*/ 62 h 78"/>
              <a:gd name="T94" fmla="*/ 4 w 92"/>
              <a:gd name="T95" fmla="*/ 70 h 78"/>
              <a:gd name="T96" fmla="*/ 2 w 92"/>
              <a:gd name="T97" fmla="*/ 66 h 78"/>
              <a:gd name="T98" fmla="*/ 2 w 92"/>
              <a:gd name="T99" fmla="*/ 66 h 78"/>
              <a:gd name="T100" fmla="*/ 2 w 92"/>
              <a:gd name="T101" fmla="*/ 68 h 78"/>
              <a:gd name="T102" fmla="*/ 1 w 92"/>
              <a:gd name="T103" fmla="*/ 65 h 78"/>
              <a:gd name="T104" fmla="*/ 2 w 92"/>
              <a:gd name="T105" fmla="*/ 6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2" h="78">
                <a:moveTo>
                  <a:pt x="45" y="69"/>
                </a:moveTo>
                <a:cubicBezTo>
                  <a:pt x="38" y="72"/>
                  <a:pt x="33" y="74"/>
                  <a:pt x="28" y="76"/>
                </a:cubicBezTo>
                <a:cubicBezTo>
                  <a:pt x="27" y="76"/>
                  <a:pt x="25" y="77"/>
                  <a:pt x="23" y="78"/>
                </a:cubicBezTo>
                <a:cubicBezTo>
                  <a:pt x="23" y="56"/>
                  <a:pt x="23" y="56"/>
                  <a:pt x="23" y="56"/>
                </a:cubicBezTo>
                <a:cubicBezTo>
                  <a:pt x="23" y="55"/>
                  <a:pt x="23" y="55"/>
                  <a:pt x="23" y="55"/>
                </a:cubicBezTo>
                <a:cubicBezTo>
                  <a:pt x="23" y="56"/>
                  <a:pt x="23" y="56"/>
                  <a:pt x="23" y="56"/>
                </a:cubicBezTo>
                <a:cubicBezTo>
                  <a:pt x="23" y="53"/>
                  <a:pt x="23" y="53"/>
                  <a:pt x="23" y="53"/>
                </a:cubicBezTo>
                <a:cubicBezTo>
                  <a:pt x="24" y="52"/>
                  <a:pt x="26" y="52"/>
                  <a:pt x="27" y="52"/>
                </a:cubicBezTo>
                <a:cubicBezTo>
                  <a:pt x="26" y="53"/>
                  <a:pt x="25" y="54"/>
                  <a:pt x="24" y="55"/>
                </a:cubicBezTo>
                <a:cubicBezTo>
                  <a:pt x="32" y="48"/>
                  <a:pt x="40" y="38"/>
                  <a:pt x="48" y="26"/>
                </a:cubicBezTo>
                <a:cubicBezTo>
                  <a:pt x="54" y="17"/>
                  <a:pt x="62" y="9"/>
                  <a:pt x="73" y="4"/>
                </a:cubicBezTo>
                <a:cubicBezTo>
                  <a:pt x="78" y="2"/>
                  <a:pt x="83" y="0"/>
                  <a:pt x="87" y="3"/>
                </a:cubicBezTo>
                <a:cubicBezTo>
                  <a:pt x="92" y="6"/>
                  <a:pt x="92" y="14"/>
                  <a:pt x="87" y="23"/>
                </a:cubicBezTo>
                <a:cubicBezTo>
                  <a:pt x="77" y="40"/>
                  <a:pt x="69" y="50"/>
                  <a:pt x="61" y="58"/>
                </a:cubicBezTo>
                <a:cubicBezTo>
                  <a:pt x="56" y="63"/>
                  <a:pt x="52" y="66"/>
                  <a:pt x="45" y="69"/>
                </a:cubicBezTo>
                <a:close/>
                <a:moveTo>
                  <a:pt x="23" y="78"/>
                </a:moveTo>
                <a:cubicBezTo>
                  <a:pt x="22" y="78"/>
                  <a:pt x="22" y="78"/>
                  <a:pt x="22" y="78"/>
                </a:cubicBezTo>
                <a:cubicBezTo>
                  <a:pt x="22" y="56"/>
                  <a:pt x="22" y="56"/>
                  <a:pt x="22" y="56"/>
                </a:cubicBezTo>
                <a:cubicBezTo>
                  <a:pt x="23" y="56"/>
                  <a:pt x="23" y="56"/>
                  <a:pt x="23" y="56"/>
                </a:cubicBezTo>
                <a:cubicBezTo>
                  <a:pt x="22" y="56"/>
                  <a:pt x="22" y="56"/>
                  <a:pt x="22" y="56"/>
                </a:cubicBezTo>
                <a:cubicBezTo>
                  <a:pt x="22" y="53"/>
                  <a:pt x="22" y="53"/>
                  <a:pt x="22" y="53"/>
                </a:cubicBezTo>
                <a:cubicBezTo>
                  <a:pt x="23" y="53"/>
                  <a:pt x="23" y="53"/>
                  <a:pt x="23" y="53"/>
                </a:cubicBezTo>
                <a:cubicBezTo>
                  <a:pt x="23" y="56"/>
                  <a:pt x="23" y="56"/>
                  <a:pt x="23" y="56"/>
                </a:cubicBezTo>
                <a:cubicBezTo>
                  <a:pt x="23" y="56"/>
                  <a:pt x="23" y="56"/>
                  <a:pt x="23" y="56"/>
                </a:cubicBezTo>
                <a:cubicBezTo>
                  <a:pt x="23" y="56"/>
                  <a:pt x="23" y="56"/>
                  <a:pt x="23" y="56"/>
                </a:cubicBezTo>
                <a:lnTo>
                  <a:pt x="23" y="78"/>
                </a:lnTo>
                <a:close/>
                <a:moveTo>
                  <a:pt x="22" y="78"/>
                </a:moveTo>
                <a:cubicBezTo>
                  <a:pt x="22" y="78"/>
                  <a:pt x="21" y="78"/>
                  <a:pt x="20" y="78"/>
                </a:cubicBezTo>
                <a:cubicBezTo>
                  <a:pt x="20" y="58"/>
                  <a:pt x="20" y="58"/>
                  <a:pt x="20" y="58"/>
                </a:cubicBezTo>
                <a:cubicBezTo>
                  <a:pt x="21" y="57"/>
                  <a:pt x="21" y="57"/>
                  <a:pt x="21" y="57"/>
                </a:cubicBezTo>
                <a:cubicBezTo>
                  <a:pt x="20" y="58"/>
                  <a:pt x="20" y="58"/>
                  <a:pt x="20" y="58"/>
                </a:cubicBezTo>
                <a:cubicBezTo>
                  <a:pt x="20" y="54"/>
                  <a:pt x="20" y="54"/>
                  <a:pt x="20" y="54"/>
                </a:cubicBezTo>
                <a:cubicBezTo>
                  <a:pt x="21" y="54"/>
                  <a:pt x="22" y="53"/>
                  <a:pt x="22" y="53"/>
                </a:cubicBezTo>
                <a:cubicBezTo>
                  <a:pt x="22" y="56"/>
                  <a:pt x="22" y="56"/>
                  <a:pt x="22" y="56"/>
                </a:cubicBezTo>
                <a:cubicBezTo>
                  <a:pt x="22" y="57"/>
                  <a:pt x="22" y="57"/>
                  <a:pt x="22" y="57"/>
                </a:cubicBezTo>
                <a:cubicBezTo>
                  <a:pt x="22" y="56"/>
                  <a:pt x="22" y="56"/>
                  <a:pt x="22" y="56"/>
                </a:cubicBezTo>
                <a:lnTo>
                  <a:pt x="22" y="78"/>
                </a:lnTo>
                <a:close/>
                <a:moveTo>
                  <a:pt x="20" y="78"/>
                </a:moveTo>
                <a:cubicBezTo>
                  <a:pt x="19" y="78"/>
                  <a:pt x="19" y="78"/>
                  <a:pt x="19" y="78"/>
                </a:cubicBezTo>
                <a:cubicBezTo>
                  <a:pt x="19" y="59"/>
                  <a:pt x="19" y="59"/>
                  <a:pt x="19" y="59"/>
                </a:cubicBezTo>
                <a:cubicBezTo>
                  <a:pt x="20" y="58"/>
                  <a:pt x="20" y="58"/>
                  <a:pt x="20" y="58"/>
                </a:cubicBezTo>
                <a:cubicBezTo>
                  <a:pt x="19" y="59"/>
                  <a:pt x="19" y="59"/>
                  <a:pt x="19" y="59"/>
                </a:cubicBezTo>
                <a:cubicBezTo>
                  <a:pt x="19" y="54"/>
                  <a:pt x="19" y="54"/>
                  <a:pt x="19" y="54"/>
                </a:cubicBezTo>
                <a:cubicBezTo>
                  <a:pt x="20" y="54"/>
                  <a:pt x="20" y="54"/>
                  <a:pt x="20" y="54"/>
                </a:cubicBezTo>
                <a:cubicBezTo>
                  <a:pt x="20" y="58"/>
                  <a:pt x="20" y="58"/>
                  <a:pt x="20" y="58"/>
                </a:cubicBezTo>
                <a:cubicBezTo>
                  <a:pt x="20" y="58"/>
                  <a:pt x="20" y="58"/>
                  <a:pt x="20" y="58"/>
                </a:cubicBezTo>
                <a:cubicBezTo>
                  <a:pt x="20" y="58"/>
                  <a:pt x="20" y="58"/>
                  <a:pt x="20" y="58"/>
                </a:cubicBezTo>
                <a:lnTo>
                  <a:pt x="20" y="78"/>
                </a:lnTo>
                <a:close/>
                <a:moveTo>
                  <a:pt x="19" y="78"/>
                </a:moveTo>
                <a:cubicBezTo>
                  <a:pt x="19" y="78"/>
                  <a:pt x="19" y="78"/>
                  <a:pt x="19" y="78"/>
                </a:cubicBezTo>
                <a:cubicBezTo>
                  <a:pt x="19" y="59"/>
                  <a:pt x="19" y="59"/>
                  <a:pt x="19" y="59"/>
                </a:cubicBezTo>
                <a:cubicBezTo>
                  <a:pt x="19" y="59"/>
                  <a:pt x="19" y="59"/>
                  <a:pt x="19" y="59"/>
                </a:cubicBezTo>
                <a:cubicBezTo>
                  <a:pt x="19" y="59"/>
                  <a:pt x="19" y="59"/>
                  <a:pt x="19" y="59"/>
                </a:cubicBezTo>
                <a:cubicBezTo>
                  <a:pt x="19" y="54"/>
                  <a:pt x="19" y="54"/>
                  <a:pt x="19" y="54"/>
                </a:cubicBezTo>
                <a:cubicBezTo>
                  <a:pt x="19" y="54"/>
                  <a:pt x="19" y="54"/>
                  <a:pt x="19" y="54"/>
                </a:cubicBezTo>
                <a:cubicBezTo>
                  <a:pt x="19" y="59"/>
                  <a:pt x="19" y="59"/>
                  <a:pt x="19" y="59"/>
                </a:cubicBezTo>
                <a:cubicBezTo>
                  <a:pt x="19" y="59"/>
                  <a:pt x="19" y="59"/>
                  <a:pt x="19" y="59"/>
                </a:cubicBezTo>
                <a:cubicBezTo>
                  <a:pt x="19" y="59"/>
                  <a:pt x="19" y="59"/>
                  <a:pt x="19" y="59"/>
                </a:cubicBezTo>
                <a:lnTo>
                  <a:pt x="19" y="78"/>
                </a:lnTo>
                <a:close/>
                <a:moveTo>
                  <a:pt x="19" y="78"/>
                </a:moveTo>
                <a:cubicBezTo>
                  <a:pt x="18" y="78"/>
                  <a:pt x="17" y="78"/>
                  <a:pt x="16" y="78"/>
                </a:cubicBezTo>
                <a:cubicBezTo>
                  <a:pt x="16" y="61"/>
                  <a:pt x="16" y="61"/>
                  <a:pt x="16" y="61"/>
                </a:cubicBezTo>
                <a:cubicBezTo>
                  <a:pt x="17" y="60"/>
                  <a:pt x="17" y="60"/>
                  <a:pt x="17" y="60"/>
                </a:cubicBezTo>
                <a:cubicBezTo>
                  <a:pt x="16" y="61"/>
                  <a:pt x="16" y="61"/>
                  <a:pt x="16" y="61"/>
                </a:cubicBezTo>
                <a:cubicBezTo>
                  <a:pt x="16" y="55"/>
                  <a:pt x="16" y="55"/>
                  <a:pt x="16" y="55"/>
                </a:cubicBezTo>
                <a:cubicBezTo>
                  <a:pt x="17" y="55"/>
                  <a:pt x="18" y="55"/>
                  <a:pt x="19" y="54"/>
                </a:cubicBezTo>
                <a:cubicBezTo>
                  <a:pt x="19" y="59"/>
                  <a:pt x="19" y="59"/>
                  <a:pt x="19" y="59"/>
                </a:cubicBezTo>
                <a:cubicBezTo>
                  <a:pt x="18" y="59"/>
                  <a:pt x="18" y="59"/>
                  <a:pt x="18" y="59"/>
                </a:cubicBezTo>
                <a:cubicBezTo>
                  <a:pt x="19" y="59"/>
                  <a:pt x="19" y="59"/>
                  <a:pt x="19" y="59"/>
                </a:cubicBezTo>
                <a:lnTo>
                  <a:pt x="19" y="78"/>
                </a:lnTo>
                <a:close/>
                <a:moveTo>
                  <a:pt x="16" y="78"/>
                </a:moveTo>
                <a:cubicBezTo>
                  <a:pt x="15" y="78"/>
                  <a:pt x="15" y="78"/>
                  <a:pt x="15" y="78"/>
                </a:cubicBezTo>
                <a:cubicBezTo>
                  <a:pt x="15" y="61"/>
                  <a:pt x="15" y="61"/>
                  <a:pt x="15" y="61"/>
                </a:cubicBezTo>
                <a:cubicBezTo>
                  <a:pt x="16" y="61"/>
                  <a:pt x="16" y="61"/>
                  <a:pt x="16" y="61"/>
                </a:cubicBezTo>
                <a:cubicBezTo>
                  <a:pt x="15" y="61"/>
                  <a:pt x="15" y="61"/>
                  <a:pt x="15" y="61"/>
                </a:cubicBezTo>
                <a:cubicBezTo>
                  <a:pt x="15" y="56"/>
                  <a:pt x="15" y="56"/>
                  <a:pt x="15" y="56"/>
                </a:cubicBezTo>
                <a:cubicBezTo>
                  <a:pt x="16" y="55"/>
                  <a:pt x="16" y="55"/>
                  <a:pt x="16" y="55"/>
                </a:cubicBezTo>
                <a:cubicBezTo>
                  <a:pt x="16" y="61"/>
                  <a:pt x="16" y="61"/>
                  <a:pt x="16" y="61"/>
                </a:cubicBezTo>
                <a:cubicBezTo>
                  <a:pt x="16" y="61"/>
                  <a:pt x="16" y="61"/>
                  <a:pt x="16" y="61"/>
                </a:cubicBezTo>
                <a:cubicBezTo>
                  <a:pt x="16" y="61"/>
                  <a:pt x="16" y="61"/>
                  <a:pt x="16" y="61"/>
                </a:cubicBezTo>
                <a:lnTo>
                  <a:pt x="16" y="78"/>
                </a:lnTo>
                <a:close/>
                <a:moveTo>
                  <a:pt x="15" y="78"/>
                </a:moveTo>
                <a:cubicBezTo>
                  <a:pt x="15" y="78"/>
                  <a:pt x="14" y="78"/>
                  <a:pt x="14" y="78"/>
                </a:cubicBezTo>
                <a:cubicBezTo>
                  <a:pt x="14" y="62"/>
                  <a:pt x="14" y="62"/>
                  <a:pt x="14" y="62"/>
                </a:cubicBezTo>
                <a:cubicBezTo>
                  <a:pt x="14" y="62"/>
                  <a:pt x="14" y="62"/>
                  <a:pt x="14" y="62"/>
                </a:cubicBezTo>
                <a:cubicBezTo>
                  <a:pt x="14" y="62"/>
                  <a:pt x="14" y="62"/>
                  <a:pt x="14" y="62"/>
                </a:cubicBezTo>
                <a:cubicBezTo>
                  <a:pt x="14" y="56"/>
                  <a:pt x="14" y="56"/>
                  <a:pt x="14" y="56"/>
                </a:cubicBezTo>
                <a:cubicBezTo>
                  <a:pt x="14" y="56"/>
                  <a:pt x="15" y="56"/>
                  <a:pt x="15" y="56"/>
                </a:cubicBezTo>
                <a:cubicBezTo>
                  <a:pt x="15" y="61"/>
                  <a:pt x="15" y="61"/>
                  <a:pt x="15" y="61"/>
                </a:cubicBezTo>
                <a:cubicBezTo>
                  <a:pt x="15" y="61"/>
                  <a:pt x="15" y="61"/>
                  <a:pt x="15" y="61"/>
                </a:cubicBezTo>
                <a:cubicBezTo>
                  <a:pt x="15" y="61"/>
                  <a:pt x="15" y="61"/>
                  <a:pt x="15" y="61"/>
                </a:cubicBezTo>
                <a:lnTo>
                  <a:pt x="15" y="78"/>
                </a:lnTo>
                <a:close/>
                <a:moveTo>
                  <a:pt x="14" y="78"/>
                </a:moveTo>
                <a:cubicBezTo>
                  <a:pt x="14" y="78"/>
                  <a:pt x="14" y="78"/>
                  <a:pt x="14" y="78"/>
                </a:cubicBezTo>
                <a:cubicBezTo>
                  <a:pt x="13" y="77"/>
                  <a:pt x="12" y="77"/>
                  <a:pt x="11" y="76"/>
                </a:cubicBezTo>
                <a:cubicBezTo>
                  <a:pt x="11" y="64"/>
                  <a:pt x="11" y="64"/>
                  <a:pt x="11" y="64"/>
                </a:cubicBezTo>
                <a:cubicBezTo>
                  <a:pt x="11" y="63"/>
                  <a:pt x="11" y="63"/>
                  <a:pt x="11" y="63"/>
                </a:cubicBezTo>
                <a:cubicBezTo>
                  <a:pt x="11" y="64"/>
                  <a:pt x="11" y="64"/>
                  <a:pt x="11" y="64"/>
                </a:cubicBezTo>
                <a:cubicBezTo>
                  <a:pt x="11" y="58"/>
                  <a:pt x="11" y="58"/>
                  <a:pt x="11" y="58"/>
                </a:cubicBezTo>
                <a:cubicBezTo>
                  <a:pt x="12" y="57"/>
                  <a:pt x="13" y="57"/>
                  <a:pt x="14" y="56"/>
                </a:cubicBezTo>
                <a:cubicBezTo>
                  <a:pt x="14" y="62"/>
                  <a:pt x="14" y="62"/>
                  <a:pt x="14" y="62"/>
                </a:cubicBezTo>
                <a:cubicBezTo>
                  <a:pt x="13" y="62"/>
                  <a:pt x="13" y="62"/>
                  <a:pt x="13" y="62"/>
                </a:cubicBezTo>
                <a:cubicBezTo>
                  <a:pt x="14" y="62"/>
                  <a:pt x="14" y="62"/>
                  <a:pt x="14" y="62"/>
                </a:cubicBezTo>
                <a:lnTo>
                  <a:pt x="14" y="78"/>
                </a:lnTo>
                <a:close/>
                <a:moveTo>
                  <a:pt x="11" y="76"/>
                </a:moveTo>
                <a:cubicBezTo>
                  <a:pt x="10" y="76"/>
                  <a:pt x="10" y="76"/>
                  <a:pt x="10" y="76"/>
                </a:cubicBezTo>
                <a:cubicBezTo>
                  <a:pt x="10" y="64"/>
                  <a:pt x="10" y="64"/>
                  <a:pt x="10" y="64"/>
                </a:cubicBezTo>
                <a:cubicBezTo>
                  <a:pt x="10" y="64"/>
                  <a:pt x="10" y="64"/>
                  <a:pt x="10" y="64"/>
                </a:cubicBezTo>
                <a:cubicBezTo>
                  <a:pt x="10" y="64"/>
                  <a:pt x="10" y="64"/>
                  <a:pt x="10" y="64"/>
                </a:cubicBezTo>
                <a:cubicBezTo>
                  <a:pt x="10" y="58"/>
                  <a:pt x="10" y="58"/>
                  <a:pt x="10" y="58"/>
                </a:cubicBezTo>
                <a:cubicBezTo>
                  <a:pt x="11" y="58"/>
                  <a:pt x="11" y="58"/>
                  <a:pt x="11" y="58"/>
                </a:cubicBezTo>
                <a:cubicBezTo>
                  <a:pt x="11" y="64"/>
                  <a:pt x="11" y="64"/>
                  <a:pt x="11" y="64"/>
                </a:cubicBezTo>
                <a:cubicBezTo>
                  <a:pt x="10" y="64"/>
                  <a:pt x="10" y="64"/>
                  <a:pt x="10" y="64"/>
                </a:cubicBezTo>
                <a:cubicBezTo>
                  <a:pt x="11" y="64"/>
                  <a:pt x="11" y="64"/>
                  <a:pt x="11" y="64"/>
                </a:cubicBezTo>
                <a:lnTo>
                  <a:pt x="11" y="76"/>
                </a:lnTo>
                <a:close/>
                <a:moveTo>
                  <a:pt x="10" y="76"/>
                </a:moveTo>
                <a:cubicBezTo>
                  <a:pt x="9" y="75"/>
                  <a:pt x="9" y="75"/>
                  <a:pt x="9" y="75"/>
                </a:cubicBezTo>
                <a:cubicBezTo>
                  <a:pt x="9" y="64"/>
                  <a:pt x="9" y="64"/>
                  <a:pt x="9" y="64"/>
                </a:cubicBezTo>
                <a:cubicBezTo>
                  <a:pt x="9" y="64"/>
                  <a:pt x="9" y="64"/>
                  <a:pt x="9" y="64"/>
                </a:cubicBezTo>
                <a:cubicBezTo>
                  <a:pt x="9" y="64"/>
                  <a:pt x="9" y="64"/>
                  <a:pt x="9" y="64"/>
                </a:cubicBezTo>
                <a:cubicBezTo>
                  <a:pt x="9" y="59"/>
                  <a:pt x="9" y="59"/>
                  <a:pt x="9" y="59"/>
                </a:cubicBezTo>
                <a:cubicBezTo>
                  <a:pt x="10" y="58"/>
                  <a:pt x="10" y="58"/>
                  <a:pt x="10" y="58"/>
                </a:cubicBezTo>
                <a:cubicBezTo>
                  <a:pt x="10" y="64"/>
                  <a:pt x="10" y="64"/>
                  <a:pt x="10" y="64"/>
                </a:cubicBezTo>
                <a:cubicBezTo>
                  <a:pt x="9" y="64"/>
                  <a:pt x="9" y="64"/>
                  <a:pt x="9" y="64"/>
                </a:cubicBezTo>
                <a:cubicBezTo>
                  <a:pt x="10" y="64"/>
                  <a:pt x="10" y="64"/>
                  <a:pt x="10" y="64"/>
                </a:cubicBezTo>
                <a:lnTo>
                  <a:pt x="10" y="76"/>
                </a:lnTo>
                <a:close/>
                <a:moveTo>
                  <a:pt x="9" y="75"/>
                </a:moveTo>
                <a:cubicBezTo>
                  <a:pt x="8" y="74"/>
                  <a:pt x="8" y="74"/>
                  <a:pt x="8" y="74"/>
                </a:cubicBezTo>
                <a:cubicBezTo>
                  <a:pt x="8" y="64"/>
                  <a:pt x="8" y="64"/>
                  <a:pt x="8" y="64"/>
                </a:cubicBezTo>
                <a:cubicBezTo>
                  <a:pt x="8" y="64"/>
                  <a:pt x="8" y="64"/>
                  <a:pt x="8" y="64"/>
                </a:cubicBezTo>
                <a:cubicBezTo>
                  <a:pt x="8" y="64"/>
                  <a:pt x="8" y="64"/>
                  <a:pt x="8" y="64"/>
                </a:cubicBezTo>
                <a:cubicBezTo>
                  <a:pt x="8" y="59"/>
                  <a:pt x="8" y="59"/>
                  <a:pt x="8" y="59"/>
                </a:cubicBezTo>
                <a:cubicBezTo>
                  <a:pt x="9" y="59"/>
                  <a:pt x="9" y="59"/>
                  <a:pt x="9" y="59"/>
                </a:cubicBezTo>
                <a:cubicBezTo>
                  <a:pt x="9" y="64"/>
                  <a:pt x="9" y="64"/>
                  <a:pt x="9" y="64"/>
                </a:cubicBezTo>
                <a:cubicBezTo>
                  <a:pt x="9" y="64"/>
                  <a:pt x="9" y="64"/>
                  <a:pt x="9" y="64"/>
                </a:cubicBezTo>
                <a:cubicBezTo>
                  <a:pt x="9" y="64"/>
                  <a:pt x="9" y="64"/>
                  <a:pt x="9" y="64"/>
                </a:cubicBezTo>
                <a:lnTo>
                  <a:pt x="9" y="75"/>
                </a:lnTo>
                <a:close/>
                <a:moveTo>
                  <a:pt x="8" y="74"/>
                </a:moveTo>
                <a:cubicBezTo>
                  <a:pt x="7" y="74"/>
                  <a:pt x="7" y="74"/>
                  <a:pt x="7" y="74"/>
                </a:cubicBezTo>
                <a:cubicBezTo>
                  <a:pt x="7" y="65"/>
                  <a:pt x="7" y="65"/>
                  <a:pt x="7" y="65"/>
                </a:cubicBezTo>
                <a:cubicBezTo>
                  <a:pt x="8" y="65"/>
                  <a:pt x="8" y="65"/>
                  <a:pt x="8" y="65"/>
                </a:cubicBezTo>
                <a:cubicBezTo>
                  <a:pt x="7" y="65"/>
                  <a:pt x="7" y="65"/>
                  <a:pt x="7" y="65"/>
                </a:cubicBezTo>
                <a:cubicBezTo>
                  <a:pt x="7" y="60"/>
                  <a:pt x="7" y="60"/>
                  <a:pt x="7" y="60"/>
                </a:cubicBezTo>
                <a:cubicBezTo>
                  <a:pt x="8" y="59"/>
                  <a:pt x="8" y="59"/>
                  <a:pt x="8" y="59"/>
                </a:cubicBezTo>
                <a:cubicBezTo>
                  <a:pt x="8" y="64"/>
                  <a:pt x="8" y="64"/>
                  <a:pt x="8" y="64"/>
                </a:cubicBezTo>
                <a:cubicBezTo>
                  <a:pt x="8" y="65"/>
                  <a:pt x="8" y="65"/>
                  <a:pt x="8" y="65"/>
                </a:cubicBezTo>
                <a:cubicBezTo>
                  <a:pt x="8" y="64"/>
                  <a:pt x="8" y="64"/>
                  <a:pt x="8" y="64"/>
                </a:cubicBezTo>
                <a:lnTo>
                  <a:pt x="8" y="74"/>
                </a:lnTo>
                <a:close/>
                <a:moveTo>
                  <a:pt x="7" y="74"/>
                </a:moveTo>
                <a:cubicBezTo>
                  <a:pt x="6" y="73"/>
                  <a:pt x="6" y="73"/>
                  <a:pt x="6" y="73"/>
                </a:cubicBezTo>
                <a:cubicBezTo>
                  <a:pt x="6" y="65"/>
                  <a:pt x="6" y="65"/>
                  <a:pt x="6" y="65"/>
                </a:cubicBezTo>
                <a:cubicBezTo>
                  <a:pt x="6" y="65"/>
                  <a:pt x="6" y="65"/>
                  <a:pt x="6" y="65"/>
                </a:cubicBezTo>
                <a:cubicBezTo>
                  <a:pt x="6" y="65"/>
                  <a:pt x="6" y="65"/>
                  <a:pt x="6" y="65"/>
                </a:cubicBezTo>
                <a:cubicBezTo>
                  <a:pt x="6" y="60"/>
                  <a:pt x="6" y="60"/>
                  <a:pt x="6" y="60"/>
                </a:cubicBezTo>
                <a:cubicBezTo>
                  <a:pt x="7" y="60"/>
                  <a:pt x="7" y="60"/>
                  <a:pt x="7" y="60"/>
                </a:cubicBezTo>
                <a:cubicBezTo>
                  <a:pt x="7" y="65"/>
                  <a:pt x="7" y="65"/>
                  <a:pt x="7" y="65"/>
                </a:cubicBezTo>
                <a:cubicBezTo>
                  <a:pt x="6" y="65"/>
                  <a:pt x="6" y="65"/>
                  <a:pt x="6" y="65"/>
                </a:cubicBezTo>
                <a:cubicBezTo>
                  <a:pt x="7" y="65"/>
                  <a:pt x="7" y="65"/>
                  <a:pt x="7" y="65"/>
                </a:cubicBezTo>
                <a:lnTo>
                  <a:pt x="7" y="74"/>
                </a:lnTo>
                <a:close/>
                <a:moveTo>
                  <a:pt x="6" y="73"/>
                </a:moveTo>
                <a:cubicBezTo>
                  <a:pt x="5" y="72"/>
                  <a:pt x="5" y="72"/>
                  <a:pt x="5" y="72"/>
                </a:cubicBezTo>
                <a:cubicBezTo>
                  <a:pt x="5" y="65"/>
                  <a:pt x="5" y="65"/>
                  <a:pt x="5" y="65"/>
                </a:cubicBezTo>
                <a:cubicBezTo>
                  <a:pt x="6" y="65"/>
                  <a:pt x="6" y="65"/>
                  <a:pt x="6" y="65"/>
                </a:cubicBezTo>
                <a:cubicBezTo>
                  <a:pt x="5" y="65"/>
                  <a:pt x="5" y="65"/>
                  <a:pt x="5" y="65"/>
                </a:cubicBezTo>
                <a:cubicBezTo>
                  <a:pt x="5" y="61"/>
                  <a:pt x="5" y="61"/>
                  <a:pt x="5" y="61"/>
                </a:cubicBezTo>
                <a:cubicBezTo>
                  <a:pt x="6" y="60"/>
                  <a:pt x="6" y="60"/>
                  <a:pt x="6" y="60"/>
                </a:cubicBezTo>
                <a:cubicBezTo>
                  <a:pt x="6" y="65"/>
                  <a:pt x="6" y="65"/>
                  <a:pt x="6" y="65"/>
                </a:cubicBezTo>
                <a:cubicBezTo>
                  <a:pt x="6" y="65"/>
                  <a:pt x="6" y="65"/>
                  <a:pt x="6" y="65"/>
                </a:cubicBezTo>
                <a:cubicBezTo>
                  <a:pt x="6" y="65"/>
                  <a:pt x="6" y="65"/>
                  <a:pt x="6" y="65"/>
                </a:cubicBezTo>
                <a:lnTo>
                  <a:pt x="6" y="73"/>
                </a:lnTo>
                <a:close/>
                <a:moveTo>
                  <a:pt x="5" y="72"/>
                </a:moveTo>
                <a:cubicBezTo>
                  <a:pt x="5" y="71"/>
                  <a:pt x="4" y="71"/>
                  <a:pt x="4" y="70"/>
                </a:cubicBezTo>
                <a:cubicBezTo>
                  <a:pt x="4" y="65"/>
                  <a:pt x="4" y="65"/>
                  <a:pt x="4" y="65"/>
                </a:cubicBezTo>
                <a:cubicBezTo>
                  <a:pt x="5" y="65"/>
                  <a:pt x="5" y="65"/>
                  <a:pt x="5" y="65"/>
                </a:cubicBezTo>
                <a:cubicBezTo>
                  <a:pt x="4" y="65"/>
                  <a:pt x="4" y="65"/>
                  <a:pt x="4" y="65"/>
                </a:cubicBezTo>
                <a:cubicBezTo>
                  <a:pt x="4" y="62"/>
                  <a:pt x="4" y="62"/>
                  <a:pt x="4" y="62"/>
                </a:cubicBezTo>
                <a:cubicBezTo>
                  <a:pt x="4" y="62"/>
                  <a:pt x="5" y="61"/>
                  <a:pt x="5" y="61"/>
                </a:cubicBezTo>
                <a:cubicBezTo>
                  <a:pt x="5" y="65"/>
                  <a:pt x="5" y="65"/>
                  <a:pt x="5" y="65"/>
                </a:cubicBezTo>
                <a:cubicBezTo>
                  <a:pt x="5" y="65"/>
                  <a:pt x="5" y="65"/>
                  <a:pt x="5" y="65"/>
                </a:cubicBezTo>
                <a:cubicBezTo>
                  <a:pt x="5" y="65"/>
                  <a:pt x="5" y="65"/>
                  <a:pt x="5" y="65"/>
                </a:cubicBezTo>
                <a:lnTo>
                  <a:pt x="5" y="72"/>
                </a:lnTo>
                <a:close/>
                <a:moveTo>
                  <a:pt x="4" y="70"/>
                </a:moveTo>
                <a:cubicBezTo>
                  <a:pt x="3" y="70"/>
                  <a:pt x="3" y="69"/>
                  <a:pt x="2" y="69"/>
                </a:cubicBezTo>
                <a:cubicBezTo>
                  <a:pt x="2" y="66"/>
                  <a:pt x="2" y="66"/>
                  <a:pt x="2" y="66"/>
                </a:cubicBezTo>
                <a:cubicBezTo>
                  <a:pt x="3" y="66"/>
                  <a:pt x="3" y="66"/>
                  <a:pt x="3" y="66"/>
                </a:cubicBezTo>
                <a:cubicBezTo>
                  <a:pt x="2" y="66"/>
                  <a:pt x="2" y="66"/>
                  <a:pt x="2" y="66"/>
                </a:cubicBezTo>
                <a:cubicBezTo>
                  <a:pt x="2" y="63"/>
                  <a:pt x="2" y="63"/>
                  <a:pt x="2" y="63"/>
                </a:cubicBezTo>
                <a:cubicBezTo>
                  <a:pt x="3" y="63"/>
                  <a:pt x="3" y="62"/>
                  <a:pt x="4" y="62"/>
                </a:cubicBezTo>
                <a:cubicBezTo>
                  <a:pt x="4" y="65"/>
                  <a:pt x="4" y="65"/>
                  <a:pt x="4" y="65"/>
                </a:cubicBezTo>
                <a:cubicBezTo>
                  <a:pt x="3" y="66"/>
                  <a:pt x="3" y="66"/>
                  <a:pt x="3" y="66"/>
                </a:cubicBezTo>
                <a:cubicBezTo>
                  <a:pt x="4" y="65"/>
                  <a:pt x="4" y="65"/>
                  <a:pt x="4" y="65"/>
                </a:cubicBezTo>
                <a:lnTo>
                  <a:pt x="4" y="70"/>
                </a:lnTo>
                <a:close/>
                <a:moveTo>
                  <a:pt x="2" y="69"/>
                </a:moveTo>
                <a:cubicBezTo>
                  <a:pt x="2" y="68"/>
                  <a:pt x="2" y="68"/>
                  <a:pt x="2" y="68"/>
                </a:cubicBezTo>
                <a:cubicBezTo>
                  <a:pt x="2" y="66"/>
                  <a:pt x="2" y="66"/>
                  <a:pt x="2" y="66"/>
                </a:cubicBezTo>
                <a:cubicBezTo>
                  <a:pt x="2" y="66"/>
                  <a:pt x="2" y="66"/>
                  <a:pt x="2" y="66"/>
                </a:cubicBezTo>
                <a:cubicBezTo>
                  <a:pt x="2" y="66"/>
                  <a:pt x="2" y="66"/>
                  <a:pt x="2" y="66"/>
                </a:cubicBezTo>
                <a:cubicBezTo>
                  <a:pt x="2" y="64"/>
                  <a:pt x="2" y="64"/>
                  <a:pt x="2" y="64"/>
                </a:cubicBezTo>
                <a:cubicBezTo>
                  <a:pt x="2" y="63"/>
                  <a:pt x="2" y="63"/>
                  <a:pt x="2" y="63"/>
                </a:cubicBezTo>
                <a:cubicBezTo>
                  <a:pt x="2" y="66"/>
                  <a:pt x="2" y="66"/>
                  <a:pt x="2" y="66"/>
                </a:cubicBezTo>
                <a:cubicBezTo>
                  <a:pt x="2" y="66"/>
                  <a:pt x="2" y="66"/>
                  <a:pt x="2" y="66"/>
                </a:cubicBezTo>
                <a:cubicBezTo>
                  <a:pt x="2" y="66"/>
                  <a:pt x="2" y="66"/>
                  <a:pt x="2" y="66"/>
                </a:cubicBezTo>
                <a:lnTo>
                  <a:pt x="2" y="69"/>
                </a:lnTo>
                <a:close/>
                <a:moveTo>
                  <a:pt x="2" y="68"/>
                </a:moveTo>
                <a:cubicBezTo>
                  <a:pt x="1" y="67"/>
                  <a:pt x="1" y="66"/>
                  <a:pt x="0" y="66"/>
                </a:cubicBezTo>
                <a:cubicBezTo>
                  <a:pt x="1" y="66"/>
                  <a:pt x="1" y="66"/>
                  <a:pt x="1" y="66"/>
                </a:cubicBezTo>
                <a:cubicBezTo>
                  <a:pt x="1" y="66"/>
                  <a:pt x="1" y="66"/>
                  <a:pt x="1" y="66"/>
                </a:cubicBezTo>
                <a:cubicBezTo>
                  <a:pt x="1" y="65"/>
                  <a:pt x="1" y="65"/>
                  <a:pt x="1" y="65"/>
                </a:cubicBezTo>
                <a:cubicBezTo>
                  <a:pt x="1" y="65"/>
                  <a:pt x="1" y="64"/>
                  <a:pt x="2" y="64"/>
                </a:cubicBezTo>
                <a:cubicBezTo>
                  <a:pt x="2" y="66"/>
                  <a:pt x="2" y="66"/>
                  <a:pt x="2" y="66"/>
                </a:cubicBezTo>
                <a:cubicBezTo>
                  <a:pt x="2" y="66"/>
                  <a:pt x="2" y="66"/>
                  <a:pt x="2" y="66"/>
                </a:cubicBezTo>
                <a:cubicBezTo>
                  <a:pt x="2" y="66"/>
                  <a:pt x="2" y="66"/>
                  <a:pt x="2" y="66"/>
                </a:cubicBezTo>
                <a:lnTo>
                  <a:pt x="2" y="68"/>
                </a:lnTo>
                <a:close/>
              </a:path>
            </a:pathLst>
          </a:custGeom>
          <a:solidFill>
            <a:srgbClr val="C00000"/>
          </a:solidFill>
          <a:ln>
            <a:noFill/>
          </a:ln>
        </p:spPr>
        <p:txBody>
          <a:bodyPr/>
          <a:lstStyle/>
          <a:p>
            <a:endParaRPr lang="zh-CN" altLang="en-US" sz="1600"/>
          </a:p>
        </p:txBody>
      </p:sp>
      <p:sp>
        <p:nvSpPr>
          <p:cNvPr id="42" name="Freeform 41"/>
          <p:cNvSpPr>
            <a:spLocks/>
          </p:cNvSpPr>
          <p:nvPr/>
        </p:nvSpPr>
        <p:spPr bwMode="auto">
          <a:xfrm>
            <a:off x="3765434" y="1101726"/>
            <a:ext cx="301625" cy="236538"/>
          </a:xfrm>
          <a:custGeom>
            <a:avLst/>
            <a:gdLst>
              <a:gd name="T0" fmla="*/ 4 w 92"/>
              <a:gd name="T1" fmla="*/ 72 h 72"/>
              <a:gd name="T2" fmla="*/ 54 w 92"/>
              <a:gd name="T3" fmla="*/ 35 h 72"/>
              <a:gd name="T4" fmla="*/ 66 w 92"/>
              <a:gd name="T5" fmla="*/ 22 h 72"/>
              <a:gd name="T6" fmla="*/ 88 w 92"/>
              <a:gd name="T7" fmla="*/ 20 h 72"/>
              <a:gd name="T8" fmla="*/ 73 w 92"/>
              <a:gd name="T9" fmla="*/ 6 h 72"/>
              <a:gd name="T10" fmla="*/ 49 w 92"/>
              <a:gd name="T11" fmla="*/ 27 h 72"/>
              <a:gd name="T12" fmla="*/ 0 w 92"/>
              <a:gd name="T13" fmla="*/ 68 h 72"/>
              <a:gd name="T14" fmla="*/ 4 w 92"/>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72">
                <a:moveTo>
                  <a:pt x="4" y="72"/>
                </a:moveTo>
                <a:cubicBezTo>
                  <a:pt x="17" y="71"/>
                  <a:pt x="34" y="58"/>
                  <a:pt x="54" y="35"/>
                </a:cubicBezTo>
                <a:cubicBezTo>
                  <a:pt x="57" y="31"/>
                  <a:pt x="60" y="27"/>
                  <a:pt x="66" y="22"/>
                </a:cubicBezTo>
                <a:cubicBezTo>
                  <a:pt x="75" y="15"/>
                  <a:pt x="82" y="14"/>
                  <a:pt x="88" y="20"/>
                </a:cubicBezTo>
                <a:cubicBezTo>
                  <a:pt x="92" y="11"/>
                  <a:pt x="87" y="0"/>
                  <a:pt x="73" y="6"/>
                </a:cubicBezTo>
                <a:cubicBezTo>
                  <a:pt x="62" y="11"/>
                  <a:pt x="54" y="19"/>
                  <a:pt x="49" y="27"/>
                </a:cubicBezTo>
                <a:cubicBezTo>
                  <a:pt x="32" y="51"/>
                  <a:pt x="15" y="68"/>
                  <a:pt x="0" y="68"/>
                </a:cubicBezTo>
                <a:cubicBezTo>
                  <a:pt x="1" y="70"/>
                  <a:pt x="2" y="71"/>
                  <a:pt x="4" y="72"/>
                </a:cubicBezTo>
                <a:close/>
              </a:path>
            </a:pathLst>
          </a:custGeom>
          <a:solidFill>
            <a:srgbClr val="C00000"/>
          </a:solidFill>
          <a:ln>
            <a:noFill/>
          </a:ln>
        </p:spPr>
        <p:txBody>
          <a:bodyPr/>
          <a:lstStyle/>
          <a:p>
            <a:endParaRPr lang="zh-CN" altLang="en-US" sz="1600"/>
          </a:p>
        </p:txBody>
      </p:sp>
      <p:sp>
        <p:nvSpPr>
          <p:cNvPr id="43" name="Freeform 42"/>
          <p:cNvSpPr>
            <a:spLocks/>
          </p:cNvSpPr>
          <p:nvPr/>
        </p:nvSpPr>
        <p:spPr bwMode="auto">
          <a:xfrm>
            <a:off x="3713046" y="882651"/>
            <a:ext cx="334963" cy="382588"/>
          </a:xfrm>
          <a:custGeom>
            <a:avLst/>
            <a:gdLst>
              <a:gd name="T0" fmla="*/ 43 w 102"/>
              <a:gd name="T1" fmla="*/ 117 h 117"/>
              <a:gd name="T2" fmla="*/ 0 w 102"/>
              <a:gd name="T3" fmla="*/ 17 h 117"/>
              <a:gd name="T4" fmla="*/ 102 w 102"/>
              <a:gd name="T5" fmla="*/ 65 h 117"/>
              <a:gd name="T6" fmla="*/ 43 w 102"/>
              <a:gd name="T7" fmla="*/ 117 h 117"/>
            </a:gdLst>
            <a:ahLst/>
            <a:cxnLst>
              <a:cxn ang="0">
                <a:pos x="T0" y="T1"/>
              </a:cxn>
              <a:cxn ang="0">
                <a:pos x="T2" y="T3"/>
              </a:cxn>
              <a:cxn ang="0">
                <a:pos x="T4" y="T5"/>
              </a:cxn>
              <a:cxn ang="0">
                <a:pos x="T6" y="T7"/>
              </a:cxn>
            </a:cxnLst>
            <a:rect l="0" t="0" r="r" b="b"/>
            <a:pathLst>
              <a:path w="102" h="117">
                <a:moveTo>
                  <a:pt x="43" y="117"/>
                </a:moveTo>
                <a:cubicBezTo>
                  <a:pt x="49" y="74"/>
                  <a:pt x="35" y="41"/>
                  <a:pt x="0" y="17"/>
                </a:cubicBezTo>
                <a:cubicBezTo>
                  <a:pt x="56" y="0"/>
                  <a:pt x="90" y="16"/>
                  <a:pt x="102" y="65"/>
                </a:cubicBezTo>
                <a:cubicBezTo>
                  <a:pt x="77" y="66"/>
                  <a:pt x="57" y="83"/>
                  <a:pt x="43" y="117"/>
                </a:cubicBezTo>
                <a:close/>
              </a:path>
            </a:pathLst>
          </a:custGeom>
          <a:solidFill>
            <a:srgbClr val="C00000"/>
          </a:solidFill>
          <a:ln>
            <a:noFill/>
          </a:ln>
        </p:spPr>
        <p:txBody>
          <a:bodyPr/>
          <a:lstStyle/>
          <a:p>
            <a:endParaRPr lang="zh-CN" altLang="en-US" sz="1600"/>
          </a:p>
        </p:txBody>
      </p:sp>
      <p:sp>
        <p:nvSpPr>
          <p:cNvPr id="44" name="Freeform 43"/>
          <p:cNvSpPr>
            <a:spLocks/>
          </p:cNvSpPr>
          <p:nvPr/>
        </p:nvSpPr>
        <p:spPr bwMode="auto">
          <a:xfrm>
            <a:off x="3811471" y="928690"/>
            <a:ext cx="169863" cy="176213"/>
          </a:xfrm>
          <a:custGeom>
            <a:avLst/>
            <a:gdLst>
              <a:gd name="T0" fmla="*/ 0 w 52"/>
              <a:gd name="T1" fmla="*/ 33 h 54"/>
              <a:gd name="T2" fmla="*/ 32 w 52"/>
              <a:gd name="T3" fmla="*/ 0 h 54"/>
              <a:gd name="T4" fmla="*/ 52 w 52"/>
              <a:gd name="T5" fmla="*/ 12 h 54"/>
              <a:gd name="T6" fmla="*/ 10 w 52"/>
              <a:gd name="T7" fmla="*/ 54 h 54"/>
              <a:gd name="T8" fmla="*/ 0 w 52"/>
              <a:gd name="T9" fmla="*/ 33 h 54"/>
            </a:gdLst>
            <a:ahLst/>
            <a:cxnLst>
              <a:cxn ang="0">
                <a:pos x="T0" y="T1"/>
              </a:cxn>
              <a:cxn ang="0">
                <a:pos x="T2" y="T3"/>
              </a:cxn>
              <a:cxn ang="0">
                <a:pos x="T4" y="T5"/>
              </a:cxn>
              <a:cxn ang="0">
                <a:pos x="T6" y="T7"/>
              </a:cxn>
              <a:cxn ang="0">
                <a:pos x="T8" y="T9"/>
              </a:cxn>
            </a:cxnLst>
            <a:rect l="0" t="0" r="r" b="b"/>
            <a:pathLst>
              <a:path w="52" h="54">
                <a:moveTo>
                  <a:pt x="0" y="33"/>
                </a:moveTo>
                <a:cubicBezTo>
                  <a:pt x="9" y="17"/>
                  <a:pt x="19" y="6"/>
                  <a:pt x="32" y="0"/>
                </a:cubicBezTo>
                <a:cubicBezTo>
                  <a:pt x="40" y="2"/>
                  <a:pt x="47" y="7"/>
                  <a:pt x="52" y="12"/>
                </a:cubicBezTo>
                <a:cubicBezTo>
                  <a:pt x="36" y="20"/>
                  <a:pt x="22" y="34"/>
                  <a:pt x="10" y="54"/>
                </a:cubicBezTo>
                <a:cubicBezTo>
                  <a:pt x="8" y="46"/>
                  <a:pt x="5" y="40"/>
                  <a:pt x="0" y="33"/>
                </a:cubicBezTo>
                <a:close/>
              </a:path>
            </a:pathLst>
          </a:custGeom>
          <a:solidFill>
            <a:srgbClr val="C00000"/>
          </a:solidFill>
          <a:ln>
            <a:noFill/>
          </a:ln>
        </p:spPr>
        <p:txBody>
          <a:bodyPr/>
          <a:lstStyle/>
          <a:p>
            <a:endParaRPr lang="zh-CN" altLang="en-US" sz="1600"/>
          </a:p>
        </p:txBody>
      </p:sp>
      <p:sp>
        <p:nvSpPr>
          <p:cNvPr id="45" name="Freeform 44"/>
          <p:cNvSpPr>
            <a:spLocks/>
          </p:cNvSpPr>
          <p:nvPr/>
        </p:nvSpPr>
        <p:spPr bwMode="auto">
          <a:xfrm>
            <a:off x="3709869" y="950913"/>
            <a:ext cx="141288" cy="338138"/>
          </a:xfrm>
          <a:custGeom>
            <a:avLst/>
            <a:gdLst>
              <a:gd name="T0" fmla="*/ 16 w 43"/>
              <a:gd name="T1" fmla="*/ 103 h 103"/>
              <a:gd name="T2" fmla="*/ 0 w 43"/>
              <a:gd name="T3" fmla="*/ 0 h 103"/>
              <a:gd name="T4" fmla="*/ 43 w 43"/>
              <a:gd name="T5" fmla="*/ 78 h 103"/>
              <a:gd name="T6" fmla="*/ 16 w 43"/>
              <a:gd name="T7" fmla="*/ 103 h 103"/>
            </a:gdLst>
            <a:ahLst/>
            <a:cxnLst>
              <a:cxn ang="0">
                <a:pos x="T0" y="T1"/>
              </a:cxn>
              <a:cxn ang="0">
                <a:pos x="T2" y="T3"/>
              </a:cxn>
              <a:cxn ang="0">
                <a:pos x="T4" y="T5"/>
              </a:cxn>
              <a:cxn ang="0">
                <a:pos x="T6" y="T7"/>
              </a:cxn>
            </a:cxnLst>
            <a:rect l="0" t="0" r="r" b="b"/>
            <a:pathLst>
              <a:path w="43" h="103">
                <a:moveTo>
                  <a:pt x="16" y="103"/>
                </a:moveTo>
                <a:cubicBezTo>
                  <a:pt x="18" y="68"/>
                  <a:pt x="13" y="33"/>
                  <a:pt x="0" y="0"/>
                </a:cubicBezTo>
                <a:cubicBezTo>
                  <a:pt x="23" y="42"/>
                  <a:pt x="38" y="68"/>
                  <a:pt x="43" y="78"/>
                </a:cubicBezTo>
                <a:cubicBezTo>
                  <a:pt x="38" y="87"/>
                  <a:pt x="29" y="95"/>
                  <a:pt x="16" y="103"/>
                </a:cubicBezTo>
                <a:close/>
              </a:path>
            </a:pathLst>
          </a:custGeom>
          <a:solidFill>
            <a:srgbClr val="C00000"/>
          </a:solidFill>
          <a:ln>
            <a:noFill/>
          </a:ln>
        </p:spPr>
        <p:txBody>
          <a:bodyPr/>
          <a:lstStyle/>
          <a:p>
            <a:endParaRPr lang="zh-CN" altLang="en-US" sz="1600"/>
          </a:p>
        </p:txBody>
      </p:sp>
      <p:sp>
        <p:nvSpPr>
          <p:cNvPr id="46" name="Freeform 45"/>
          <p:cNvSpPr>
            <a:spLocks/>
          </p:cNvSpPr>
          <p:nvPr/>
        </p:nvSpPr>
        <p:spPr bwMode="auto">
          <a:xfrm>
            <a:off x="3684471" y="858840"/>
            <a:ext cx="80963" cy="66675"/>
          </a:xfrm>
          <a:custGeom>
            <a:avLst/>
            <a:gdLst>
              <a:gd name="T0" fmla="*/ 0 w 25"/>
              <a:gd name="T1" fmla="*/ 10 h 20"/>
              <a:gd name="T2" fmla="*/ 6 w 25"/>
              <a:gd name="T3" fmla="*/ 20 h 20"/>
              <a:gd name="T4" fmla="*/ 25 w 25"/>
              <a:gd name="T5" fmla="*/ 12 h 20"/>
              <a:gd name="T6" fmla="*/ 25 w 25"/>
              <a:gd name="T7" fmla="*/ 13 h 20"/>
              <a:gd name="T8" fmla="*/ 22 w 25"/>
              <a:gd name="T9" fmla="*/ 2 h 20"/>
              <a:gd name="T10" fmla="*/ 0 w 25"/>
              <a:gd name="T11" fmla="*/ 10 h 20"/>
            </a:gdLst>
            <a:ahLst/>
            <a:cxnLst>
              <a:cxn ang="0">
                <a:pos x="T0" y="T1"/>
              </a:cxn>
              <a:cxn ang="0">
                <a:pos x="T2" y="T3"/>
              </a:cxn>
              <a:cxn ang="0">
                <a:pos x="T4" y="T5"/>
              </a:cxn>
              <a:cxn ang="0">
                <a:pos x="T6" y="T7"/>
              </a:cxn>
              <a:cxn ang="0">
                <a:pos x="T8" y="T9"/>
              </a:cxn>
              <a:cxn ang="0">
                <a:pos x="T10" y="T11"/>
              </a:cxn>
            </a:cxnLst>
            <a:rect l="0" t="0" r="r" b="b"/>
            <a:pathLst>
              <a:path w="25" h="20">
                <a:moveTo>
                  <a:pt x="0" y="10"/>
                </a:moveTo>
                <a:cubicBezTo>
                  <a:pt x="6" y="20"/>
                  <a:pt x="6" y="20"/>
                  <a:pt x="6" y="20"/>
                </a:cubicBezTo>
                <a:cubicBezTo>
                  <a:pt x="10" y="18"/>
                  <a:pt x="21" y="11"/>
                  <a:pt x="25" y="12"/>
                </a:cubicBezTo>
                <a:cubicBezTo>
                  <a:pt x="25" y="13"/>
                  <a:pt x="25" y="13"/>
                  <a:pt x="25" y="13"/>
                </a:cubicBezTo>
                <a:cubicBezTo>
                  <a:pt x="25" y="11"/>
                  <a:pt x="22" y="2"/>
                  <a:pt x="22" y="2"/>
                </a:cubicBezTo>
                <a:cubicBezTo>
                  <a:pt x="17" y="0"/>
                  <a:pt x="4" y="8"/>
                  <a:pt x="0" y="10"/>
                </a:cubicBezTo>
                <a:close/>
              </a:path>
            </a:pathLst>
          </a:custGeom>
          <a:solidFill>
            <a:srgbClr val="C00000"/>
          </a:solidFill>
          <a:ln>
            <a:noFill/>
          </a:ln>
        </p:spPr>
        <p:txBody>
          <a:bodyPr/>
          <a:lstStyle/>
          <a:p>
            <a:endParaRPr lang="zh-CN" altLang="en-US" sz="1600"/>
          </a:p>
        </p:txBody>
      </p:sp>
      <p:sp>
        <p:nvSpPr>
          <p:cNvPr id="47" name="Freeform 46"/>
          <p:cNvSpPr>
            <a:spLocks/>
          </p:cNvSpPr>
          <p:nvPr/>
        </p:nvSpPr>
        <p:spPr bwMode="auto">
          <a:xfrm>
            <a:off x="3733682" y="866776"/>
            <a:ext cx="31750" cy="52388"/>
          </a:xfrm>
          <a:custGeom>
            <a:avLst/>
            <a:gdLst>
              <a:gd name="T0" fmla="*/ 14 w 20"/>
              <a:gd name="T1" fmla="*/ 0 h 33"/>
              <a:gd name="T2" fmla="*/ 20 w 20"/>
              <a:gd name="T3" fmla="*/ 22 h 33"/>
              <a:gd name="T4" fmla="*/ 20 w 20"/>
              <a:gd name="T5" fmla="*/ 22 h 33"/>
              <a:gd name="T6" fmla="*/ 20 w 20"/>
              <a:gd name="T7" fmla="*/ 22 h 33"/>
              <a:gd name="T8" fmla="*/ 20 w 20"/>
              <a:gd name="T9" fmla="*/ 24 h 33"/>
              <a:gd name="T10" fmla="*/ 20 w 20"/>
              <a:gd name="T11" fmla="*/ 24 h 33"/>
              <a:gd name="T12" fmla="*/ 18 w 20"/>
              <a:gd name="T13" fmla="*/ 24 h 33"/>
              <a:gd name="T14" fmla="*/ 18 w 20"/>
              <a:gd name="T15" fmla="*/ 26 h 33"/>
              <a:gd name="T16" fmla="*/ 16 w 20"/>
              <a:gd name="T17" fmla="*/ 26 h 33"/>
              <a:gd name="T18" fmla="*/ 16 w 20"/>
              <a:gd name="T19" fmla="*/ 26 h 33"/>
              <a:gd name="T20" fmla="*/ 14 w 20"/>
              <a:gd name="T21" fmla="*/ 28 h 33"/>
              <a:gd name="T22" fmla="*/ 12 w 20"/>
              <a:gd name="T23" fmla="*/ 28 h 33"/>
              <a:gd name="T24" fmla="*/ 10 w 20"/>
              <a:gd name="T25" fmla="*/ 28 h 33"/>
              <a:gd name="T26" fmla="*/ 10 w 20"/>
              <a:gd name="T27" fmla="*/ 31 h 33"/>
              <a:gd name="T28" fmla="*/ 8 w 20"/>
              <a:gd name="T29" fmla="*/ 31 h 33"/>
              <a:gd name="T30" fmla="*/ 6 w 20"/>
              <a:gd name="T31" fmla="*/ 33 h 33"/>
              <a:gd name="T32" fmla="*/ 6 w 20"/>
              <a:gd name="T33" fmla="*/ 33 h 33"/>
              <a:gd name="T34" fmla="*/ 6 w 20"/>
              <a:gd name="T35" fmla="*/ 33 h 33"/>
              <a:gd name="T36" fmla="*/ 0 w 20"/>
              <a:gd name="T37" fmla="*/ 10 h 33"/>
              <a:gd name="T38" fmla="*/ 0 w 20"/>
              <a:gd name="T39" fmla="*/ 10 h 33"/>
              <a:gd name="T40" fmla="*/ 0 w 20"/>
              <a:gd name="T41" fmla="*/ 10 h 33"/>
              <a:gd name="T42" fmla="*/ 0 w 20"/>
              <a:gd name="T43" fmla="*/ 8 h 33"/>
              <a:gd name="T44" fmla="*/ 2 w 20"/>
              <a:gd name="T45" fmla="*/ 8 h 33"/>
              <a:gd name="T46" fmla="*/ 4 w 20"/>
              <a:gd name="T47" fmla="*/ 8 h 33"/>
              <a:gd name="T48" fmla="*/ 6 w 20"/>
              <a:gd name="T49" fmla="*/ 6 h 33"/>
              <a:gd name="T50" fmla="*/ 8 w 20"/>
              <a:gd name="T51" fmla="*/ 6 h 33"/>
              <a:gd name="T52" fmla="*/ 8 w 20"/>
              <a:gd name="T53" fmla="*/ 6 h 33"/>
              <a:gd name="T54" fmla="*/ 10 w 20"/>
              <a:gd name="T55" fmla="*/ 4 h 33"/>
              <a:gd name="T56" fmla="*/ 10 w 20"/>
              <a:gd name="T57" fmla="*/ 4 h 33"/>
              <a:gd name="T58" fmla="*/ 12 w 20"/>
              <a:gd name="T59" fmla="*/ 4 h 33"/>
              <a:gd name="T60" fmla="*/ 12 w 20"/>
              <a:gd name="T61" fmla="*/ 2 h 33"/>
              <a:gd name="T62" fmla="*/ 14 w 20"/>
              <a:gd name="T63" fmla="*/ 2 h 33"/>
              <a:gd name="T64" fmla="*/ 14 w 20"/>
              <a:gd name="T65" fmla="*/ 2 h 33"/>
              <a:gd name="T66" fmla="*/ 14 w 20"/>
              <a:gd name="T67" fmla="*/ 0 h 33"/>
              <a:gd name="T68" fmla="*/ 14 w 20"/>
              <a:gd name="T6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 h="33">
                <a:moveTo>
                  <a:pt x="14" y="0"/>
                </a:moveTo>
                <a:lnTo>
                  <a:pt x="20" y="22"/>
                </a:lnTo>
                <a:lnTo>
                  <a:pt x="20" y="22"/>
                </a:lnTo>
                <a:lnTo>
                  <a:pt x="20" y="22"/>
                </a:lnTo>
                <a:lnTo>
                  <a:pt x="20" y="24"/>
                </a:lnTo>
                <a:lnTo>
                  <a:pt x="20" y="24"/>
                </a:lnTo>
                <a:lnTo>
                  <a:pt x="18" y="24"/>
                </a:lnTo>
                <a:lnTo>
                  <a:pt x="18" y="26"/>
                </a:lnTo>
                <a:lnTo>
                  <a:pt x="16" y="26"/>
                </a:lnTo>
                <a:lnTo>
                  <a:pt x="16" y="26"/>
                </a:lnTo>
                <a:lnTo>
                  <a:pt x="14" y="28"/>
                </a:lnTo>
                <a:lnTo>
                  <a:pt x="12" y="28"/>
                </a:lnTo>
                <a:lnTo>
                  <a:pt x="10" y="28"/>
                </a:lnTo>
                <a:lnTo>
                  <a:pt x="10" y="31"/>
                </a:lnTo>
                <a:lnTo>
                  <a:pt x="8" y="31"/>
                </a:lnTo>
                <a:lnTo>
                  <a:pt x="6" y="33"/>
                </a:lnTo>
                <a:lnTo>
                  <a:pt x="6" y="33"/>
                </a:lnTo>
                <a:lnTo>
                  <a:pt x="6" y="33"/>
                </a:lnTo>
                <a:lnTo>
                  <a:pt x="0" y="10"/>
                </a:lnTo>
                <a:lnTo>
                  <a:pt x="0" y="10"/>
                </a:lnTo>
                <a:lnTo>
                  <a:pt x="0" y="10"/>
                </a:lnTo>
                <a:lnTo>
                  <a:pt x="0" y="8"/>
                </a:lnTo>
                <a:lnTo>
                  <a:pt x="2" y="8"/>
                </a:lnTo>
                <a:lnTo>
                  <a:pt x="4" y="8"/>
                </a:lnTo>
                <a:lnTo>
                  <a:pt x="6" y="6"/>
                </a:lnTo>
                <a:lnTo>
                  <a:pt x="8" y="6"/>
                </a:lnTo>
                <a:lnTo>
                  <a:pt x="8" y="6"/>
                </a:lnTo>
                <a:lnTo>
                  <a:pt x="10" y="4"/>
                </a:lnTo>
                <a:lnTo>
                  <a:pt x="10" y="4"/>
                </a:lnTo>
                <a:lnTo>
                  <a:pt x="12" y="4"/>
                </a:lnTo>
                <a:lnTo>
                  <a:pt x="12" y="2"/>
                </a:lnTo>
                <a:lnTo>
                  <a:pt x="14" y="2"/>
                </a:lnTo>
                <a:lnTo>
                  <a:pt x="14" y="2"/>
                </a:lnTo>
                <a:lnTo>
                  <a:pt x="14" y="0"/>
                </a:lnTo>
                <a:lnTo>
                  <a:pt x="14" y="0"/>
                </a:lnTo>
                <a:close/>
              </a:path>
            </a:pathLst>
          </a:custGeom>
          <a:solidFill>
            <a:srgbClr val="C00000"/>
          </a:solidFill>
          <a:ln>
            <a:noFill/>
          </a:ln>
        </p:spPr>
        <p:txBody>
          <a:bodyPr/>
          <a:lstStyle/>
          <a:p>
            <a:endParaRPr lang="zh-CN" altLang="en-US" sz="1600"/>
          </a:p>
        </p:txBody>
      </p:sp>
      <p:sp>
        <p:nvSpPr>
          <p:cNvPr id="48" name="Freeform 47"/>
          <p:cNvSpPr>
            <a:spLocks/>
          </p:cNvSpPr>
          <p:nvPr/>
        </p:nvSpPr>
        <p:spPr bwMode="auto">
          <a:xfrm>
            <a:off x="3733682" y="839788"/>
            <a:ext cx="96838" cy="82550"/>
          </a:xfrm>
          <a:custGeom>
            <a:avLst/>
            <a:gdLst>
              <a:gd name="T0" fmla="*/ 0 w 30"/>
              <a:gd name="T1" fmla="*/ 13 h 25"/>
              <a:gd name="T2" fmla="*/ 3 w 30"/>
              <a:gd name="T3" fmla="*/ 24 h 25"/>
              <a:gd name="T4" fmla="*/ 17 w 30"/>
              <a:gd name="T5" fmla="*/ 17 h 25"/>
              <a:gd name="T6" fmla="*/ 29 w 30"/>
              <a:gd name="T7" fmla="*/ 14 h 25"/>
              <a:gd name="T8" fmla="*/ 22 w 30"/>
              <a:gd name="T9" fmla="*/ 9 h 25"/>
              <a:gd name="T10" fmla="*/ 25 w 30"/>
              <a:gd name="T11" fmla="*/ 3 h 25"/>
              <a:gd name="T12" fmla="*/ 2 w 30"/>
              <a:gd name="T13" fmla="*/ 13 h 25"/>
              <a:gd name="T14" fmla="*/ 0 w 30"/>
              <a:gd name="T15" fmla="*/ 13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5">
                <a:moveTo>
                  <a:pt x="0" y="13"/>
                </a:moveTo>
                <a:cubicBezTo>
                  <a:pt x="3" y="24"/>
                  <a:pt x="3" y="24"/>
                  <a:pt x="3" y="24"/>
                </a:cubicBezTo>
                <a:cubicBezTo>
                  <a:pt x="5" y="25"/>
                  <a:pt x="14" y="19"/>
                  <a:pt x="17" y="17"/>
                </a:cubicBezTo>
                <a:cubicBezTo>
                  <a:pt x="20" y="15"/>
                  <a:pt x="27" y="12"/>
                  <a:pt x="29" y="14"/>
                </a:cubicBezTo>
                <a:cubicBezTo>
                  <a:pt x="30" y="12"/>
                  <a:pt x="25" y="10"/>
                  <a:pt x="22" y="9"/>
                </a:cubicBezTo>
                <a:cubicBezTo>
                  <a:pt x="21" y="7"/>
                  <a:pt x="24" y="4"/>
                  <a:pt x="25" y="3"/>
                </a:cubicBezTo>
                <a:cubicBezTo>
                  <a:pt x="21" y="0"/>
                  <a:pt x="6" y="11"/>
                  <a:pt x="2" y="13"/>
                </a:cubicBezTo>
                <a:cubicBezTo>
                  <a:pt x="2" y="13"/>
                  <a:pt x="0" y="14"/>
                  <a:pt x="0" y="13"/>
                </a:cubicBezTo>
                <a:close/>
              </a:path>
            </a:pathLst>
          </a:custGeom>
          <a:solidFill>
            <a:srgbClr val="C00000"/>
          </a:solidFill>
          <a:ln>
            <a:noFill/>
          </a:ln>
        </p:spPr>
        <p:txBody>
          <a:bodyPr/>
          <a:lstStyle/>
          <a:p>
            <a:endParaRPr lang="zh-CN" altLang="en-US" sz="1600"/>
          </a:p>
        </p:txBody>
      </p:sp>
      <p:sp>
        <p:nvSpPr>
          <p:cNvPr id="49" name="矩形 1"/>
          <p:cNvSpPr>
            <a:spLocks noChangeArrowheads="1"/>
          </p:cNvSpPr>
          <p:nvPr/>
        </p:nvSpPr>
        <p:spPr bwMode="auto">
          <a:xfrm>
            <a:off x="4289307" y="825018"/>
            <a:ext cx="4243506" cy="295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0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50" name="矩形 1"/>
          <p:cNvSpPr>
            <a:spLocks noChangeArrowheads="1"/>
          </p:cNvSpPr>
          <p:nvPr/>
        </p:nvSpPr>
        <p:spPr bwMode="auto">
          <a:xfrm>
            <a:off x="4578628" y="1551107"/>
            <a:ext cx="39541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0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51" name="矩形 1"/>
          <p:cNvSpPr>
            <a:spLocks noChangeArrowheads="1"/>
          </p:cNvSpPr>
          <p:nvPr/>
        </p:nvSpPr>
        <p:spPr bwMode="auto">
          <a:xfrm>
            <a:off x="4578628" y="2308344"/>
            <a:ext cx="3954187" cy="295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0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52" name="矩形 1"/>
          <p:cNvSpPr>
            <a:spLocks noChangeArrowheads="1"/>
          </p:cNvSpPr>
          <p:nvPr/>
        </p:nvSpPr>
        <p:spPr bwMode="auto">
          <a:xfrm>
            <a:off x="4578628" y="3237152"/>
            <a:ext cx="3954187" cy="295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0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
        <p:nvSpPr>
          <p:cNvPr id="53" name="矩形 1"/>
          <p:cNvSpPr>
            <a:spLocks noChangeArrowheads="1"/>
          </p:cNvSpPr>
          <p:nvPr/>
        </p:nvSpPr>
        <p:spPr bwMode="auto">
          <a:xfrm>
            <a:off x="4388528" y="3833251"/>
            <a:ext cx="4144287" cy="295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000" dirty="0">
                <a:solidFill>
                  <a:schemeClr val="tx1">
                    <a:lumMod val="50000"/>
                    <a:lumOff val="50000"/>
                  </a:schemeClr>
                </a:solidFill>
                <a:latin typeface="微软雅黑" pitchFamily="34" charset="-122"/>
                <a:ea typeface="微软雅黑" pitchFamily="34" charset="-122"/>
              </a:rPr>
              <a:t>文字是很有艺术性的文字是很有艺术性的文字是很有艺术性的</a:t>
            </a:r>
          </a:p>
        </p:txBody>
      </p:sp>
    </p:spTree>
    <p:extLst>
      <p:ext uri="{BB962C8B-B14F-4D97-AF65-F5344CB8AC3E}">
        <p14:creationId xmlns:p14="http://schemas.microsoft.com/office/powerpoint/2010/main" val="22390685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34" name="Freeform 741"/>
          <p:cNvSpPr>
            <a:spLocks/>
          </p:cNvSpPr>
          <p:nvPr/>
        </p:nvSpPr>
        <p:spPr bwMode="auto">
          <a:xfrm>
            <a:off x="1517475" y="1309816"/>
            <a:ext cx="5574807" cy="2071266"/>
          </a:xfrm>
          <a:custGeom>
            <a:avLst/>
            <a:gdLst>
              <a:gd name="T0" fmla="*/ 61 w 1368"/>
              <a:gd name="T1" fmla="*/ 443 h 445"/>
              <a:gd name="T2" fmla="*/ 3 w 1368"/>
              <a:gd name="T3" fmla="*/ 373 h 445"/>
              <a:gd name="T4" fmla="*/ 64 w 1368"/>
              <a:gd name="T5" fmla="*/ 428 h 445"/>
              <a:gd name="T6" fmla="*/ 125 w 1368"/>
              <a:gd name="T7" fmla="*/ 283 h 445"/>
              <a:gd name="T8" fmla="*/ 190 w 1368"/>
              <a:gd name="T9" fmla="*/ 186 h 445"/>
              <a:gd name="T10" fmla="*/ 253 w 1368"/>
              <a:gd name="T11" fmla="*/ 366 h 445"/>
              <a:gd name="T12" fmla="*/ 430 w 1368"/>
              <a:gd name="T13" fmla="*/ 67 h 445"/>
              <a:gd name="T14" fmla="*/ 440 w 1368"/>
              <a:gd name="T15" fmla="*/ 64 h 445"/>
              <a:gd name="T16" fmla="*/ 618 w 1368"/>
              <a:gd name="T17" fmla="*/ 153 h 445"/>
              <a:gd name="T18" fmla="*/ 626 w 1368"/>
              <a:gd name="T19" fmla="*/ 156 h 445"/>
              <a:gd name="T20" fmla="*/ 740 w 1368"/>
              <a:gd name="T21" fmla="*/ 247 h 445"/>
              <a:gd name="T22" fmla="*/ 748 w 1368"/>
              <a:gd name="T23" fmla="*/ 246 h 445"/>
              <a:gd name="T24" fmla="*/ 811 w 1368"/>
              <a:gd name="T25" fmla="*/ 309 h 445"/>
              <a:gd name="T26" fmla="*/ 926 w 1368"/>
              <a:gd name="T27" fmla="*/ 427 h 445"/>
              <a:gd name="T28" fmla="*/ 986 w 1368"/>
              <a:gd name="T29" fmla="*/ 311 h 445"/>
              <a:gd name="T30" fmla="*/ 1109 w 1368"/>
              <a:gd name="T31" fmla="*/ 157 h 445"/>
              <a:gd name="T32" fmla="*/ 1120 w 1368"/>
              <a:gd name="T33" fmla="*/ 158 h 445"/>
              <a:gd name="T34" fmla="*/ 1356 w 1368"/>
              <a:gd name="T35" fmla="*/ 4 h 445"/>
              <a:gd name="T36" fmla="*/ 1366 w 1368"/>
              <a:gd name="T37" fmla="*/ 10 h 445"/>
              <a:gd name="T38" fmla="*/ 1178 w 1368"/>
              <a:gd name="T39" fmla="*/ 321 h 445"/>
              <a:gd name="T40" fmla="*/ 1113 w 1368"/>
              <a:gd name="T41" fmla="*/ 173 h 445"/>
              <a:gd name="T42" fmla="*/ 1057 w 1368"/>
              <a:gd name="T43" fmla="*/ 255 h 445"/>
              <a:gd name="T44" fmla="*/ 934 w 1368"/>
              <a:gd name="T45" fmla="*/ 438 h 445"/>
              <a:gd name="T46" fmla="*/ 868 w 1368"/>
              <a:gd name="T47" fmla="*/ 414 h 445"/>
              <a:gd name="T48" fmla="*/ 801 w 1368"/>
              <a:gd name="T49" fmla="*/ 316 h 445"/>
              <a:gd name="T50" fmla="*/ 687 w 1368"/>
              <a:gd name="T51" fmla="*/ 319 h 445"/>
              <a:gd name="T52" fmla="*/ 677 w 1368"/>
              <a:gd name="T53" fmla="*/ 317 h 445"/>
              <a:gd name="T54" fmla="*/ 564 w 1368"/>
              <a:gd name="T55" fmla="*/ 194 h 445"/>
              <a:gd name="T56" fmla="*/ 438 w 1368"/>
              <a:gd name="T57" fmla="*/ 79 h 445"/>
              <a:gd name="T58" fmla="*/ 378 w 1368"/>
              <a:gd name="T59" fmla="*/ 258 h 445"/>
              <a:gd name="T60" fmla="*/ 249 w 1368"/>
              <a:gd name="T61" fmla="*/ 383 h 445"/>
              <a:gd name="T62" fmla="*/ 187 w 1368"/>
              <a:gd name="T63" fmla="*/ 206 h 445"/>
              <a:gd name="T64" fmla="*/ 71 w 1368"/>
              <a:gd name="T65" fmla="*/ 441 h 445"/>
              <a:gd name="T66" fmla="*/ 65 w 1368"/>
              <a:gd name="T67"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68" h="445">
                <a:moveTo>
                  <a:pt x="65" y="445"/>
                </a:moveTo>
                <a:cubicBezTo>
                  <a:pt x="64" y="445"/>
                  <a:pt x="62" y="444"/>
                  <a:pt x="61" y="443"/>
                </a:cubicBezTo>
                <a:cubicBezTo>
                  <a:pt x="2" y="381"/>
                  <a:pt x="2" y="381"/>
                  <a:pt x="2" y="381"/>
                </a:cubicBezTo>
                <a:cubicBezTo>
                  <a:pt x="0" y="379"/>
                  <a:pt x="0" y="375"/>
                  <a:pt x="3" y="373"/>
                </a:cubicBezTo>
                <a:cubicBezTo>
                  <a:pt x="5" y="370"/>
                  <a:pt x="9" y="370"/>
                  <a:pt x="11" y="373"/>
                </a:cubicBezTo>
                <a:cubicBezTo>
                  <a:pt x="64" y="428"/>
                  <a:pt x="64" y="428"/>
                  <a:pt x="64" y="428"/>
                </a:cubicBezTo>
                <a:cubicBezTo>
                  <a:pt x="124" y="283"/>
                  <a:pt x="124" y="283"/>
                  <a:pt x="124" y="283"/>
                </a:cubicBezTo>
                <a:cubicBezTo>
                  <a:pt x="125" y="283"/>
                  <a:pt x="125" y="283"/>
                  <a:pt x="125" y="283"/>
                </a:cubicBezTo>
                <a:cubicBezTo>
                  <a:pt x="184" y="189"/>
                  <a:pt x="184" y="189"/>
                  <a:pt x="184" y="189"/>
                </a:cubicBezTo>
                <a:cubicBezTo>
                  <a:pt x="185" y="187"/>
                  <a:pt x="187" y="186"/>
                  <a:pt x="190" y="186"/>
                </a:cubicBezTo>
                <a:cubicBezTo>
                  <a:pt x="192" y="186"/>
                  <a:pt x="194" y="188"/>
                  <a:pt x="195" y="190"/>
                </a:cubicBezTo>
                <a:cubicBezTo>
                  <a:pt x="253" y="366"/>
                  <a:pt x="253" y="366"/>
                  <a:pt x="253" y="366"/>
                </a:cubicBezTo>
                <a:cubicBezTo>
                  <a:pt x="369" y="250"/>
                  <a:pt x="369" y="250"/>
                  <a:pt x="369" y="250"/>
                </a:cubicBezTo>
                <a:cubicBezTo>
                  <a:pt x="430" y="67"/>
                  <a:pt x="430" y="67"/>
                  <a:pt x="430" y="67"/>
                </a:cubicBezTo>
                <a:cubicBezTo>
                  <a:pt x="431" y="65"/>
                  <a:pt x="432" y="63"/>
                  <a:pt x="434" y="63"/>
                </a:cubicBezTo>
                <a:cubicBezTo>
                  <a:pt x="436" y="62"/>
                  <a:pt x="438" y="63"/>
                  <a:pt x="440" y="64"/>
                </a:cubicBezTo>
                <a:cubicBezTo>
                  <a:pt x="563" y="181"/>
                  <a:pt x="563" y="181"/>
                  <a:pt x="563" y="181"/>
                </a:cubicBezTo>
                <a:cubicBezTo>
                  <a:pt x="618" y="153"/>
                  <a:pt x="618" y="153"/>
                  <a:pt x="618" y="153"/>
                </a:cubicBezTo>
                <a:cubicBezTo>
                  <a:pt x="619" y="152"/>
                  <a:pt x="621" y="152"/>
                  <a:pt x="623" y="153"/>
                </a:cubicBezTo>
                <a:cubicBezTo>
                  <a:pt x="624" y="153"/>
                  <a:pt x="626" y="155"/>
                  <a:pt x="626" y="156"/>
                </a:cubicBezTo>
                <a:cubicBezTo>
                  <a:pt x="684" y="304"/>
                  <a:pt x="684" y="304"/>
                  <a:pt x="684" y="304"/>
                </a:cubicBezTo>
                <a:cubicBezTo>
                  <a:pt x="740" y="247"/>
                  <a:pt x="740" y="247"/>
                  <a:pt x="740" y="247"/>
                </a:cubicBezTo>
                <a:cubicBezTo>
                  <a:pt x="741" y="245"/>
                  <a:pt x="742" y="245"/>
                  <a:pt x="744" y="245"/>
                </a:cubicBezTo>
                <a:cubicBezTo>
                  <a:pt x="745" y="245"/>
                  <a:pt x="747" y="245"/>
                  <a:pt x="748" y="246"/>
                </a:cubicBezTo>
                <a:cubicBezTo>
                  <a:pt x="810" y="308"/>
                  <a:pt x="810" y="308"/>
                  <a:pt x="810" y="308"/>
                </a:cubicBezTo>
                <a:cubicBezTo>
                  <a:pt x="810" y="308"/>
                  <a:pt x="810" y="309"/>
                  <a:pt x="811" y="309"/>
                </a:cubicBezTo>
                <a:cubicBezTo>
                  <a:pt x="874" y="404"/>
                  <a:pt x="874" y="404"/>
                  <a:pt x="874" y="404"/>
                </a:cubicBezTo>
                <a:cubicBezTo>
                  <a:pt x="926" y="427"/>
                  <a:pt x="926" y="427"/>
                  <a:pt x="926" y="427"/>
                </a:cubicBezTo>
                <a:cubicBezTo>
                  <a:pt x="985" y="312"/>
                  <a:pt x="985" y="312"/>
                  <a:pt x="985" y="312"/>
                </a:cubicBezTo>
                <a:cubicBezTo>
                  <a:pt x="986" y="312"/>
                  <a:pt x="986" y="311"/>
                  <a:pt x="986" y="311"/>
                </a:cubicBezTo>
                <a:cubicBezTo>
                  <a:pt x="1048" y="247"/>
                  <a:pt x="1048" y="247"/>
                  <a:pt x="1048" y="247"/>
                </a:cubicBezTo>
                <a:cubicBezTo>
                  <a:pt x="1109" y="157"/>
                  <a:pt x="1109" y="157"/>
                  <a:pt x="1109" y="157"/>
                </a:cubicBezTo>
                <a:cubicBezTo>
                  <a:pt x="1110" y="155"/>
                  <a:pt x="1112" y="154"/>
                  <a:pt x="1115" y="154"/>
                </a:cubicBezTo>
                <a:cubicBezTo>
                  <a:pt x="1117" y="154"/>
                  <a:pt x="1119" y="156"/>
                  <a:pt x="1120" y="158"/>
                </a:cubicBezTo>
                <a:cubicBezTo>
                  <a:pt x="1179" y="302"/>
                  <a:pt x="1179" y="302"/>
                  <a:pt x="1179" y="302"/>
                </a:cubicBezTo>
                <a:cubicBezTo>
                  <a:pt x="1356" y="4"/>
                  <a:pt x="1356" y="4"/>
                  <a:pt x="1356" y="4"/>
                </a:cubicBezTo>
                <a:cubicBezTo>
                  <a:pt x="1357" y="1"/>
                  <a:pt x="1361" y="0"/>
                  <a:pt x="1364" y="2"/>
                </a:cubicBezTo>
                <a:cubicBezTo>
                  <a:pt x="1367" y="3"/>
                  <a:pt x="1368" y="7"/>
                  <a:pt x="1366" y="10"/>
                </a:cubicBezTo>
                <a:cubicBezTo>
                  <a:pt x="1184" y="318"/>
                  <a:pt x="1184" y="318"/>
                  <a:pt x="1184" y="318"/>
                </a:cubicBezTo>
                <a:cubicBezTo>
                  <a:pt x="1183" y="320"/>
                  <a:pt x="1180" y="321"/>
                  <a:pt x="1178" y="321"/>
                </a:cubicBezTo>
                <a:cubicBezTo>
                  <a:pt x="1176" y="321"/>
                  <a:pt x="1174" y="320"/>
                  <a:pt x="1173" y="317"/>
                </a:cubicBezTo>
                <a:cubicBezTo>
                  <a:pt x="1113" y="173"/>
                  <a:pt x="1113" y="173"/>
                  <a:pt x="1113" y="173"/>
                </a:cubicBezTo>
                <a:cubicBezTo>
                  <a:pt x="1057" y="254"/>
                  <a:pt x="1057" y="254"/>
                  <a:pt x="1057" y="254"/>
                </a:cubicBezTo>
                <a:cubicBezTo>
                  <a:pt x="1057" y="254"/>
                  <a:pt x="1057" y="255"/>
                  <a:pt x="1057" y="255"/>
                </a:cubicBezTo>
                <a:cubicBezTo>
                  <a:pt x="996" y="319"/>
                  <a:pt x="996" y="319"/>
                  <a:pt x="996" y="319"/>
                </a:cubicBezTo>
                <a:cubicBezTo>
                  <a:pt x="934" y="438"/>
                  <a:pt x="934" y="438"/>
                  <a:pt x="934" y="438"/>
                </a:cubicBezTo>
                <a:cubicBezTo>
                  <a:pt x="933" y="441"/>
                  <a:pt x="929" y="442"/>
                  <a:pt x="927" y="441"/>
                </a:cubicBezTo>
                <a:cubicBezTo>
                  <a:pt x="868" y="414"/>
                  <a:pt x="868" y="414"/>
                  <a:pt x="868" y="414"/>
                </a:cubicBezTo>
                <a:cubicBezTo>
                  <a:pt x="867" y="414"/>
                  <a:pt x="866" y="413"/>
                  <a:pt x="865" y="412"/>
                </a:cubicBezTo>
                <a:cubicBezTo>
                  <a:pt x="801" y="316"/>
                  <a:pt x="801" y="316"/>
                  <a:pt x="801" y="316"/>
                </a:cubicBezTo>
                <a:cubicBezTo>
                  <a:pt x="744" y="259"/>
                  <a:pt x="744" y="259"/>
                  <a:pt x="744" y="259"/>
                </a:cubicBezTo>
                <a:cubicBezTo>
                  <a:pt x="687" y="319"/>
                  <a:pt x="687" y="319"/>
                  <a:pt x="687" y="319"/>
                </a:cubicBezTo>
                <a:cubicBezTo>
                  <a:pt x="685" y="321"/>
                  <a:pt x="683" y="321"/>
                  <a:pt x="681" y="321"/>
                </a:cubicBezTo>
                <a:cubicBezTo>
                  <a:pt x="679" y="321"/>
                  <a:pt x="677" y="319"/>
                  <a:pt x="677" y="317"/>
                </a:cubicBezTo>
                <a:cubicBezTo>
                  <a:pt x="617" y="167"/>
                  <a:pt x="617" y="167"/>
                  <a:pt x="617" y="167"/>
                </a:cubicBezTo>
                <a:cubicBezTo>
                  <a:pt x="564" y="194"/>
                  <a:pt x="564" y="194"/>
                  <a:pt x="564" y="194"/>
                </a:cubicBezTo>
                <a:cubicBezTo>
                  <a:pt x="562" y="195"/>
                  <a:pt x="559" y="195"/>
                  <a:pt x="558" y="193"/>
                </a:cubicBezTo>
                <a:cubicBezTo>
                  <a:pt x="438" y="79"/>
                  <a:pt x="438" y="79"/>
                  <a:pt x="438" y="79"/>
                </a:cubicBezTo>
                <a:cubicBezTo>
                  <a:pt x="380" y="255"/>
                  <a:pt x="380" y="255"/>
                  <a:pt x="380" y="255"/>
                </a:cubicBezTo>
                <a:cubicBezTo>
                  <a:pt x="379" y="256"/>
                  <a:pt x="379" y="257"/>
                  <a:pt x="378" y="258"/>
                </a:cubicBezTo>
                <a:cubicBezTo>
                  <a:pt x="255" y="381"/>
                  <a:pt x="255" y="381"/>
                  <a:pt x="255" y="381"/>
                </a:cubicBezTo>
                <a:cubicBezTo>
                  <a:pt x="253" y="383"/>
                  <a:pt x="251" y="383"/>
                  <a:pt x="249" y="383"/>
                </a:cubicBezTo>
                <a:cubicBezTo>
                  <a:pt x="247" y="382"/>
                  <a:pt x="246" y="381"/>
                  <a:pt x="245" y="379"/>
                </a:cubicBezTo>
                <a:cubicBezTo>
                  <a:pt x="187" y="206"/>
                  <a:pt x="187" y="206"/>
                  <a:pt x="187" y="206"/>
                </a:cubicBezTo>
                <a:cubicBezTo>
                  <a:pt x="135" y="288"/>
                  <a:pt x="135" y="288"/>
                  <a:pt x="135" y="288"/>
                </a:cubicBezTo>
                <a:cubicBezTo>
                  <a:pt x="71" y="441"/>
                  <a:pt x="71" y="441"/>
                  <a:pt x="71" y="441"/>
                </a:cubicBezTo>
                <a:cubicBezTo>
                  <a:pt x="70" y="443"/>
                  <a:pt x="69" y="444"/>
                  <a:pt x="67" y="444"/>
                </a:cubicBezTo>
                <a:cubicBezTo>
                  <a:pt x="66" y="444"/>
                  <a:pt x="66" y="445"/>
                  <a:pt x="65" y="445"/>
                </a:cubicBezTo>
                <a:close/>
              </a:path>
            </a:pathLst>
          </a:custGeom>
          <a:solidFill>
            <a:srgbClr val="CA2C3B"/>
          </a:solidFill>
          <a:ln>
            <a:noFill/>
          </a:ln>
        </p:spPr>
        <p:txBody>
          <a:bodyPr/>
          <a:lstStyle/>
          <a:p>
            <a:endParaRPr lang="zh-CN" altLang="en-US" sz="1600"/>
          </a:p>
        </p:txBody>
      </p:sp>
      <p:sp>
        <p:nvSpPr>
          <p:cNvPr id="35" name="Freeform 742"/>
          <p:cNvSpPr>
            <a:spLocks/>
          </p:cNvSpPr>
          <p:nvPr/>
        </p:nvSpPr>
        <p:spPr bwMode="auto">
          <a:xfrm>
            <a:off x="1517473" y="1585462"/>
            <a:ext cx="5571356" cy="1949195"/>
          </a:xfrm>
          <a:custGeom>
            <a:avLst/>
            <a:gdLst>
              <a:gd name="T0" fmla="*/ 189 w 1367"/>
              <a:gd name="T1" fmla="*/ 419 h 419"/>
              <a:gd name="T2" fmla="*/ 184 w 1367"/>
              <a:gd name="T3" fmla="*/ 417 h 419"/>
              <a:gd name="T4" fmla="*/ 2 w 1367"/>
              <a:gd name="T5" fmla="*/ 195 h 419"/>
              <a:gd name="T6" fmla="*/ 3 w 1367"/>
              <a:gd name="T7" fmla="*/ 186 h 419"/>
              <a:gd name="T8" fmla="*/ 11 w 1367"/>
              <a:gd name="T9" fmla="*/ 187 h 419"/>
              <a:gd name="T10" fmla="*/ 190 w 1367"/>
              <a:gd name="T11" fmla="*/ 405 h 419"/>
              <a:gd name="T12" fmla="*/ 309 w 1367"/>
              <a:gd name="T13" fmla="*/ 313 h 419"/>
              <a:gd name="T14" fmla="*/ 309 w 1367"/>
              <a:gd name="T15" fmla="*/ 313 h 419"/>
              <a:gd name="T16" fmla="*/ 370 w 1367"/>
              <a:gd name="T17" fmla="*/ 281 h 419"/>
              <a:gd name="T18" fmla="*/ 493 w 1367"/>
              <a:gd name="T19" fmla="*/ 159 h 419"/>
              <a:gd name="T20" fmla="*/ 498 w 1367"/>
              <a:gd name="T21" fmla="*/ 158 h 419"/>
              <a:gd name="T22" fmla="*/ 502 w 1367"/>
              <a:gd name="T23" fmla="*/ 160 h 419"/>
              <a:gd name="T24" fmla="*/ 557 w 1367"/>
              <a:gd name="T25" fmla="*/ 247 h 419"/>
              <a:gd name="T26" fmla="*/ 678 w 1367"/>
              <a:gd name="T27" fmla="*/ 129 h 419"/>
              <a:gd name="T28" fmla="*/ 680 w 1367"/>
              <a:gd name="T29" fmla="*/ 128 h 419"/>
              <a:gd name="T30" fmla="*/ 800 w 1367"/>
              <a:gd name="T31" fmla="*/ 66 h 419"/>
              <a:gd name="T32" fmla="*/ 807 w 1367"/>
              <a:gd name="T33" fmla="*/ 67 h 419"/>
              <a:gd name="T34" fmla="*/ 867 w 1367"/>
              <a:gd name="T35" fmla="*/ 124 h 419"/>
              <a:gd name="T36" fmla="*/ 986 w 1367"/>
              <a:gd name="T37" fmla="*/ 3 h 419"/>
              <a:gd name="T38" fmla="*/ 994 w 1367"/>
              <a:gd name="T39" fmla="*/ 2 h 419"/>
              <a:gd name="T40" fmla="*/ 1052 w 1367"/>
              <a:gd name="T41" fmla="*/ 39 h 419"/>
              <a:gd name="T42" fmla="*/ 1173 w 1367"/>
              <a:gd name="T43" fmla="*/ 65 h 419"/>
              <a:gd name="T44" fmla="*/ 1359 w 1367"/>
              <a:gd name="T45" fmla="*/ 4 h 419"/>
              <a:gd name="T46" fmla="*/ 1366 w 1367"/>
              <a:gd name="T47" fmla="*/ 8 h 419"/>
              <a:gd name="T48" fmla="*/ 1363 w 1367"/>
              <a:gd name="T49" fmla="*/ 15 h 419"/>
              <a:gd name="T50" fmla="*/ 1175 w 1367"/>
              <a:gd name="T51" fmla="*/ 77 h 419"/>
              <a:gd name="T52" fmla="*/ 1172 w 1367"/>
              <a:gd name="T53" fmla="*/ 77 h 419"/>
              <a:gd name="T54" fmla="*/ 1048 w 1367"/>
              <a:gd name="T55" fmla="*/ 50 h 419"/>
              <a:gd name="T56" fmla="*/ 1046 w 1367"/>
              <a:gd name="T57" fmla="*/ 49 h 419"/>
              <a:gd name="T58" fmla="*/ 992 w 1367"/>
              <a:gd name="T59" fmla="*/ 14 h 419"/>
              <a:gd name="T60" fmla="*/ 872 w 1367"/>
              <a:gd name="T61" fmla="*/ 137 h 419"/>
              <a:gd name="T62" fmla="*/ 863 w 1367"/>
              <a:gd name="T63" fmla="*/ 137 h 419"/>
              <a:gd name="T64" fmla="*/ 802 w 1367"/>
              <a:gd name="T65" fmla="*/ 78 h 419"/>
              <a:gd name="T66" fmla="*/ 686 w 1367"/>
              <a:gd name="T67" fmla="*/ 138 h 419"/>
              <a:gd name="T68" fmla="*/ 560 w 1367"/>
              <a:gd name="T69" fmla="*/ 260 h 419"/>
              <a:gd name="T70" fmla="*/ 555 w 1367"/>
              <a:gd name="T71" fmla="*/ 262 h 419"/>
              <a:gd name="T72" fmla="*/ 551 w 1367"/>
              <a:gd name="T73" fmla="*/ 259 h 419"/>
              <a:gd name="T74" fmla="*/ 496 w 1367"/>
              <a:gd name="T75" fmla="*/ 173 h 419"/>
              <a:gd name="T76" fmla="*/ 378 w 1367"/>
              <a:gd name="T77" fmla="*/ 290 h 419"/>
              <a:gd name="T78" fmla="*/ 377 w 1367"/>
              <a:gd name="T79" fmla="*/ 291 h 419"/>
              <a:gd name="T80" fmla="*/ 315 w 1367"/>
              <a:gd name="T81" fmla="*/ 323 h 419"/>
              <a:gd name="T82" fmla="*/ 193 w 1367"/>
              <a:gd name="T83" fmla="*/ 418 h 419"/>
              <a:gd name="T84" fmla="*/ 189 w 1367"/>
              <a:gd name="T85"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7" h="419">
                <a:moveTo>
                  <a:pt x="189" y="419"/>
                </a:moveTo>
                <a:cubicBezTo>
                  <a:pt x="187" y="419"/>
                  <a:pt x="185" y="418"/>
                  <a:pt x="184" y="417"/>
                </a:cubicBezTo>
                <a:cubicBezTo>
                  <a:pt x="2" y="195"/>
                  <a:pt x="2" y="195"/>
                  <a:pt x="2" y="195"/>
                </a:cubicBezTo>
                <a:cubicBezTo>
                  <a:pt x="0" y="192"/>
                  <a:pt x="0" y="189"/>
                  <a:pt x="3" y="186"/>
                </a:cubicBezTo>
                <a:cubicBezTo>
                  <a:pt x="5" y="184"/>
                  <a:pt x="9" y="185"/>
                  <a:pt x="11" y="187"/>
                </a:cubicBezTo>
                <a:cubicBezTo>
                  <a:pt x="190" y="405"/>
                  <a:pt x="190" y="405"/>
                  <a:pt x="190" y="405"/>
                </a:cubicBezTo>
                <a:cubicBezTo>
                  <a:pt x="309" y="313"/>
                  <a:pt x="309" y="313"/>
                  <a:pt x="309" y="313"/>
                </a:cubicBezTo>
                <a:cubicBezTo>
                  <a:pt x="309" y="313"/>
                  <a:pt x="309" y="313"/>
                  <a:pt x="309" y="313"/>
                </a:cubicBezTo>
                <a:cubicBezTo>
                  <a:pt x="370" y="281"/>
                  <a:pt x="370" y="281"/>
                  <a:pt x="370" y="281"/>
                </a:cubicBezTo>
                <a:cubicBezTo>
                  <a:pt x="493" y="159"/>
                  <a:pt x="493" y="159"/>
                  <a:pt x="493" y="159"/>
                </a:cubicBezTo>
                <a:cubicBezTo>
                  <a:pt x="494" y="158"/>
                  <a:pt x="496" y="158"/>
                  <a:pt x="498" y="158"/>
                </a:cubicBezTo>
                <a:cubicBezTo>
                  <a:pt x="500" y="158"/>
                  <a:pt x="501" y="159"/>
                  <a:pt x="502" y="160"/>
                </a:cubicBezTo>
                <a:cubicBezTo>
                  <a:pt x="557" y="247"/>
                  <a:pt x="557" y="247"/>
                  <a:pt x="557" y="247"/>
                </a:cubicBezTo>
                <a:cubicBezTo>
                  <a:pt x="678" y="129"/>
                  <a:pt x="678" y="129"/>
                  <a:pt x="678" y="129"/>
                </a:cubicBezTo>
                <a:cubicBezTo>
                  <a:pt x="679" y="128"/>
                  <a:pt x="679" y="128"/>
                  <a:pt x="680" y="128"/>
                </a:cubicBezTo>
                <a:cubicBezTo>
                  <a:pt x="800" y="66"/>
                  <a:pt x="800" y="66"/>
                  <a:pt x="800" y="66"/>
                </a:cubicBezTo>
                <a:cubicBezTo>
                  <a:pt x="802" y="65"/>
                  <a:pt x="805" y="65"/>
                  <a:pt x="807" y="67"/>
                </a:cubicBezTo>
                <a:cubicBezTo>
                  <a:pt x="867" y="124"/>
                  <a:pt x="867" y="124"/>
                  <a:pt x="867" y="124"/>
                </a:cubicBezTo>
                <a:cubicBezTo>
                  <a:pt x="986" y="3"/>
                  <a:pt x="986" y="3"/>
                  <a:pt x="986" y="3"/>
                </a:cubicBezTo>
                <a:cubicBezTo>
                  <a:pt x="988" y="0"/>
                  <a:pt x="991" y="0"/>
                  <a:pt x="994" y="2"/>
                </a:cubicBezTo>
                <a:cubicBezTo>
                  <a:pt x="1052" y="39"/>
                  <a:pt x="1052" y="39"/>
                  <a:pt x="1052" y="39"/>
                </a:cubicBezTo>
                <a:cubicBezTo>
                  <a:pt x="1173" y="65"/>
                  <a:pt x="1173" y="65"/>
                  <a:pt x="1173" y="65"/>
                </a:cubicBezTo>
                <a:cubicBezTo>
                  <a:pt x="1359" y="4"/>
                  <a:pt x="1359" y="4"/>
                  <a:pt x="1359" y="4"/>
                </a:cubicBezTo>
                <a:cubicBezTo>
                  <a:pt x="1362" y="3"/>
                  <a:pt x="1365" y="5"/>
                  <a:pt x="1366" y="8"/>
                </a:cubicBezTo>
                <a:cubicBezTo>
                  <a:pt x="1367" y="11"/>
                  <a:pt x="1366" y="14"/>
                  <a:pt x="1363" y="15"/>
                </a:cubicBezTo>
                <a:cubicBezTo>
                  <a:pt x="1175" y="77"/>
                  <a:pt x="1175" y="77"/>
                  <a:pt x="1175" y="77"/>
                </a:cubicBezTo>
                <a:cubicBezTo>
                  <a:pt x="1174" y="77"/>
                  <a:pt x="1173" y="77"/>
                  <a:pt x="1172" y="77"/>
                </a:cubicBezTo>
                <a:cubicBezTo>
                  <a:pt x="1048" y="50"/>
                  <a:pt x="1048" y="50"/>
                  <a:pt x="1048" y="50"/>
                </a:cubicBezTo>
                <a:cubicBezTo>
                  <a:pt x="1048" y="50"/>
                  <a:pt x="1047" y="50"/>
                  <a:pt x="1046" y="49"/>
                </a:cubicBezTo>
                <a:cubicBezTo>
                  <a:pt x="992" y="14"/>
                  <a:pt x="992" y="14"/>
                  <a:pt x="992" y="14"/>
                </a:cubicBezTo>
                <a:cubicBezTo>
                  <a:pt x="872" y="137"/>
                  <a:pt x="872" y="137"/>
                  <a:pt x="872" y="137"/>
                </a:cubicBezTo>
                <a:cubicBezTo>
                  <a:pt x="869" y="139"/>
                  <a:pt x="866" y="139"/>
                  <a:pt x="863" y="137"/>
                </a:cubicBezTo>
                <a:cubicBezTo>
                  <a:pt x="802" y="78"/>
                  <a:pt x="802" y="78"/>
                  <a:pt x="802" y="78"/>
                </a:cubicBezTo>
                <a:cubicBezTo>
                  <a:pt x="686" y="138"/>
                  <a:pt x="686" y="138"/>
                  <a:pt x="686" y="138"/>
                </a:cubicBezTo>
                <a:cubicBezTo>
                  <a:pt x="560" y="260"/>
                  <a:pt x="560" y="260"/>
                  <a:pt x="560" y="260"/>
                </a:cubicBezTo>
                <a:cubicBezTo>
                  <a:pt x="559" y="262"/>
                  <a:pt x="557" y="262"/>
                  <a:pt x="555" y="262"/>
                </a:cubicBezTo>
                <a:cubicBezTo>
                  <a:pt x="554" y="262"/>
                  <a:pt x="552" y="261"/>
                  <a:pt x="551" y="259"/>
                </a:cubicBezTo>
                <a:cubicBezTo>
                  <a:pt x="496" y="173"/>
                  <a:pt x="496" y="173"/>
                  <a:pt x="496" y="173"/>
                </a:cubicBezTo>
                <a:cubicBezTo>
                  <a:pt x="378" y="290"/>
                  <a:pt x="378" y="290"/>
                  <a:pt x="378" y="290"/>
                </a:cubicBezTo>
                <a:cubicBezTo>
                  <a:pt x="378" y="291"/>
                  <a:pt x="377" y="291"/>
                  <a:pt x="377" y="291"/>
                </a:cubicBezTo>
                <a:cubicBezTo>
                  <a:pt x="315" y="323"/>
                  <a:pt x="315" y="323"/>
                  <a:pt x="315" y="323"/>
                </a:cubicBezTo>
                <a:cubicBezTo>
                  <a:pt x="193" y="418"/>
                  <a:pt x="193" y="418"/>
                  <a:pt x="193" y="418"/>
                </a:cubicBezTo>
                <a:cubicBezTo>
                  <a:pt x="191" y="419"/>
                  <a:pt x="190" y="419"/>
                  <a:pt x="189" y="419"/>
                </a:cubicBezTo>
                <a:close/>
              </a:path>
            </a:pathLst>
          </a:custGeom>
          <a:solidFill>
            <a:srgbClr val="92D050"/>
          </a:solidFill>
          <a:ln>
            <a:noFill/>
          </a:ln>
        </p:spPr>
        <p:txBody>
          <a:bodyPr/>
          <a:lstStyle/>
          <a:p>
            <a:endParaRPr lang="zh-CN" altLang="en-US" sz="1600"/>
          </a:p>
        </p:txBody>
      </p:sp>
      <p:sp>
        <p:nvSpPr>
          <p:cNvPr id="36" name="Freeform 743"/>
          <p:cNvSpPr>
            <a:spLocks/>
          </p:cNvSpPr>
          <p:nvPr/>
        </p:nvSpPr>
        <p:spPr bwMode="auto">
          <a:xfrm>
            <a:off x="1517473" y="1868981"/>
            <a:ext cx="4054718" cy="2045671"/>
          </a:xfrm>
          <a:custGeom>
            <a:avLst/>
            <a:gdLst>
              <a:gd name="T0" fmla="*/ 988 w 995"/>
              <a:gd name="T1" fmla="*/ 440 h 440"/>
              <a:gd name="T2" fmla="*/ 984 w 995"/>
              <a:gd name="T3" fmla="*/ 439 h 440"/>
              <a:gd name="T4" fmla="*/ 864 w 995"/>
              <a:gd name="T5" fmla="*/ 357 h 440"/>
              <a:gd name="T6" fmla="*/ 808 w 995"/>
              <a:gd name="T7" fmla="*/ 322 h 440"/>
              <a:gd name="T8" fmla="*/ 747 w 995"/>
              <a:gd name="T9" fmla="*/ 357 h 440"/>
              <a:gd name="T10" fmla="*/ 740 w 995"/>
              <a:gd name="T11" fmla="*/ 356 h 440"/>
              <a:gd name="T12" fmla="*/ 679 w 995"/>
              <a:gd name="T13" fmla="*/ 293 h 440"/>
              <a:gd name="T14" fmla="*/ 623 w 995"/>
              <a:gd name="T15" fmla="*/ 262 h 440"/>
              <a:gd name="T16" fmla="*/ 564 w 995"/>
              <a:gd name="T17" fmla="*/ 380 h 440"/>
              <a:gd name="T18" fmla="*/ 559 w 995"/>
              <a:gd name="T19" fmla="*/ 383 h 440"/>
              <a:gd name="T20" fmla="*/ 554 w 995"/>
              <a:gd name="T21" fmla="*/ 380 h 440"/>
              <a:gd name="T22" fmla="*/ 493 w 995"/>
              <a:gd name="T23" fmla="*/ 261 h 440"/>
              <a:gd name="T24" fmla="*/ 430 w 995"/>
              <a:gd name="T25" fmla="*/ 232 h 440"/>
              <a:gd name="T26" fmla="*/ 429 w 995"/>
              <a:gd name="T27" fmla="*/ 232 h 440"/>
              <a:gd name="T28" fmla="*/ 309 w 995"/>
              <a:gd name="T29" fmla="*/ 137 h 440"/>
              <a:gd name="T30" fmla="*/ 189 w 995"/>
              <a:gd name="T31" fmla="*/ 198 h 440"/>
              <a:gd name="T32" fmla="*/ 183 w 995"/>
              <a:gd name="T33" fmla="*/ 198 h 440"/>
              <a:gd name="T34" fmla="*/ 63 w 995"/>
              <a:gd name="T35" fmla="*/ 139 h 440"/>
              <a:gd name="T36" fmla="*/ 60 w 995"/>
              <a:gd name="T37" fmla="*/ 136 h 440"/>
              <a:gd name="T38" fmla="*/ 1 w 995"/>
              <a:gd name="T39" fmla="*/ 9 h 440"/>
              <a:gd name="T40" fmla="*/ 4 w 995"/>
              <a:gd name="T41" fmla="*/ 1 h 440"/>
              <a:gd name="T42" fmla="*/ 12 w 995"/>
              <a:gd name="T43" fmla="*/ 4 h 440"/>
              <a:gd name="T44" fmla="*/ 70 w 995"/>
              <a:gd name="T45" fmla="*/ 129 h 440"/>
              <a:gd name="T46" fmla="*/ 186 w 995"/>
              <a:gd name="T47" fmla="*/ 186 h 440"/>
              <a:gd name="T48" fmla="*/ 307 w 995"/>
              <a:gd name="T49" fmla="*/ 125 h 440"/>
              <a:gd name="T50" fmla="*/ 313 w 995"/>
              <a:gd name="T51" fmla="*/ 125 h 440"/>
              <a:gd name="T52" fmla="*/ 436 w 995"/>
              <a:gd name="T53" fmla="*/ 222 h 440"/>
              <a:gd name="T54" fmla="*/ 500 w 995"/>
              <a:gd name="T55" fmla="*/ 251 h 440"/>
              <a:gd name="T56" fmla="*/ 503 w 995"/>
              <a:gd name="T57" fmla="*/ 254 h 440"/>
              <a:gd name="T58" fmla="*/ 559 w 995"/>
              <a:gd name="T59" fmla="*/ 364 h 440"/>
              <a:gd name="T60" fmla="*/ 615 w 995"/>
              <a:gd name="T61" fmla="*/ 251 h 440"/>
              <a:gd name="T62" fmla="*/ 619 w 995"/>
              <a:gd name="T63" fmla="*/ 248 h 440"/>
              <a:gd name="T64" fmla="*/ 623 w 995"/>
              <a:gd name="T65" fmla="*/ 248 h 440"/>
              <a:gd name="T66" fmla="*/ 685 w 995"/>
              <a:gd name="T67" fmla="*/ 283 h 440"/>
              <a:gd name="T68" fmla="*/ 687 w 995"/>
              <a:gd name="T69" fmla="*/ 284 h 440"/>
              <a:gd name="T70" fmla="*/ 745 w 995"/>
              <a:gd name="T71" fmla="*/ 345 h 440"/>
              <a:gd name="T72" fmla="*/ 805 w 995"/>
              <a:gd name="T73" fmla="*/ 310 h 440"/>
              <a:gd name="T74" fmla="*/ 812 w 995"/>
              <a:gd name="T75" fmla="*/ 310 h 440"/>
              <a:gd name="T76" fmla="*/ 870 w 995"/>
              <a:gd name="T77" fmla="*/ 347 h 440"/>
              <a:gd name="T78" fmla="*/ 871 w 995"/>
              <a:gd name="T79" fmla="*/ 347 h 440"/>
              <a:gd name="T80" fmla="*/ 991 w 995"/>
              <a:gd name="T81" fmla="*/ 429 h 440"/>
              <a:gd name="T82" fmla="*/ 993 w 995"/>
              <a:gd name="T83" fmla="*/ 437 h 440"/>
              <a:gd name="T84" fmla="*/ 988 w 995"/>
              <a:gd name="T85" fmla="*/ 44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5" h="440">
                <a:moveTo>
                  <a:pt x="988" y="440"/>
                </a:moveTo>
                <a:cubicBezTo>
                  <a:pt x="987" y="440"/>
                  <a:pt x="986" y="439"/>
                  <a:pt x="984" y="439"/>
                </a:cubicBezTo>
                <a:cubicBezTo>
                  <a:pt x="864" y="357"/>
                  <a:pt x="864" y="357"/>
                  <a:pt x="864" y="357"/>
                </a:cubicBezTo>
                <a:cubicBezTo>
                  <a:pt x="808" y="322"/>
                  <a:pt x="808" y="322"/>
                  <a:pt x="808" y="322"/>
                </a:cubicBezTo>
                <a:cubicBezTo>
                  <a:pt x="747" y="357"/>
                  <a:pt x="747" y="357"/>
                  <a:pt x="747" y="357"/>
                </a:cubicBezTo>
                <a:cubicBezTo>
                  <a:pt x="745" y="359"/>
                  <a:pt x="742" y="358"/>
                  <a:pt x="740" y="356"/>
                </a:cubicBezTo>
                <a:cubicBezTo>
                  <a:pt x="679" y="293"/>
                  <a:pt x="679" y="293"/>
                  <a:pt x="679" y="293"/>
                </a:cubicBezTo>
                <a:cubicBezTo>
                  <a:pt x="623" y="262"/>
                  <a:pt x="623" y="262"/>
                  <a:pt x="623" y="262"/>
                </a:cubicBezTo>
                <a:cubicBezTo>
                  <a:pt x="564" y="380"/>
                  <a:pt x="564" y="380"/>
                  <a:pt x="564" y="380"/>
                </a:cubicBezTo>
                <a:cubicBezTo>
                  <a:pt x="563" y="382"/>
                  <a:pt x="561" y="383"/>
                  <a:pt x="559" y="383"/>
                </a:cubicBezTo>
                <a:cubicBezTo>
                  <a:pt x="557" y="383"/>
                  <a:pt x="555" y="382"/>
                  <a:pt x="554" y="380"/>
                </a:cubicBezTo>
                <a:cubicBezTo>
                  <a:pt x="493" y="261"/>
                  <a:pt x="493" y="261"/>
                  <a:pt x="493" y="261"/>
                </a:cubicBezTo>
                <a:cubicBezTo>
                  <a:pt x="430" y="232"/>
                  <a:pt x="430" y="232"/>
                  <a:pt x="430" y="232"/>
                </a:cubicBezTo>
                <a:cubicBezTo>
                  <a:pt x="430" y="232"/>
                  <a:pt x="429" y="232"/>
                  <a:pt x="429" y="232"/>
                </a:cubicBezTo>
                <a:cubicBezTo>
                  <a:pt x="309" y="137"/>
                  <a:pt x="309" y="137"/>
                  <a:pt x="309" y="137"/>
                </a:cubicBezTo>
                <a:cubicBezTo>
                  <a:pt x="189" y="198"/>
                  <a:pt x="189" y="198"/>
                  <a:pt x="189" y="198"/>
                </a:cubicBezTo>
                <a:cubicBezTo>
                  <a:pt x="187" y="199"/>
                  <a:pt x="185" y="199"/>
                  <a:pt x="183" y="198"/>
                </a:cubicBezTo>
                <a:cubicBezTo>
                  <a:pt x="63" y="139"/>
                  <a:pt x="63" y="139"/>
                  <a:pt x="63" y="139"/>
                </a:cubicBezTo>
                <a:cubicBezTo>
                  <a:pt x="62" y="138"/>
                  <a:pt x="61" y="137"/>
                  <a:pt x="60" y="136"/>
                </a:cubicBezTo>
                <a:cubicBezTo>
                  <a:pt x="1" y="9"/>
                  <a:pt x="1" y="9"/>
                  <a:pt x="1" y="9"/>
                </a:cubicBezTo>
                <a:cubicBezTo>
                  <a:pt x="0" y="6"/>
                  <a:pt x="1" y="3"/>
                  <a:pt x="4" y="1"/>
                </a:cubicBezTo>
                <a:cubicBezTo>
                  <a:pt x="7" y="0"/>
                  <a:pt x="11" y="1"/>
                  <a:pt x="12" y="4"/>
                </a:cubicBezTo>
                <a:cubicBezTo>
                  <a:pt x="70" y="129"/>
                  <a:pt x="70" y="129"/>
                  <a:pt x="70" y="129"/>
                </a:cubicBezTo>
                <a:cubicBezTo>
                  <a:pt x="186" y="186"/>
                  <a:pt x="186" y="186"/>
                  <a:pt x="186" y="186"/>
                </a:cubicBezTo>
                <a:cubicBezTo>
                  <a:pt x="307" y="125"/>
                  <a:pt x="307" y="125"/>
                  <a:pt x="307" y="125"/>
                </a:cubicBezTo>
                <a:cubicBezTo>
                  <a:pt x="309" y="124"/>
                  <a:pt x="311" y="124"/>
                  <a:pt x="313" y="125"/>
                </a:cubicBezTo>
                <a:cubicBezTo>
                  <a:pt x="436" y="222"/>
                  <a:pt x="436" y="222"/>
                  <a:pt x="436" y="222"/>
                </a:cubicBezTo>
                <a:cubicBezTo>
                  <a:pt x="500" y="251"/>
                  <a:pt x="500" y="251"/>
                  <a:pt x="500" y="251"/>
                </a:cubicBezTo>
                <a:cubicBezTo>
                  <a:pt x="501" y="252"/>
                  <a:pt x="502" y="253"/>
                  <a:pt x="503" y="254"/>
                </a:cubicBezTo>
                <a:cubicBezTo>
                  <a:pt x="559" y="364"/>
                  <a:pt x="559" y="364"/>
                  <a:pt x="559" y="364"/>
                </a:cubicBezTo>
                <a:cubicBezTo>
                  <a:pt x="615" y="251"/>
                  <a:pt x="615" y="251"/>
                  <a:pt x="615" y="251"/>
                </a:cubicBezTo>
                <a:cubicBezTo>
                  <a:pt x="616" y="249"/>
                  <a:pt x="617" y="248"/>
                  <a:pt x="619" y="248"/>
                </a:cubicBezTo>
                <a:cubicBezTo>
                  <a:pt x="620" y="247"/>
                  <a:pt x="622" y="247"/>
                  <a:pt x="623" y="248"/>
                </a:cubicBezTo>
                <a:cubicBezTo>
                  <a:pt x="685" y="283"/>
                  <a:pt x="685" y="283"/>
                  <a:pt x="685" y="283"/>
                </a:cubicBezTo>
                <a:cubicBezTo>
                  <a:pt x="686" y="283"/>
                  <a:pt x="686" y="283"/>
                  <a:pt x="687" y="284"/>
                </a:cubicBezTo>
                <a:cubicBezTo>
                  <a:pt x="745" y="345"/>
                  <a:pt x="745" y="345"/>
                  <a:pt x="745" y="345"/>
                </a:cubicBezTo>
                <a:cubicBezTo>
                  <a:pt x="805" y="310"/>
                  <a:pt x="805" y="310"/>
                  <a:pt x="805" y="310"/>
                </a:cubicBezTo>
                <a:cubicBezTo>
                  <a:pt x="807" y="309"/>
                  <a:pt x="810" y="309"/>
                  <a:pt x="812" y="310"/>
                </a:cubicBezTo>
                <a:cubicBezTo>
                  <a:pt x="870" y="347"/>
                  <a:pt x="870" y="347"/>
                  <a:pt x="870" y="347"/>
                </a:cubicBezTo>
                <a:cubicBezTo>
                  <a:pt x="871" y="347"/>
                  <a:pt x="871" y="347"/>
                  <a:pt x="871" y="347"/>
                </a:cubicBezTo>
                <a:cubicBezTo>
                  <a:pt x="991" y="429"/>
                  <a:pt x="991" y="429"/>
                  <a:pt x="991" y="429"/>
                </a:cubicBezTo>
                <a:cubicBezTo>
                  <a:pt x="994" y="431"/>
                  <a:pt x="995" y="434"/>
                  <a:pt x="993" y="437"/>
                </a:cubicBezTo>
                <a:cubicBezTo>
                  <a:pt x="992" y="439"/>
                  <a:pt x="990" y="440"/>
                  <a:pt x="988" y="440"/>
                </a:cubicBezTo>
                <a:close/>
              </a:path>
            </a:pathLst>
          </a:custGeom>
          <a:solidFill>
            <a:srgbClr val="FFC000"/>
          </a:solidFill>
          <a:ln>
            <a:noFill/>
          </a:ln>
        </p:spPr>
        <p:txBody>
          <a:bodyPr/>
          <a:lstStyle/>
          <a:p>
            <a:endParaRPr lang="zh-CN" altLang="en-US" sz="1600"/>
          </a:p>
        </p:txBody>
      </p:sp>
      <p:cxnSp>
        <p:nvCxnSpPr>
          <p:cNvPr id="37" name="直接连接符 36"/>
          <p:cNvCxnSpPr/>
          <p:nvPr/>
        </p:nvCxnSpPr>
        <p:spPr>
          <a:xfrm>
            <a:off x="1474958" y="3892849"/>
            <a:ext cx="5833346" cy="0"/>
          </a:xfrm>
          <a:prstGeom prst="line">
            <a:avLst/>
          </a:prstGeom>
          <a:solidFill>
            <a:srgbClr val="9C9C9C"/>
          </a:solidFill>
          <a:ln w="22225">
            <a:solidFill>
              <a:schemeClr val="bg1">
                <a:lumMod val="65000"/>
              </a:schemeClr>
            </a:solidFill>
            <a:miter lim="800000"/>
            <a:headEnd/>
            <a:tailEnd/>
          </a:ln>
        </p:spPr>
      </p:cxnSp>
      <p:grpSp>
        <p:nvGrpSpPr>
          <p:cNvPr id="38" name="组合 37"/>
          <p:cNvGrpSpPr/>
          <p:nvPr/>
        </p:nvGrpSpPr>
        <p:grpSpPr>
          <a:xfrm>
            <a:off x="1370167" y="1059582"/>
            <a:ext cx="108000" cy="2880000"/>
            <a:chOff x="1146924" y="1203598"/>
            <a:chExt cx="108000" cy="2880000"/>
          </a:xfrm>
        </p:grpSpPr>
        <p:cxnSp>
          <p:nvCxnSpPr>
            <p:cNvPr id="39" name="直接连接符 38"/>
            <p:cNvCxnSpPr/>
            <p:nvPr/>
          </p:nvCxnSpPr>
          <p:spPr>
            <a:xfrm>
              <a:off x="1254924" y="1203598"/>
              <a:ext cx="0" cy="2880000"/>
            </a:xfrm>
            <a:prstGeom prst="line">
              <a:avLst/>
            </a:prstGeom>
            <a:solidFill>
              <a:srgbClr val="9C9C9C"/>
            </a:solidFill>
            <a:ln w="22225">
              <a:solidFill>
                <a:schemeClr val="bg1">
                  <a:lumMod val="65000"/>
                </a:schemeClr>
              </a:solidFill>
              <a:miter lim="800000"/>
              <a:headEnd/>
              <a:tailEnd/>
            </a:ln>
          </p:spPr>
        </p:cxnSp>
        <p:cxnSp>
          <p:nvCxnSpPr>
            <p:cNvPr id="40" name="直接连接符 39"/>
            <p:cNvCxnSpPr/>
            <p:nvPr/>
          </p:nvCxnSpPr>
          <p:spPr>
            <a:xfrm>
              <a:off x="1146924" y="4036219"/>
              <a:ext cx="108000" cy="0"/>
            </a:xfrm>
            <a:prstGeom prst="line">
              <a:avLst/>
            </a:prstGeom>
            <a:solidFill>
              <a:srgbClr val="9C9C9C"/>
            </a:solidFill>
            <a:ln w="9525">
              <a:solidFill>
                <a:schemeClr val="bg1">
                  <a:lumMod val="65000"/>
                </a:schemeClr>
              </a:solidFill>
              <a:miter lim="800000"/>
              <a:headEnd/>
              <a:tailEnd/>
            </a:ln>
          </p:spPr>
        </p:cxnSp>
        <p:cxnSp>
          <p:nvCxnSpPr>
            <p:cNvPr id="41" name="直接连接符 40"/>
            <p:cNvCxnSpPr/>
            <p:nvPr/>
          </p:nvCxnSpPr>
          <p:spPr>
            <a:xfrm>
              <a:off x="1146924" y="3700663"/>
              <a:ext cx="108000" cy="0"/>
            </a:xfrm>
            <a:prstGeom prst="line">
              <a:avLst/>
            </a:prstGeom>
            <a:solidFill>
              <a:srgbClr val="9C9C9C"/>
            </a:solidFill>
            <a:ln w="9525">
              <a:solidFill>
                <a:schemeClr val="bg1">
                  <a:lumMod val="65000"/>
                </a:schemeClr>
              </a:solidFill>
              <a:miter lim="800000"/>
              <a:headEnd/>
              <a:tailEnd/>
            </a:ln>
          </p:spPr>
        </p:cxnSp>
        <p:cxnSp>
          <p:nvCxnSpPr>
            <p:cNvPr id="42" name="直接连接符 41"/>
            <p:cNvCxnSpPr/>
            <p:nvPr/>
          </p:nvCxnSpPr>
          <p:spPr>
            <a:xfrm>
              <a:off x="1146924" y="3365105"/>
              <a:ext cx="108000" cy="0"/>
            </a:xfrm>
            <a:prstGeom prst="line">
              <a:avLst/>
            </a:prstGeom>
            <a:solidFill>
              <a:srgbClr val="9C9C9C"/>
            </a:solidFill>
            <a:ln w="9525">
              <a:solidFill>
                <a:schemeClr val="bg1">
                  <a:lumMod val="65000"/>
                </a:schemeClr>
              </a:solidFill>
              <a:miter lim="800000"/>
              <a:headEnd/>
              <a:tailEnd/>
            </a:ln>
          </p:spPr>
        </p:cxnSp>
        <p:cxnSp>
          <p:nvCxnSpPr>
            <p:cNvPr id="43" name="直接连接符 42"/>
            <p:cNvCxnSpPr/>
            <p:nvPr/>
          </p:nvCxnSpPr>
          <p:spPr>
            <a:xfrm>
              <a:off x="1146924" y="3029547"/>
              <a:ext cx="108000" cy="0"/>
            </a:xfrm>
            <a:prstGeom prst="line">
              <a:avLst/>
            </a:prstGeom>
            <a:solidFill>
              <a:srgbClr val="9C9C9C"/>
            </a:solidFill>
            <a:ln w="9525">
              <a:solidFill>
                <a:schemeClr val="bg1">
                  <a:lumMod val="65000"/>
                </a:schemeClr>
              </a:solidFill>
              <a:miter lim="800000"/>
              <a:headEnd/>
              <a:tailEnd/>
            </a:ln>
          </p:spPr>
        </p:cxnSp>
        <p:cxnSp>
          <p:nvCxnSpPr>
            <p:cNvPr id="44" name="直接连接符 43"/>
            <p:cNvCxnSpPr/>
            <p:nvPr/>
          </p:nvCxnSpPr>
          <p:spPr>
            <a:xfrm>
              <a:off x="1146924" y="2693989"/>
              <a:ext cx="108000" cy="0"/>
            </a:xfrm>
            <a:prstGeom prst="line">
              <a:avLst/>
            </a:prstGeom>
            <a:solidFill>
              <a:srgbClr val="9C9C9C"/>
            </a:solidFill>
            <a:ln w="9525">
              <a:solidFill>
                <a:schemeClr val="bg1">
                  <a:lumMod val="65000"/>
                </a:schemeClr>
              </a:solidFill>
              <a:miter lim="800000"/>
              <a:headEnd/>
              <a:tailEnd/>
            </a:ln>
          </p:spPr>
        </p:cxnSp>
        <p:cxnSp>
          <p:nvCxnSpPr>
            <p:cNvPr id="45" name="直接连接符 44"/>
            <p:cNvCxnSpPr/>
            <p:nvPr/>
          </p:nvCxnSpPr>
          <p:spPr>
            <a:xfrm>
              <a:off x="1146924" y="2358431"/>
              <a:ext cx="108000" cy="0"/>
            </a:xfrm>
            <a:prstGeom prst="line">
              <a:avLst/>
            </a:prstGeom>
            <a:solidFill>
              <a:srgbClr val="9C9C9C"/>
            </a:solidFill>
            <a:ln w="9525">
              <a:solidFill>
                <a:schemeClr val="bg1">
                  <a:lumMod val="65000"/>
                </a:schemeClr>
              </a:solidFill>
              <a:miter lim="800000"/>
              <a:headEnd/>
              <a:tailEnd/>
            </a:ln>
          </p:spPr>
        </p:cxnSp>
        <p:cxnSp>
          <p:nvCxnSpPr>
            <p:cNvPr id="46" name="直接连接符 45"/>
            <p:cNvCxnSpPr/>
            <p:nvPr/>
          </p:nvCxnSpPr>
          <p:spPr>
            <a:xfrm>
              <a:off x="1146924" y="2022873"/>
              <a:ext cx="108000" cy="0"/>
            </a:xfrm>
            <a:prstGeom prst="line">
              <a:avLst/>
            </a:prstGeom>
            <a:solidFill>
              <a:srgbClr val="9C9C9C"/>
            </a:solidFill>
            <a:ln w="9525">
              <a:solidFill>
                <a:schemeClr val="bg1">
                  <a:lumMod val="65000"/>
                </a:schemeClr>
              </a:solidFill>
              <a:miter lim="800000"/>
              <a:headEnd/>
              <a:tailEnd/>
            </a:ln>
          </p:spPr>
        </p:cxnSp>
        <p:cxnSp>
          <p:nvCxnSpPr>
            <p:cNvPr id="47" name="直接连接符 46"/>
            <p:cNvCxnSpPr/>
            <p:nvPr/>
          </p:nvCxnSpPr>
          <p:spPr>
            <a:xfrm>
              <a:off x="1146924" y="1687315"/>
              <a:ext cx="108000" cy="0"/>
            </a:xfrm>
            <a:prstGeom prst="line">
              <a:avLst/>
            </a:prstGeom>
            <a:solidFill>
              <a:srgbClr val="9C9C9C"/>
            </a:solidFill>
            <a:ln w="9525">
              <a:solidFill>
                <a:schemeClr val="bg1">
                  <a:lumMod val="65000"/>
                </a:schemeClr>
              </a:solidFill>
              <a:miter lim="800000"/>
              <a:headEnd/>
              <a:tailEnd/>
            </a:ln>
          </p:spPr>
        </p:cxnSp>
        <p:cxnSp>
          <p:nvCxnSpPr>
            <p:cNvPr id="48" name="直接连接符 47"/>
            <p:cNvCxnSpPr/>
            <p:nvPr/>
          </p:nvCxnSpPr>
          <p:spPr>
            <a:xfrm>
              <a:off x="1146924" y="1351757"/>
              <a:ext cx="108000" cy="0"/>
            </a:xfrm>
            <a:prstGeom prst="line">
              <a:avLst/>
            </a:prstGeom>
            <a:solidFill>
              <a:srgbClr val="9C9C9C"/>
            </a:solidFill>
            <a:ln w="9525">
              <a:solidFill>
                <a:schemeClr val="bg1">
                  <a:lumMod val="65000"/>
                </a:schemeClr>
              </a:solidFill>
              <a:miter lim="800000"/>
              <a:headEnd/>
              <a:tailEnd/>
            </a:ln>
          </p:spPr>
        </p:cxnSp>
      </p:grpSp>
      <p:sp>
        <p:nvSpPr>
          <p:cNvPr id="49" name="TextBox 2438"/>
          <p:cNvSpPr txBox="1"/>
          <p:nvPr/>
        </p:nvSpPr>
        <p:spPr bwMode="auto">
          <a:xfrm>
            <a:off x="884466" y="3747116"/>
            <a:ext cx="450764"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0" name="TextBox 2439"/>
          <p:cNvSpPr txBox="1"/>
          <p:nvPr/>
        </p:nvSpPr>
        <p:spPr bwMode="auto">
          <a:xfrm>
            <a:off x="770655" y="3084749"/>
            <a:ext cx="564577"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20%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1" name="TextBox 2440"/>
          <p:cNvSpPr txBox="1"/>
          <p:nvPr/>
        </p:nvSpPr>
        <p:spPr bwMode="auto">
          <a:xfrm>
            <a:off x="770655" y="2753564"/>
            <a:ext cx="564577"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30%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2" name="TextBox 2441"/>
          <p:cNvSpPr txBox="1"/>
          <p:nvPr/>
        </p:nvSpPr>
        <p:spPr bwMode="auto">
          <a:xfrm>
            <a:off x="770655" y="2422379"/>
            <a:ext cx="564577"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40%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3" name="TextBox 2442"/>
          <p:cNvSpPr txBox="1"/>
          <p:nvPr/>
        </p:nvSpPr>
        <p:spPr bwMode="auto">
          <a:xfrm>
            <a:off x="770655" y="2091194"/>
            <a:ext cx="564577"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50%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4" name="TextBox 2443"/>
          <p:cNvSpPr txBox="1"/>
          <p:nvPr/>
        </p:nvSpPr>
        <p:spPr bwMode="auto">
          <a:xfrm>
            <a:off x="770655" y="1760009"/>
            <a:ext cx="564577"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60%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5" name="TextBox 2444"/>
          <p:cNvSpPr txBox="1"/>
          <p:nvPr/>
        </p:nvSpPr>
        <p:spPr bwMode="auto">
          <a:xfrm>
            <a:off x="770655" y="3415934"/>
            <a:ext cx="564577"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10%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6" name="TextBox 2445"/>
          <p:cNvSpPr txBox="1"/>
          <p:nvPr/>
        </p:nvSpPr>
        <p:spPr bwMode="auto">
          <a:xfrm>
            <a:off x="770652" y="1428824"/>
            <a:ext cx="564578"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70%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7" name="TextBox 2446"/>
          <p:cNvSpPr txBox="1"/>
          <p:nvPr/>
        </p:nvSpPr>
        <p:spPr bwMode="auto">
          <a:xfrm>
            <a:off x="770652" y="1097639"/>
            <a:ext cx="564578" cy="246221"/>
          </a:xfrm>
          <a:prstGeom prst="rect">
            <a:avLst/>
          </a:prstGeom>
          <a:noFill/>
        </p:spPr>
        <p:txBody>
          <a:bodyPr wrap="none">
            <a:spAutoFit/>
          </a:bodyPr>
          <a:lstStyle/>
          <a:p>
            <a:pPr algn="r" fontAlgn="auto">
              <a:spcBef>
                <a:spcPts val="0"/>
              </a:spcBef>
              <a:spcAft>
                <a:spcPts val="0"/>
              </a:spcAft>
              <a:defRPr/>
            </a:pPr>
            <a:r>
              <a:rPr lang="en-US" altLang="zh-CN" sz="1000" spc="300" dirty="0">
                <a:solidFill>
                  <a:schemeClr val="tx1">
                    <a:lumMod val="65000"/>
                    <a:lumOff val="35000"/>
                  </a:schemeClr>
                </a:solidFill>
                <a:latin typeface="微软雅黑" pitchFamily="34" charset="-122"/>
                <a:ea typeface="微软雅黑" pitchFamily="34" charset="-122"/>
                <a:cs typeface="Arial" pitchFamily="34" charset="0"/>
              </a:rPr>
              <a:t>80%</a:t>
            </a:r>
            <a:endParaRPr lang="zh-CN" altLang="en-US" sz="1000" spc="300" dirty="0">
              <a:solidFill>
                <a:schemeClr val="tx1">
                  <a:lumMod val="65000"/>
                  <a:lumOff val="35000"/>
                </a:schemeClr>
              </a:solidFill>
              <a:latin typeface="微软雅黑" pitchFamily="34" charset="-122"/>
              <a:ea typeface="微软雅黑" pitchFamily="34" charset="-122"/>
              <a:cs typeface="Arial" pitchFamily="34" charset="0"/>
            </a:endParaRPr>
          </a:p>
        </p:txBody>
      </p:sp>
      <p:sp>
        <p:nvSpPr>
          <p:cNvPr id="58" name="TextBox 2447"/>
          <p:cNvSpPr txBox="1"/>
          <p:nvPr/>
        </p:nvSpPr>
        <p:spPr bwMode="auto">
          <a:xfrm>
            <a:off x="372132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59" name="TextBox 2448"/>
          <p:cNvSpPr txBox="1"/>
          <p:nvPr/>
        </p:nvSpPr>
        <p:spPr bwMode="auto">
          <a:xfrm>
            <a:off x="338338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0" name="TextBox 2449"/>
          <p:cNvSpPr txBox="1"/>
          <p:nvPr/>
        </p:nvSpPr>
        <p:spPr bwMode="auto">
          <a:xfrm>
            <a:off x="304544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1" name="TextBox 2450"/>
          <p:cNvSpPr txBox="1"/>
          <p:nvPr/>
        </p:nvSpPr>
        <p:spPr bwMode="auto">
          <a:xfrm>
            <a:off x="270750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2" name="TextBox 2451"/>
          <p:cNvSpPr txBox="1"/>
          <p:nvPr/>
        </p:nvSpPr>
        <p:spPr bwMode="auto">
          <a:xfrm>
            <a:off x="236956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3" name="TextBox 2452"/>
          <p:cNvSpPr txBox="1"/>
          <p:nvPr/>
        </p:nvSpPr>
        <p:spPr bwMode="auto">
          <a:xfrm>
            <a:off x="405926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4" name="TextBox 2453"/>
          <p:cNvSpPr txBox="1"/>
          <p:nvPr/>
        </p:nvSpPr>
        <p:spPr bwMode="auto">
          <a:xfrm>
            <a:off x="203162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5" name="TextBox 2454"/>
          <p:cNvSpPr txBox="1"/>
          <p:nvPr/>
        </p:nvSpPr>
        <p:spPr bwMode="auto">
          <a:xfrm>
            <a:off x="1693688" y="3950125"/>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6" name="TextBox 2455"/>
          <p:cNvSpPr txBox="1"/>
          <p:nvPr/>
        </p:nvSpPr>
        <p:spPr bwMode="auto">
          <a:xfrm>
            <a:off x="6086902"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7" name="TextBox 2456"/>
          <p:cNvSpPr txBox="1"/>
          <p:nvPr/>
        </p:nvSpPr>
        <p:spPr bwMode="auto">
          <a:xfrm>
            <a:off x="5748968"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8" name="TextBox 2457"/>
          <p:cNvSpPr txBox="1"/>
          <p:nvPr/>
        </p:nvSpPr>
        <p:spPr bwMode="auto">
          <a:xfrm>
            <a:off x="5411028"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69" name="TextBox 2458"/>
          <p:cNvSpPr txBox="1"/>
          <p:nvPr/>
        </p:nvSpPr>
        <p:spPr bwMode="auto">
          <a:xfrm>
            <a:off x="5073088"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70" name="TextBox 2459"/>
          <p:cNvSpPr txBox="1"/>
          <p:nvPr/>
        </p:nvSpPr>
        <p:spPr bwMode="auto">
          <a:xfrm>
            <a:off x="4735148"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71" name="TextBox 2460"/>
          <p:cNvSpPr txBox="1"/>
          <p:nvPr/>
        </p:nvSpPr>
        <p:spPr bwMode="auto">
          <a:xfrm>
            <a:off x="4397208"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cxnSp>
        <p:nvCxnSpPr>
          <p:cNvPr id="72" name="直接连接符 71"/>
          <p:cNvCxnSpPr/>
          <p:nvPr/>
        </p:nvCxnSpPr>
        <p:spPr>
          <a:xfrm rot="5400000" flipV="1">
            <a:off x="4485882" y="3843611"/>
            <a:ext cx="108000" cy="0"/>
          </a:xfrm>
          <a:prstGeom prst="line">
            <a:avLst/>
          </a:prstGeom>
          <a:solidFill>
            <a:srgbClr val="9C9C9C"/>
          </a:solidFill>
          <a:ln w="9525">
            <a:solidFill>
              <a:schemeClr val="bg1">
                <a:lumMod val="65000"/>
              </a:schemeClr>
            </a:solidFill>
            <a:miter lim="800000"/>
            <a:headEnd/>
            <a:tailEnd/>
          </a:ln>
        </p:spPr>
      </p:cxnSp>
      <p:cxnSp>
        <p:nvCxnSpPr>
          <p:cNvPr id="73" name="直接连接符 72"/>
          <p:cNvCxnSpPr/>
          <p:nvPr/>
        </p:nvCxnSpPr>
        <p:spPr>
          <a:xfrm rot="5400000" flipV="1">
            <a:off x="4148239" y="3843610"/>
            <a:ext cx="108000" cy="0"/>
          </a:xfrm>
          <a:prstGeom prst="line">
            <a:avLst/>
          </a:prstGeom>
          <a:solidFill>
            <a:srgbClr val="9C9C9C"/>
          </a:solidFill>
          <a:ln w="9525">
            <a:solidFill>
              <a:schemeClr val="bg1">
                <a:lumMod val="65000"/>
              </a:schemeClr>
            </a:solidFill>
            <a:miter lim="800000"/>
            <a:headEnd/>
            <a:tailEnd/>
          </a:ln>
        </p:spPr>
      </p:cxnSp>
      <p:cxnSp>
        <p:nvCxnSpPr>
          <p:cNvPr id="74" name="直接连接符 73"/>
          <p:cNvCxnSpPr/>
          <p:nvPr/>
        </p:nvCxnSpPr>
        <p:spPr>
          <a:xfrm rot="5400000" flipV="1">
            <a:off x="3810596" y="3843610"/>
            <a:ext cx="108000" cy="0"/>
          </a:xfrm>
          <a:prstGeom prst="line">
            <a:avLst/>
          </a:prstGeom>
          <a:solidFill>
            <a:srgbClr val="9C9C9C"/>
          </a:solidFill>
          <a:ln w="9525">
            <a:solidFill>
              <a:schemeClr val="bg1">
                <a:lumMod val="65000"/>
              </a:schemeClr>
            </a:solidFill>
            <a:miter lim="800000"/>
            <a:headEnd/>
            <a:tailEnd/>
          </a:ln>
        </p:spPr>
      </p:cxnSp>
      <p:cxnSp>
        <p:nvCxnSpPr>
          <p:cNvPr id="75" name="直接连接符 74"/>
          <p:cNvCxnSpPr/>
          <p:nvPr/>
        </p:nvCxnSpPr>
        <p:spPr>
          <a:xfrm rot="5400000" flipV="1">
            <a:off x="3472953" y="3843610"/>
            <a:ext cx="108000" cy="0"/>
          </a:xfrm>
          <a:prstGeom prst="line">
            <a:avLst/>
          </a:prstGeom>
          <a:solidFill>
            <a:srgbClr val="9C9C9C"/>
          </a:solidFill>
          <a:ln w="9525">
            <a:solidFill>
              <a:schemeClr val="bg1">
                <a:lumMod val="65000"/>
              </a:schemeClr>
            </a:solidFill>
            <a:miter lim="800000"/>
            <a:headEnd/>
            <a:tailEnd/>
          </a:ln>
        </p:spPr>
      </p:cxnSp>
      <p:cxnSp>
        <p:nvCxnSpPr>
          <p:cNvPr id="76" name="直接连接符 75"/>
          <p:cNvCxnSpPr/>
          <p:nvPr/>
        </p:nvCxnSpPr>
        <p:spPr>
          <a:xfrm rot="5400000" flipV="1">
            <a:off x="3135310" y="3843610"/>
            <a:ext cx="108000" cy="0"/>
          </a:xfrm>
          <a:prstGeom prst="line">
            <a:avLst/>
          </a:prstGeom>
          <a:solidFill>
            <a:srgbClr val="9C9C9C"/>
          </a:solidFill>
          <a:ln w="9525">
            <a:solidFill>
              <a:schemeClr val="bg1">
                <a:lumMod val="65000"/>
              </a:schemeClr>
            </a:solidFill>
            <a:miter lim="800000"/>
            <a:headEnd/>
            <a:tailEnd/>
          </a:ln>
        </p:spPr>
      </p:cxnSp>
      <p:cxnSp>
        <p:nvCxnSpPr>
          <p:cNvPr id="77" name="直接连接符 76"/>
          <p:cNvCxnSpPr/>
          <p:nvPr/>
        </p:nvCxnSpPr>
        <p:spPr>
          <a:xfrm rot="5400000" flipV="1">
            <a:off x="2797667" y="3843610"/>
            <a:ext cx="108000" cy="0"/>
          </a:xfrm>
          <a:prstGeom prst="line">
            <a:avLst/>
          </a:prstGeom>
          <a:solidFill>
            <a:srgbClr val="9C9C9C"/>
          </a:solidFill>
          <a:ln w="9525">
            <a:solidFill>
              <a:schemeClr val="bg1">
                <a:lumMod val="65000"/>
              </a:schemeClr>
            </a:solidFill>
            <a:miter lim="800000"/>
            <a:headEnd/>
            <a:tailEnd/>
          </a:ln>
        </p:spPr>
      </p:cxnSp>
      <p:cxnSp>
        <p:nvCxnSpPr>
          <p:cNvPr id="78" name="直接连接符 77"/>
          <p:cNvCxnSpPr/>
          <p:nvPr/>
        </p:nvCxnSpPr>
        <p:spPr>
          <a:xfrm rot="5400000" flipV="1">
            <a:off x="2460024" y="3843610"/>
            <a:ext cx="108000" cy="0"/>
          </a:xfrm>
          <a:prstGeom prst="line">
            <a:avLst/>
          </a:prstGeom>
          <a:solidFill>
            <a:srgbClr val="9C9C9C"/>
          </a:solidFill>
          <a:ln w="9525">
            <a:solidFill>
              <a:schemeClr val="bg1">
                <a:lumMod val="65000"/>
              </a:schemeClr>
            </a:solidFill>
            <a:miter lim="800000"/>
            <a:headEnd/>
            <a:tailEnd/>
          </a:ln>
        </p:spPr>
      </p:cxnSp>
      <p:cxnSp>
        <p:nvCxnSpPr>
          <p:cNvPr id="79" name="直接连接符 78"/>
          <p:cNvCxnSpPr/>
          <p:nvPr/>
        </p:nvCxnSpPr>
        <p:spPr>
          <a:xfrm rot="5400000" flipV="1">
            <a:off x="2122381" y="3843610"/>
            <a:ext cx="108000" cy="0"/>
          </a:xfrm>
          <a:prstGeom prst="line">
            <a:avLst/>
          </a:prstGeom>
          <a:solidFill>
            <a:srgbClr val="9C9C9C"/>
          </a:solidFill>
          <a:ln w="9525">
            <a:solidFill>
              <a:schemeClr val="bg1">
                <a:lumMod val="65000"/>
              </a:schemeClr>
            </a:solidFill>
            <a:miter lim="800000"/>
            <a:headEnd/>
            <a:tailEnd/>
          </a:ln>
        </p:spPr>
      </p:cxnSp>
      <p:cxnSp>
        <p:nvCxnSpPr>
          <p:cNvPr id="80" name="直接连接符 79"/>
          <p:cNvCxnSpPr/>
          <p:nvPr/>
        </p:nvCxnSpPr>
        <p:spPr>
          <a:xfrm rot="5400000" flipV="1">
            <a:off x="1784738" y="3843610"/>
            <a:ext cx="108000" cy="0"/>
          </a:xfrm>
          <a:prstGeom prst="line">
            <a:avLst/>
          </a:prstGeom>
          <a:solidFill>
            <a:srgbClr val="9C9C9C"/>
          </a:solidFill>
          <a:ln w="9525">
            <a:solidFill>
              <a:schemeClr val="bg1">
                <a:lumMod val="65000"/>
              </a:schemeClr>
            </a:solidFill>
            <a:miter lim="800000"/>
            <a:headEnd/>
            <a:tailEnd/>
          </a:ln>
        </p:spPr>
      </p:cxnSp>
      <p:cxnSp>
        <p:nvCxnSpPr>
          <p:cNvPr id="81" name="直接连接符 80"/>
          <p:cNvCxnSpPr/>
          <p:nvPr/>
        </p:nvCxnSpPr>
        <p:spPr>
          <a:xfrm rot="5400000" flipV="1">
            <a:off x="6174094" y="3843609"/>
            <a:ext cx="108000" cy="0"/>
          </a:xfrm>
          <a:prstGeom prst="line">
            <a:avLst/>
          </a:prstGeom>
          <a:solidFill>
            <a:srgbClr val="9C9C9C"/>
          </a:solidFill>
          <a:ln w="9525">
            <a:solidFill>
              <a:schemeClr val="bg1">
                <a:lumMod val="65000"/>
              </a:schemeClr>
            </a:solidFill>
            <a:miter lim="800000"/>
            <a:headEnd/>
            <a:tailEnd/>
          </a:ln>
        </p:spPr>
      </p:cxnSp>
      <p:cxnSp>
        <p:nvCxnSpPr>
          <p:cNvPr id="82" name="直接连接符 81"/>
          <p:cNvCxnSpPr/>
          <p:nvPr/>
        </p:nvCxnSpPr>
        <p:spPr>
          <a:xfrm rot="5400000" flipV="1">
            <a:off x="5836454" y="3843609"/>
            <a:ext cx="108000" cy="0"/>
          </a:xfrm>
          <a:prstGeom prst="line">
            <a:avLst/>
          </a:prstGeom>
          <a:solidFill>
            <a:srgbClr val="9C9C9C"/>
          </a:solidFill>
          <a:ln w="9525">
            <a:solidFill>
              <a:schemeClr val="bg1">
                <a:lumMod val="65000"/>
              </a:schemeClr>
            </a:solidFill>
            <a:miter lim="800000"/>
            <a:headEnd/>
            <a:tailEnd/>
          </a:ln>
        </p:spPr>
      </p:cxnSp>
      <p:cxnSp>
        <p:nvCxnSpPr>
          <p:cNvPr id="83" name="直接连接符 82"/>
          <p:cNvCxnSpPr/>
          <p:nvPr/>
        </p:nvCxnSpPr>
        <p:spPr>
          <a:xfrm rot="5400000" flipV="1">
            <a:off x="5498811" y="3843609"/>
            <a:ext cx="108000" cy="0"/>
          </a:xfrm>
          <a:prstGeom prst="line">
            <a:avLst/>
          </a:prstGeom>
          <a:solidFill>
            <a:srgbClr val="9C9C9C"/>
          </a:solidFill>
          <a:ln w="9525">
            <a:solidFill>
              <a:schemeClr val="bg1">
                <a:lumMod val="65000"/>
              </a:schemeClr>
            </a:solidFill>
            <a:miter lim="800000"/>
            <a:headEnd/>
            <a:tailEnd/>
          </a:ln>
        </p:spPr>
      </p:cxnSp>
      <p:cxnSp>
        <p:nvCxnSpPr>
          <p:cNvPr id="84" name="直接连接符 83"/>
          <p:cNvCxnSpPr/>
          <p:nvPr/>
        </p:nvCxnSpPr>
        <p:spPr>
          <a:xfrm rot="5400000" flipV="1">
            <a:off x="5161168" y="3843609"/>
            <a:ext cx="108000" cy="0"/>
          </a:xfrm>
          <a:prstGeom prst="line">
            <a:avLst/>
          </a:prstGeom>
          <a:solidFill>
            <a:srgbClr val="9C9C9C"/>
          </a:solidFill>
          <a:ln w="9525">
            <a:solidFill>
              <a:schemeClr val="bg1">
                <a:lumMod val="65000"/>
              </a:schemeClr>
            </a:solidFill>
            <a:miter lim="800000"/>
            <a:headEnd/>
            <a:tailEnd/>
          </a:ln>
        </p:spPr>
      </p:cxnSp>
      <p:cxnSp>
        <p:nvCxnSpPr>
          <p:cNvPr id="85" name="直接连接符 84"/>
          <p:cNvCxnSpPr/>
          <p:nvPr/>
        </p:nvCxnSpPr>
        <p:spPr>
          <a:xfrm rot="5400000" flipV="1">
            <a:off x="4823525" y="3843609"/>
            <a:ext cx="108000" cy="0"/>
          </a:xfrm>
          <a:prstGeom prst="line">
            <a:avLst/>
          </a:prstGeom>
          <a:solidFill>
            <a:srgbClr val="9C9C9C"/>
          </a:solidFill>
          <a:ln w="9525">
            <a:solidFill>
              <a:schemeClr val="bg1">
                <a:lumMod val="65000"/>
              </a:schemeClr>
            </a:solidFill>
            <a:miter lim="800000"/>
            <a:headEnd/>
            <a:tailEnd/>
          </a:ln>
        </p:spPr>
      </p:cxnSp>
      <p:cxnSp>
        <p:nvCxnSpPr>
          <p:cNvPr id="86" name="直接连接符 85"/>
          <p:cNvCxnSpPr/>
          <p:nvPr/>
        </p:nvCxnSpPr>
        <p:spPr>
          <a:xfrm rot="5400000" flipV="1">
            <a:off x="6473207" y="3843609"/>
            <a:ext cx="108000" cy="0"/>
          </a:xfrm>
          <a:prstGeom prst="line">
            <a:avLst/>
          </a:prstGeom>
          <a:solidFill>
            <a:srgbClr val="9C9C9C"/>
          </a:solidFill>
          <a:ln w="9525">
            <a:solidFill>
              <a:schemeClr val="bg1">
                <a:lumMod val="65000"/>
              </a:schemeClr>
            </a:solidFill>
            <a:miter lim="800000"/>
            <a:headEnd/>
            <a:tailEnd/>
          </a:ln>
        </p:spPr>
      </p:cxnSp>
      <p:sp>
        <p:nvSpPr>
          <p:cNvPr id="87" name="TextBox 2477"/>
          <p:cNvSpPr txBox="1"/>
          <p:nvPr/>
        </p:nvSpPr>
        <p:spPr bwMode="auto">
          <a:xfrm>
            <a:off x="6386015"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sp>
        <p:nvSpPr>
          <p:cNvPr id="88" name="TextBox 2480"/>
          <p:cNvSpPr txBox="1"/>
          <p:nvPr/>
        </p:nvSpPr>
        <p:spPr bwMode="auto">
          <a:xfrm>
            <a:off x="6682219"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cxnSp>
        <p:nvCxnSpPr>
          <p:cNvPr id="89" name="直接连接符 88"/>
          <p:cNvCxnSpPr/>
          <p:nvPr/>
        </p:nvCxnSpPr>
        <p:spPr>
          <a:xfrm rot="5400000" flipV="1">
            <a:off x="6769411" y="3843609"/>
            <a:ext cx="108000" cy="0"/>
          </a:xfrm>
          <a:prstGeom prst="line">
            <a:avLst/>
          </a:prstGeom>
          <a:solidFill>
            <a:srgbClr val="9C9C9C"/>
          </a:solidFill>
          <a:ln w="9525">
            <a:solidFill>
              <a:schemeClr val="bg1">
                <a:lumMod val="65000"/>
              </a:schemeClr>
            </a:solidFill>
            <a:miter lim="800000"/>
            <a:headEnd/>
            <a:tailEnd/>
          </a:ln>
        </p:spPr>
      </p:cxnSp>
      <p:cxnSp>
        <p:nvCxnSpPr>
          <p:cNvPr id="90" name="直接连接符 89"/>
          <p:cNvCxnSpPr/>
          <p:nvPr/>
        </p:nvCxnSpPr>
        <p:spPr>
          <a:xfrm rot="5400000" flipV="1">
            <a:off x="7068524" y="3843609"/>
            <a:ext cx="108000" cy="0"/>
          </a:xfrm>
          <a:prstGeom prst="line">
            <a:avLst/>
          </a:prstGeom>
          <a:solidFill>
            <a:srgbClr val="9C9C9C"/>
          </a:solidFill>
          <a:ln w="9525">
            <a:solidFill>
              <a:schemeClr val="bg1">
                <a:lumMod val="65000"/>
              </a:schemeClr>
            </a:solidFill>
            <a:miter lim="800000"/>
            <a:headEnd/>
            <a:tailEnd/>
          </a:ln>
        </p:spPr>
      </p:cxnSp>
      <p:sp>
        <p:nvSpPr>
          <p:cNvPr id="91" name="TextBox 2483"/>
          <p:cNvSpPr txBox="1"/>
          <p:nvPr/>
        </p:nvSpPr>
        <p:spPr bwMode="auto">
          <a:xfrm>
            <a:off x="6981332" y="3950126"/>
            <a:ext cx="299113" cy="369332"/>
          </a:xfrm>
          <a:prstGeom prst="rect">
            <a:avLst/>
          </a:prstGeom>
          <a:noFill/>
        </p:spPr>
        <p:txBody>
          <a:bodyPr wrap="square">
            <a:spAutoFit/>
          </a:bodyPr>
          <a:lstStyle/>
          <a:p>
            <a:pPr algn="r" fontAlgn="auto">
              <a:spcBef>
                <a:spcPts val="0"/>
              </a:spcBef>
              <a:spcAft>
                <a:spcPts val="0"/>
              </a:spcAft>
              <a:defRPr/>
            </a:pPr>
            <a:r>
              <a:rPr lang="zh-CN" altLang="en-US" sz="900" spc="300" dirty="0">
                <a:solidFill>
                  <a:schemeClr val="tx1">
                    <a:lumMod val="65000"/>
                    <a:lumOff val="35000"/>
                  </a:schemeClr>
                </a:solidFill>
                <a:latin typeface="微软雅黑" pitchFamily="34" charset="-122"/>
                <a:ea typeface="微软雅黑" pitchFamily="34" charset="-122"/>
                <a:cs typeface="Arial" pitchFamily="34" charset="0"/>
              </a:rPr>
              <a:t>标题</a:t>
            </a:r>
          </a:p>
        </p:txBody>
      </p:sp>
      <p:cxnSp>
        <p:nvCxnSpPr>
          <p:cNvPr id="92" name="直接连接符 91"/>
          <p:cNvCxnSpPr/>
          <p:nvPr/>
        </p:nvCxnSpPr>
        <p:spPr>
          <a:xfrm>
            <a:off x="7524328" y="2858232"/>
            <a:ext cx="180000" cy="0"/>
          </a:xfrm>
          <a:prstGeom prst="line">
            <a:avLst/>
          </a:prstGeom>
          <a:ln w="38100">
            <a:solidFill>
              <a:srgbClr val="F83003"/>
            </a:solidFill>
          </a:ln>
        </p:spPr>
        <p:style>
          <a:lnRef idx="1">
            <a:schemeClr val="accent1"/>
          </a:lnRef>
          <a:fillRef idx="0">
            <a:schemeClr val="accent1"/>
          </a:fillRef>
          <a:effectRef idx="0">
            <a:schemeClr val="accent1"/>
          </a:effectRef>
          <a:fontRef idx="minor">
            <a:schemeClr val="tx1"/>
          </a:fontRef>
        </p:style>
      </p:cxnSp>
      <p:sp>
        <p:nvSpPr>
          <p:cNvPr id="93" name="TextBox 2486"/>
          <p:cNvSpPr txBox="1"/>
          <p:nvPr/>
        </p:nvSpPr>
        <p:spPr bwMode="auto">
          <a:xfrm>
            <a:off x="7658148" y="2723254"/>
            <a:ext cx="902811" cy="261610"/>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1100" dirty="0">
                <a:solidFill>
                  <a:schemeClr val="tx1">
                    <a:lumMod val="50000"/>
                    <a:lumOff val="50000"/>
                  </a:schemeClr>
                </a:solidFill>
              </a:rPr>
              <a:t>添加图例</a:t>
            </a:r>
          </a:p>
        </p:txBody>
      </p:sp>
      <p:cxnSp>
        <p:nvCxnSpPr>
          <p:cNvPr id="94" name="直接连接符 93"/>
          <p:cNvCxnSpPr/>
          <p:nvPr/>
        </p:nvCxnSpPr>
        <p:spPr>
          <a:xfrm>
            <a:off x="7524328" y="3221089"/>
            <a:ext cx="180000" cy="0"/>
          </a:xfrm>
          <a:prstGeom prst="line">
            <a:avLst/>
          </a:prstGeom>
          <a:ln w="38100">
            <a:solidFill>
              <a:srgbClr val="EBAC07"/>
            </a:solidFill>
          </a:ln>
        </p:spPr>
        <p:style>
          <a:lnRef idx="1">
            <a:schemeClr val="accent1"/>
          </a:lnRef>
          <a:fillRef idx="0">
            <a:schemeClr val="accent1"/>
          </a:fillRef>
          <a:effectRef idx="0">
            <a:schemeClr val="accent1"/>
          </a:effectRef>
          <a:fontRef idx="minor">
            <a:schemeClr val="tx1"/>
          </a:fontRef>
        </p:style>
      </p:cxnSp>
      <p:sp>
        <p:nvSpPr>
          <p:cNvPr id="95" name="TextBox 2488"/>
          <p:cNvSpPr txBox="1"/>
          <p:nvPr/>
        </p:nvSpPr>
        <p:spPr bwMode="auto">
          <a:xfrm>
            <a:off x="7658148" y="3086111"/>
            <a:ext cx="902811" cy="261610"/>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1100" dirty="0">
                <a:solidFill>
                  <a:schemeClr val="tx1">
                    <a:lumMod val="50000"/>
                    <a:lumOff val="50000"/>
                  </a:schemeClr>
                </a:solidFill>
              </a:rPr>
              <a:t>添加图例</a:t>
            </a:r>
          </a:p>
        </p:txBody>
      </p:sp>
      <p:cxnSp>
        <p:nvCxnSpPr>
          <p:cNvPr id="96" name="直接连接符 95"/>
          <p:cNvCxnSpPr/>
          <p:nvPr/>
        </p:nvCxnSpPr>
        <p:spPr>
          <a:xfrm>
            <a:off x="7524328" y="3554917"/>
            <a:ext cx="180000" cy="0"/>
          </a:xfrm>
          <a:prstGeom prst="line">
            <a:avLst/>
          </a:prstGeom>
          <a:ln w="38100">
            <a:solidFill>
              <a:srgbClr val="A2B932"/>
            </a:solidFill>
          </a:ln>
        </p:spPr>
        <p:style>
          <a:lnRef idx="1">
            <a:schemeClr val="accent1"/>
          </a:lnRef>
          <a:fillRef idx="0">
            <a:schemeClr val="accent1"/>
          </a:fillRef>
          <a:effectRef idx="0">
            <a:schemeClr val="accent1"/>
          </a:effectRef>
          <a:fontRef idx="minor">
            <a:schemeClr val="tx1"/>
          </a:fontRef>
        </p:style>
      </p:cxnSp>
      <p:sp>
        <p:nvSpPr>
          <p:cNvPr id="97" name="TextBox 2490"/>
          <p:cNvSpPr txBox="1"/>
          <p:nvPr/>
        </p:nvSpPr>
        <p:spPr bwMode="auto">
          <a:xfrm>
            <a:off x="7658148" y="3419939"/>
            <a:ext cx="902811" cy="261610"/>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1100" dirty="0">
                <a:solidFill>
                  <a:schemeClr val="tx1">
                    <a:lumMod val="50000"/>
                    <a:lumOff val="50000"/>
                  </a:schemeClr>
                </a:solidFill>
              </a:rPr>
              <a:t>添加图例</a:t>
            </a:r>
          </a:p>
        </p:txBody>
      </p:sp>
      <p:sp>
        <p:nvSpPr>
          <p:cNvPr id="98" name="TextBox 2495"/>
          <p:cNvSpPr txBox="1"/>
          <p:nvPr/>
        </p:nvSpPr>
        <p:spPr bwMode="auto">
          <a:xfrm>
            <a:off x="2744266" y="1140539"/>
            <a:ext cx="1159292" cy="33855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dirty="0"/>
              <a:t>添加标题</a:t>
            </a:r>
          </a:p>
        </p:txBody>
      </p:sp>
      <p:sp>
        <p:nvSpPr>
          <p:cNvPr id="99" name="TextBox 2496"/>
          <p:cNvSpPr txBox="1"/>
          <p:nvPr/>
        </p:nvSpPr>
        <p:spPr bwMode="auto">
          <a:xfrm>
            <a:off x="1751093" y="1752638"/>
            <a:ext cx="1159292" cy="33855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dirty="0"/>
              <a:t>添加标题</a:t>
            </a:r>
          </a:p>
        </p:txBody>
      </p:sp>
      <p:sp>
        <p:nvSpPr>
          <p:cNvPr id="100" name="TextBox 2497"/>
          <p:cNvSpPr txBox="1"/>
          <p:nvPr/>
        </p:nvSpPr>
        <p:spPr bwMode="auto">
          <a:xfrm>
            <a:off x="4927609" y="1140539"/>
            <a:ext cx="1159293" cy="33855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1600" dirty="0"/>
              <a:t>添加标题</a:t>
            </a:r>
          </a:p>
        </p:txBody>
      </p:sp>
      <p:sp>
        <p:nvSpPr>
          <p:cNvPr id="101" name="TextBox 2498"/>
          <p:cNvSpPr txBox="1"/>
          <p:nvPr/>
        </p:nvSpPr>
        <p:spPr bwMode="auto">
          <a:xfrm>
            <a:off x="5552811" y="3086111"/>
            <a:ext cx="1159292" cy="33855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dirty="0"/>
              <a:t>添加标题</a:t>
            </a:r>
          </a:p>
        </p:txBody>
      </p:sp>
    </p:spTree>
    <p:extLst>
      <p:ext uri="{BB962C8B-B14F-4D97-AF65-F5344CB8AC3E}">
        <p14:creationId xmlns:p14="http://schemas.microsoft.com/office/powerpoint/2010/main" val="44694350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ppt_x"/>
                                          </p:val>
                                        </p:tav>
                                        <p:tav tm="100000">
                                          <p:val>
                                            <p:strVal val="#ppt_x"/>
                                          </p:val>
                                        </p:tav>
                                      </p:tavLst>
                                    </p:anim>
                                    <p:anim calcmode="lin" valueType="num">
                                      <p:cBhvr additive="base">
                                        <p:cTn id="20" dur="500" fill="hold"/>
                                        <p:tgtEl>
                                          <p:spTgt spid="3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additive="base">
                                        <p:cTn id="23" dur="500" fill="hold"/>
                                        <p:tgtEl>
                                          <p:spTgt spid="38"/>
                                        </p:tgtEl>
                                        <p:attrNameLst>
                                          <p:attrName>ppt_x</p:attrName>
                                        </p:attrNameLst>
                                      </p:cBhvr>
                                      <p:tavLst>
                                        <p:tav tm="0">
                                          <p:val>
                                            <p:strVal val="#ppt_x"/>
                                          </p:val>
                                        </p:tav>
                                        <p:tav tm="100000">
                                          <p:val>
                                            <p:strVal val="#ppt_x"/>
                                          </p:val>
                                        </p:tav>
                                      </p:tavLst>
                                    </p:anim>
                                    <p:anim calcmode="lin" valueType="num">
                                      <p:cBhvr additive="base">
                                        <p:cTn id="24" dur="500" fill="hold"/>
                                        <p:tgtEl>
                                          <p:spTgt spid="3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 calcmode="lin" valueType="num">
                                      <p:cBhvr additive="base">
                                        <p:cTn id="35" dur="500" fill="hold"/>
                                        <p:tgtEl>
                                          <p:spTgt spid="51"/>
                                        </p:tgtEl>
                                        <p:attrNameLst>
                                          <p:attrName>ppt_x</p:attrName>
                                        </p:attrNameLst>
                                      </p:cBhvr>
                                      <p:tavLst>
                                        <p:tav tm="0">
                                          <p:val>
                                            <p:strVal val="#ppt_x"/>
                                          </p:val>
                                        </p:tav>
                                        <p:tav tm="100000">
                                          <p:val>
                                            <p:strVal val="#ppt_x"/>
                                          </p:val>
                                        </p:tav>
                                      </p:tavLst>
                                    </p:anim>
                                    <p:anim calcmode="lin" valueType="num">
                                      <p:cBhvr additive="base">
                                        <p:cTn id="36" dur="500" fill="hold"/>
                                        <p:tgtEl>
                                          <p:spTgt spid="5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anim calcmode="lin" valueType="num">
                                      <p:cBhvr additive="base">
                                        <p:cTn id="39" dur="500" fill="hold"/>
                                        <p:tgtEl>
                                          <p:spTgt spid="52"/>
                                        </p:tgtEl>
                                        <p:attrNameLst>
                                          <p:attrName>ppt_x</p:attrName>
                                        </p:attrNameLst>
                                      </p:cBhvr>
                                      <p:tavLst>
                                        <p:tav tm="0">
                                          <p:val>
                                            <p:strVal val="#ppt_x"/>
                                          </p:val>
                                        </p:tav>
                                        <p:tav tm="100000">
                                          <p:val>
                                            <p:strVal val="#ppt_x"/>
                                          </p:val>
                                        </p:tav>
                                      </p:tavLst>
                                    </p:anim>
                                    <p:anim calcmode="lin" valueType="num">
                                      <p:cBhvr additive="base">
                                        <p:cTn id="40" dur="500" fill="hold"/>
                                        <p:tgtEl>
                                          <p:spTgt spid="5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additive="base">
                                        <p:cTn id="43" dur="500" fill="hold"/>
                                        <p:tgtEl>
                                          <p:spTgt spid="53"/>
                                        </p:tgtEl>
                                        <p:attrNameLst>
                                          <p:attrName>ppt_x</p:attrName>
                                        </p:attrNameLst>
                                      </p:cBhvr>
                                      <p:tavLst>
                                        <p:tav tm="0">
                                          <p:val>
                                            <p:strVal val="#ppt_x"/>
                                          </p:val>
                                        </p:tav>
                                        <p:tav tm="100000">
                                          <p:val>
                                            <p:strVal val="#ppt_x"/>
                                          </p:val>
                                        </p:tav>
                                      </p:tavLst>
                                    </p:anim>
                                    <p:anim calcmode="lin" valueType="num">
                                      <p:cBhvr additive="base">
                                        <p:cTn id="44" dur="500" fill="hold"/>
                                        <p:tgtEl>
                                          <p:spTgt spid="5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anim calcmode="lin" valueType="num">
                                      <p:cBhvr additive="base">
                                        <p:cTn id="47" dur="500" fill="hold"/>
                                        <p:tgtEl>
                                          <p:spTgt spid="54"/>
                                        </p:tgtEl>
                                        <p:attrNameLst>
                                          <p:attrName>ppt_x</p:attrName>
                                        </p:attrNameLst>
                                      </p:cBhvr>
                                      <p:tavLst>
                                        <p:tav tm="0">
                                          <p:val>
                                            <p:strVal val="#ppt_x"/>
                                          </p:val>
                                        </p:tav>
                                        <p:tav tm="100000">
                                          <p:val>
                                            <p:strVal val="#ppt_x"/>
                                          </p:val>
                                        </p:tav>
                                      </p:tavLst>
                                    </p:anim>
                                    <p:anim calcmode="lin" valueType="num">
                                      <p:cBhvr additive="base">
                                        <p:cTn id="48" dur="500" fill="hold"/>
                                        <p:tgtEl>
                                          <p:spTgt spid="5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anim calcmode="lin" valueType="num">
                                      <p:cBhvr additive="base">
                                        <p:cTn id="51" dur="500" fill="hold"/>
                                        <p:tgtEl>
                                          <p:spTgt spid="55"/>
                                        </p:tgtEl>
                                        <p:attrNameLst>
                                          <p:attrName>ppt_x</p:attrName>
                                        </p:attrNameLst>
                                      </p:cBhvr>
                                      <p:tavLst>
                                        <p:tav tm="0">
                                          <p:val>
                                            <p:strVal val="#ppt_x"/>
                                          </p:val>
                                        </p:tav>
                                        <p:tav tm="100000">
                                          <p:val>
                                            <p:strVal val="#ppt_x"/>
                                          </p:val>
                                        </p:tav>
                                      </p:tavLst>
                                    </p:anim>
                                    <p:anim calcmode="lin" valueType="num">
                                      <p:cBhvr additive="base">
                                        <p:cTn id="52" dur="500" fill="hold"/>
                                        <p:tgtEl>
                                          <p:spTgt spid="5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anim calcmode="lin" valueType="num">
                                      <p:cBhvr additive="base">
                                        <p:cTn id="55" dur="500" fill="hold"/>
                                        <p:tgtEl>
                                          <p:spTgt spid="56"/>
                                        </p:tgtEl>
                                        <p:attrNameLst>
                                          <p:attrName>ppt_x</p:attrName>
                                        </p:attrNameLst>
                                      </p:cBhvr>
                                      <p:tavLst>
                                        <p:tav tm="0">
                                          <p:val>
                                            <p:strVal val="#ppt_x"/>
                                          </p:val>
                                        </p:tav>
                                        <p:tav tm="100000">
                                          <p:val>
                                            <p:strVal val="#ppt_x"/>
                                          </p:val>
                                        </p:tav>
                                      </p:tavLst>
                                    </p:anim>
                                    <p:anim calcmode="lin" valueType="num">
                                      <p:cBhvr additive="base">
                                        <p:cTn id="56" dur="500" fill="hold"/>
                                        <p:tgtEl>
                                          <p:spTgt spid="5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7"/>
                                        </p:tgtEl>
                                        <p:attrNameLst>
                                          <p:attrName>style.visibility</p:attrName>
                                        </p:attrNameLst>
                                      </p:cBhvr>
                                      <p:to>
                                        <p:strVal val="visible"/>
                                      </p:to>
                                    </p:set>
                                    <p:anim calcmode="lin" valueType="num">
                                      <p:cBhvr additive="base">
                                        <p:cTn id="59" dur="500" fill="hold"/>
                                        <p:tgtEl>
                                          <p:spTgt spid="57"/>
                                        </p:tgtEl>
                                        <p:attrNameLst>
                                          <p:attrName>ppt_x</p:attrName>
                                        </p:attrNameLst>
                                      </p:cBhvr>
                                      <p:tavLst>
                                        <p:tav tm="0">
                                          <p:val>
                                            <p:strVal val="#ppt_x"/>
                                          </p:val>
                                        </p:tav>
                                        <p:tav tm="100000">
                                          <p:val>
                                            <p:strVal val="#ppt_x"/>
                                          </p:val>
                                        </p:tav>
                                      </p:tavLst>
                                    </p:anim>
                                    <p:anim calcmode="lin" valueType="num">
                                      <p:cBhvr additive="base">
                                        <p:cTn id="60" dur="500" fill="hold"/>
                                        <p:tgtEl>
                                          <p:spTgt spid="57"/>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anim calcmode="lin" valueType="num">
                                      <p:cBhvr additive="base">
                                        <p:cTn id="63" dur="500" fill="hold"/>
                                        <p:tgtEl>
                                          <p:spTgt spid="58"/>
                                        </p:tgtEl>
                                        <p:attrNameLst>
                                          <p:attrName>ppt_x</p:attrName>
                                        </p:attrNameLst>
                                      </p:cBhvr>
                                      <p:tavLst>
                                        <p:tav tm="0">
                                          <p:val>
                                            <p:strVal val="#ppt_x"/>
                                          </p:val>
                                        </p:tav>
                                        <p:tav tm="100000">
                                          <p:val>
                                            <p:strVal val="#ppt_x"/>
                                          </p:val>
                                        </p:tav>
                                      </p:tavLst>
                                    </p:anim>
                                    <p:anim calcmode="lin" valueType="num">
                                      <p:cBhvr additive="base">
                                        <p:cTn id="64" dur="500" fill="hold"/>
                                        <p:tgtEl>
                                          <p:spTgt spid="5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anim calcmode="lin" valueType="num">
                                      <p:cBhvr additive="base">
                                        <p:cTn id="67" dur="500" fill="hold"/>
                                        <p:tgtEl>
                                          <p:spTgt spid="59"/>
                                        </p:tgtEl>
                                        <p:attrNameLst>
                                          <p:attrName>ppt_x</p:attrName>
                                        </p:attrNameLst>
                                      </p:cBhvr>
                                      <p:tavLst>
                                        <p:tav tm="0">
                                          <p:val>
                                            <p:strVal val="#ppt_x"/>
                                          </p:val>
                                        </p:tav>
                                        <p:tav tm="100000">
                                          <p:val>
                                            <p:strVal val="#ppt_x"/>
                                          </p:val>
                                        </p:tav>
                                      </p:tavLst>
                                    </p:anim>
                                    <p:anim calcmode="lin" valueType="num">
                                      <p:cBhvr additive="base">
                                        <p:cTn id="68" dur="500" fill="hold"/>
                                        <p:tgtEl>
                                          <p:spTgt spid="59"/>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60"/>
                                        </p:tgtEl>
                                        <p:attrNameLst>
                                          <p:attrName>style.visibility</p:attrName>
                                        </p:attrNameLst>
                                      </p:cBhvr>
                                      <p:to>
                                        <p:strVal val="visible"/>
                                      </p:to>
                                    </p:set>
                                    <p:anim calcmode="lin" valueType="num">
                                      <p:cBhvr additive="base">
                                        <p:cTn id="71" dur="500" fill="hold"/>
                                        <p:tgtEl>
                                          <p:spTgt spid="60"/>
                                        </p:tgtEl>
                                        <p:attrNameLst>
                                          <p:attrName>ppt_x</p:attrName>
                                        </p:attrNameLst>
                                      </p:cBhvr>
                                      <p:tavLst>
                                        <p:tav tm="0">
                                          <p:val>
                                            <p:strVal val="#ppt_x"/>
                                          </p:val>
                                        </p:tav>
                                        <p:tav tm="100000">
                                          <p:val>
                                            <p:strVal val="#ppt_x"/>
                                          </p:val>
                                        </p:tav>
                                      </p:tavLst>
                                    </p:anim>
                                    <p:anim calcmode="lin" valueType="num">
                                      <p:cBhvr additive="base">
                                        <p:cTn id="72" dur="500" fill="hold"/>
                                        <p:tgtEl>
                                          <p:spTgt spid="6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anim calcmode="lin" valueType="num">
                                      <p:cBhvr additive="base">
                                        <p:cTn id="75" dur="500" fill="hold"/>
                                        <p:tgtEl>
                                          <p:spTgt spid="61"/>
                                        </p:tgtEl>
                                        <p:attrNameLst>
                                          <p:attrName>ppt_x</p:attrName>
                                        </p:attrNameLst>
                                      </p:cBhvr>
                                      <p:tavLst>
                                        <p:tav tm="0">
                                          <p:val>
                                            <p:strVal val="#ppt_x"/>
                                          </p:val>
                                        </p:tav>
                                        <p:tav tm="100000">
                                          <p:val>
                                            <p:strVal val="#ppt_x"/>
                                          </p:val>
                                        </p:tav>
                                      </p:tavLst>
                                    </p:anim>
                                    <p:anim calcmode="lin" valueType="num">
                                      <p:cBhvr additive="base">
                                        <p:cTn id="76" dur="500" fill="hold"/>
                                        <p:tgtEl>
                                          <p:spTgt spid="61"/>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62"/>
                                        </p:tgtEl>
                                        <p:attrNameLst>
                                          <p:attrName>style.visibility</p:attrName>
                                        </p:attrNameLst>
                                      </p:cBhvr>
                                      <p:to>
                                        <p:strVal val="visible"/>
                                      </p:to>
                                    </p:set>
                                    <p:anim calcmode="lin" valueType="num">
                                      <p:cBhvr additive="base">
                                        <p:cTn id="79" dur="500" fill="hold"/>
                                        <p:tgtEl>
                                          <p:spTgt spid="62"/>
                                        </p:tgtEl>
                                        <p:attrNameLst>
                                          <p:attrName>ppt_x</p:attrName>
                                        </p:attrNameLst>
                                      </p:cBhvr>
                                      <p:tavLst>
                                        <p:tav tm="0">
                                          <p:val>
                                            <p:strVal val="#ppt_x"/>
                                          </p:val>
                                        </p:tav>
                                        <p:tav tm="100000">
                                          <p:val>
                                            <p:strVal val="#ppt_x"/>
                                          </p:val>
                                        </p:tav>
                                      </p:tavLst>
                                    </p:anim>
                                    <p:anim calcmode="lin" valueType="num">
                                      <p:cBhvr additive="base">
                                        <p:cTn id="80" dur="500" fill="hold"/>
                                        <p:tgtEl>
                                          <p:spTgt spid="62"/>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 calcmode="lin" valueType="num">
                                      <p:cBhvr additive="base">
                                        <p:cTn id="83" dur="500" fill="hold"/>
                                        <p:tgtEl>
                                          <p:spTgt spid="63"/>
                                        </p:tgtEl>
                                        <p:attrNameLst>
                                          <p:attrName>ppt_x</p:attrName>
                                        </p:attrNameLst>
                                      </p:cBhvr>
                                      <p:tavLst>
                                        <p:tav tm="0">
                                          <p:val>
                                            <p:strVal val="#ppt_x"/>
                                          </p:val>
                                        </p:tav>
                                        <p:tav tm="100000">
                                          <p:val>
                                            <p:strVal val="#ppt_x"/>
                                          </p:val>
                                        </p:tav>
                                      </p:tavLst>
                                    </p:anim>
                                    <p:anim calcmode="lin" valueType="num">
                                      <p:cBhvr additive="base">
                                        <p:cTn id="84" dur="500" fill="hold"/>
                                        <p:tgtEl>
                                          <p:spTgt spid="6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64"/>
                                        </p:tgtEl>
                                        <p:attrNameLst>
                                          <p:attrName>style.visibility</p:attrName>
                                        </p:attrNameLst>
                                      </p:cBhvr>
                                      <p:to>
                                        <p:strVal val="visible"/>
                                      </p:to>
                                    </p:set>
                                    <p:anim calcmode="lin" valueType="num">
                                      <p:cBhvr additive="base">
                                        <p:cTn id="87" dur="500" fill="hold"/>
                                        <p:tgtEl>
                                          <p:spTgt spid="64"/>
                                        </p:tgtEl>
                                        <p:attrNameLst>
                                          <p:attrName>ppt_x</p:attrName>
                                        </p:attrNameLst>
                                      </p:cBhvr>
                                      <p:tavLst>
                                        <p:tav tm="0">
                                          <p:val>
                                            <p:strVal val="#ppt_x"/>
                                          </p:val>
                                        </p:tav>
                                        <p:tav tm="100000">
                                          <p:val>
                                            <p:strVal val="#ppt_x"/>
                                          </p:val>
                                        </p:tav>
                                      </p:tavLst>
                                    </p:anim>
                                    <p:anim calcmode="lin" valueType="num">
                                      <p:cBhvr additive="base">
                                        <p:cTn id="88" dur="500" fill="hold"/>
                                        <p:tgtEl>
                                          <p:spTgt spid="6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65"/>
                                        </p:tgtEl>
                                        <p:attrNameLst>
                                          <p:attrName>style.visibility</p:attrName>
                                        </p:attrNameLst>
                                      </p:cBhvr>
                                      <p:to>
                                        <p:strVal val="visible"/>
                                      </p:to>
                                    </p:set>
                                    <p:anim calcmode="lin" valueType="num">
                                      <p:cBhvr additive="base">
                                        <p:cTn id="91" dur="500" fill="hold"/>
                                        <p:tgtEl>
                                          <p:spTgt spid="65"/>
                                        </p:tgtEl>
                                        <p:attrNameLst>
                                          <p:attrName>ppt_x</p:attrName>
                                        </p:attrNameLst>
                                      </p:cBhvr>
                                      <p:tavLst>
                                        <p:tav tm="0">
                                          <p:val>
                                            <p:strVal val="#ppt_x"/>
                                          </p:val>
                                        </p:tav>
                                        <p:tav tm="100000">
                                          <p:val>
                                            <p:strVal val="#ppt_x"/>
                                          </p:val>
                                        </p:tav>
                                      </p:tavLst>
                                    </p:anim>
                                    <p:anim calcmode="lin" valueType="num">
                                      <p:cBhvr additive="base">
                                        <p:cTn id="92" dur="500" fill="hold"/>
                                        <p:tgtEl>
                                          <p:spTgt spid="65"/>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66"/>
                                        </p:tgtEl>
                                        <p:attrNameLst>
                                          <p:attrName>style.visibility</p:attrName>
                                        </p:attrNameLst>
                                      </p:cBhvr>
                                      <p:to>
                                        <p:strVal val="visible"/>
                                      </p:to>
                                    </p:set>
                                    <p:anim calcmode="lin" valueType="num">
                                      <p:cBhvr additive="base">
                                        <p:cTn id="95" dur="500" fill="hold"/>
                                        <p:tgtEl>
                                          <p:spTgt spid="66"/>
                                        </p:tgtEl>
                                        <p:attrNameLst>
                                          <p:attrName>ppt_x</p:attrName>
                                        </p:attrNameLst>
                                      </p:cBhvr>
                                      <p:tavLst>
                                        <p:tav tm="0">
                                          <p:val>
                                            <p:strVal val="#ppt_x"/>
                                          </p:val>
                                        </p:tav>
                                        <p:tav tm="100000">
                                          <p:val>
                                            <p:strVal val="#ppt_x"/>
                                          </p:val>
                                        </p:tav>
                                      </p:tavLst>
                                    </p:anim>
                                    <p:anim calcmode="lin" valueType="num">
                                      <p:cBhvr additive="base">
                                        <p:cTn id="96" dur="500" fill="hold"/>
                                        <p:tgtEl>
                                          <p:spTgt spid="6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67"/>
                                        </p:tgtEl>
                                        <p:attrNameLst>
                                          <p:attrName>style.visibility</p:attrName>
                                        </p:attrNameLst>
                                      </p:cBhvr>
                                      <p:to>
                                        <p:strVal val="visible"/>
                                      </p:to>
                                    </p:set>
                                    <p:anim calcmode="lin" valueType="num">
                                      <p:cBhvr additive="base">
                                        <p:cTn id="99" dur="500" fill="hold"/>
                                        <p:tgtEl>
                                          <p:spTgt spid="67"/>
                                        </p:tgtEl>
                                        <p:attrNameLst>
                                          <p:attrName>ppt_x</p:attrName>
                                        </p:attrNameLst>
                                      </p:cBhvr>
                                      <p:tavLst>
                                        <p:tav tm="0">
                                          <p:val>
                                            <p:strVal val="#ppt_x"/>
                                          </p:val>
                                        </p:tav>
                                        <p:tav tm="100000">
                                          <p:val>
                                            <p:strVal val="#ppt_x"/>
                                          </p:val>
                                        </p:tav>
                                      </p:tavLst>
                                    </p:anim>
                                    <p:anim calcmode="lin" valueType="num">
                                      <p:cBhvr additive="base">
                                        <p:cTn id="100" dur="500" fill="hold"/>
                                        <p:tgtEl>
                                          <p:spTgt spid="67"/>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68"/>
                                        </p:tgtEl>
                                        <p:attrNameLst>
                                          <p:attrName>style.visibility</p:attrName>
                                        </p:attrNameLst>
                                      </p:cBhvr>
                                      <p:to>
                                        <p:strVal val="visible"/>
                                      </p:to>
                                    </p:set>
                                    <p:anim calcmode="lin" valueType="num">
                                      <p:cBhvr additive="base">
                                        <p:cTn id="103" dur="500" fill="hold"/>
                                        <p:tgtEl>
                                          <p:spTgt spid="68"/>
                                        </p:tgtEl>
                                        <p:attrNameLst>
                                          <p:attrName>ppt_x</p:attrName>
                                        </p:attrNameLst>
                                      </p:cBhvr>
                                      <p:tavLst>
                                        <p:tav tm="0">
                                          <p:val>
                                            <p:strVal val="#ppt_x"/>
                                          </p:val>
                                        </p:tav>
                                        <p:tav tm="100000">
                                          <p:val>
                                            <p:strVal val="#ppt_x"/>
                                          </p:val>
                                        </p:tav>
                                      </p:tavLst>
                                    </p:anim>
                                    <p:anim calcmode="lin" valueType="num">
                                      <p:cBhvr additive="base">
                                        <p:cTn id="104" dur="500" fill="hold"/>
                                        <p:tgtEl>
                                          <p:spTgt spid="68"/>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69"/>
                                        </p:tgtEl>
                                        <p:attrNameLst>
                                          <p:attrName>style.visibility</p:attrName>
                                        </p:attrNameLst>
                                      </p:cBhvr>
                                      <p:to>
                                        <p:strVal val="visible"/>
                                      </p:to>
                                    </p:set>
                                    <p:anim calcmode="lin" valueType="num">
                                      <p:cBhvr additive="base">
                                        <p:cTn id="107" dur="500" fill="hold"/>
                                        <p:tgtEl>
                                          <p:spTgt spid="69"/>
                                        </p:tgtEl>
                                        <p:attrNameLst>
                                          <p:attrName>ppt_x</p:attrName>
                                        </p:attrNameLst>
                                      </p:cBhvr>
                                      <p:tavLst>
                                        <p:tav tm="0">
                                          <p:val>
                                            <p:strVal val="#ppt_x"/>
                                          </p:val>
                                        </p:tav>
                                        <p:tav tm="100000">
                                          <p:val>
                                            <p:strVal val="#ppt_x"/>
                                          </p:val>
                                        </p:tav>
                                      </p:tavLst>
                                    </p:anim>
                                    <p:anim calcmode="lin" valueType="num">
                                      <p:cBhvr additive="base">
                                        <p:cTn id="108" dur="500" fill="hold"/>
                                        <p:tgtEl>
                                          <p:spTgt spid="69"/>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70"/>
                                        </p:tgtEl>
                                        <p:attrNameLst>
                                          <p:attrName>style.visibility</p:attrName>
                                        </p:attrNameLst>
                                      </p:cBhvr>
                                      <p:to>
                                        <p:strVal val="visible"/>
                                      </p:to>
                                    </p:set>
                                    <p:anim calcmode="lin" valueType="num">
                                      <p:cBhvr additive="base">
                                        <p:cTn id="111" dur="500" fill="hold"/>
                                        <p:tgtEl>
                                          <p:spTgt spid="70"/>
                                        </p:tgtEl>
                                        <p:attrNameLst>
                                          <p:attrName>ppt_x</p:attrName>
                                        </p:attrNameLst>
                                      </p:cBhvr>
                                      <p:tavLst>
                                        <p:tav tm="0">
                                          <p:val>
                                            <p:strVal val="#ppt_x"/>
                                          </p:val>
                                        </p:tav>
                                        <p:tav tm="100000">
                                          <p:val>
                                            <p:strVal val="#ppt_x"/>
                                          </p:val>
                                        </p:tav>
                                      </p:tavLst>
                                    </p:anim>
                                    <p:anim calcmode="lin" valueType="num">
                                      <p:cBhvr additive="base">
                                        <p:cTn id="112" dur="500" fill="hold"/>
                                        <p:tgtEl>
                                          <p:spTgt spid="70"/>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71"/>
                                        </p:tgtEl>
                                        <p:attrNameLst>
                                          <p:attrName>style.visibility</p:attrName>
                                        </p:attrNameLst>
                                      </p:cBhvr>
                                      <p:to>
                                        <p:strVal val="visible"/>
                                      </p:to>
                                    </p:set>
                                    <p:anim calcmode="lin" valueType="num">
                                      <p:cBhvr additive="base">
                                        <p:cTn id="115" dur="500" fill="hold"/>
                                        <p:tgtEl>
                                          <p:spTgt spid="71"/>
                                        </p:tgtEl>
                                        <p:attrNameLst>
                                          <p:attrName>ppt_x</p:attrName>
                                        </p:attrNameLst>
                                      </p:cBhvr>
                                      <p:tavLst>
                                        <p:tav tm="0">
                                          <p:val>
                                            <p:strVal val="#ppt_x"/>
                                          </p:val>
                                        </p:tav>
                                        <p:tav tm="100000">
                                          <p:val>
                                            <p:strVal val="#ppt_x"/>
                                          </p:val>
                                        </p:tav>
                                      </p:tavLst>
                                    </p:anim>
                                    <p:anim calcmode="lin" valueType="num">
                                      <p:cBhvr additive="base">
                                        <p:cTn id="116" dur="500" fill="hold"/>
                                        <p:tgtEl>
                                          <p:spTgt spid="71"/>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72"/>
                                        </p:tgtEl>
                                        <p:attrNameLst>
                                          <p:attrName>style.visibility</p:attrName>
                                        </p:attrNameLst>
                                      </p:cBhvr>
                                      <p:to>
                                        <p:strVal val="visible"/>
                                      </p:to>
                                    </p:set>
                                    <p:anim calcmode="lin" valueType="num">
                                      <p:cBhvr additive="base">
                                        <p:cTn id="119" dur="500" fill="hold"/>
                                        <p:tgtEl>
                                          <p:spTgt spid="72"/>
                                        </p:tgtEl>
                                        <p:attrNameLst>
                                          <p:attrName>ppt_x</p:attrName>
                                        </p:attrNameLst>
                                      </p:cBhvr>
                                      <p:tavLst>
                                        <p:tav tm="0">
                                          <p:val>
                                            <p:strVal val="#ppt_x"/>
                                          </p:val>
                                        </p:tav>
                                        <p:tav tm="100000">
                                          <p:val>
                                            <p:strVal val="#ppt_x"/>
                                          </p:val>
                                        </p:tav>
                                      </p:tavLst>
                                    </p:anim>
                                    <p:anim calcmode="lin" valueType="num">
                                      <p:cBhvr additive="base">
                                        <p:cTn id="120" dur="500" fill="hold"/>
                                        <p:tgtEl>
                                          <p:spTgt spid="72"/>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73"/>
                                        </p:tgtEl>
                                        <p:attrNameLst>
                                          <p:attrName>style.visibility</p:attrName>
                                        </p:attrNameLst>
                                      </p:cBhvr>
                                      <p:to>
                                        <p:strVal val="visible"/>
                                      </p:to>
                                    </p:set>
                                    <p:anim calcmode="lin" valueType="num">
                                      <p:cBhvr additive="base">
                                        <p:cTn id="123" dur="500" fill="hold"/>
                                        <p:tgtEl>
                                          <p:spTgt spid="73"/>
                                        </p:tgtEl>
                                        <p:attrNameLst>
                                          <p:attrName>ppt_x</p:attrName>
                                        </p:attrNameLst>
                                      </p:cBhvr>
                                      <p:tavLst>
                                        <p:tav tm="0">
                                          <p:val>
                                            <p:strVal val="#ppt_x"/>
                                          </p:val>
                                        </p:tav>
                                        <p:tav tm="100000">
                                          <p:val>
                                            <p:strVal val="#ppt_x"/>
                                          </p:val>
                                        </p:tav>
                                      </p:tavLst>
                                    </p:anim>
                                    <p:anim calcmode="lin" valueType="num">
                                      <p:cBhvr additive="base">
                                        <p:cTn id="124" dur="500" fill="hold"/>
                                        <p:tgtEl>
                                          <p:spTgt spid="73"/>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74"/>
                                        </p:tgtEl>
                                        <p:attrNameLst>
                                          <p:attrName>style.visibility</p:attrName>
                                        </p:attrNameLst>
                                      </p:cBhvr>
                                      <p:to>
                                        <p:strVal val="visible"/>
                                      </p:to>
                                    </p:set>
                                    <p:anim calcmode="lin" valueType="num">
                                      <p:cBhvr additive="base">
                                        <p:cTn id="127" dur="500" fill="hold"/>
                                        <p:tgtEl>
                                          <p:spTgt spid="74"/>
                                        </p:tgtEl>
                                        <p:attrNameLst>
                                          <p:attrName>ppt_x</p:attrName>
                                        </p:attrNameLst>
                                      </p:cBhvr>
                                      <p:tavLst>
                                        <p:tav tm="0">
                                          <p:val>
                                            <p:strVal val="#ppt_x"/>
                                          </p:val>
                                        </p:tav>
                                        <p:tav tm="100000">
                                          <p:val>
                                            <p:strVal val="#ppt_x"/>
                                          </p:val>
                                        </p:tav>
                                      </p:tavLst>
                                    </p:anim>
                                    <p:anim calcmode="lin" valueType="num">
                                      <p:cBhvr additive="base">
                                        <p:cTn id="128" dur="500" fill="hold"/>
                                        <p:tgtEl>
                                          <p:spTgt spid="74"/>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75"/>
                                        </p:tgtEl>
                                        <p:attrNameLst>
                                          <p:attrName>style.visibility</p:attrName>
                                        </p:attrNameLst>
                                      </p:cBhvr>
                                      <p:to>
                                        <p:strVal val="visible"/>
                                      </p:to>
                                    </p:set>
                                    <p:anim calcmode="lin" valueType="num">
                                      <p:cBhvr additive="base">
                                        <p:cTn id="131" dur="500" fill="hold"/>
                                        <p:tgtEl>
                                          <p:spTgt spid="75"/>
                                        </p:tgtEl>
                                        <p:attrNameLst>
                                          <p:attrName>ppt_x</p:attrName>
                                        </p:attrNameLst>
                                      </p:cBhvr>
                                      <p:tavLst>
                                        <p:tav tm="0">
                                          <p:val>
                                            <p:strVal val="#ppt_x"/>
                                          </p:val>
                                        </p:tav>
                                        <p:tav tm="100000">
                                          <p:val>
                                            <p:strVal val="#ppt_x"/>
                                          </p:val>
                                        </p:tav>
                                      </p:tavLst>
                                    </p:anim>
                                    <p:anim calcmode="lin" valueType="num">
                                      <p:cBhvr additive="base">
                                        <p:cTn id="132" dur="500" fill="hold"/>
                                        <p:tgtEl>
                                          <p:spTgt spid="75"/>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76"/>
                                        </p:tgtEl>
                                        <p:attrNameLst>
                                          <p:attrName>style.visibility</p:attrName>
                                        </p:attrNameLst>
                                      </p:cBhvr>
                                      <p:to>
                                        <p:strVal val="visible"/>
                                      </p:to>
                                    </p:set>
                                    <p:anim calcmode="lin" valueType="num">
                                      <p:cBhvr additive="base">
                                        <p:cTn id="135" dur="500" fill="hold"/>
                                        <p:tgtEl>
                                          <p:spTgt spid="76"/>
                                        </p:tgtEl>
                                        <p:attrNameLst>
                                          <p:attrName>ppt_x</p:attrName>
                                        </p:attrNameLst>
                                      </p:cBhvr>
                                      <p:tavLst>
                                        <p:tav tm="0">
                                          <p:val>
                                            <p:strVal val="#ppt_x"/>
                                          </p:val>
                                        </p:tav>
                                        <p:tav tm="100000">
                                          <p:val>
                                            <p:strVal val="#ppt_x"/>
                                          </p:val>
                                        </p:tav>
                                      </p:tavLst>
                                    </p:anim>
                                    <p:anim calcmode="lin" valueType="num">
                                      <p:cBhvr additive="base">
                                        <p:cTn id="136" dur="500" fill="hold"/>
                                        <p:tgtEl>
                                          <p:spTgt spid="76"/>
                                        </p:tgtEl>
                                        <p:attrNameLst>
                                          <p:attrName>ppt_y</p:attrName>
                                        </p:attrNameLst>
                                      </p:cBhvr>
                                      <p:tavLst>
                                        <p:tav tm="0">
                                          <p:val>
                                            <p:strVal val="1+#ppt_h/2"/>
                                          </p:val>
                                        </p:tav>
                                        <p:tav tm="100000">
                                          <p:val>
                                            <p:strVal val="#ppt_y"/>
                                          </p:val>
                                        </p:tav>
                                      </p:tavLst>
                                    </p:anim>
                                  </p:childTnLst>
                                </p:cTn>
                              </p:par>
                              <p:par>
                                <p:cTn id="137" presetID="2" presetClass="entr" presetSubtype="4" fill="hold" nodeType="withEffect">
                                  <p:stCondLst>
                                    <p:cond delay="0"/>
                                  </p:stCondLst>
                                  <p:childTnLst>
                                    <p:set>
                                      <p:cBhvr>
                                        <p:cTn id="138" dur="1" fill="hold">
                                          <p:stCondLst>
                                            <p:cond delay="0"/>
                                          </p:stCondLst>
                                        </p:cTn>
                                        <p:tgtEl>
                                          <p:spTgt spid="77"/>
                                        </p:tgtEl>
                                        <p:attrNameLst>
                                          <p:attrName>style.visibility</p:attrName>
                                        </p:attrNameLst>
                                      </p:cBhvr>
                                      <p:to>
                                        <p:strVal val="visible"/>
                                      </p:to>
                                    </p:set>
                                    <p:anim calcmode="lin" valueType="num">
                                      <p:cBhvr additive="base">
                                        <p:cTn id="139" dur="500" fill="hold"/>
                                        <p:tgtEl>
                                          <p:spTgt spid="77"/>
                                        </p:tgtEl>
                                        <p:attrNameLst>
                                          <p:attrName>ppt_x</p:attrName>
                                        </p:attrNameLst>
                                      </p:cBhvr>
                                      <p:tavLst>
                                        <p:tav tm="0">
                                          <p:val>
                                            <p:strVal val="#ppt_x"/>
                                          </p:val>
                                        </p:tav>
                                        <p:tav tm="100000">
                                          <p:val>
                                            <p:strVal val="#ppt_x"/>
                                          </p:val>
                                        </p:tav>
                                      </p:tavLst>
                                    </p:anim>
                                    <p:anim calcmode="lin" valueType="num">
                                      <p:cBhvr additive="base">
                                        <p:cTn id="140" dur="500" fill="hold"/>
                                        <p:tgtEl>
                                          <p:spTgt spid="77"/>
                                        </p:tgtEl>
                                        <p:attrNameLst>
                                          <p:attrName>ppt_y</p:attrName>
                                        </p:attrNameLst>
                                      </p:cBhvr>
                                      <p:tavLst>
                                        <p:tav tm="0">
                                          <p:val>
                                            <p:strVal val="1+#ppt_h/2"/>
                                          </p:val>
                                        </p:tav>
                                        <p:tav tm="100000">
                                          <p:val>
                                            <p:strVal val="#ppt_y"/>
                                          </p:val>
                                        </p:tav>
                                      </p:tavLst>
                                    </p:anim>
                                  </p:childTnLst>
                                </p:cTn>
                              </p:par>
                              <p:par>
                                <p:cTn id="141" presetID="2" presetClass="entr" presetSubtype="4" fill="hold" nodeType="withEffect">
                                  <p:stCondLst>
                                    <p:cond delay="0"/>
                                  </p:stCondLst>
                                  <p:childTnLst>
                                    <p:set>
                                      <p:cBhvr>
                                        <p:cTn id="142" dur="1" fill="hold">
                                          <p:stCondLst>
                                            <p:cond delay="0"/>
                                          </p:stCondLst>
                                        </p:cTn>
                                        <p:tgtEl>
                                          <p:spTgt spid="78"/>
                                        </p:tgtEl>
                                        <p:attrNameLst>
                                          <p:attrName>style.visibility</p:attrName>
                                        </p:attrNameLst>
                                      </p:cBhvr>
                                      <p:to>
                                        <p:strVal val="visible"/>
                                      </p:to>
                                    </p:set>
                                    <p:anim calcmode="lin" valueType="num">
                                      <p:cBhvr additive="base">
                                        <p:cTn id="143" dur="500" fill="hold"/>
                                        <p:tgtEl>
                                          <p:spTgt spid="78"/>
                                        </p:tgtEl>
                                        <p:attrNameLst>
                                          <p:attrName>ppt_x</p:attrName>
                                        </p:attrNameLst>
                                      </p:cBhvr>
                                      <p:tavLst>
                                        <p:tav tm="0">
                                          <p:val>
                                            <p:strVal val="#ppt_x"/>
                                          </p:val>
                                        </p:tav>
                                        <p:tav tm="100000">
                                          <p:val>
                                            <p:strVal val="#ppt_x"/>
                                          </p:val>
                                        </p:tav>
                                      </p:tavLst>
                                    </p:anim>
                                    <p:anim calcmode="lin" valueType="num">
                                      <p:cBhvr additive="base">
                                        <p:cTn id="144" dur="500" fill="hold"/>
                                        <p:tgtEl>
                                          <p:spTgt spid="78"/>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79"/>
                                        </p:tgtEl>
                                        <p:attrNameLst>
                                          <p:attrName>style.visibility</p:attrName>
                                        </p:attrNameLst>
                                      </p:cBhvr>
                                      <p:to>
                                        <p:strVal val="visible"/>
                                      </p:to>
                                    </p:set>
                                    <p:anim calcmode="lin" valueType="num">
                                      <p:cBhvr additive="base">
                                        <p:cTn id="147" dur="500" fill="hold"/>
                                        <p:tgtEl>
                                          <p:spTgt spid="79"/>
                                        </p:tgtEl>
                                        <p:attrNameLst>
                                          <p:attrName>ppt_x</p:attrName>
                                        </p:attrNameLst>
                                      </p:cBhvr>
                                      <p:tavLst>
                                        <p:tav tm="0">
                                          <p:val>
                                            <p:strVal val="#ppt_x"/>
                                          </p:val>
                                        </p:tav>
                                        <p:tav tm="100000">
                                          <p:val>
                                            <p:strVal val="#ppt_x"/>
                                          </p:val>
                                        </p:tav>
                                      </p:tavLst>
                                    </p:anim>
                                    <p:anim calcmode="lin" valueType="num">
                                      <p:cBhvr additive="base">
                                        <p:cTn id="148" dur="500" fill="hold"/>
                                        <p:tgtEl>
                                          <p:spTgt spid="79"/>
                                        </p:tgtEl>
                                        <p:attrNameLst>
                                          <p:attrName>ppt_y</p:attrName>
                                        </p:attrNameLst>
                                      </p:cBhvr>
                                      <p:tavLst>
                                        <p:tav tm="0">
                                          <p:val>
                                            <p:strVal val="1+#ppt_h/2"/>
                                          </p:val>
                                        </p:tav>
                                        <p:tav tm="100000">
                                          <p:val>
                                            <p:strVal val="#ppt_y"/>
                                          </p:val>
                                        </p:tav>
                                      </p:tavLst>
                                    </p:anim>
                                  </p:childTnLst>
                                </p:cTn>
                              </p:par>
                              <p:par>
                                <p:cTn id="149" presetID="2" presetClass="entr" presetSubtype="4" fill="hold" nodeType="withEffect">
                                  <p:stCondLst>
                                    <p:cond delay="0"/>
                                  </p:stCondLst>
                                  <p:childTnLst>
                                    <p:set>
                                      <p:cBhvr>
                                        <p:cTn id="150" dur="1" fill="hold">
                                          <p:stCondLst>
                                            <p:cond delay="0"/>
                                          </p:stCondLst>
                                        </p:cTn>
                                        <p:tgtEl>
                                          <p:spTgt spid="80"/>
                                        </p:tgtEl>
                                        <p:attrNameLst>
                                          <p:attrName>style.visibility</p:attrName>
                                        </p:attrNameLst>
                                      </p:cBhvr>
                                      <p:to>
                                        <p:strVal val="visible"/>
                                      </p:to>
                                    </p:set>
                                    <p:anim calcmode="lin" valueType="num">
                                      <p:cBhvr additive="base">
                                        <p:cTn id="151" dur="500" fill="hold"/>
                                        <p:tgtEl>
                                          <p:spTgt spid="80"/>
                                        </p:tgtEl>
                                        <p:attrNameLst>
                                          <p:attrName>ppt_x</p:attrName>
                                        </p:attrNameLst>
                                      </p:cBhvr>
                                      <p:tavLst>
                                        <p:tav tm="0">
                                          <p:val>
                                            <p:strVal val="#ppt_x"/>
                                          </p:val>
                                        </p:tav>
                                        <p:tav tm="100000">
                                          <p:val>
                                            <p:strVal val="#ppt_x"/>
                                          </p:val>
                                        </p:tav>
                                      </p:tavLst>
                                    </p:anim>
                                    <p:anim calcmode="lin" valueType="num">
                                      <p:cBhvr additive="base">
                                        <p:cTn id="152" dur="500" fill="hold"/>
                                        <p:tgtEl>
                                          <p:spTgt spid="80"/>
                                        </p:tgtEl>
                                        <p:attrNameLst>
                                          <p:attrName>ppt_y</p:attrName>
                                        </p:attrNameLst>
                                      </p:cBhvr>
                                      <p:tavLst>
                                        <p:tav tm="0">
                                          <p:val>
                                            <p:strVal val="1+#ppt_h/2"/>
                                          </p:val>
                                        </p:tav>
                                        <p:tav tm="100000">
                                          <p:val>
                                            <p:strVal val="#ppt_y"/>
                                          </p:val>
                                        </p:tav>
                                      </p:tavLst>
                                    </p:anim>
                                  </p:childTnLst>
                                </p:cTn>
                              </p:par>
                              <p:par>
                                <p:cTn id="153" presetID="2" presetClass="entr" presetSubtype="4" fill="hold" nodeType="withEffect">
                                  <p:stCondLst>
                                    <p:cond delay="0"/>
                                  </p:stCondLst>
                                  <p:childTnLst>
                                    <p:set>
                                      <p:cBhvr>
                                        <p:cTn id="154" dur="1" fill="hold">
                                          <p:stCondLst>
                                            <p:cond delay="0"/>
                                          </p:stCondLst>
                                        </p:cTn>
                                        <p:tgtEl>
                                          <p:spTgt spid="81"/>
                                        </p:tgtEl>
                                        <p:attrNameLst>
                                          <p:attrName>style.visibility</p:attrName>
                                        </p:attrNameLst>
                                      </p:cBhvr>
                                      <p:to>
                                        <p:strVal val="visible"/>
                                      </p:to>
                                    </p:set>
                                    <p:anim calcmode="lin" valueType="num">
                                      <p:cBhvr additive="base">
                                        <p:cTn id="155" dur="500" fill="hold"/>
                                        <p:tgtEl>
                                          <p:spTgt spid="81"/>
                                        </p:tgtEl>
                                        <p:attrNameLst>
                                          <p:attrName>ppt_x</p:attrName>
                                        </p:attrNameLst>
                                      </p:cBhvr>
                                      <p:tavLst>
                                        <p:tav tm="0">
                                          <p:val>
                                            <p:strVal val="#ppt_x"/>
                                          </p:val>
                                        </p:tav>
                                        <p:tav tm="100000">
                                          <p:val>
                                            <p:strVal val="#ppt_x"/>
                                          </p:val>
                                        </p:tav>
                                      </p:tavLst>
                                    </p:anim>
                                    <p:anim calcmode="lin" valueType="num">
                                      <p:cBhvr additive="base">
                                        <p:cTn id="156" dur="500" fill="hold"/>
                                        <p:tgtEl>
                                          <p:spTgt spid="81"/>
                                        </p:tgtEl>
                                        <p:attrNameLst>
                                          <p:attrName>ppt_y</p:attrName>
                                        </p:attrNameLst>
                                      </p:cBhvr>
                                      <p:tavLst>
                                        <p:tav tm="0">
                                          <p:val>
                                            <p:strVal val="1+#ppt_h/2"/>
                                          </p:val>
                                        </p:tav>
                                        <p:tav tm="100000">
                                          <p:val>
                                            <p:strVal val="#ppt_y"/>
                                          </p:val>
                                        </p:tav>
                                      </p:tavLst>
                                    </p:anim>
                                  </p:childTnLst>
                                </p:cTn>
                              </p:par>
                              <p:par>
                                <p:cTn id="157" presetID="2" presetClass="entr" presetSubtype="4" fill="hold" nodeType="withEffect">
                                  <p:stCondLst>
                                    <p:cond delay="0"/>
                                  </p:stCondLst>
                                  <p:childTnLst>
                                    <p:set>
                                      <p:cBhvr>
                                        <p:cTn id="158" dur="1" fill="hold">
                                          <p:stCondLst>
                                            <p:cond delay="0"/>
                                          </p:stCondLst>
                                        </p:cTn>
                                        <p:tgtEl>
                                          <p:spTgt spid="82"/>
                                        </p:tgtEl>
                                        <p:attrNameLst>
                                          <p:attrName>style.visibility</p:attrName>
                                        </p:attrNameLst>
                                      </p:cBhvr>
                                      <p:to>
                                        <p:strVal val="visible"/>
                                      </p:to>
                                    </p:set>
                                    <p:anim calcmode="lin" valueType="num">
                                      <p:cBhvr additive="base">
                                        <p:cTn id="159" dur="500" fill="hold"/>
                                        <p:tgtEl>
                                          <p:spTgt spid="82"/>
                                        </p:tgtEl>
                                        <p:attrNameLst>
                                          <p:attrName>ppt_x</p:attrName>
                                        </p:attrNameLst>
                                      </p:cBhvr>
                                      <p:tavLst>
                                        <p:tav tm="0">
                                          <p:val>
                                            <p:strVal val="#ppt_x"/>
                                          </p:val>
                                        </p:tav>
                                        <p:tav tm="100000">
                                          <p:val>
                                            <p:strVal val="#ppt_x"/>
                                          </p:val>
                                        </p:tav>
                                      </p:tavLst>
                                    </p:anim>
                                    <p:anim calcmode="lin" valueType="num">
                                      <p:cBhvr additive="base">
                                        <p:cTn id="160" dur="500" fill="hold"/>
                                        <p:tgtEl>
                                          <p:spTgt spid="82"/>
                                        </p:tgtEl>
                                        <p:attrNameLst>
                                          <p:attrName>ppt_y</p:attrName>
                                        </p:attrNameLst>
                                      </p:cBhvr>
                                      <p:tavLst>
                                        <p:tav tm="0">
                                          <p:val>
                                            <p:strVal val="1+#ppt_h/2"/>
                                          </p:val>
                                        </p:tav>
                                        <p:tav tm="100000">
                                          <p:val>
                                            <p:strVal val="#ppt_y"/>
                                          </p:val>
                                        </p:tav>
                                      </p:tavLst>
                                    </p:anim>
                                  </p:childTnLst>
                                </p:cTn>
                              </p:par>
                              <p:par>
                                <p:cTn id="161" presetID="2" presetClass="entr" presetSubtype="4" fill="hold" nodeType="withEffect">
                                  <p:stCondLst>
                                    <p:cond delay="0"/>
                                  </p:stCondLst>
                                  <p:childTnLst>
                                    <p:set>
                                      <p:cBhvr>
                                        <p:cTn id="162" dur="1" fill="hold">
                                          <p:stCondLst>
                                            <p:cond delay="0"/>
                                          </p:stCondLst>
                                        </p:cTn>
                                        <p:tgtEl>
                                          <p:spTgt spid="83"/>
                                        </p:tgtEl>
                                        <p:attrNameLst>
                                          <p:attrName>style.visibility</p:attrName>
                                        </p:attrNameLst>
                                      </p:cBhvr>
                                      <p:to>
                                        <p:strVal val="visible"/>
                                      </p:to>
                                    </p:set>
                                    <p:anim calcmode="lin" valueType="num">
                                      <p:cBhvr additive="base">
                                        <p:cTn id="163" dur="500" fill="hold"/>
                                        <p:tgtEl>
                                          <p:spTgt spid="83"/>
                                        </p:tgtEl>
                                        <p:attrNameLst>
                                          <p:attrName>ppt_x</p:attrName>
                                        </p:attrNameLst>
                                      </p:cBhvr>
                                      <p:tavLst>
                                        <p:tav tm="0">
                                          <p:val>
                                            <p:strVal val="#ppt_x"/>
                                          </p:val>
                                        </p:tav>
                                        <p:tav tm="100000">
                                          <p:val>
                                            <p:strVal val="#ppt_x"/>
                                          </p:val>
                                        </p:tav>
                                      </p:tavLst>
                                    </p:anim>
                                    <p:anim calcmode="lin" valueType="num">
                                      <p:cBhvr additive="base">
                                        <p:cTn id="164" dur="500" fill="hold"/>
                                        <p:tgtEl>
                                          <p:spTgt spid="83"/>
                                        </p:tgtEl>
                                        <p:attrNameLst>
                                          <p:attrName>ppt_y</p:attrName>
                                        </p:attrNameLst>
                                      </p:cBhvr>
                                      <p:tavLst>
                                        <p:tav tm="0">
                                          <p:val>
                                            <p:strVal val="1+#ppt_h/2"/>
                                          </p:val>
                                        </p:tav>
                                        <p:tav tm="100000">
                                          <p:val>
                                            <p:strVal val="#ppt_y"/>
                                          </p:val>
                                        </p:tav>
                                      </p:tavLst>
                                    </p:anim>
                                  </p:childTnLst>
                                </p:cTn>
                              </p:par>
                              <p:par>
                                <p:cTn id="165" presetID="2" presetClass="entr" presetSubtype="4" fill="hold" nodeType="withEffect">
                                  <p:stCondLst>
                                    <p:cond delay="0"/>
                                  </p:stCondLst>
                                  <p:childTnLst>
                                    <p:set>
                                      <p:cBhvr>
                                        <p:cTn id="166" dur="1" fill="hold">
                                          <p:stCondLst>
                                            <p:cond delay="0"/>
                                          </p:stCondLst>
                                        </p:cTn>
                                        <p:tgtEl>
                                          <p:spTgt spid="84"/>
                                        </p:tgtEl>
                                        <p:attrNameLst>
                                          <p:attrName>style.visibility</p:attrName>
                                        </p:attrNameLst>
                                      </p:cBhvr>
                                      <p:to>
                                        <p:strVal val="visible"/>
                                      </p:to>
                                    </p:set>
                                    <p:anim calcmode="lin" valueType="num">
                                      <p:cBhvr additive="base">
                                        <p:cTn id="167" dur="500" fill="hold"/>
                                        <p:tgtEl>
                                          <p:spTgt spid="84"/>
                                        </p:tgtEl>
                                        <p:attrNameLst>
                                          <p:attrName>ppt_x</p:attrName>
                                        </p:attrNameLst>
                                      </p:cBhvr>
                                      <p:tavLst>
                                        <p:tav tm="0">
                                          <p:val>
                                            <p:strVal val="#ppt_x"/>
                                          </p:val>
                                        </p:tav>
                                        <p:tav tm="100000">
                                          <p:val>
                                            <p:strVal val="#ppt_x"/>
                                          </p:val>
                                        </p:tav>
                                      </p:tavLst>
                                    </p:anim>
                                    <p:anim calcmode="lin" valueType="num">
                                      <p:cBhvr additive="base">
                                        <p:cTn id="168" dur="500" fill="hold"/>
                                        <p:tgtEl>
                                          <p:spTgt spid="84"/>
                                        </p:tgtEl>
                                        <p:attrNameLst>
                                          <p:attrName>ppt_y</p:attrName>
                                        </p:attrNameLst>
                                      </p:cBhvr>
                                      <p:tavLst>
                                        <p:tav tm="0">
                                          <p:val>
                                            <p:strVal val="1+#ppt_h/2"/>
                                          </p:val>
                                        </p:tav>
                                        <p:tav tm="100000">
                                          <p:val>
                                            <p:strVal val="#ppt_y"/>
                                          </p:val>
                                        </p:tav>
                                      </p:tavLst>
                                    </p:anim>
                                  </p:childTnLst>
                                </p:cTn>
                              </p:par>
                              <p:par>
                                <p:cTn id="169" presetID="2" presetClass="entr" presetSubtype="4" fill="hold" nodeType="withEffect">
                                  <p:stCondLst>
                                    <p:cond delay="0"/>
                                  </p:stCondLst>
                                  <p:childTnLst>
                                    <p:set>
                                      <p:cBhvr>
                                        <p:cTn id="170" dur="1" fill="hold">
                                          <p:stCondLst>
                                            <p:cond delay="0"/>
                                          </p:stCondLst>
                                        </p:cTn>
                                        <p:tgtEl>
                                          <p:spTgt spid="85"/>
                                        </p:tgtEl>
                                        <p:attrNameLst>
                                          <p:attrName>style.visibility</p:attrName>
                                        </p:attrNameLst>
                                      </p:cBhvr>
                                      <p:to>
                                        <p:strVal val="visible"/>
                                      </p:to>
                                    </p:set>
                                    <p:anim calcmode="lin" valueType="num">
                                      <p:cBhvr additive="base">
                                        <p:cTn id="171" dur="500" fill="hold"/>
                                        <p:tgtEl>
                                          <p:spTgt spid="85"/>
                                        </p:tgtEl>
                                        <p:attrNameLst>
                                          <p:attrName>ppt_x</p:attrName>
                                        </p:attrNameLst>
                                      </p:cBhvr>
                                      <p:tavLst>
                                        <p:tav tm="0">
                                          <p:val>
                                            <p:strVal val="#ppt_x"/>
                                          </p:val>
                                        </p:tav>
                                        <p:tav tm="100000">
                                          <p:val>
                                            <p:strVal val="#ppt_x"/>
                                          </p:val>
                                        </p:tav>
                                      </p:tavLst>
                                    </p:anim>
                                    <p:anim calcmode="lin" valueType="num">
                                      <p:cBhvr additive="base">
                                        <p:cTn id="172" dur="500" fill="hold"/>
                                        <p:tgtEl>
                                          <p:spTgt spid="85"/>
                                        </p:tgtEl>
                                        <p:attrNameLst>
                                          <p:attrName>ppt_y</p:attrName>
                                        </p:attrNameLst>
                                      </p:cBhvr>
                                      <p:tavLst>
                                        <p:tav tm="0">
                                          <p:val>
                                            <p:strVal val="1+#ppt_h/2"/>
                                          </p:val>
                                        </p:tav>
                                        <p:tav tm="100000">
                                          <p:val>
                                            <p:strVal val="#ppt_y"/>
                                          </p:val>
                                        </p:tav>
                                      </p:tavLst>
                                    </p:anim>
                                  </p:childTnLst>
                                </p:cTn>
                              </p:par>
                              <p:par>
                                <p:cTn id="173" presetID="2" presetClass="entr" presetSubtype="4" fill="hold" nodeType="withEffect">
                                  <p:stCondLst>
                                    <p:cond delay="0"/>
                                  </p:stCondLst>
                                  <p:childTnLst>
                                    <p:set>
                                      <p:cBhvr>
                                        <p:cTn id="174" dur="1" fill="hold">
                                          <p:stCondLst>
                                            <p:cond delay="0"/>
                                          </p:stCondLst>
                                        </p:cTn>
                                        <p:tgtEl>
                                          <p:spTgt spid="86"/>
                                        </p:tgtEl>
                                        <p:attrNameLst>
                                          <p:attrName>style.visibility</p:attrName>
                                        </p:attrNameLst>
                                      </p:cBhvr>
                                      <p:to>
                                        <p:strVal val="visible"/>
                                      </p:to>
                                    </p:set>
                                    <p:anim calcmode="lin" valueType="num">
                                      <p:cBhvr additive="base">
                                        <p:cTn id="175" dur="500" fill="hold"/>
                                        <p:tgtEl>
                                          <p:spTgt spid="86"/>
                                        </p:tgtEl>
                                        <p:attrNameLst>
                                          <p:attrName>ppt_x</p:attrName>
                                        </p:attrNameLst>
                                      </p:cBhvr>
                                      <p:tavLst>
                                        <p:tav tm="0">
                                          <p:val>
                                            <p:strVal val="#ppt_x"/>
                                          </p:val>
                                        </p:tav>
                                        <p:tav tm="100000">
                                          <p:val>
                                            <p:strVal val="#ppt_x"/>
                                          </p:val>
                                        </p:tav>
                                      </p:tavLst>
                                    </p:anim>
                                    <p:anim calcmode="lin" valueType="num">
                                      <p:cBhvr additive="base">
                                        <p:cTn id="176" dur="500" fill="hold"/>
                                        <p:tgtEl>
                                          <p:spTgt spid="86"/>
                                        </p:tgtEl>
                                        <p:attrNameLst>
                                          <p:attrName>ppt_y</p:attrName>
                                        </p:attrNameLst>
                                      </p:cBhvr>
                                      <p:tavLst>
                                        <p:tav tm="0">
                                          <p:val>
                                            <p:strVal val="1+#ppt_h/2"/>
                                          </p:val>
                                        </p:tav>
                                        <p:tav tm="100000">
                                          <p:val>
                                            <p:strVal val="#ppt_y"/>
                                          </p:val>
                                        </p:tav>
                                      </p:tavLst>
                                    </p:anim>
                                  </p:childTnLst>
                                </p:cTn>
                              </p:par>
                              <p:par>
                                <p:cTn id="177" presetID="2" presetClass="entr" presetSubtype="4" fill="hold" grpId="0" nodeType="withEffect">
                                  <p:stCondLst>
                                    <p:cond delay="0"/>
                                  </p:stCondLst>
                                  <p:childTnLst>
                                    <p:set>
                                      <p:cBhvr>
                                        <p:cTn id="178" dur="1" fill="hold">
                                          <p:stCondLst>
                                            <p:cond delay="0"/>
                                          </p:stCondLst>
                                        </p:cTn>
                                        <p:tgtEl>
                                          <p:spTgt spid="87"/>
                                        </p:tgtEl>
                                        <p:attrNameLst>
                                          <p:attrName>style.visibility</p:attrName>
                                        </p:attrNameLst>
                                      </p:cBhvr>
                                      <p:to>
                                        <p:strVal val="visible"/>
                                      </p:to>
                                    </p:set>
                                    <p:anim calcmode="lin" valueType="num">
                                      <p:cBhvr additive="base">
                                        <p:cTn id="179" dur="500" fill="hold"/>
                                        <p:tgtEl>
                                          <p:spTgt spid="87"/>
                                        </p:tgtEl>
                                        <p:attrNameLst>
                                          <p:attrName>ppt_x</p:attrName>
                                        </p:attrNameLst>
                                      </p:cBhvr>
                                      <p:tavLst>
                                        <p:tav tm="0">
                                          <p:val>
                                            <p:strVal val="#ppt_x"/>
                                          </p:val>
                                        </p:tav>
                                        <p:tav tm="100000">
                                          <p:val>
                                            <p:strVal val="#ppt_x"/>
                                          </p:val>
                                        </p:tav>
                                      </p:tavLst>
                                    </p:anim>
                                    <p:anim calcmode="lin" valueType="num">
                                      <p:cBhvr additive="base">
                                        <p:cTn id="180" dur="500" fill="hold"/>
                                        <p:tgtEl>
                                          <p:spTgt spid="87"/>
                                        </p:tgtEl>
                                        <p:attrNameLst>
                                          <p:attrName>ppt_y</p:attrName>
                                        </p:attrNameLst>
                                      </p:cBhvr>
                                      <p:tavLst>
                                        <p:tav tm="0">
                                          <p:val>
                                            <p:strVal val="1+#ppt_h/2"/>
                                          </p:val>
                                        </p:tav>
                                        <p:tav tm="100000">
                                          <p:val>
                                            <p:strVal val="#ppt_y"/>
                                          </p:val>
                                        </p:tav>
                                      </p:tavLst>
                                    </p:anim>
                                  </p:childTnLst>
                                </p:cTn>
                              </p:par>
                              <p:par>
                                <p:cTn id="181" presetID="2" presetClass="entr" presetSubtype="4" fill="hold" grpId="0" nodeType="withEffect">
                                  <p:stCondLst>
                                    <p:cond delay="0"/>
                                  </p:stCondLst>
                                  <p:childTnLst>
                                    <p:set>
                                      <p:cBhvr>
                                        <p:cTn id="182" dur="1" fill="hold">
                                          <p:stCondLst>
                                            <p:cond delay="0"/>
                                          </p:stCondLst>
                                        </p:cTn>
                                        <p:tgtEl>
                                          <p:spTgt spid="88"/>
                                        </p:tgtEl>
                                        <p:attrNameLst>
                                          <p:attrName>style.visibility</p:attrName>
                                        </p:attrNameLst>
                                      </p:cBhvr>
                                      <p:to>
                                        <p:strVal val="visible"/>
                                      </p:to>
                                    </p:set>
                                    <p:anim calcmode="lin" valueType="num">
                                      <p:cBhvr additive="base">
                                        <p:cTn id="183" dur="500" fill="hold"/>
                                        <p:tgtEl>
                                          <p:spTgt spid="88"/>
                                        </p:tgtEl>
                                        <p:attrNameLst>
                                          <p:attrName>ppt_x</p:attrName>
                                        </p:attrNameLst>
                                      </p:cBhvr>
                                      <p:tavLst>
                                        <p:tav tm="0">
                                          <p:val>
                                            <p:strVal val="#ppt_x"/>
                                          </p:val>
                                        </p:tav>
                                        <p:tav tm="100000">
                                          <p:val>
                                            <p:strVal val="#ppt_x"/>
                                          </p:val>
                                        </p:tav>
                                      </p:tavLst>
                                    </p:anim>
                                    <p:anim calcmode="lin" valueType="num">
                                      <p:cBhvr additive="base">
                                        <p:cTn id="184" dur="500" fill="hold"/>
                                        <p:tgtEl>
                                          <p:spTgt spid="88"/>
                                        </p:tgtEl>
                                        <p:attrNameLst>
                                          <p:attrName>ppt_y</p:attrName>
                                        </p:attrNameLst>
                                      </p:cBhvr>
                                      <p:tavLst>
                                        <p:tav tm="0">
                                          <p:val>
                                            <p:strVal val="1+#ppt_h/2"/>
                                          </p:val>
                                        </p:tav>
                                        <p:tav tm="100000">
                                          <p:val>
                                            <p:strVal val="#ppt_y"/>
                                          </p:val>
                                        </p:tav>
                                      </p:tavLst>
                                    </p:anim>
                                  </p:childTnLst>
                                </p:cTn>
                              </p:par>
                              <p:par>
                                <p:cTn id="185" presetID="2" presetClass="entr" presetSubtype="4" fill="hold" nodeType="withEffect">
                                  <p:stCondLst>
                                    <p:cond delay="0"/>
                                  </p:stCondLst>
                                  <p:childTnLst>
                                    <p:set>
                                      <p:cBhvr>
                                        <p:cTn id="186" dur="1" fill="hold">
                                          <p:stCondLst>
                                            <p:cond delay="0"/>
                                          </p:stCondLst>
                                        </p:cTn>
                                        <p:tgtEl>
                                          <p:spTgt spid="89"/>
                                        </p:tgtEl>
                                        <p:attrNameLst>
                                          <p:attrName>style.visibility</p:attrName>
                                        </p:attrNameLst>
                                      </p:cBhvr>
                                      <p:to>
                                        <p:strVal val="visible"/>
                                      </p:to>
                                    </p:set>
                                    <p:anim calcmode="lin" valueType="num">
                                      <p:cBhvr additive="base">
                                        <p:cTn id="187" dur="500" fill="hold"/>
                                        <p:tgtEl>
                                          <p:spTgt spid="89"/>
                                        </p:tgtEl>
                                        <p:attrNameLst>
                                          <p:attrName>ppt_x</p:attrName>
                                        </p:attrNameLst>
                                      </p:cBhvr>
                                      <p:tavLst>
                                        <p:tav tm="0">
                                          <p:val>
                                            <p:strVal val="#ppt_x"/>
                                          </p:val>
                                        </p:tav>
                                        <p:tav tm="100000">
                                          <p:val>
                                            <p:strVal val="#ppt_x"/>
                                          </p:val>
                                        </p:tav>
                                      </p:tavLst>
                                    </p:anim>
                                    <p:anim calcmode="lin" valueType="num">
                                      <p:cBhvr additive="base">
                                        <p:cTn id="188" dur="500" fill="hold"/>
                                        <p:tgtEl>
                                          <p:spTgt spid="89"/>
                                        </p:tgtEl>
                                        <p:attrNameLst>
                                          <p:attrName>ppt_y</p:attrName>
                                        </p:attrNameLst>
                                      </p:cBhvr>
                                      <p:tavLst>
                                        <p:tav tm="0">
                                          <p:val>
                                            <p:strVal val="1+#ppt_h/2"/>
                                          </p:val>
                                        </p:tav>
                                        <p:tav tm="100000">
                                          <p:val>
                                            <p:strVal val="#ppt_y"/>
                                          </p:val>
                                        </p:tav>
                                      </p:tavLst>
                                    </p:anim>
                                  </p:childTnLst>
                                </p:cTn>
                              </p:par>
                              <p:par>
                                <p:cTn id="189" presetID="2" presetClass="entr" presetSubtype="4" fill="hold" nodeType="withEffect">
                                  <p:stCondLst>
                                    <p:cond delay="0"/>
                                  </p:stCondLst>
                                  <p:childTnLst>
                                    <p:set>
                                      <p:cBhvr>
                                        <p:cTn id="190" dur="1" fill="hold">
                                          <p:stCondLst>
                                            <p:cond delay="0"/>
                                          </p:stCondLst>
                                        </p:cTn>
                                        <p:tgtEl>
                                          <p:spTgt spid="90"/>
                                        </p:tgtEl>
                                        <p:attrNameLst>
                                          <p:attrName>style.visibility</p:attrName>
                                        </p:attrNameLst>
                                      </p:cBhvr>
                                      <p:to>
                                        <p:strVal val="visible"/>
                                      </p:to>
                                    </p:set>
                                    <p:anim calcmode="lin" valueType="num">
                                      <p:cBhvr additive="base">
                                        <p:cTn id="191" dur="500" fill="hold"/>
                                        <p:tgtEl>
                                          <p:spTgt spid="90"/>
                                        </p:tgtEl>
                                        <p:attrNameLst>
                                          <p:attrName>ppt_x</p:attrName>
                                        </p:attrNameLst>
                                      </p:cBhvr>
                                      <p:tavLst>
                                        <p:tav tm="0">
                                          <p:val>
                                            <p:strVal val="#ppt_x"/>
                                          </p:val>
                                        </p:tav>
                                        <p:tav tm="100000">
                                          <p:val>
                                            <p:strVal val="#ppt_x"/>
                                          </p:val>
                                        </p:tav>
                                      </p:tavLst>
                                    </p:anim>
                                    <p:anim calcmode="lin" valueType="num">
                                      <p:cBhvr additive="base">
                                        <p:cTn id="192" dur="500" fill="hold"/>
                                        <p:tgtEl>
                                          <p:spTgt spid="90"/>
                                        </p:tgtEl>
                                        <p:attrNameLst>
                                          <p:attrName>ppt_y</p:attrName>
                                        </p:attrNameLst>
                                      </p:cBhvr>
                                      <p:tavLst>
                                        <p:tav tm="0">
                                          <p:val>
                                            <p:strVal val="1+#ppt_h/2"/>
                                          </p:val>
                                        </p:tav>
                                        <p:tav tm="100000">
                                          <p:val>
                                            <p:strVal val="#ppt_y"/>
                                          </p:val>
                                        </p:tav>
                                      </p:tavLst>
                                    </p:anim>
                                  </p:childTnLst>
                                </p:cTn>
                              </p:par>
                              <p:par>
                                <p:cTn id="193" presetID="2" presetClass="entr" presetSubtype="4" fill="hold" grpId="0" nodeType="withEffect">
                                  <p:stCondLst>
                                    <p:cond delay="0"/>
                                  </p:stCondLst>
                                  <p:childTnLst>
                                    <p:set>
                                      <p:cBhvr>
                                        <p:cTn id="194" dur="1" fill="hold">
                                          <p:stCondLst>
                                            <p:cond delay="0"/>
                                          </p:stCondLst>
                                        </p:cTn>
                                        <p:tgtEl>
                                          <p:spTgt spid="91"/>
                                        </p:tgtEl>
                                        <p:attrNameLst>
                                          <p:attrName>style.visibility</p:attrName>
                                        </p:attrNameLst>
                                      </p:cBhvr>
                                      <p:to>
                                        <p:strVal val="visible"/>
                                      </p:to>
                                    </p:set>
                                    <p:anim calcmode="lin" valueType="num">
                                      <p:cBhvr additive="base">
                                        <p:cTn id="195" dur="500" fill="hold"/>
                                        <p:tgtEl>
                                          <p:spTgt spid="91"/>
                                        </p:tgtEl>
                                        <p:attrNameLst>
                                          <p:attrName>ppt_x</p:attrName>
                                        </p:attrNameLst>
                                      </p:cBhvr>
                                      <p:tavLst>
                                        <p:tav tm="0">
                                          <p:val>
                                            <p:strVal val="#ppt_x"/>
                                          </p:val>
                                        </p:tav>
                                        <p:tav tm="100000">
                                          <p:val>
                                            <p:strVal val="#ppt_x"/>
                                          </p:val>
                                        </p:tav>
                                      </p:tavLst>
                                    </p:anim>
                                    <p:anim calcmode="lin" valueType="num">
                                      <p:cBhvr additive="base">
                                        <p:cTn id="196" dur="500" fill="hold"/>
                                        <p:tgtEl>
                                          <p:spTgt spid="91"/>
                                        </p:tgtEl>
                                        <p:attrNameLst>
                                          <p:attrName>ppt_y</p:attrName>
                                        </p:attrNameLst>
                                      </p:cBhvr>
                                      <p:tavLst>
                                        <p:tav tm="0">
                                          <p:val>
                                            <p:strVal val="1+#ppt_h/2"/>
                                          </p:val>
                                        </p:tav>
                                        <p:tav tm="100000">
                                          <p:val>
                                            <p:strVal val="#ppt_y"/>
                                          </p:val>
                                        </p:tav>
                                      </p:tavLst>
                                    </p:anim>
                                  </p:childTnLst>
                                </p:cTn>
                              </p:par>
                              <p:par>
                                <p:cTn id="197" presetID="2" presetClass="entr" presetSubtype="4" fill="hold" nodeType="withEffect">
                                  <p:stCondLst>
                                    <p:cond delay="0"/>
                                  </p:stCondLst>
                                  <p:childTnLst>
                                    <p:set>
                                      <p:cBhvr>
                                        <p:cTn id="198" dur="1" fill="hold">
                                          <p:stCondLst>
                                            <p:cond delay="0"/>
                                          </p:stCondLst>
                                        </p:cTn>
                                        <p:tgtEl>
                                          <p:spTgt spid="92"/>
                                        </p:tgtEl>
                                        <p:attrNameLst>
                                          <p:attrName>style.visibility</p:attrName>
                                        </p:attrNameLst>
                                      </p:cBhvr>
                                      <p:to>
                                        <p:strVal val="visible"/>
                                      </p:to>
                                    </p:set>
                                    <p:anim calcmode="lin" valueType="num">
                                      <p:cBhvr additive="base">
                                        <p:cTn id="199" dur="500" fill="hold"/>
                                        <p:tgtEl>
                                          <p:spTgt spid="92"/>
                                        </p:tgtEl>
                                        <p:attrNameLst>
                                          <p:attrName>ppt_x</p:attrName>
                                        </p:attrNameLst>
                                      </p:cBhvr>
                                      <p:tavLst>
                                        <p:tav tm="0">
                                          <p:val>
                                            <p:strVal val="#ppt_x"/>
                                          </p:val>
                                        </p:tav>
                                        <p:tav tm="100000">
                                          <p:val>
                                            <p:strVal val="#ppt_x"/>
                                          </p:val>
                                        </p:tav>
                                      </p:tavLst>
                                    </p:anim>
                                    <p:anim calcmode="lin" valueType="num">
                                      <p:cBhvr additive="base">
                                        <p:cTn id="200" dur="500" fill="hold"/>
                                        <p:tgtEl>
                                          <p:spTgt spid="92"/>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stCondLst>
                                    <p:cond delay="0"/>
                                  </p:stCondLst>
                                  <p:childTnLst>
                                    <p:set>
                                      <p:cBhvr>
                                        <p:cTn id="202" dur="1" fill="hold">
                                          <p:stCondLst>
                                            <p:cond delay="0"/>
                                          </p:stCondLst>
                                        </p:cTn>
                                        <p:tgtEl>
                                          <p:spTgt spid="93"/>
                                        </p:tgtEl>
                                        <p:attrNameLst>
                                          <p:attrName>style.visibility</p:attrName>
                                        </p:attrNameLst>
                                      </p:cBhvr>
                                      <p:to>
                                        <p:strVal val="visible"/>
                                      </p:to>
                                    </p:set>
                                    <p:anim calcmode="lin" valueType="num">
                                      <p:cBhvr additive="base">
                                        <p:cTn id="203" dur="500" fill="hold"/>
                                        <p:tgtEl>
                                          <p:spTgt spid="93"/>
                                        </p:tgtEl>
                                        <p:attrNameLst>
                                          <p:attrName>ppt_x</p:attrName>
                                        </p:attrNameLst>
                                      </p:cBhvr>
                                      <p:tavLst>
                                        <p:tav tm="0">
                                          <p:val>
                                            <p:strVal val="#ppt_x"/>
                                          </p:val>
                                        </p:tav>
                                        <p:tav tm="100000">
                                          <p:val>
                                            <p:strVal val="#ppt_x"/>
                                          </p:val>
                                        </p:tav>
                                      </p:tavLst>
                                    </p:anim>
                                    <p:anim calcmode="lin" valueType="num">
                                      <p:cBhvr additive="base">
                                        <p:cTn id="204" dur="500" fill="hold"/>
                                        <p:tgtEl>
                                          <p:spTgt spid="93"/>
                                        </p:tgtEl>
                                        <p:attrNameLst>
                                          <p:attrName>ppt_y</p:attrName>
                                        </p:attrNameLst>
                                      </p:cBhvr>
                                      <p:tavLst>
                                        <p:tav tm="0">
                                          <p:val>
                                            <p:strVal val="1+#ppt_h/2"/>
                                          </p:val>
                                        </p:tav>
                                        <p:tav tm="100000">
                                          <p:val>
                                            <p:strVal val="#ppt_y"/>
                                          </p:val>
                                        </p:tav>
                                      </p:tavLst>
                                    </p:anim>
                                  </p:childTnLst>
                                </p:cTn>
                              </p:par>
                              <p:par>
                                <p:cTn id="205" presetID="2" presetClass="entr" presetSubtype="4" fill="hold" nodeType="withEffect">
                                  <p:stCondLst>
                                    <p:cond delay="0"/>
                                  </p:stCondLst>
                                  <p:childTnLst>
                                    <p:set>
                                      <p:cBhvr>
                                        <p:cTn id="206" dur="1" fill="hold">
                                          <p:stCondLst>
                                            <p:cond delay="0"/>
                                          </p:stCondLst>
                                        </p:cTn>
                                        <p:tgtEl>
                                          <p:spTgt spid="94"/>
                                        </p:tgtEl>
                                        <p:attrNameLst>
                                          <p:attrName>style.visibility</p:attrName>
                                        </p:attrNameLst>
                                      </p:cBhvr>
                                      <p:to>
                                        <p:strVal val="visible"/>
                                      </p:to>
                                    </p:set>
                                    <p:anim calcmode="lin" valueType="num">
                                      <p:cBhvr additive="base">
                                        <p:cTn id="207" dur="500" fill="hold"/>
                                        <p:tgtEl>
                                          <p:spTgt spid="94"/>
                                        </p:tgtEl>
                                        <p:attrNameLst>
                                          <p:attrName>ppt_x</p:attrName>
                                        </p:attrNameLst>
                                      </p:cBhvr>
                                      <p:tavLst>
                                        <p:tav tm="0">
                                          <p:val>
                                            <p:strVal val="#ppt_x"/>
                                          </p:val>
                                        </p:tav>
                                        <p:tav tm="100000">
                                          <p:val>
                                            <p:strVal val="#ppt_x"/>
                                          </p:val>
                                        </p:tav>
                                      </p:tavLst>
                                    </p:anim>
                                    <p:anim calcmode="lin" valueType="num">
                                      <p:cBhvr additive="base">
                                        <p:cTn id="208" dur="500" fill="hold"/>
                                        <p:tgtEl>
                                          <p:spTgt spid="94"/>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95"/>
                                        </p:tgtEl>
                                        <p:attrNameLst>
                                          <p:attrName>style.visibility</p:attrName>
                                        </p:attrNameLst>
                                      </p:cBhvr>
                                      <p:to>
                                        <p:strVal val="visible"/>
                                      </p:to>
                                    </p:set>
                                    <p:anim calcmode="lin" valueType="num">
                                      <p:cBhvr additive="base">
                                        <p:cTn id="211" dur="500" fill="hold"/>
                                        <p:tgtEl>
                                          <p:spTgt spid="95"/>
                                        </p:tgtEl>
                                        <p:attrNameLst>
                                          <p:attrName>ppt_x</p:attrName>
                                        </p:attrNameLst>
                                      </p:cBhvr>
                                      <p:tavLst>
                                        <p:tav tm="0">
                                          <p:val>
                                            <p:strVal val="#ppt_x"/>
                                          </p:val>
                                        </p:tav>
                                        <p:tav tm="100000">
                                          <p:val>
                                            <p:strVal val="#ppt_x"/>
                                          </p:val>
                                        </p:tav>
                                      </p:tavLst>
                                    </p:anim>
                                    <p:anim calcmode="lin" valueType="num">
                                      <p:cBhvr additive="base">
                                        <p:cTn id="212" dur="500" fill="hold"/>
                                        <p:tgtEl>
                                          <p:spTgt spid="95"/>
                                        </p:tgtEl>
                                        <p:attrNameLst>
                                          <p:attrName>ppt_y</p:attrName>
                                        </p:attrNameLst>
                                      </p:cBhvr>
                                      <p:tavLst>
                                        <p:tav tm="0">
                                          <p:val>
                                            <p:strVal val="1+#ppt_h/2"/>
                                          </p:val>
                                        </p:tav>
                                        <p:tav tm="100000">
                                          <p:val>
                                            <p:strVal val="#ppt_y"/>
                                          </p:val>
                                        </p:tav>
                                      </p:tavLst>
                                    </p:anim>
                                  </p:childTnLst>
                                </p:cTn>
                              </p:par>
                              <p:par>
                                <p:cTn id="213" presetID="2" presetClass="entr" presetSubtype="4" fill="hold" nodeType="withEffect">
                                  <p:stCondLst>
                                    <p:cond delay="0"/>
                                  </p:stCondLst>
                                  <p:childTnLst>
                                    <p:set>
                                      <p:cBhvr>
                                        <p:cTn id="214" dur="1" fill="hold">
                                          <p:stCondLst>
                                            <p:cond delay="0"/>
                                          </p:stCondLst>
                                        </p:cTn>
                                        <p:tgtEl>
                                          <p:spTgt spid="96"/>
                                        </p:tgtEl>
                                        <p:attrNameLst>
                                          <p:attrName>style.visibility</p:attrName>
                                        </p:attrNameLst>
                                      </p:cBhvr>
                                      <p:to>
                                        <p:strVal val="visible"/>
                                      </p:to>
                                    </p:set>
                                    <p:anim calcmode="lin" valueType="num">
                                      <p:cBhvr additive="base">
                                        <p:cTn id="215" dur="500" fill="hold"/>
                                        <p:tgtEl>
                                          <p:spTgt spid="96"/>
                                        </p:tgtEl>
                                        <p:attrNameLst>
                                          <p:attrName>ppt_x</p:attrName>
                                        </p:attrNameLst>
                                      </p:cBhvr>
                                      <p:tavLst>
                                        <p:tav tm="0">
                                          <p:val>
                                            <p:strVal val="#ppt_x"/>
                                          </p:val>
                                        </p:tav>
                                        <p:tav tm="100000">
                                          <p:val>
                                            <p:strVal val="#ppt_x"/>
                                          </p:val>
                                        </p:tav>
                                      </p:tavLst>
                                    </p:anim>
                                    <p:anim calcmode="lin" valueType="num">
                                      <p:cBhvr additive="base">
                                        <p:cTn id="216" dur="500" fill="hold"/>
                                        <p:tgtEl>
                                          <p:spTgt spid="96"/>
                                        </p:tgtEl>
                                        <p:attrNameLst>
                                          <p:attrName>ppt_y</p:attrName>
                                        </p:attrNameLst>
                                      </p:cBhvr>
                                      <p:tavLst>
                                        <p:tav tm="0">
                                          <p:val>
                                            <p:strVal val="1+#ppt_h/2"/>
                                          </p:val>
                                        </p:tav>
                                        <p:tav tm="100000">
                                          <p:val>
                                            <p:strVal val="#ppt_y"/>
                                          </p:val>
                                        </p:tav>
                                      </p:tavLst>
                                    </p:anim>
                                  </p:childTnLst>
                                </p:cTn>
                              </p:par>
                              <p:par>
                                <p:cTn id="217" presetID="2" presetClass="entr" presetSubtype="4" fill="hold" grpId="0" nodeType="withEffect">
                                  <p:stCondLst>
                                    <p:cond delay="0"/>
                                  </p:stCondLst>
                                  <p:childTnLst>
                                    <p:set>
                                      <p:cBhvr>
                                        <p:cTn id="218" dur="1" fill="hold">
                                          <p:stCondLst>
                                            <p:cond delay="0"/>
                                          </p:stCondLst>
                                        </p:cTn>
                                        <p:tgtEl>
                                          <p:spTgt spid="97"/>
                                        </p:tgtEl>
                                        <p:attrNameLst>
                                          <p:attrName>style.visibility</p:attrName>
                                        </p:attrNameLst>
                                      </p:cBhvr>
                                      <p:to>
                                        <p:strVal val="visible"/>
                                      </p:to>
                                    </p:set>
                                    <p:anim calcmode="lin" valueType="num">
                                      <p:cBhvr additive="base">
                                        <p:cTn id="219" dur="500" fill="hold"/>
                                        <p:tgtEl>
                                          <p:spTgt spid="97"/>
                                        </p:tgtEl>
                                        <p:attrNameLst>
                                          <p:attrName>ppt_x</p:attrName>
                                        </p:attrNameLst>
                                      </p:cBhvr>
                                      <p:tavLst>
                                        <p:tav tm="0">
                                          <p:val>
                                            <p:strVal val="#ppt_x"/>
                                          </p:val>
                                        </p:tav>
                                        <p:tav tm="100000">
                                          <p:val>
                                            <p:strVal val="#ppt_x"/>
                                          </p:val>
                                        </p:tav>
                                      </p:tavLst>
                                    </p:anim>
                                    <p:anim calcmode="lin" valueType="num">
                                      <p:cBhvr additive="base">
                                        <p:cTn id="220" dur="500" fill="hold"/>
                                        <p:tgtEl>
                                          <p:spTgt spid="97"/>
                                        </p:tgtEl>
                                        <p:attrNameLst>
                                          <p:attrName>ppt_y</p:attrName>
                                        </p:attrNameLst>
                                      </p:cBhvr>
                                      <p:tavLst>
                                        <p:tav tm="0">
                                          <p:val>
                                            <p:strVal val="1+#ppt_h/2"/>
                                          </p:val>
                                        </p:tav>
                                        <p:tav tm="100000">
                                          <p:val>
                                            <p:strVal val="#ppt_y"/>
                                          </p:val>
                                        </p:tav>
                                      </p:tavLst>
                                    </p:anim>
                                  </p:childTnLst>
                                </p:cTn>
                              </p:par>
                              <p:par>
                                <p:cTn id="221" presetID="2" presetClass="entr" presetSubtype="4" fill="hold" grpId="0" nodeType="withEffect">
                                  <p:stCondLst>
                                    <p:cond delay="0"/>
                                  </p:stCondLst>
                                  <p:childTnLst>
                                    <p:set>
                                      <p:cBhvr>
                                        <p:cTn id="222" dur="1" fill="hold">
                                          <p:stCondLst>
                                            <p:cond delay="0"/>
                                          </p:stCondLst>
                                        </p:cTn>
                                        <p:tgtEl>
                                          <p:spTgt spid="98"/>
                                        </p:tgtEl>
                                        <p:attrNameLst>
                                          <p:attrName>style.visibility</p:attrName>
                                        </p:attrNameLst>
                                      </p:cBhvr>
                                      <p:to>
                                        <p:strVal val="visible"/>
                                      </p:to>
                                    </p:set>
                                    <p:anim calcmode="lin" valueType="num">
                                      <p:cBhvr additive="base">
                                        <p:cTn id="223" dur="500" fill="hold"/>
                                        <p:tgtEl>
                                          <p:spTgt spid="98"/>
                                        </p:tgtEl>
                                        <p:attrNameLst>
                                          <p:attrName>ppt_x</p:attrName>
                                        </p:attrNameLst>
                                      </p:cBhvr>
                                      <p:tavLst>
                                        <p:tav tm="0">
                                          <p:val>
                                            <p:strVal val="#ppt_x"/>
                                          </p:val>
                                        </p:tav>
                                        <p:tav tm="100000">
                                          <p:val>
                                            <p:strVal val="#ppt_x"/>
                                          </p:val>
                                        </p:tav>
                                      </p:tavLst>
                                    </p:anim>
                                    <p:anim calcmode="lin" valueType="num">
                                      <p:cBhvr additive="base">
                                        <p:cTn id="224" dur="500" fill="hold"/>
                                        <p:tgtEl>
                                          <p:spTgt spid="98"/>
                                        </p:tgtEl>
                                        <p:attrNameLst>
                                          <p:attrName>ppt_y</p:attrName>
                                        </p:attrNameLst>
                                      </p:cBhvr>
                                      <p:tavLst>
                                        <p:tav tm="0">
                                          <p:val>
                                            <p:strVal val="1+#ppt_h/2"/>
                                          </p:val>
                                        </p:tav>
                                        <p:tav tm="100000">
                                          <p:val>
                                            <p:strVal val="#ppt_y"/>
                                          </p:val>
                                        </p:tav>
                                      </p:tavLst>
                                    </p:anim>
                                  </p:childTnLst>
                                </p:cTn>
                              </p:par>
                              <p:par>
                                <p:cTn id="225" presetID="2" presetClass="entr" presetSubtype="4" fill="hold" grpId="0" nodeType="withEffect">
                                  <p:stCondLst>
                                    <p:cond delay="0"/>
                                  </p:stCondLst>
                                  <p:childTnLst>
                                    <p:set>
                                      <p:cBhvr>
                                        <p:cTn id="226" dur="1" fill="hold">
                                          <p:stCondLst>
                                            <p:cond delay="0"/>
                                          </p:stCondLst>
                                        </p:cTn>
                                        <p:tgtEl>
                                          <p:spTgt spid="99"/>
                                        </p:tgtEl>
                                        <p:attrNameLst>
                                          <p:attrName>style.visibility</p:attrName>
                                        </p:attrNameLst>
                                      </p:cBhvr>
                                      <p:to>
                                        <p:strVal val="visible"/>
                                      </p:to>
                                    </p:set>
                                    <p:anim calcmode="lin" valueType="num">
                                      <p:cBhvr additive="base">
                                        <p:cTn id="227" dur="500" fill="hold"/>
                                        <p:tgtEl>
                                          <p:spTgt spid="99"/>
                                        </p:tgtEl>
                                        <p:attrNameLst>
                                          <p:attrName>ppt_x</p:attrName>
                                        </p:attrNameLst>
                                      </p:cBhvr>
                                      <p:tavLst>
                                        <p:tav tm="0">
                                          <p:val>
                                            <p:strVal val="#ppt_x"/>
                                          </p:val>
                                        </p:tav>
                                        <p:tav tm="100000">
                                          <p:val>
                                            <p:strVal val="#ppt_x"/>
                                          </p:val>
                                        </p:tav>
                                      </p:tavLst>
                                    </p:anim>
                                    <p:anim calcmode="lin" valueType="num">
                                      <p:cBhvr additive="base">
                                        <p:cTn id="228" dur="500" fill="hold"/>
                                        <p:tgtEl>
                                          <p:spTgt spid="99"/>
                                        </p:tgtEl>
                                        <p:attrNameLst>
                                          <p:attrName>ppt_y</p:attrName>
                                        </p:attrNameLst>
                                      </p:cBhvr>
                                      <p:tavLst>
                                        <p:tav tm="0">
                                          <p:val>
                                            <p:strVal val="1+#ppt_h/2"/>
                                          </p:val>
                                        </p:tav>
                                        <p:tav tm="100000">
                                          <p:val>
                                            <p:strVal val="#ppt_y"/>
                                          </p:val>
                                        </p:tav>
                                      </p:tavLst>
                                    </p:anim>
                                  </p:childTnLst>
                                </p:cTn>
                              </p:par>
                              <p:par>
                                <p:cTn id="229" presetID="2" presetClass="entr" presetSubtype="4" fill="hold" grpId="0" nodeType="withEffect">
                                  <p:stCondLst>
                                    <p:cond delay="0"/>
                                  </p:stCondLst>
                                  <p:childTnLst>
                                    <p:set>
                                      <p:cBhvr>
                                        <p:cTn id="230" dur="1" fill="hold">
                                          <p:stCondLst>
                                            <p:cond delay="0"/>
                                          </p:stCondLst>
                                        </p:cTn>
                                        <p:tgtEl>
                                          <p:spTgt spid="100"/>
                                        </p:tgtEl>
                                        <p:attrNameLst>
                                          <p:attrName>style.visibility</p:attrName>
                                        </p:attrNameLst>
                                      </p:cBhvr>
                                      <p:to>
                                        <p:strVal val="visible"/>
                                      </p:to>
                                    </p:set>
                                    <p:anim calcmode="lin" valueType="num">
                                      <p:cBhvr additive="base">
                                        <p:cTn id="231" dur="500" fill="hold"/>
                                        <p:tgtEl>
                                          <p:spTgt spid="100"/>
                                        </p:tgtEl>
                                        <p:attrNameLst>
                                          <p:attrName>ppt_x</p:attrName>
                                        </p:attrNameLst>
                                      </p:cBhvr>
                                      <p:tavLst>
                                        <p:tav tm="0">
                                          <p:val>
                                            <p:strVal val="#ppt_x"/>
                                          </p:val>
                                        </p:tav>
                                        <p:tav tm="100000">
                                          <p:val>
                                            <p:strVal val="#ppt_x"/>
                                          </p:val>
                                        </p:tav>
                                      </p:tavLst>
                                    </p:anim>
                                    <p:anim calcmode="lin" valueType="num">
                                      <p:cBhvr additive="base">
                                        <p:cTn id="232" dur="500" fill="hold"/>
                                        <p:tgtEl>
                                          <p:spTgt spid="100"/>
                                        </p:tgtEl>
                                        <p:attrNameLst>
                                          <p:attrName>ppt_y</p:attrName>
                                        </p:attrNameLst>
                                      </p:cBhvr>
                                      <p:tavLst>
                                        <p:tav tm="0">
                                          <p:val>
                                            <p:strVal val="1+#ppt_h/2"/>
                                          </p:val>
                                        </p:tav>
                                        <p:tav tm="100000">
                                          <p:val>
                                            <p:strVal val="#ppt_y"/>
                                          </p:val>
                                        </p:tav>
                                      </p:tavLst>
                                    </p:anim>
                                  </p:childTnLst>
                                </p:cTn>
                              </p:par>
                              <p:par>
                                <p:cTn id="233" presetID="2" presetClass="entr" presetSubtype="4" fill="hold" grpId="0" nodeType="withEffect">
                                  <p:stCondLst>
                                    <p:cond delay="0"/>
                                  </p:stCondLst>
                                  <p:childTnLst>
                                    <p:set>
                                      <p:cBhvr>
                                        <p:cTn id="234" dur="1" fill="hold">
                                          <p:stCondLst>
                                            <p:cond delay="0"/>
                                          </p:stCondLst>
                                        </p:cTn>
                                        <p:tgtEl>
                                          <p:spTgt spid="101"/>
                                        </p:tgtEl>
                                        <p:attrNameLst>
                                          <p:attrName>style.visibility</p:attrName>
                                        </p:attrNameLst>
                                      </p:cBhvr>
                                      <p:to>
                                        <p:strVal val="visible"/>
                                      </p:to>
                                    </p:set>
                                    <p:anim calcmode="lin" valueType="num">
                                      <p:cBhvr additive="base">
                                        <p:cTn id="235" dur="500" fill="hold"/>
                                        <p:tgtEl>
                                          <p:spTgt spid="101"/>
                                        </p:tgtEl>
                                        <p:attrNameLst>
                                          <p:attrName>ppt_x</p:attrName>
                                        </p:attrNameLst>
                                      </p:cBhvr>
                                      <p:tavLst>
                                        <p:tav tm="0">
                                          <p:val>
                                            <p:strVal val="#ppt_x"/>
                                          </p:val>
                                        </p:tav>
                                        <p:tav tm="100000">
                                          <p:val>
                                            <p:strVal val="#ppt_x"/>
                                          </p:val>
                                        </p:tav>
                                      </p:tavLst>
                                    </p:anim>
                                    <p:anim calcmode="lin" valueType="num">
                                      <p:cBhvr additive="base">
                                        <p:cTn id="236"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87" grpId="0"/>
      <p:bldP spid="88" grpId="0"/>
      <p:bldP spid="91" grpId="0"/>
      <p:bldP spid="93" grpId="0"/>
      <p:bldP spid="95" grpId="0"/>
      <p:bldP spid="97" grpId="0"/>
      <p:bldP spid="98" grpId="0"/>
      <p:bldP spid="99" grpId="0"/>
      <p:bldP spid="100" grpId="0"/>
      <p:bldP spid="10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2386094" y="205978"/>
            <a:ext cx="2796519" cy="361259"/>
          </a:xfrm>
          <a:prstGeom prst="rect">
            <a:avLst/>
          </a:prstGeom>
        </p:spPr>
        <p:txBody>
          <a:bodyPr/>
          <a:lstStyle>
            <a:lvl1pPr algn="l" defTabSz="685800" rtl="0" eaLnBrk="1" latinLnBrk="0" hangingPunct="1">
              <a:lnSpc>
                <a:spcPct val="90000"/>
              </a:lnSpc>
              <a:spcBef>
                <a:spcPct val="0"/>
              </a:spcBef>
              <a:buNone/>
              <a:defRPr sz="1600" b="0" kern="1200">
                <a:solidFill>
                  <a:srgbClr val="613620"/>
                </a:solidFill>
                <a:latin typeface="+mj-lt"/>
                <a:ea typeface="+mj-ea"/>
                <a:cs typeface="+mj-cs"/>
              </a:defRPr>
            </a:lvl1pPr>
          </a:lstStyle>
          <a:p>
            <a:pPr defTabSz="514350"/>
            <a:r>
              <a:rPr lang="en-US" altLang="zh-CN" sz="1200">
                <a:latin typeface="Calibri"/>
                <a:ea typeface="微软雅黑"/>
              </a:rPr>
              <a:t>2.3 </a:t>
            </a:r>
            <a:r>
              <a:rPr lang="zh-CN" altLang="en-US" sz="1200">
                <a:latin typeface="Calibri"/>
                <a:ea typeface="微软雅黑"/>
              </a:rPr>
              <a:t>市场概述</a:t>
            </a:r>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6089" t="3668" r="2106" b="4528"/>
          <a:stretch/>
        </p:blipFill>
        <p:spPr>
          <a:xfrm>
            <a:off x="2047874" y="-1"/>
            <a:ext cx="5143502" cy="5143502"/>
          </a:xfrm>
          <a:prstGeom prst="rect">
            <a:avLst/>
          </a:prstGeom>
        </p:spPr>
      </p:pic>
      <p:sp>
        <p:nvSpPr>
          <p:cNvPr id="6" name="矩形 5"/>
          <p:cNvSpPr/>
          <p:nvPr/>
        </p:nvSpPr>
        <p:spPr>
          <a:xfrm>
            <a:off x="2047874" y="-1"/>
            <a:ext cx="5143502" cy="5143501"/>
          </a:xfrm>
          <a:prstGeom prst="rect">
            <a:avLst/>
          </a:prstGeom>
          <a:solidFill>
            <a:srgbClr val="C51729">
              <a:alpha val="80000"/>
            </a:srgbClr>
          </a:solidFill>
          <a:ln w="12700" cap="flat" cmpd="sng" algn="ctr">
            <a:noFill/>
            <a:prstDash val="solid"/>
            <a:miter lim="800000"/>
          </a:ln>
          <a:effectLst/>
        </p:spPr>
        <p:txBody>
          <a:bodyPr rtlCol="0" anchor="ctr"/>
          <a:lstStyle/>
          <a:p>
            <a:pPr algn="ctr" defTabSz="514350"/>
            <a:endParaRPr lang="zh-CN" altLang="en-US" sz="1013" kern="0">
              <a:solidFill>
                <a:prstClr val="white"/>
              </a:solidFill>
              <a:latin typeface="Calibri Light"/>
            </a:endParaRPr>
          </a:p>
        </p:txBody>
      </p:sp>
      <p:sp>
        <p:nvSpPr>
          <p:cNvPr id="7" name="Rectangle 5"/>
          <p:cNvSpPr/>
          <p:nvPr/>
        </p:nvSpPr>
        <p:spPr>
          <a:xfrm>
            <a:off x="2510042" y="246749"/>
            <a:ext cx="4046202" cy="4551976"/>
          </a:xfrm>
          <a:prstGeom prst="rect">
            <a:avLst/>
          </a:prstGeom>
          <a:noFill/>
          <a:ln w="127000" cap="flat" cmpd="sng" algn="ctr">
            <a:solidFill>
              <a:srgbClr val="FFFFFF">
                <a:alpha val="60000"/>
              </a:srgbClr>
            </a:solidFill>
            <a:prstDash val="solid"/>
            <a:miter lim="800000"/>
          </a:ln>
          <a:effectLst/>
        </p:spPr>
        <p:txBody>
          <a:bodyPr rtlCol="0" anchor="ctr"/>
          <a:lstStyle/>
          <a:p>
            <a:pPr algn="ctr">
              <a:defRPr/>
            </a:pPr>
            <a:endParaRPr lang="en-US" sz="1013" kern="0">
              <a:solidFill>
                <a:srgbClr val="FFFFFF"/>
              </a:solidFill>
              <a:latin typeface="微软雅黑"/>
              <a:ea typeface="Microsoft YaHei UI"/>
            </a:endParaRPr>
          </a:p>
        </p:txBody>
      </p:sp>
      <p:sp>
        <p:nvSpPr>
          <p:cNvPr id="8" name="Title 2"/>
          <p:cNvSpPr txBox="1">
            <a:spLocks/>
          </p:cNvSpPr>
          <p:nvPr/>
        </p:nvSpPr>
        <p:spPr>
          <a:xfrm>
            <a:off x="2809348" y="1008643"/>
            <a:ext cx="3641214" cy="1374182"/>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3200" kern="1200">
                <a:solidFill>
                  <a:schemeClr val="bg2">
                    <a:lumMod val="50000"/>
                  </a:schemeClr>
                </a:solidFill>
                <a:latin typeface="+mj-lt"/>
                <a:ea typeface="+mj-ea"/>
                <a:cs typeface="+mj-cs"/>
              </a:defRPr>
            </a:lvl1pPr>
          </a:lstStyle>
          <a:p>
            <a:pPr algn="ctr"/>
            <a:endParaRPr lang="en-US" sz="2400" b="1">
              <a:solidFill>
                <a:srgbClr val="FFFFFF"/>
              </a:solidFill>
              <a:latin typeface="微软雅黑"/>
              <a:ea typeface="Microsoft YaHei UI"/>
            </a:endParaRPr>
          </a:p>
        </p:txBody>
      </p:sp>
      <p:sp>
        <p:nvSpPr>
          <p:cNvPr id="9" name="TextBox 14"/>
          <p:cNvSpPr txBox="1"/>
          <p:nvPr/>
        </p:nvSpPr>
        <p:spPr>
          <a:xfrm>
            <a:off x="2934310" y="3028726"/>
            <a:ext cx="3197665" cy="1131079"/>
          </a:xfrm>
          <a:prstGeom prst="rect">
            <a:avLst/>
          </a:prstGeom>
          <a:noFill/>
        </p:spPr>
        <p:txBody>
          <a:bodyPr wrap="square" lIns="0" rtlCol="0">
            <a:spAutoFit/>
          </a:bodyPr>
          <a:lstStyle/>
          <a:p>
            <a:pPr algn="ctr">
              <a:lnSpc>
                <a:spcPct val="125000"/>
              </a:lnSpc>
            </a:pPr>
            <a:r>
              <a:rPr lang="zh-CN" altLang="en-US" sz="5400" dirty="0">
                <a:solidFill>
                  <a:srgbClr val="FFFFFF"/>
                </a:solidFill>
                <a:latin typeface="★日文毛笔" panose="02000609000000000000" pitchFamily="49" charset="-128"/>
                <a:ea typeface="★日文毛笔" panose="02000609000000000000" pitchFamily="49" charset="-128"/>
              </a:rPr>
              <a:t>五四青年</a:t>
            </a:r>
            <a:endParaRPr lang="en-US" sz="5400" dirty="0">
              <a:solidFill>
                <a:srgbClr val="FFFFFF"/>
              </a:solidFill>
              <a:latin typeface="★日文毛笔" panose="02000609000000000000" pitchFamily="49" charset="-128"/>
              <a:ea typeface="★日文毛笔" panose="02000609000000000000" pitchFamily="49" charset="-128"/>
            </a:endParaRPr>
          </a:p>
        </p:txBody>
      </p:sp>
      <p:sp>
        <p:nvSpPr>
          <p:cNvPr id="10" name="矩形 9"/>
          <p:cNvSpPr/>
          <p:nvPr/>
        </p:nvSpPr>
        <p:spPr>
          <a:xfrm>
            <a:off x="3404254" y="771730"/>
            <a:ext cx="3151989" cy="2169825"/>
          </a:xfrm>
          <a:prstGeom prst="rect">
            <a:avLst/>
          </a:prstGeom>
        </p:spPr>
        <p:txBody>
          <a:bodyPr wrap="square">
            <a:spAutoFit/>
          </a:bodyPr>
          <a:lstStyle/>
          <a:p>
            <a:pPr algn="ctr" defTabSz="514350"/>
            <a:r>
              <a:rPr lang="en-US" altLang="zh-CN" sz="13500" b="1" dirty="0">
                <a:solidFill>
                  <a:srgbClr val="FFFFFF"/>
                </a:solidFill>
                <a:latin typeface="微软雅黑"/>
                <a:ea typeface="Microsoft YaHei UI"/>
              </a:rPr>
              <a:t>04</a:t>
            </a:r>
          </a:p>
        </p:txBody>
      </p:sp>
      <p:cxnSp>
        <p:nvCxnSpPr>
          <p:cNvPr id="11" name="直接连接符 10"/>
          <p:cNvCxnSpPr>
            <a:cxnSpLocks/>
          </p:cNvCxnSpPr>
          <p:nvPr/>
        </p:nvCxnSpPr>
        <p:spPr>
          <a:xfrm>
            <a:off x="3792313" y="2824231"/>
            <a:ext cx="1481660" cy="1"/>
          </a:xfrm>
          <a:prstGeom prst="line">
            <a:avLst/>
          </a:prstGeom>
          <a:noFill/>
          <a:ln w="6350" cap="flat" cmpd="sng" algn="ctr">
            <a:solidFill>
              <a:sysClr val="window" lastClr="FFFFFF"/>
            </a:solidFill>
            <a:prstDash val="solid"/>
            <a:miter lim="800000"/>
          </a:ln>
          <a:effectLst/>
        </p:spPr>
      </p:cxnSp>
    </p:spTree>
    <p:extLst>
      <p:ext uri="{BB962C8B-B14F-4D97-AF65-F5344CB8AC3E}">
        <p14:creationId xmlns:p14="http://schemas.microsoft.com/office/powerpoint/2010/main" val="292777873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grpSp>
        <p:nvGrpSpPr>
          <p:cNvPr id="5" name="组合 4"/>
          <p:cNvGrpSpPr/>
          <p:nvPr/>
        </p:nvGrpSpPr>
        <p:grpSpPr>
          <a:xfrm>
            <a:off x="630495" y="1598854"/>
            <a:ext cx="864674" cy="2149200"/>
            <a:chOff x="708025" y="1670050"/>
            <a:chExt cx="709613" cy="1798638"/>
          </a:xfrm>
          <a:solidFill>
            <a:srgbClr val="CA2C3B"/>
          </a:solidFill>
        </p:grpSpPr>
        <p:sp>
          <p:nvSpPr>
            <p:cNvPr id="6" name="Freeform 5"/>
            <p:cNvSpPr>
              <a:spLocks/>
            </p:cNvSpPr>
            <p:nvPr/>
          </p:nvSpPr>
          <p:spPr bwMode="auto">
            <a:xfrm>
              <a:off x="708025" y="1976438"/>
              <a:ext cx="709613" cy="1492250"/>
            </a:xfrm>
            <a:custGeom>
              <a:avLst/>
              <a:gdLst>
                <a:gd name="T0" fmla="*/ 165 w 218"/>
                <a:gd name="T1" fmla="*/ 1 h 459"/>
                <a:gd name="T2" fmla="*/ 56 w 218"/>
                <a:gd name="T3" fmla="*/ 0 h 459"/>
                <a:gd name="T4" fmla="*/ 0 w 218"/>
                <a:gd name="T5" fmla="*/ 45 h 459"/>
                <a:gd name="T6" fmla="*/ 0 w 218"/>
                <a:gd name="T7" fmla="*/ 47 h 459"/>
                <a:gd name="T8" fmla="*/ 0 w 218"/>
                <a:gd name="T9" fmla="*/ 54 h 459"/>
                <a:gd name="T10" fmla="*/ 0 w 218"/>
                <a:gd name="T11" fmla="*/ 207 h 459"/>
                <a:gd name="T12" fmla="*/ 18 w 218"/>
                <a:gd name="T13" fmla="*/ 225 h 459"/>
                <a:gd name="T14" fmla="*/ 36 w 218"/>
                <a:gd name="T15" fmla="*/ 207 h 459"/>
                <a:gd name="T16" fmla="*/ 36 w 218"/>
                <a:gd name="T17" fmla="*/ 75 h 459"/>
                <a:gd name="T18" fmla="*/ 52 w 218"/>
                <a:gd name="T19" fmla="*/ 75 h 459"/>
                <a:gd name="T20" fmla="*/ 52 w 218"/>
                <a:gd name="T21" fmla="*/ 201 h 459"/>
                <a:gd name="T22" fmla="*/ 52 w 218"/>
                <a:gd name="T23" fmla="*/ 206 h 459"/>
                <a:gd name="T24" fmla="*/ 52 w 218"/>
                <a:gd name="T25" fmla="*/ 433 h 459"/>
                <a:gd name="T26" fmla="*/ 77 w 218"/>
                <a:gd name="T27" fmla="*/ 459 h 459"/>
                <a:gd name="T28" fmla="*/ 102 w 218"/>
                <a:gd name="T29" fmla="*/ 433 h 459"/>
                <a:gd name="T30" fmla="*/ 102 w 218"/>
                <a:gd name="T31" fmla="*/ 233 h 459"/>
                <a:gd name="T32" fmla="*/ 115 w 218"/>
                <a:gd name="T33" fmla="*/ 233 h 459"/>
                <a:gd name="T34" fmla="*/ 115 w 218"/>
                <a:gd name="T35" fmla="*/ 433 h 459"/>
                <a:gd name="T36" fmla="*/ 140 w 218"/>
                <a:gd name="T37" fmla="*/ 459 h 459"/>
                <a:gd name="T38" fmla="*/ 165 w 218"/>
                <a:gd name="T39" fmla="*/ 433 h 459"/>
                <a:gd name="T40" fmla="*/ 165 w 218"/>
                <a:gd name="T41" fmla="*/ 201 h 459"/>
                <a:gd name="T42" fmla="*/ 165 w 218"/>
                <a:gd name="T43" fmla="*/ 200 h 459"/>
                <a:gd name="T44" fmla="*/ 165 w 218"/>
                <a:gd name="T45" fmla="*/ 75 h 459"/>
                <a:gd name="T46" fmla="*/ 179 w 218"/>
                <a:gd name="T47" fmla="*/ 75 h 459"/>
                <a:gd name="T48" fmla="*/ 179 w 218"/>
                <a:gd name="T49" fmla="*/ 207 h 459"/>
                <a:gd name="T50" fmla="*/ 198 w 218"/>
                <a:gd name="T51" fmla="*/ 225 h 459"/>
                <a:gd name="T52" fmla="*/ 218 w 218"/>
                <a:gd name="T53" fmla="*/ 207 h 459"/>
                <a:gd name="T54" fmla="*/ 218 w 218"/>
                <a:gd name="T55" fmla="*/ 54 h 459"/>
                <a:gd name="T56" fmla="*/ 218 w 218"/>
                <a:gd name="T57" fmla="*/ 47 h 459"/>
                <a:gd name="T58" fmla="*/ 218 w 218"/>
                <a:gd name="T59" fmla="*/ 43 h 459"/>
                <a:gd name="T60" fmla="*/ 165 w 218"/>
                <a:gd name="T61" fmla="*/ 1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8" h="459">
                  <a:moveTo>
                    <a:pt x="165" y="1"/>
                  </a:moveTo>
                  <a:cubicBezTo>
                    <a:pt x="56" y="0"/>
                    <a:pt x="56" y="0"/>
                    <a:pt x="56" y="0"/>
                  </a:cubicBezTo>
                  <a:cubicBezTo>
                    <a:pt x="15" y="1"/>
                    <a:pt x="0" y="34"/>
                    <a:pt x="0" y="45"/>
                  </a:cubicBezTo>
                  <a:cubicBezTo>
                    <a:pt x="0" y="47"/>
                    <a:pt x="0" y="47"/>
                    <a:pt x="0" y="47"/>
                  </a:cubicBezTo>
                  <a:cubicBezTo>
                    <a:pt x="0" y="54"/>
                    <a:pt x="0" y="54"/>
                    <a:pt x="0" y="54"/>
                  </a:cubicBezTo>
                  <a:cubicBezTo>
                    <a:pt x="0" y="207"/>
                    <a:pt x="0" y="207"/>
                    <a:pt x="0" y="207"/>
                  </a:cubicBezTo>
                  <a:cubicBezTo>
                    <a:pt x="0" y="217"/>
                    <a:pt x="8" y="225"/>
                    <a:pt x="18" y="225"/>
                  </a:cubicBezTo>
                  <a:cubicBezTo>
                    <a:pt x="28" y="225"/>
                    <a:pt x="36" y="217"/>
                    <a:pt x="36" y="207"/>
                  </a:cubicBezTo>
                  <a:cubicBezTo>
                    <a:pt x="36" y="75"/>
                    <a:pt x="36" y="75"/>
                    <a:pt x="36" y="75"/>
                  </a:cubicBezTo>
                  <a:cubicBezTo>
                    <a:pt x="52" y="75"/>
                    <a:pt x="52" y="75"/>
                    <a:pt x="52" y="75"/>
                  </a:cubicBezTo>
                  <a:cubicBezTo>
                    <a:pt x="52" y="201"/>
                    <a:pt x="52" y="201"/>
                    <a:pt x="52" y="201"/>
                  </a:cubicBezTo>
                  <a:cubicBezTo>
                    <a:pt x="52" y="203"/>
                    <a:pt x="52" y="205"/>
                    <a:pt x="52" y="206"/>
                  </a:cubicBezTo>
                  <a:cubicBezTo>
                    <a:pt x="52" y="433"/>
                    <a:pt x="52" y="433"/>
                    <a:pt x="52" y="433"/>
                  </a:cubicBezTo>
                  <a:cubicBezTo>
                    <a:pt x="52" y="448"/>
                    <a:pt x="63" y="459"/>
                    <a:pt x="77" y="459"/>
                  </a:cubicBezTo>
                  <a:cubicBezTo>
                    <a:pt x="91" y="459"/>
                    <a:pt x="102" y="448"/>
                    <a:pt x="102" y="433"/>
                  </a:cubicBezTo>
                  <a:cubicBezTo>
                    <a:pt x="102" y="233"/>
                    <a:pt x="102" y="233"/>
                    <a:pt x="102" y="233"/>
                  </a:cubicBezTo>
                  <a:cubicBezTo>
                    <a:pt x="115" y="233"/>
                    <a:pt x="115" y="233"/>
                    <a:pt x="115" y="233"/>
                  </a:cubicBezTo>
                  <a:cubicBezTo>
                    <a:pt x="115" y="433"/>
                    <a:pt x="115" y="433"/>
                    <a:pt x="115" y="433"/>
                  </a:cubicBezTo>
                  <a:cubicBezTo>
                    <a:pt x="115" y="448"/>
                    <a:pt x="126" y="459"/>
                    <a:pt x="140" y="459"/>
                  </a:cubicBezTo>
                  <a:cubicBezTo>
                    <a:pt x="154" y="459"/>
                    <a:pt x="165" y="448"/>
                    <a:pt x="165" y="433"/>
                  </a:cubicBezTo>
                  <a:cubicBezTo>
                    <a:pt x="165" y="201"/>
                    <a:pt x="165" y="201"/>
                    <a:pt x="165" y="201"/>
                  </a:cubicBezTo>
                  <a:cubicBezTo>
                    <a:pt x="165" y="200"/>
                    <a:pt x="165" y="200"/>
                    <a:pt x="165" y="200"/>
                  </a:cubicBezTo>
                  <a:cubicBezTo>
                    <a:pt x="165" y="75"/>
                    <a:pt x="165" y="75"/>
                    <a:pt x="165" y="75"/>
                  </a:cubicBezTo>
                  <a:cubicBezTo>
                    <a:pt x="179" y="75"/>
                    <a:pt x="179" y="75"/>
                    <a:pt x="179" y="75"/>
                  </a:cubicBezTo>
                  <a:cubicBezTo>
                    <a:pt x="179" y="207"/>
                    <a:pt x="179" y="207"/>
                    <a:pt x="179" y="207"/>
                  </a:cubicBezTo>
                  <a:cubicBezTo>
                    <a:pt x="179" y="217"/>
                    <a:pt x="187" y="225"/>
                    <a:pt x="198" y="225"/>
                  </a:cubicBezTo>
                  <a:cubicBezTo>
                    <a:pt x="209" y="225"/>
                    <a:pt x="218" y="217"/>
                    <a:pt x="218" y="207"/>
                  </a:cubicBezTo>
                  <a:cubicBezTo>
                    <a:pt x="218" y="54"/>
                    <a:pt x="218" y="54"/>
                    <a:pt x="218" y="54"/>
                  </a:cubicBezTo>
                  <a:cubicBezTo>
                    <a:pt x="218" y="47"/>
                    <a:pt x="218" y="47"/>
                    <a:pt x="218" y="47"/>
                  </a:cubicBezTo>
                  <a:cubicBezTo>
                    <a:pt x="218" y="43"/>
                    <a:pt x="218" y="43"/>
                    <a:pt x="218" y="43"/>
                  </a:cubicBezTo>
                  <a:cubicBezTo>
                    <a:pt x="218" y="30"/>
                    <a:pt x="199" y="1"/>
                    <a:pt x="165" y="1"/>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sp>
          <p:nvSpPr>
            <p:cNvPr id="7" name="Oval 6"/>
            <p:cNvSpPr>
              <a:spLocks noChangeArrowheads="1"/>
            </p:cNvSpPr>
            <p:nvPr/>
          </p:nvSpPr>
          <p:spPr bwMode="auto">
            <a:xfrm>
              <a:off x="919163" y="1670050"/>
              <a:ext cx="284163" cy="279400"/>
            </a:xfrm>
            <a:prstGeom prst="ellips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600"/>
            </a:p>
          </p:txBody>
        </p:sp>
      </p:grpSp>
      <p:sp>
        <p:nvSpPr>
          <p:cNvPr id="8" name="TextBox 682"/>
          <p:cNvSpPr txBox="1"/>
          <p:nvPr/>
        </p:nvSpPr>
        <p:spPr>
          <a:xfrm>
            <a:off x="1584534" y="1314587"/>
            <a:ext cx="1107996" cy="1015663"/>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6000" dirty="0">
                <a:solidFill>
                  <a:schemeClr val="tx1"/>
                </a:solidFill>
              </a:rPr>
              <a:t>42</a:t>
            </a:r>
            <a:r>
              <a:rPr lang="en-US" altLang="zh-CN" sz="2400" dirty="0">
                <a:solidFill>
                  <a:schemeClr val="tx1"/>
                </a:solidFill>
              </a:rPr>
              <a:t>%</a:t>
            </a:r>
            <a:endParaRPr lang="zh-CN" altLang="en-US" sz="6000" dirty="0">
              <a:solidFill>
                <a:schemeClr val="tx1"/>
              </a:solidFill>
            </a:endParaRPr>
          </a:p>
        </p:txBody>
      </p:sp>
      <p:sp>
        <p:nvSpPr>
          <p:cNvPr id="9" name="TextBox 199"/>
          <p:cNvSpPr txBox="1"/>
          <p:nvPr/>
        </p:nvSpPr>
        <p:spPr bwMode="auto">
          <a:xfrm>
            <a:off x="1561187" y="2233196"/>
            <a:ext cx="1261884" cy="369332"/>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1800" dirty="0">
                <a:solidFill>
                  <a:schemeClr val="tx1"/>
                </a:solidFill>
              </a:rPr>
              <a:t>添加标题</a:t>
            </a:r>
          </a:p>
        </p:txBody>
      </p:sp>
      <p:cxnSp>
        <p:nvCxnSpPr>
          <p:cNvPr id="10" name="直接连接符 9"/>
          <p:cNvCxnSpPr/>
          <p:nvPr/>
        </p:nvCxnSpPr>
        <p:spPr>
          <a:xfrm flipH="1">
            <a:off x="1561187" y="2219488"/>
            <a:ext cx="124868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1561187" y="2629063"/>
            <a:ext cx="124868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矩形 1"/>
          <p:cNvSpPr>
            <a:spLocks noChangeArrowheads="1"/>
          </p:cNvSpPr>
          <p:nvPr/>
        </p:nvSpPr>
        <p:spPr bwMode="auto">
          <a:xfrm>
            <a:off x="1531672" y="2703515"/>
            <a:ext cx="124010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0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000" dirty="0">
              <a:solidFill>
                <a:schemeClr val="tx1">
                  <a:lumMod val="65000"/>
                  <a:lumOff val="35000"/>
                </a:schemeClr>
              </a:solidFill>
              <a:latin typeface="微软雅黑" pitchFamily="34" charset="-122"/>
              <a:ea typeface="微软雅黑" pitchFamily="34" charset="-122"/>
            </a:endParaRPr>
          </a:p>
        </p:txBody>
      </p:sp>
      <p:sp>
        <p:nvSpPr>
          <p:cNvPr id="13" name="TextBox 682"/>
          <p:cNvSpPr txBox="1"/>
          <p:nvPr/>
        </p:nvSpPr>
        <p:spPr>
          <a:xfrm>
            <a:off x="4530934" y="1314586"/>
            <a:ext cx="1107996" cy="1015663"/>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6000" dirty="0">
                <a:solidFill>
                  <a:schemeClr val="tx1"/>
                </a:solidFill>
              </a:rPr>
              <a:t>38</a:t>
            </a:r>
            <a:r>
              <a:rPr lang="en-US" altLang="zh-CN" sz="2400" dirty="0">
                <a:solidFill>
                  <a:schemeClr val="tx1"/>
                </a:solidFill>
              </a:rPr>
              <a:t>%</a:t>
            </a:r>
            <a:endParaRPr lang="zh-CN" altLang="en-US" sz="6000" dirty="0">
              <a:solidFill>
                <a:schemeClr val="tx1"/>
              </a:solidFill>
            </a:endParaRPr>
          </a:p>
        </p:txBody>
      </p:sp>
      <p:sp>
        <p:nvSpPr>
          <p:cNvPr id="14" name="TextBox 205"/>
          <p:cNvSpPr txBox="1"/>
          <p:nvPr/>
        </p:nvSpPr>
        <p:spPr bwMode="auto">
          <a:xfrm>
            <a:off x="4507587" y="2233196"/>
            <a:ext cx="1261884" cy="369332"/>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1800" dirty="0">
                <a:solidFill>
                  <a:schemeClr val="tx1"/>
                </a:solidFill>
              </a:rPr>
              <a:t>添加标题</a:t>
            </a:r>
          </a:p>
        </p:txBody>
      </p:sp>
      <p:cxnSp>
        <p:nvCxnSpPr>
          <p:cNvPr id="15" name="直接连接符 14"/>
          <p:cNvCxnSpPr/>
          <p:nvPr/>
        </p:nvCxnSpPr>
        <p:spPr>
          <a:xfrm flipH="1">
            <a:off x="4507587" y="2219488"/>
            <a:ext cx="124868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4507587" y="2629063"/>
            <a:ext cx="124868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矩形 1"/>
          <p:cNvSpPr>
            <a:spLocks noChangeArrowheads="1"/>
          </p:cNvSpPr>
          <p:nvPr/>
        </p:nvSpPr>
        <p:spPr bwMode="auto">
          <a:xfrm>
            <a:off x="4478072" y="2703515"/>
            <a:ext cx="124010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0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000" dirty="0">
              <a:solidFill>
                <a:schemeClr val="tx1">
                  <a:lumMod val="65000"/>
                  <a:lumOff val="35000"/>
                </a:schemeClr>
              </a:solidFill>
              <a:latin typeface="微软雅黑" pitchFamily="34" charset="-122"/>
              <a:ea typeface="微软雅黑" pitchFamily="34" charset="-122"/>
            </a:endParaRPr>
          </a:p>
        </p:txBody>
      </p:sp>
      <p:sp>
        <p:nvSpPr>
          <p:cNvPr id="18" name="TextBox 682"/>
          <p:cNvSpPr txBox="1"/>
          <p:nvPr/>
        </p:nvSpPr>
        <p:spPr>
          <a:xfrm>
            <a:off x="7070934" y="1256130"/>
            <a:ext cx="1107996" cy="1015663"/>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6000" dirty="0">
                <a:solidFill>
                  <a:schemeClr val="tx1"/>
                </a:solidFill>
              </a:rPr>
              <a:t>57</a:t>
            </a:r>
            <a:r>
              <a:rPr lang="en-US" altLang="zh-CN" sz="2400" dirty="0">
                <a:solidFill>
                  <a:schemeClr val="tx1"/>
                </a:solidFill>
              </a:rPr>
              <a:t>%</a:t>
            </a:r>
            <a:endParaRPr lang="zh-CN" altLang="en-US" sz="6000" dirty="0">
              <a:solidFill>
                <a:schemeClr val="tx1"/>
              </a:solidFill>
            </a:endParaRPr>
          </a:p>
        </p:txBody>
      </p:sp>
      <p:sp>
        <p:nvSpPr>
          <p:cNvPr id="19" name="TextBox 210"/>
          <p:cNvSpPr txBox="1"/>
          <p:nvPr/>
        </p:nvSpPr>
        <p:spPr bwMode="auto">
          <a:xfrm>
            <a:off x="7047587" y="2233196"/>
            <a:ext cx="1261884" cy="369332"/>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1800" dirty="0">
                <a:solidFill>
                  <a:schemeClr val="tx1"/>
                </a:solidFill>
              </a:rPr>
              <a:t>添加标题</a:t>
            </a:r>
          </a:p>
        </p:txBody>
      </p:sp>
      <p:cxnSp>
        <p:nvCxnSpPr>
          <p:cNvPr id="20" name="直接连接符 19"/>
          <p:cNvCxnSpPr/>
          <p:nvPr/>
        </p:nvCxnSpPr>
        <p:spPr>
          <a:xfrm flipH="1">
            <a:off x="7047587" y="2219488"/>
            <a:ext cx="124868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7047587" y="2629063"/>
            <a:ext cx="124868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矩形 1"/>
          <p:cNvSpPr>
            <a:spLocks noChangeArrowheads="1"/>
          </p:cNvSpPr>
          <p:nvPr/>
        </p:nvSpPr>
        <p:spPr bwMode="auto">
          <a:xfrm>
            <a:off x="7018072" y="2703515"/>
            <a:ext cx="124010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0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endParaRPr lang="zh-CN" altLang="zh-CN" sz="1000" dirty="0">
              <a:solidFill>
                <a:schemeClr val="tx1">
                  <a:lumMod val="65000"/>
                  <a:lumOff val="35000"/>
                </a:schemeClr>
              </a:solidFill>
              <a:latin typeface="微软雅黑" pitchFamily="34" charset="-122"/>
              <a:ea typeface="微软雅黑" pitchFamily="34" charset="-122"/>
            </a:endParaRPr>
          </a:p>
        </p:txBody>
      </p:sp>
      <p:grpSp>
        <p:nvGrpSpPr>
          <p:cNvPr id="23" name="Group 180"/>
          <p:cNvGrpSpPr>
            <a:grpSpLocks noChangeAspect="1"/>
          </p:cNvGrpSpPr>
          <p:nvPr/>
        </p:nvGrpSpPr>
        <p:grpSpPr bwMode="auto">
          <a:xfrm>
            <a:off x="3347866" y="1600169"/>
            <a:ext cx="776287" cy="2147887"/>
            <a:chOff x="-822" y="1041"/>
            <a:chExt cx="489" cy="1353"/>
          </a:xfrm>
          <a:solidFill>
            <a:srgbClr val="CA2C3B"/>
          </a:solidFill>
        </p:grpSpPr>
        <p:sp>
          <p:nvSpPr>
            <p:cNvPr id="24" name="Freeform 181"/>
            <p:cNvSpPr>
              <a:spLocks/>
            </p:cNvSpPr>
            <p:nvPr/>
          </p:nvSpPr>
          <p:spPr bwMode="auto">
            <a:xfrm>
              <a:off x="-730" y="1041"/>
              <a:ext cx="271" cy="280"/>
            </a:xfrm>
            <a:custGeom>
              <a:avLst/>
              <a:gdLst>
                <a:gd name="T0" fmla="*/ 6 w 186"/>
                <a:gd name="T1" fmla="*/ 164 h 192"/>
                <a:gd name="T2" fmla="*/ 26 w 186"/>
                <a:gd name="T3" fmla="*/ 186 h 192"/>
                <a:gd name="T4" fmla="*/ 70 w 186"/>
                <a:gd name="T5" fmla="*/ 182 h 192"/>
                <a:gd name="T6" fmla="*/ 47 w 186"/>
                <a:gd name="T7" fmla="*/ 151 h 192"/>
                <a:gd name="T8" fmla="*/ 38 w 186"/>
                <a:gd name="T9" fmla="*/ 81 h 192"/>
                <a:gd name="T10" fmla="*/ 151 w 186"/>
                <a:gd name="T11" fmla="*/ 88 h 192"/>
                <a:gd name="T12" fmla="*/ 142 w 186"/>
                <a:gd name="T13" fmla="*/ 151 h 192"/>
                <a:gd name="T14" fmla="*/ 118 w 186"/>
                <a:gd name="T15" fmla="*/ 184 h 192"/>
                <a:gd name="T16" fmla="*/ 172 w 186"/>
                <a:gd name="T17" fmla="*/ 183 h 192"/>
                <a:gd name="T18" fmla="*/ 181 w 186"/>
                <a:gd name="T19" fmla="*/ 90 h 192"/>
                <a:gd name="T20" fmla="*/ 159 w 186"/>
                <a:gd name="T21" fmla="*/ 29 h 192"/>
                <a:gd name="T22" fmla="*/ 34 w 186"/>
                <a:gd name="T23" fmla="*/ 27 h 192"/>
                <a:gd name="T24" fmla="*/ 6 w 186"/>
                <a:gd name="T25" fmla="*/ 16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 h="192">
                  <a:moveTo>
                    <a:pt x="6" y="164"/>
                  </a:moveTo>
                  <a:cubicBezTo>
                    <a:pt x="7" y="169"/>
                    <a:pt x="14" y="183"/>
                    <a:pt x="26" y="186"/>
                  </a:cubicBezTo>
                  <a:cubicBezTo>
                    <a:pt x="44" y="191"/>
                    <a:pt x="70" y="182"/>
                    <a:pt x="70" y="182"/>
                  </a:cubicBezTo>
                  <a:cubicBezTo>
                    <a:pt x="61" y="175"/>
                    <a:pt x="52" y="165"/>
                    <a:pt x="47" y="151"/>
                  </a:cubicBezTo>
                  <a:cubicBezTo>
                    <a:pt x="37" y="128"/>
                    <a:pt x="37" y="97"/>
                    <a:pt x="38" y="81"/>
                  </a:cubicBezTo>
                  <a:cubicBezTo>
                    <a:pt x="65" y="129"/>
                    <a:pt x="110" y="82"/>
                    <a:pt x="151" y="88"/>
                  </a:cubicBezTo>
                  <a:cubicBezTo>
                    <a:pt x="152" y="105"/>
                    <a:pt x="151" y="131"/>
                    <a:pt x="142" y="151"/>
                  </a:cubicBezTo>
                  <a:cubicBezTo>
                    <a:pt x="136" y="166"/>
                    <a:pt x="127" y="176"/>
                    <a:pt x="118" y="184"/>
                  </a:cubicBezTo>
                  <a:cubicBezTo>
                    <a:pt x="131" y="188"/>
                    <a:pt x="156" y="192"/>
                    <a:pt x="172" y="183"/>
                  </a:cubicBezTo>
                  <a:cubicBezTo>
                    <a:pt x="186" y="175"/>
                    <a:pt x="183" y="105"/>
                    <a:pt x="181" y="90"/>
                  </a:cubicBezTo>
                  <a:cubicBezTo>
                    <a:pt x="178" y="63"/>
                    <a:pt x="170" y="40"/>
                    <a:pt x="159" y="29"/>
                  </a:cubicBezTo>
                  <a:cubicBezTo>
                    <a:pt x="125" y="1"/>
                    <a:pt x="65" y="0"/>
                    <a:pt x="34" y="27"/>
                  </a:cubicBezTo>
                  <a:cubicBezTo>
                    <a:pt x="13" y="44"/>
                    <a:pt x="0" y="121"/>
                    <a:pt x="6" y="164"/>
                  </a:cubicBezTo>
                  <a:close/>
                </a:path>
              </a:pathLst>
            </a:custGeom>
            <a:grpFill/>
            <a:ln>
              <a:noFill/>
            </a:ln>
          </p:spPr>
          <p:txBody>
            <a:bodyPr/>
            <a:lstStyle/>
            <a:p>
              <a:endParaRPr lang="zh-CN" altLang="en-US" sz="1600"/>
            </a:p>
          </p:txBody>
        </p:sp>
        <p:sp>
          <p:nvSpPr>
            <p:cNvPr id="25" name="Freeform 182"/>
            <p:cNvSpPr>
              <a:spLocks/>
            </p:cNvSpPr>
            <p:nvPr/>
          </p:nvSpPr>
          <p:spPr bwMode="auto">
            <a:xfrm>
              <a:off x="-822" y="1363"/>
              <a:ext cx="489" cy="1031"/>
            </a:xfrm>
            <a:custGeom>
              <a:avLst/>
              <a:gdLst>
                <a:gd name="T0" fmla="*/ 70 w 335"/>
                <a:gd name="T1" fmla="*/ 246 h 707"/>
                <a:gd name="T2" fmla="*/ 39 w 335"/>
                <a:gd name="T3" fmla="*/ 369 h 707"/>
                <a:gd name="T4" fmla="*/ 72 w 335"/>
                <a:gd name="T5" fmla="*/ 525 h 707"/>
                <a:gd name="T6" fmla="*/ 92 w 335"/>
                <a:gd name="T7" fmla="*/ 525 h 707"/>
                <a:gd name="T8" fmla="*/ 118 w 335"/>
                <a:gd name="T9" fmla="*/ 707 h 707"/>
                <a:gd name="T10" fmla="*/ 166 w 335"/>
                <a:gd name="T11" fmla="*/ 707 h 707"/>
                <a:gd name="T12" fmla="*/ 160 w 335"/>
                <a:gd name="T13" fmla="*/ 525 h 707"/>
                <a:gd name="T14" fmla="*/ 179 w 335"/>
                <a:gd name="T15" fmla="*/ 525 h 707"/>
                <a:gd name="T16" fmla="*/ 180 w 335"/>
                <a:gd name="T17" fmla="*/ 707 h 707"/>
                <a:gd name="T18" fmla="*/ 221 w 335"/>
                <a:gd name="T19" fmla="*/ 707 h 707"/>
                <a:gd name="T20" fmla="*/ 243 w 335"/>
                <a:gd name="T21" fmla="*/ 525 h 707"/>
                <a:gd name="T22" fmla="*/ 270 w 335"/>
                <a:gd name="T23" fmla="*/ 525 h 707"/>
                <a:gd name="T24" fmla="*/ 292 w 335"/>
                <a:gd name="T25" fmla="*/ 365 h 707"/>
                <a:gd name="T26" fmla="*/ 258 w 335"/>
                <a:gd name="T27" fmla="*/ 242 h 707"/>
                <a:gd name="T28" fmla="*/ 296 w 335"/>
                <a:gd name="T29" fmla="*/ 305 h 707"/>
                <a:gd name="T30" fmla="*/ 335 w 335"/>
                <a:gd name="T31" fmla="*/ 288 h 707"/>
                <a:gd name="T32" fmla="*/ 273 w 335"/>
                <a:gd name="T33" fmla="*/ 0 h 707"/>
                <a:gd name="T34" fmla="*/ 261 w 335"/>
                <a:gd name="T35" fmla="*/ 0 h 707"/>
                <a:gd name="T36" fmla="*/ 237 w 335"/>
                <a:gd name="T37" fmla="*/ 0 h 707"/>
                <a:gd name="T38" fmla="*/ 225 w 335"/>
                <a:gd name="T39" fmla="*/ 0 h 707"/>
                <a:gd name="T40" fmla="*/ 160 w 335"/>
                <a:gd name="T41" fmla="*/ 42 h 707"/>
                <a:gd name="T42" fmla="*/ 94 w 335"/>
                <a:gd name="T43" fmla="*/ 0 h 707"/>
                <a:gd name="T44" fmla="*/ 89 w 335"/>
                <a:gd name="T45" fmla="*/ 0 h 707"/>
                <a:gd name="T46" fmla="*/ 55 w 335"/>
                <a:gd name="T47" fmla="*/ 0 h 707"/>
                <a:gd name="T48" fmla="*/ 47 w 335"/>
                <a:gd name="T49" fmla="*/ 0 h 707"/>
                <a:gd name="T50" fmla="*/ 0 w 335"/>
                <a:gd name="T51" fmla="*/ 316 h 707"/>
                <a:gd name="T52" fmla="*/ 34 w 335"/>
                <a:gd name="T53" fmla="*/ 329 h 707"/>
                <a:gd name="T54" fmla="*/ 70 w 335"/>
                <a:gd name="T55" fmla="*/ 246 h 7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5" h="707">
                  <a:moveTo>
                    <a:pt x="70" y="246"/>
                  </a:moveTo>
                  <a:cubicBezTo>
                    <a:pt x="39" y="369"/>
                    <a:pt x="39" y="369"/>
                    <a:pt x="39" y="369"/>
                  </a:cubicBezTo>
                  <a:cubicBezTo>
                    <a:pt x="72" y="525"/>
                    <a:pt x="72" y="525"/>
                    <a:pt x="72" y="525"/>
                  </a:cubicBezTo>
                  <a:cubicBezTo>
                    <a:pt x="92" y="525"/>
                    <a:pt x="92" y="525"/>
                    <a:pt x="92" y="525"/>
                  </a:cubicBezTo>
                  <a:cubicBezTo>
                    <a:pt x="118" y="707"/>
                    <a:pt x="118" y="707"/>
                    <a:pt x="118" y="707"/>
                  </a:cubicBezTo>
                  <a:cubicBezTo>
                    <a:pt x="166" y="707"/>
                    <a:pt x="166" y="707"/>
                    <a:pt x="166" y="707"/>
                  </a:cubicBezTo>
                  <a:cubicBezTo>
                    <a:pt x="160" y="525"/>
                    <a:pt x="160" y="525"/>
                    <a:pt x="160" y="525"/>
                  </a:cubicBezTo>
                  <a:cubicBezTo>
                    <a:pt x="179" y="525"/>
                    <a:pt x="179" y="525"/>
                    <a:pt x="179" y="525"/>
                  </a:cubicBezTo>
                  <a:cubicBezTo>
                    <a:pt x="180" y="707"/>
                    <a:pt x="180" y="707"/>
                    <a:pt x="180" y="707"/>
                  </a:cubicBezTo>
                  <a:cubicBezTo>
                    <a:pt x="221" y="707"/>
                    <a:pt x="221" y="707"/>
                    <a:pt x="221" y="707"/>
                  </a:cubicBezTo>
                  <a:cubicBezTo>
                    <a:pt x="243" y="525"/>
                    <a:pt x="243" y="525"/>
                    <a:pt x="243" y="525"/>
                  </a:cubicBezTo>
                  <a:cubicBezTo>
                    <a:pt x="270" y="525"/>
                    <a:pt x="270" y="525"/>
                    <a:pt x="270" y="525"/>
                  </a:cubicBezTo>
                  <a:cubicBezTo>
                    <a:pt x="292" y="365"/>
                    <a:pt x="292" y="365"/>
                    <a:pt x="292" y="365"/>
                  </a:cubicBezTo>
                  <a:cubicBezTo>
                    <a:pt x="258" y="242"/>
                    <a:pt x="258" y="242"/>
                    <a:pt x="258" y="242"/>
                  </a:cubicBezTo>
                  <a:cubicBezTo>
                    <a:pt x="296" y="305"/>
                    <a:pt x="296" y="305"/>
                    <a:pt x="296" y="305"/>
                  </a:cubicBezTo>
                  <a:cubicBezTo>
                    <a:pt x="335" y="288"/>
                    <a:pt x="335" y="288"/>
                    <a:pt x="335" y="288"/>
                  </a:cubicBezTo>
                  <a:cubicBezTo>
                    <a:pt x="273" y="0"/>
                    <a:pt x="273" y="0"/>
                    <a:pt x="273" y="0"/>
                  </a:cubicBezTo>
                  <a:cubicBezTo>
                    <a:pt x="261" y="0"/>
                    <a:pt x="261" y="0"/>
                    <a:pt x="261" y="0"/>
                  </a:cubicBezTo>
                  <a:cubicBezTo>
                    <a:pt x="237" y="0"/>
                    <a:pt x="237" y="0"/>
                    <a:pt x="237" y="0"/>
                  </a:cubicBezTo>
                  <a:cubicBezTo>
                    <a:pt x="225" y="0"/>
                    <a:pt x="225" y="0"/>
                    <a:pt x="225" y="0"/>
                  </a:cubicBezTo>
                  <a:cubicBezTo>
                    <a:pt x="215" y="25"/>
                    <a:pt x="190" y="42"/>
                    <a:pt x="160" y="42"/>
                  </a:cubicBezTo>
                  <a:cubicBezTo>
                    <a:pt x="130" y="42"/>
                    <a:pt x="104" y="25"/>
                    <a:pt x="94" y="0"/>
                  </a:cubicBezTo>
                  <a:cubicBezTo>
                    <a:pt x="89" y="0"/>
                    <a:pt x="89" y="0"/>
                    <a:pt x="89" y="0"/>
                  </a:cubicBezTo>
                  <a:cubicBezTo>
                    <a:pt x="55" y="0"/>
                    <a:pt x="55" y="0"/>
                    <a:pt x="55" y="0"/>
                  </a:cubicBezTo>
                  <a:cubicBezTo>
                    <a:pt x="47" y="0"/>
                    <a:pt x="47" y="0"/>
                    <a:pt x="47" y="0"/>
                  </a:cubicBezTo>
                  <a:cubicBezTo>
                    <a:pt x="0" y="316"/>
                    <a:pt x="0" y="316"/>
                    <a:pt x="0" y="316"/>
                  </a:cubicBezTo>
                  <a:cubicBezTo>
                    <a:pt x="34" y="329"/>
                    <a:pt x="34" y="329"/>
                    <a:pt x="34" y="329"/>
                  </a:cubicBezTo>
                  <a:cubicBezTo>
                    <a:pt x="70" y="246"/>
                    <a:pt x="70" y="246"/>
                    <a:pt x="70" y="246"/>
                  </a:cubicBezTo>
                  <a:close/>
                </a:path>
              </a:pathLst>
            </a:custGeom>
            <a:grpFill/>
            <a:ln>
              <a:noFill/>
            </a:ln>
          </p:spPr>
          <p:txBody>
            <a:bodyPr/>
            <a:lstStyle/>
            <a:p>
              <a:endParaRPr lang="zh-CN" altLang="en-US" sz="1600"/>
            </a:p>
          </p:txBody>
        </p:sp>
      </p:grpSp>
      <p:grpSp>
        <p:nvGrpSpPr>
          <p:cNvPr id="26" name="Group 186"/>
          <p:cNvGrpSpPr>
            <a:grpSpLocks noChangeAspect="1"/>
          </p:cNvGrpSpPr>
          <p:nvPr/>
        </p:nvGrpSpPr>
        <p:grpSpPr bwMode="auto">
          <a:xfrm>
            <a:off x="5974976" y="1598854"/>
            <a:ext cx="888505" cy="2149200"/>
            <a:chOff x="-547" y="1214"/>
            <a:chExt cx="635" cy="1536"/>
          </a:xfrm>
          <a:solidFill>
            <a:srgbClr val="CA2C3B"/>
          </a:solidFill>
        </p:grpSpPr>
        <p:sp>
          <p:nvSpPr>
            <p:cNvPr id="27" name="Freeform 187"/>
            <p:cNvSpPr>
              <a:spLocks/>
            </p:cNvSpPr>
            <p:nvPr/>
          </p:nvSpPr>
          <p:spPr bwMode="auto">
            <a:xfrm>
              <a:off x="-547" y="1575"/>
              <a:ext cx="635" cy="1175"/>
            </a:xfrm>
            <a:custGeom>
              <a:avLst/>
              <a:gdLst>
                <a:gd name="T0" fmla="*/ 391 w 391"/>
                <a:gd name="T1" fmla="*/ 259 h 722"/>
                <a:gd name="T2" fmla="*/ 323 w 391"/>
                <a:gd name="T3" fmla="*/ 335 h 722"/>
                <a:gd name="T4" fmla="*/ 320 w 391"/>
                <a:gd name="T5" fmla="*/ 722 h 722"/>
                <a:gd name="T6" fmla="*/ 239 w 391"/>
                <a:gd name="T7" fmla="*/ 722 h 722"/>
                <a:gd name="T8" fmla="*/ 211 w 391"/>
                <a:gd name="T9" fmla="*/ 395 h 722"/>
                <a:gd name="T10" fmla="*/ 189 w 391"/>
                <a:gd name="T11" fmla="*/ 395 h 722"/>
                <a:gd name="T12" fmla="*/ 155 w 391"/>
                <a:gd name="T13" fmla="*/ 722 h 722"/>
                <a:gd name="T14" fmla="*/ 71 w 391"/>
                <a:gd name="T15" fmla="*/ 722 h 722"/>
                <a:gd name="T16" fmla="*/ 73 w 391"/>
                <a:gd name="T17" fmla="*/ 335 h 722"/>
                <a:gd name="T18" fmla="*/ 0 w 391"/>
                <a:gd name="T19" fmla="*/ 280 h 722"/>
                <a:gd name="T20" fmla="*/ 56 w 391"/>
                <a:gd name="T21" fmla="*/ 14 h 722"/>
                <a:gd name="T22" fmla="*/ 115 w 391"/>
                <a:gd name="T23" fmla="*/ 14 h 722"/>
                <a:gd name="T24" fmla="*/ 171 w 391"/>
                <a:gd name="T25" fmla="*/ 105 h 722"/>
                <a:gd name="T26" fmla="*/ 184 w 391"/>
                <a:gd name="T27" fmla="*/ 24 h 722"/>
                <a:gd name="T28" fmla="*/ 179 w 391"/>
                <a:gd name="T29" fmla="*/ 24 h 722"/>
                <a:gd name="T30" fmla="*/ 179 w 391"/>
                <a:gd name="T31" fmla="*/ 0 h 722"/>
                <a:gd name="T32" fmla="*/ 213 w 391"/>
                <a:gd name="T33" fmla="*/ 0 h 722"/>
                <a:gd name="T34" fmla="*/ 213 w 391"/>
                <a:gd name="T35" fmla="*/ 24 h 722"/>
                <a:gd name="T36" fmla="*/ 207 w 391"/>
                <a:gd name="T37" fmla="*/ 24 h 722"/>
                <a:gd name="T38" fmla="*/ 227 w 391"/>
                <a:gd name="T39" fmla="*/ 104 h 722"/>
                <a:gd name="T40" fmla="*/ 275 w 391"/>
                <a:gd name="T41" fmla="*/ 14 h 722"/>
                <a:gd name="T42" fmla="*/ 325 w 391"/>
                <a:gd name="T43" fmla="*/ 14 h 722"/>
                <a:gd name="T44" fmla="*/ 391 w 391"/>
                <a:gd name="T45" fmla="*/ 259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1" h="722">
                  <a:moveTo>
                    <a:pt x="391" y="259"/>
                  </a:moveTo>
                  <a:cubicBezTo>
                    <a:pt x="368" y="284"/>
                    <a:pt x="346" y="310"/>
                    <a:pt x="323" y="335"/>
                  </a:cubicBezTo>
                  <a:cubicBezTo>
                    <a:pt x="328" y="464"/>
                    <a:pt x="315" y="593"/>
                    <a:pt x="320" y="722"/>
                  </a:cubicBezTo>
                  <a:cubicBezTo>
                    <a:pt x="287" y="722"/>
                    <a:pt x="272" y="722"/>
                    <a:pt x="239" y="722"/>
                  </a:cubicBezTo>
                  <a:cubicBezTo>
                    <a:pt x="232" y="613"/>
                    <a:pt x="218" y="504"/>
                    <a:pt x="211" y="395"/>
                  </a:cubicBezTo>
                  <a:cubicBezTo>
                    <a:pt x="196" y="395"/>
                    <a:pt x="204" y="395"/>
                    <a:pt x="189" y="395"/>
                  </a:cubicBezTo>
                  <a:cubicBezTo>
                    <a:pt x="183" y="504"/>
                    <a:pt x="161" y="613"/>
                    <a:pt x="155" y="722"/>
                  </a:cubicBezTo>
                  <a:cubicBezTo>
                    <a:pt x="120" y="722"/>
                    <a:pt x="106" y="722"/>
                    <a:pt x="71" y="722"/>
                  </a:cubicBezTo>
                  <a:cubicBezTo>
                    <a:pt x="79" y="593"/>
                    <a:pt x="65" y="464"/>
                    <a:pt x="73" y="335"/>
                  </a:cubicBezTo>
                  <a:cubicBezTo>
                    <a:pt x="49" y="317"/>
                    <a:pt x="25" y="299"/>
                    <a:pt x="0" y="280"/>
                  </a:cubicBezTo>
                  <a:cubicBezTo>
                    <a:pt x="11" y="189"/>
                    <a:pt x="26" y="99"/>
                    <a:pt x="56" y="14"/>
                  </a:cubicBezTo>
                  <a:cubicBezTo>
                    <a:pt x="76" y="14"/>
                    <a:pt x="96" y="14"/>
                    <a:pt x="115" y="14"/>
                  </a:cubicBezTo>
                  <a:cubicBezTo>
                    <a:pt x="171" y="105"/>
                    <a:pt x="171" y="105"/>
                    <a:pt x="171" y="105"/>
                  </a:cubicBezTo>
                  <a:cubicBezTo>
                    <a:pt x="184" y="24"/>
                    <a:pt x="184" y="24"/>
                    <a:pt x="184" y="24"/>
                  </a:cubicBezTo>
                  <a:cubicBezTo>
                    <a:pt x="179" y="24"/>
                    <a:pt x="179" y="24"/>
                    <a:pt x="179" y="24"/>
                  </a:cubicBezTo>
                  <a:cubicBezTo>
                    <a:pt x="179" y="0"/>
                    <a:pt x="179" y="0"/>
                    <a:pt x="179" y="0"/>
                  </a:cubicBezTo>
                  <a:cubicBezTo>
                    <a:pt x="213" y="0"/>
                    <a:pt x="213" y="0"/>
                    <a:pt x="213" y="0"/>
                  </a:cubicBezTo>
                  <a:cubicBezTo>
                    <a:pt x="213" y="24"/>
                    <a:pt x="213" y="24"/>
                    <a:pt x="213" y="24"/>
                  </a:cubicBezTo>
                  <a:cubicBezTo>
                    <a:pt x="207" y="24"/>
                    <a:pt x="207" y="24"/>
                    <a:pt x="207" y="24"/>
                  </a:cubicBezTo>
                  <a:cubicBezTo>
                    <a:pt x="227" y="104"/>
                    <a:pt x="227" y="104"/>
                    <a:pt x="227" y="104"/>
                  </a:cubicBezTo>
                  <a:cubicBezTo>
                    <a:pt x="275" y="14"/>
                    <a:pt x="275" y="14"/>
                    <a:pt x="275" y="14"/>
                  </a:cubicBezTo>
                  <a:cubicBezTo>
                    <a:pt x="292" y="14"/>
                    <a:pt x="308" y="14"/>
                    <a:pt x="325" y="14"/>
                  </a:cubicBezTo>
                  <a:cubicBezTo>
                    <a:pt x="361" y="93"/>
                    <a:pt x="382" y="175"/>
                    <a:pt x="391" y="259"/>
                  </a:cubicBezTo>
                  <a:close/>
                </a:path>
              </a:pathLst>
            </a:custGeom>
            <a:grpFill/>
            <a:ln>
              <a:noFill/>
            </a:ln>
          </p:spPr>
          <p:txBody>
            <a:bodyPr/>
            <a:lstStyle/>
            <a:p>
              <a:endParaRPr lang="zh-CN" altLang="en-US" sz="1600"/>
            </a:p>
          </p:txBody>
        </p:sp>
        <p:sp>
          <p:nvSpPr>
            <p:cNvPr id="28" name="Freeform 188"/>
            <p:cNvSpPr>
              <a:spLocks/>
            </p:cNvSpPr>
            <p:nvPr/>
          </p:nvSpPr>
          <p:spPr bwMode="auto">
            <a:xfrm>
              <a:off x="-385" y="1214"/>
              <a:ext cx="296" cy="236"/>
            </a:xfrm>
            <a:custGeom>
              <a:avLst/>
              <a:gdLst>
                <a:gd name="T0" fmla="*/ 33 w 182"/>
                <a:gd name="T1" fmla="*/ 144 h 145"/>
                <a:gd name="T2" fmla="*/ 38 w 182"/>
                <a:gd name="T3" fmla="*/ 73 h 145"/>
                <a:gd name="T4" fmla="*/ 151 w 182"/>
                <a:gd name="T5" fmla="*/ 74 h 145"/>
                <a:gd name="T6" fmla="*/ 155 w 182"/>
                <a:gd name="T7" fmla="*/ 145 h 145"/>
                <a:gd name="T8" fmla="*/ 167 w 182"/>
                <a:gd name="T9" fmla="*/ 38 h 145"/>
                <a:gd name="T10" fmla="*/ 24 w 182"/>
                <a:gd name="T11" fmla="*/ 32 h 145"/>
                <a:gd name="T12" fmla="*/ 33 w 182"/>
                <a:gd name="T13" fmla="*/ 144 h 145"/>
              </a:gdLst>
              <a:ahLst/>
              <a:cxnLst>
                <a:cxn ang="0">
                  <a:pos x="T0" y="T1"/>
                </a:cxn>
                <a:cxn ang="0">
                  <a:pos x="T2" y="T3"/>
                </a:cxn>
                <a:cxn ang="0">
                  <a:pos x="T4" y="T5"/>
                </a:cxn>
                <a:cxn ang="0">
                  <a:pos x="T6" y="T7"/>
                </a:cxn>
                <a:cxn ang="0">
                  <a:pos x="T8" y="T9"/>
                </a:cxn>
                <a:cxn ang="0">
                  <a:pos x="T10" y="T11"/>
                </a:cxn>
                <a:cxn ang="0">
                  <a:pos x="T12" y="T13"/>
                </a:cxn>
              </a:cxnLst>
              <a:rect l="0" t="0" r="r" b="b"/>
              <a:pathLst>
                <a:path w="182" h="145">
                  <a:moveTo>
                    <a:pt x="33" y="144"/>
                  </a:moveTo>
                  <a:cubicBezTo>
                    <a:pt x="30" y="118"/>
                    <a:pt x="30" y="99"/>
                    <a:pt x="38" y="73"/>
                  </a:cubicBezTo>
                  <a:cubicBezTo>
                    <a:pt x="69" y="114"/>
                    <a:pt x="115" y="85"/>
                    <a:pt x="151" y="74"/>
                  </a:cubicBezTo>
                  <a:cubicBezTo>
                    <a:pt x="155" y="96"/>
                    <a:pt x="157" y="114"/>
                    <a:pt x="155" y="145"/>
                  </a:cubicBezTo>
                  <a:cubicBezTo>
                    <a:pt x="182" y="122"/>
                    <a:pt x="182" y="60"/>
                    <a:pt x="167" y="38"/>
                  </a:cubicBezTo>
                  <a:cubicBezTo>
                    <a:pt x="142" y="2"/>
                    <a:pt x="51" y="0"/>
                    <a:pt x="24" y="32"/>
                  </a:cubicBezTo>
                  <a:cubicBezTo>
                    <a:pt x="14" y="44"/>
                    <a:pt x="0" y="127"/>
                    <a:pt x="33" y="144"/>
                  </a:cubicBezTo>
                  <a:close/>
                </a:path>
              </a:pathLst>
            </a:custGeom>
            <a:grpFill/>
            <a:ln>
              <a:noFill/>
            </a:ln>
          </p:spPr>
          <p:txBody>
            <a:bodyPr/>
            <a:lstStyle/>
            <a:p>
              <a:endParaRPr lang="zh-CN" altLang="en-US" sz="1600"/>
            </a:p>
          </p:txBody>
        </p:sp>
      </p:grpSp>
    </p:spTree>
    <p:extLst>
      <p:ext uri="{BB962C8B-B14F-4D97-AF65-F5344CB8AC3E}">
        <p14:creationId xmlns:p14="http://schemas.microsoft.com/office/powerpoint/2010/main" val="220330656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00" fill="hold"/>
                                        <p:tgtEl>
                                          <p:spTgt spid="21"/>
                                        </p:tgtEl>
                                        <p:attrNameLst>
                                          <p:attrName>ppt_x</p:attrName>
                                        </p:attrNameLst>
                                      </p:cBhvr>
                                      <p:tavLst>
                                        <p:tav tm="0">
                                          <p:val>
                                            <p:strVal val="#ppt_x"/>
                                          </p:val>
                                        </p:tav>
                                        <p:tav tm="100000">
                                          <p:val>
                                            <p:strVal val="#ppt_x"/>
                                          </p:val>
                                        </p:tav>
                                      </p:tavLst>
                                    </p:anim>
                                    <p:anim calcmode="lin" valueType="num">
                                      <p:cBhvr additive="base">
                                        <p:cTn id="72" dur="500" fill="hold"/>
                                        <p:tgtEl>
                                          <p:spTgt spid="21"/>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00" fill="hold"/>
                                        <p:tgtEl>
                                          <p:spTgt spid="22"/>
                                        </p:tgtEl>
                                        <p:attrNameLst>
                                          <p:attrName>ppt_x</p:attrName>
                                        </p:attrNameLst>
                                      </p:cBhvr>
                                      <p:tavLst>
                                        <p:tav tm="0">
                                          <p:val>
                                            <p:strVal val="#ppt_x"/>
                                          </p:val>
                                        </p:tav>
                                        <p:tav tm="100000">
                                          <p:val>
                                            <p:strVal val="#ppt_x"/>
                                          </p:val>
                                        </p:tav>
                                      </p:tavLst>
                                    </p:anim>
                                    <p:anim calcmode="lin" valueType="num">
                                      <p:cBhvr additive="base">
                                        <p:cTn id="76" dur="500" fill="hold"/>
                                        <p:tgtEl>
                                          <p:spTgt spid="22"/>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P spid="14" grpId="0"/>
      <p:bldP spid="17" grpId="0"/>
      <p:bldP spid="18" grpId="0"/>
      <p:bldP spid="19"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6" name="Freeform 5"/>
          <p:cNvSpPr>
            <a:spLocks/>
          </p:cNvSpPr>
          <p:nvPr/>
        </p:nvSpPr>
        <p:spPr bwMode="auto">
          <a:xfrm>
            <a:off x="1862138" y="1038201"/>
            <a:ext cx="1638300" cy="1552575"/>
          </a:xfrm>
          <a:custGeom>
            <a:avLst/>
            <a:gdLst>
              <a:gd name="T0" fmla="*/ 362 w 437"/>
              <a:gd name="T1" fmla="*/ 0 h 414"/>
              <a:gd name="T2" fmla="*/ 75 w 437"/>
              <a:gd name="T3" fmla="*/ 0 h 414"/>
              <a:gd name="T4" fmla="*/ 0 w 437"/>
              <a:gd name="T5" fmla="*/ 75 h 414"/>
              <a:gd name="T6" fmla="*/ 0 w 437"/>
              <a:gd name="T7" fmla="*/ 254 h 414"/>
              <a:gd name="T8" fmla="*/ 75 w 437"/>
              <a:gd name="T9" fmla="*/ 329 h 414"/>
              <a:gd name="T10" fmla="*/ 322 w 437"/>
              <a:gd name="T11" fmla="*/ 329 h 414"/>
              <a:gd name="T12" fmla="*/ 399 w 437"/>
              <a:gd name="T13" fmla="*/ 414 h 414"/>
              <a:gd name="T14" fmla="*/ 399 w 437"/>
              <a:gd name="T15" fmla="*/ 318 h 414"/>
              <a:gd name="T16" fmla="*/ 437 w 437"/>
              <a:gd name="T17" fmla="*/ 254 h 414"/>
              <a:gd name="T18" fmla="*/ 437 w 437"/>
              <a:gd name="T19" fmla="*/ 75 h 414"/>
              <a:gd name="T20" fmla="*/ 362 w 437"/>
              <a:gd name="T21"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7" h="414">
                <a:moveTo>
                  <a:pt x="362" y="0"/>
                </a:moveTo>
                <a:cubicBezTo>
                  <a:pt x="75" y="0"/>
                  <a:pt x="75" y="0"/>
                  <a:pt x="75" y="0"/>
                </a:cubicBezTo>
                <a:cubicBezTo>
                  <a:pt x="33" y="0"/>
                  <a:pt x="0" y="34"/>
                  <a:pt x="0" y="75"/>
                </a:cubicBezTo>
                <a:cubicBezTo>
                  <a:pt x="0" y="254"/>
                  <a:pt x="0" y="254"/>
                  <a:pt x="0" y="254"/>
                </a:cubicBezTo>
                <a:cubicBezTo>
                  <a:pt x="0" y="295"/>
                  <a:pt x="33" y="329"/>
                  <a:pt x="75" y="329"/>
                </a:cubicBezTo>
                <a:cubicBezTo>
                  <a:pt x="322" y="329"/>
                  <a:pt x="322" y="329"/>
                  <a:pt x="322" y="329"/>
                </a:cubicBezTo>
                <a:cubicBezTo>
                  <a:pt x="399" y="414"/>
                  <a:pt x="399" y="414"/>
                  <a:pt x="399" y="414"/>
                </a:cubicBezTo>
                <a:cubicBezTo>
                  <a:pt x="399" y="318"/>
                  <a:pt x="399" y="318"/>
                  <a:pt x="399" y="318"/>
                </a:cubicBezTo>
                <a:cubicBezTo>
                  <a:pt x="422" y="306"/>
                  <a:pt x="437" y="281"/>
                  <a:pt x="437" y="254"/>
                </a:cubicBezTo>
                <a:cubicBezTo>
                  <a:pt x="437" y="75"/>
                  <a:pt x="437" y="75"/>
                  <a:pt x="437" y="75"/>
                </a:cubicBezTo>
                <a:cubicBezTo>
                  <a:pt x="437" y="34"/>
                  <a:pt x="403" y="0"/>
                  <a:pt x="362" y="0"/>
                </a:cubicBezTo>
                <a:close/>
              </a:path>
            </a:pathLst>
          </a:custGeom>
          <a:solidFill>
            <a:srgbClr val="CA2C3B"/>
          </a:solidFill>
          <a:ln>
            <a:noFill/>
          </a:ln>
        </p:spPr>
        <p:txBody>
          <a:bodyPr/>
          <a:lstStyle/>
          <a:p>
            <a:endParaRPr lang="zh-CN" altLang="en-US" sz="1600"/>
          </a:p>
        </p:txBody>
      </p:sp>
      <p:sp>
        <p:nvSpPr>
          <p:cNvPr id="7" name="Oval 6"/>
          <p:cNvSpPr>
            <a:spLocks noChangeArrowheads="1"/>
          </p:cNvSpPr>
          <p:nvPr/>
        </p:nvSpPr>
        <p:spPr bwMode="auto">
          <a:xfrm>
            <a:off x="4491038" y="2736824"/>
            <a:ext cx="195262" cy="192088"/>
          </a:xfrm>
          <a:prstGeom prst="ellipse">
            <a:avLst/>
          </a:prstGeom>
          <a:solidFill>
            <a:srgbClr val="CA2C3B"/>
          </a:solidFill>
          <a:ln>
            <a:noFill/>
          </a:ln>
        </p:spPr>
        <p:txBody>
          <a:bodyPr/>
          <a:lstStyle/>
          <a:p>
            <a:endParaRPr lang="zh-CN" altLang="en-US" sz="1600"/>
          </a:p>
        </p:txBody>
      </p:sp>
      <p:sp>
        <p:nvSpPr>
          <p:cNvPr id="8" name="Oval 7"/>
          <p:cNvSpPr>
            <a:spLocks noChangeArrowheads="1"/>
          </p:cNvSpPr>
          <p:nvPr/>
        </p:nvSpPr>
        <p:spPr bwMode="auto">
          <a:xfrm>
            <a:off x="4400550" y="2309787"/>
            <a:ext cx="374650" cy="374650"/>
          </a:xfrm>
          <a:prstGeom prst="ellipse">
            <a:avLst/>
          </a:prstGeom>
          <a:solidFill>
            <a:srgbClr val="CA2C3B"/>
          </a:solidFill>
          <a:ln>
            <a:noFill/>
          </a:ln>
        </p:spPr>
        <p:txBody>
          <a:bodyPr/>
          <a:lstStyle/>
          <a:p>
            <a:endParaRPr lang="zh-CN" altLang="en-US" sz="1600"/>
          </a:p>
        </p:txBody>
      </p:sp>
      <p:sp>
        <p:nvSpPr>
          <p:cNvPr id="9" name="Oval 8"/>
          <p:cNvSpPr>
            <a:spLocks noChangeArrowheads="1"/>
          </p:cNvSpPr>
          <p:nvPr/>
        </p:nvSpPr>
        <p:spPr bwMode="auto">
          <a:xfrm>
            <a:off x="3816352" y="1023912"/>
            <a:ext cx="1544637" cy="1544638"/>
          </a:xfrm>
          <a:prstGeom prst="ellipse">
            <a:avLst/>
          </a:prstGeom>
          <a:solidFill>
            <a:srgbClr val="CA2C3B"/>
          </a:solidFill>
          <a:ln>
            <a:noFill/>
          </a:ln>
        </p:spPr>
        <p:txBody>
          <a:bodyPr/>
          <a:lstStyle/>
          <a:p>
            <a:endParaRPr lang="zh-CN" altLang="en-US" sz="1600"/>
          </a:p>
        </p:txBody>
      </p:sp>
      <p:sp>
        <p:nvSpPr>
          <p:cNvPr id="10" name="Freeform 9"/>
          <p:cNvSpPr>
            <a:spLocks/>
          </p:cNvSpPr>
          <p:nvPr/>
        </p:nvSpPr>
        <p:spPr bwMode="auto">
          <a:xfrm>
            <a:off x="5683250" y="977876"/>
            <a:ext cx="1593850" cy="1463675"/>
          </a:xfrm>
          <a:custGeom>
            <a:avLst/>
            <a:gdLst>
              <a:gd name="T0" fmla="*/ 399 w 425"/>
              <a:gd name="T1" fmla="*/ 0 h 390"/>
              <a:gd name="T2" fmla="*/ 62 w 425"/>
              <a:gd name="T3" fmla="*/ 0 h 390"/>
              <a:gd name="T4" fmla="*/ 35 w 425"/>
              <a:gd name="T5" fmla="*/ 29 h 390"/>
              <a:gd name="T6" fmla="*/ 35 w 425"/>
              <a:gd name="T7" fmla="*/ 264 h 390"/>
              <a:gd name="T8" fmla="*/ 0 w 425"/>
              <a:gd name="T9" fmla="*/ 390 h 390"/>
              <a:gd name="T10" fmla="*/ 105 w 425"/>
              <a:gd name="T11" fmla="*/ 316 h 390"/>
              <a:gd name="T12" fmla="*/ 399 w 425"/>
              <a:gd name="T13" fmla="*/ 316 h 390"/>
              <a:gd name="T14" fmla="*/ 425 w 425"/>
              <a:gd name="T15" fmla="*/ 286 h 390"/>
              <a:gd name="T16" fmla="*/ 425 w 425"/>
              <a:gd name="T17" fmla="*/ 29 h 390"/>
              <a:gd name="T18" fmla="*/ 399 w 425"/>
              <a:gd name="T19" fmla="*/ 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5" h="390">
                <a:moveTo>
                  <a:pt x="399" y="0"/>
                </a:moveTo>
                <a:cubicBezTo>
                  <a:pt x="62" y="0"/>
                  <a:pt x="62" y="0"/>
                  <a:pt x="62" y="0"/>
                </a:cubicBezTo>
                <a:cubicBezTo>
                  <a:pt x="47" y="0"/>
                  <a:pt x="35" y="13"/>
                  <a:pt x="35" y="29"/>
                </a:cubicBezTo>
                <a:cubicBezTo>
                  <a:pt x="35" y="264"/>
                  <a:pt x="35" y="264"/>
                  <a:pt x="35" y="264"/>
                </a:cubicBezTo>
                <a:cubicBezTo>
                  <a:pt x="0" y="390"/>
                  <a:pt x="0" y="390"/>
                  <a:pt x="0" y="390"/>
                </a:cubicBezTo>
                <a:cubicBezTo>
                  <a:pt x="105" y="316"/>
                  <a:pt x="105" y="316"/>
                  <a:pt x="105" y="316"/>
                </a:cubicBezTo>
                <a:cubicBezTo>
                  <a:pt x="399" y="316"/>
                  <a:pt x="399" y="316"/>
                  <a:pt x="399" y="316"/>
                </a:cubicBezTo>
                <a:cubicBezTo>
                  <a:pt x="413" y="316"/>
                  <a:pt x="425" y="302"/>
                  <a:pt x="425" y="286"/>
                </a:cubicBezTo>
                <a:cubicBezTo>
                  <a:pt x="425" y="29"/>
                  <a:pt x="425" y="29"/>
                  <a:pt x="425" y="29"/>
                </a:cubicBezTo>
                <a:cubicBezTo>
                  <a:pt x="425" y="13"/>
                  <a:pt x="413" y="0"/>
                  <a:pt x="399" y="0"/>
                </a:cubicBezTo>
                <a:close/>
              </a:path>
            </a:pathLst>
          </a:custGeom>
          <a:solidFill>
            <a:srgbClr val="CA2C3B"/>
          </a:solidFill>
          <a:ln>
            <a:noFill/>
          </a:ln>
        </p:spPr>
        <p:txBody>
          <a:bodyPr/>
          <a:lstStyle/>
          <a:p>
            <a:endParaRPr lang="zh-CN" altLang="en-US" sz="1600"/>
          </a:p>
        </p:txBody>
      </p:sp>
      <p:sp>
        <p:nvSpPr>
          <p:cNvPr id="11" name="Freeform 10"/>
          <p:cNvSpPr>
            <a:spLocks/>
          </p:cNvSpPr>
          <p:nvPr/>
        </p:nvSpPr>
        <p:spPr bwMode="auto">
          <a:xfrm>
            <a:off x="5368927" y="3231556"/>
            <a:ext cx="663575" cy="606425"/>
          </a:xfrm>
          <a:custGeom>
            <a:avLst/>
            <a:gdLst>
              <a:gd name="T0" fmla="*/ 92 w 177"/>
              <a:gd name="T1" fmla="*/ 162 h 162"/>
              <a:gd name="T2" fmla="*/ 162 w 177"/>
              <a:gd name="T3" fmla="*/ 162 h 162"/>
              <a:gd name="T4" fmla="*/ 165 w 177"/>
              <a:gd name="T5" fmla="*/ 54 h 162"/>
              <a:gd name="T6" fmla="*/ 88 w 177"/>
              <a:gd name="T7" fmla="*/ 2 h 162"/>
              <a:gd name="T8" fmla="*/ 12 w 177"/>
              <a:gd name="T9" fmla="*/ 54 h 162"/>
              <a:gd name="T10" fmla="*/ 15 w 177"/>
              <a:gd name="T11" fmla="*/ 162 h 162"/>
              <a:gd name="T12" fmla="*/ 85 w 177"/>
              <a:gd name="T13" fmla="*/ 162 h 162"/>
              <a:gd name="T14" fmla="*/ 92 w 177"/>
              <a:gd name="T15" fmla="*/ 162 h 1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7" h="162">
                <a:moveTo>
                  <a:pt x="92" y="162"/>
                </a:moveTo>
                <a:cubicBezTo>
                  <a:pt x="162" y="162"/>
                  <a:pt x="162" y="162"/>
                  <a:pt x="162" y="162"/>
                </a:cubicBezTo>
                <a:cubicBezTo>
                  <a:pt x="162" y="162"/>
                  <a:pt x="177" y="104"/>
                  <a:pt x="165" y="54"/>
                </a:cubicBezTo>
                <a:cubicBezTo>
                  <a:pt x="151" y="0"/>
                  <a:pt x="88" y="2"/>
                  <a:pt x="88" y="2"/>
                </a:cubicBezTo>
                <a:cubicBezTo>
                  <a:pt x="88" y="2"/>
                  <a:pt x="25" y="0"/>
                  <a:pt x="12" y="54"/>
                </a:cubicBezTo>
                <a:cubicBezTo>
                  <a:pt x="0" y="104"/>
                  <a:pt x="15" y="162"/>
                  <a:pt x="15" y="162"/>
                </a:cubicBezTo>
                <a:cubicBezTo>
                  <a:pt x="85" y="162"/>
                  <a:pt x="85" y="162"/>
                  <a:pt x="85" y="162"/>
                </a:cubicBezTo>
                <a:lnTo>
                  <a:pt x="92" y="162"/>
                </a:ln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11"/>
          <p:cNvSpPr>
            <a:spLocks/>
          </p:cNvSpPr>
          <p:nvPr/>
        </p:nvSpPr>
        <p:spPr bwMode="auto">
          <a:xfrm>
            <a:off x="5562600" y="3752254"/>
            <a:ext cx="277812" cy="198438"/>
          </a:xfrm>
          <a:custGeom>
            <a:avLst/>
            <a:gdLst>
              <a:gd name="T0" fmla="*/ 37 w 74"/>
              <a:gd name="T1" fmla="*/ 53 h 53"/>
              <a:gd name="T2" fmla="*/ 69 w 74"/>
              <a:gd name="T3" fmla="*/ 25 h 53"/>
              <a:gd name="T4" fmla="*/ 74 w 74"/>
              <a:gd name="T5" fmla="*/ 0 h 53"/>
              <a:gd name="T6" fmla="*/ 0 w 74"/>
              <a:gd name="T7" fmla="*/ 0 h 53"/>
              <a:gd name="T8" fmla="*/ 5 w 74"/>
              <a:gd name="T9" fmla="*/ 25 h 53"/>
              <a:gd name="T10" fmla="*/ 37 w 74"/>
              <a:gd name="T11" fmla="*/ 53 h 53"/>
            </a:gdLst>
            <a:ahLst/>
            <a:cxnLst>
              <a:cxn ang="0">
                <a:pos x="T0" y="T1"/>
              </a:cxn>
              <a:cxn ang="0">
                <a:pos x="T2" y="T3"/>
              </a:cxn>
              <a:cxn ang="0">
                <a:pos x="T4" y="T5"/>
              </a:cxn>
              <a:cxn ang="0">
                <a:pos x="T6" y="T7"/>
              </a:cxn>
              <a:cxn ang="0">
                <a:pos x="T8" y="T9"/>
              </a:cxn>
              <a:cxn ang="0">
                <a:pos x="T10" y="T11"/>
              </a:cxn>
            </a:cxnLst>
            <a:rect l="0" t="0" r="r" b="b"/>
            <a:pathLst>
              <a:path w="74" h="53">
                <a:moveTo>
                  <a:pt x="37" y="53"/>
                </a:moveTo>
                <a:cubicBezTo>
                  <a:pt x="50" y="53"/>
                  <a:pt x="61" y="42"/>
                  <a:pt x="69" y="25"/>
                </a:cubicBezTo>
                <a:cubicBezTo>
                  <a:pt x="71" y="12"/>
                  <a:pt x="74" y="0"/>
                  <a:pt x="74" y="0"/>
                </a:cubicBezTo>
                <a:cubicBezTo>
                  <a:pt x="0" y="0"/>
                  <a:pt x="0" y="0"/>
                  <a:pt x="0" y="0"/>
                </a:cubicBezTo>
                <a:cubicBezTo>
                  <a:pt x="0" y="0"/>
                  <a:pt x="3" y="12"/>
                  <a:pt x="5" y="25"/>
                </a:cubicBezTo>
                <a:cubicBezTo>
                  <a:pt x="13" y="42"/>
                  <a:pt x="25" y="53"/>
                  <a:pt x="37" y="53"/>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2"/>
          <p:cNvSpPr>
            <a:spLocks/>
          </p:cNvSpPr>
          <p:nvPr/>
        </p:nvSpPr>
        <p:spPr bwMode="auto">
          <a:xfrm>
            <a:off x="5427665" y="3295056"/>
            <a:ext cx="541337" cy="608013"/>
          </a:xfrm>
          <a:custGeom>
            <a:avLst/>
            <a:gdLst>
              <a:gd name="T0" fmla="*/ 72 w 144"/>
              <a:gd name="T1" fmla="*/ 162 h 162"/>
              <a:gd name="T2" fmla="*/ 127 w 144"/>
              <a:gd name="T3" fmla="*/ 96 h 162"/>
              <a:gd name="T4" fmla="*/ 141 w 144"/>
              <a:gd name="T5" fmla="*/ 85 h 162"/>
              <a:gd name="T6" fmla="*/ 133 w 144"/>
              <a:gd name="T7" fmla="*/ 69 h 162"/>
              <a:gd name="T8" fmla="*/ 133 w 144"/>
              <a:gd name="T9" fmla="*/ 69 h 162"/>
              <a:gd name="T10" fmla="*/ 72 w 144"/>
              <a:gd name="T11" fmla="*/ 0 h 162"/>
              <a:gd name="T12" fmla="*/ 11 w 144"/>
              <a:gd name="T13" fmla="*/ 69 h 162"/>
              <a:gd name="T14" fmla="*/ 11 w 144"/>
              <a:gd name="T15" fmla="*/ 69 h 162"/>
              <a:gd name="T16" fmla="*/ 3 w 144"/>
              <a:gd name="T17" fmla="*/ 85 h 162"/>
              <a:gd name="T18" fmla="*/ 17 w 144"/>
              <a:gd name="T19" fmla="*/ 96 h 162"/>
              <a:gd name="T20" fmla="*/ 72 w 144"/>
              <a:gd name="T21"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 h="162">
                <a:moveTo>
                  <a:pt x="72" y="162"/>
                </a:moveTo>
                <a:cubicBezTo>
                  <a:pt x="105" y="162"/>
                  <a:pt x="120" y="117"/>
                  <a:pt x="127" y="96"/>
                </a:cubicBezTo>
                <a:cubicBezTo>
                  <a:pt x="131" y="101"/>
                  <a:pt x="140" y="92"/>
                  <a:pt x="141" y="85"/>
                </a:cubicBezTo>
                <a:cubicBezTo>
                  <a:pt x="142" y="77"/>
                  <a:pt x="144" y="69"/>
                  <a:pt x="133" y="69"/>
                </a:cubicBezTo>
                <a:cubicBezTo>
                  <a:pt x="133" y="69"/>
                  <a:pt x="133" y="69"/>
                  <a:pt x="133" y="69"/>
                </a:cubicBezTo>
                <a:cubicBezTo>
                  <a:pt x="133" y="40"/>
                  <a:pt x="129" y="0"/>
                  <a:pt x="72" y="0"/>
                </a:cubicBezTo>
                <a:cubicBezTo>
                  <a:pt x="15" y="0"/>
                  <a:pt x="11" y="40"/>
                  <a:pt x="11" y="69"/>
                </a:cubicBezTo>
                <a:cubicBezTo>
                  <a:pt x="11" y="69"/>
                  <a:pt x="11" y="69"/>
                  <a:pt x="11" y="69"/>
                </a:cubicBezTo>
                <a:cubicBezTo>
                  <a:pt x="0" y="69"/>
                  <a:pt x="2" y="77"/>
                  <a:pt x="3" y="85"/>
                </a:cubicBezTo>
                <a:cubicBezTo>
                  <a:pt x="4" y="92"/>
                  <a:pt x="13" y="101"/>
                  <a:pt x="17" y="96"/>
                </a:cubicBezTo>
                <a:cubicBezTo>
                  <a:pt x="24" y="117"/>
                  <a:pt x="39" y="162"/>
                  <a:pt x="72" y="162"/>
                </a:cubicBezTo>
                <a:close/>
              </a:path>
            </a:pathLst>
          </a:custGeom>
          <a:solidFill>
            <a:srgbClr val="FFF3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13"/>
          <p:cNvSpPr>
            <a:spLocks/>
          </p:cNvSpPr>
          <p:nvPr/>
        </p:nvSpPr>
        <p:spPr bwMode="auto">
          <a:xfrm>
            <a:off x="5165725" y="4022131"/>
            <a:ext cx="1073150" cy="277813"/>
          </a:xfrm>
          <a:custGeom>
            <a:avLst/>
            <a:gdLst>
              <a:gd name="T0" fmla="*/ 254 w 286"/>
              <a:gd name="T1" fmla="*/ 20 h 74"/>
              <a:gd name="T2" fmla="*/ 200 w 286"/>
              <a:gd name="T3" fmla="*/ 0 h 74"/>
              <a:gd name="T4" fmla="*/ 143 w 286"/>
              <a:gd name="T5" fmla="*/ 26 h 74"/>
              <a:gd name="T6" fmla="*/ 87 w 286"/>
              <a:gd name="T7" fmla="*/ 0 h 74"/>
              <a:gd name="T8" fmla="*/ 33 w 286"/>
              <a:gd name="T9" fmla="*/ 20 h 74"/>
              <a:gd name="T10" fmla="*/ 5 w 286"/>
              <a:gd name="T11" fmla="*/ 74 h 74"/>
              <a:gd name="T12" fmla="*/ 281 w 286"/>
              <a:gd name="T13" fmla="*/ 74 h 74"/>
              <a:gd name="T14" fmla="*/ 254 w 286"/>
              <a:gd name="T15" fmla="*/ 2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6" h="74">
                <a:moveTo>
                  <a:pt x="254" y="20"/>
                </a:moveTo>
                <a:cubicBezTo>
                  <a:pt x="241" y="11"/>
                  <a:pt x="218" y="9"/>
                  <a:pt x="200" y="0"/>
                </a:cubicBezTo>
                <a:cubicBezTo>
                  <a:pt x="186" y="16"/>
                  <a:pt x="166" y="26"/>
                  <a:pt x="143" y="26"/>
                </a:cubicBezTo>
                <a:cubicBezTo>
                  <a:pt x="121" y="26"/>
                  <a:pt x="100" y="16"/>
                  <a:pt x="87" y="0"/>
                </a:cubicBezTo>
                <a:cubicBezTo>
                  <a:pt x="68" y="9"/>
                  <a:pt x="45" y="11"/>
                  <a:pt x="33" y="20"/>
                </a:cubicBezTo>
                <a:cubicBezTo>
                  <a:pt x="0" y="42"/>
                  <a:pt x="5" y="74"/>
                  <a:pt x="5" y="74"/>
                </a:cubicBezTo>
                <a:cubicBezTo>
                  <a:pt x="281" y="74"/>
                  <a:pt x="281" y="74"/>
                  <a:pt x="281" y="74"/>
                </a:cubicBezTo>
                <a:cubicBezTo>
                  <a:pt x="281" y="74"/>
                  <a:pt x="286" y="42"/>
                  <a:pt x="254" y="20"/>
                </a:cubicBezTo>
                <a:close/>
              </a:path>
            </a:pathLst>
          </a:custGeom>
          <a:solidFill>
            <a:srgbClr val="CA2C3B"/>
          </a:solidFill>
          <a:ln>
            <a:noFill/>
          </a:ln>
        </p:spPr>
        <p:txBody>
          <a:bodyPr/>
          <a:lstStyle/>
          <a:p>
            <a:endParaRPr lang="zh-CN" altLang="en-US" sz="1600"/>
          </a:p>
        </p:txBody>
      </p:sp>
      <p:sp>
        <p:nvSpPr>
          <p:cNvPr id="15" name="Freeform 14"/>
          <p:cNvSpPr>
            <a:spLocks/>
          </p:cNvSpPr>
          <p:nvPr/>
        </p:nvSpPr>
        <p:spPr bwMode="auto">
          <a:xfrm>
            <a:off x="5492750" y="3845916"/>
            <a:ext cx="423862" cy="274638"/>
          </a:xfrm>
          <a:custGeom>
            <a:avLst/>
            <a:gdLst>
              <a:gd name="T0" fmla="*/ 56 w 113"/>
              <a:gd name="T1" fmla="*/ 73 h 73"/>
              <a:gd name="T2" fmla="*/ 113 w 113"/>
              <a:gd name="T3" fmla="*/ 47 h 73"/>
              <a:gd name="T4" fmla="*/ 91 w 113"/>
              <a:gd name="T5" fmla="*/ 28 h 73"/>
              <a:gd name="T6" fmla="*/ 88 w 113"/>
              <a:gd name="T7" fmla="*/ 0 h 73"/>
              <a:gd name="T8" fmla="*/ 56 w 113"/>
              <a:gd name="T9" fmla="*/ 28 h 73"/>
              <a:gd name="T10" fmla="*/ 24 w 113"/>
              <a:gd name="T11" fmla="*/ 0 h 73"/>
              <a:gd name="T12" fmla="*/ 22 w 113"/>
              <a:gd name="T13" fmla="*/ 28 h 73"/>
              <a:gd name="T14" fmla="*/ 0 w 113"/>
              <a:gd name="T15" fmla="*/ 47 h 73"/>
              <a:gd name="T16" fmla="*/ 56 w 113"/>
              <a:gd name="T1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73">
                <a:moveTo>
                  <a:pt x="56" y="73"/>
                </a:moveTo>
                <a:cubicBezTo>
                  <a:pt x="79" y="73"/>
                  <a:pt x="99" y="63"/>
                  <a:pt x="113" y="47"/>
                </a:cubicBezTo>
                <a:cubicBezTo>
                  <a:pt x="104" y="42"/>
                  <a:pt x="96" y="37"/>
                  <a:pt x="91" y="28"/>
                </a:cubicBezTo>
                <a:cubicBezTo>
                  <a:pt x="87" y="22"/>
                  <a:pt x="87" y="11"/>
                  <a:pt x="88" y="0"/>
                </a:cubicBezTo>
                <a:cubicBezTo>
                  <a:pt x="80" y="17"/>
                  <a:pt x="69" y="28"/>
                  <a:pt x="56" y="28"/>
                </a:cubicBezTo>
                <a:cubicBezTo>
                  <a:pt x="44" y="28"/>
                  <a:pt x="32" y="17"/>
                  <a:pt x="24" y="0"/>
                </a:cubicBezTo>
                <a:cubicBezTo>
                  <a:pt x="25" y="11"/>
                  <a:pt x="25" y="22"/>
                  <a:pt x="22" y="28"/>
                </a:cubicBezTo>
                <a:cubicBezTo>
                  <a:pt x="16" y="37"/>
                  <a:pt x="9" y="42"/>
                  <a:pt x="0" y="47"/>
                </a:cubicBezTo>
                <a:cubicBezTo>
                  <a:pt x="13" y="63"/>
                  <a:pt x="34" y="73"/>
                  <a:pt x="56" y="73"/>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5"/>
          <p:cNvSpPr>
            <a:spLocks/>
          </p:cNvSpPr>
          <p:nvPr/>
        </p:nvSpPr>
        <p:spPr bwMode="auto">
          <a:xfrm>
            <a:off x="5360990" y="3276006"/>
            <a:ext cx="674687" cy="536575"/>
          </a:xfrm>
          <a:custGeom>
            <a:avLst/>
            <a:gdLst>
              <a:gd name="T0" fmla="*/ 136 w 180"/>
              <a:gd name="T1" fmla="*/ 15 h 143"/>
              <a:gd name="T2" fmla="*/ 95 w 180"/>
              <a:gd name="T3" fmla="*/ 4 h 143"/>
              <a:gd name="T4" fmla="*/ 95 w 180"/>
              <a:gd name="T5" fmla="*/ 5 h 143"/>
              <a:gd name="T6" fmla="*/ 87 w 180"/>
              <a:gd name="T7" fmla="*/ 5 h 143"/>
              <a:gd name="T8" fmla="*/ 87 w 180"/>
              <a:gd name="T9" fmla="*/ 4 h 143"/>
              <a:gd name="T10" fmla="*/ 45 w 180"/>
              <a:gd name="T11" fmla="*/ 15 h 143"/>
              <a:gd name="T12" fmla="*/ 19 w 180"/>
              <a:gd name="T13" fmla="*/ 143 h 143"/>
              <a:gd name="T14" fmla="*/ 48 w 180"/>
              <a:gd name="T15" fmla="*/ 142 h 143"/>
              <a:gd name="T16" fmla="*/ 41 w 180"/>
              <a:gd name="T17" fmla="*/ 43 h 143"/>
              <a:gd name="T18" fmla="*/ 45 w 180"/>
              <a:gd name="T19" fmla="*/ 37 h 143"/>
              <a:gd name="T20" fmla="*/ 45 w 180"/>
              <a:gd name="T21" fmla="*/ 42 h 143"/>
              <a:gd name="T22" fmla="*/ 45 w 180"/>
              <a:gd name="T23" fmla="*/ 57 h 143"/>
              <a:gd name="T24" fmla="*/ 83 w 180"/>
              <a:gd name="T25" fmla="*/ 57 h 143"/>
              <a:gd name="T26" fmla="*/ 86 w 180"/>
              <a:gd name="T27" fmla="*/ 40 h 143"/>
              <a:gd name="T28" fmla="*/ 89 w 180"/>
              <a:gd name="T29" fmla="*/ 57 h 143"/>
              <a:gd name="T30" fmla="*/ 94 w 180"/>
              <a:gd name="T31" fmla="*/ 57 h 143"/>
              <a:gd name="T32" fmla="*/ 93 w 180"/>
              <a:gd name="T33" fmla="*/ 49 h 143"/>
              <a:gd name="T34" fmla="*/ 99 w 180"/>
              <a:gd name="T35" fmla="*/ 57 h 143"/>
              <a:gd name="T36" fmla="*/ 136 w 180"/>
              <a:gd name="T37" fmla="*/ 57 h 143"/>
              <a:gd name="T38" fmla="*/ 139 w 180"/>
              <a:gd name="T39" fmla="*/ 41 h 143"/>
              <a:gd name="T40" fmla="*/ 140 w 180"/>
              <a:gd name="T41" fmla="*/ 43 h 143"/>
              <a:gd name="T42" fmla="*/ 133 w 180"/>
              <a:gd name="T43" fmla="*/ 142 h 143"/>
              <a:gd name="T44" fmla="*/ 162 w 180"/>
              <a:gd name="T45" fmla="*/ 143 h 143"/>
              <a:gd name="T46" fmla="*/ 136 w 180"/>
              <a:gd name="T47"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0" h="143">
                <a:moveTo>
                  <a:pt x="136" y="15"/>
                </a:moveTo>
                <a:cubicBezTo>
                  <a:pt x="112" y="0"/>
                  <a:pt x="95" y="4"/>
                  <a:pt x="95" y="4"/>
                </a:cubicBezTo>
                <a:cubicBezTo>
                  <a:pt x="95" y="5"/>
                  <a:pt x="95" y="5"/>
                  <a:pt x="95" y="5"/>
                </a:cubicBezTo>
                <a:cubicBezTo>
                  <a:pt x="92" y="5"/>
                  <a:pt x="89" y="5"/>
                  <a:pt x="87" y="5"/>
                </a:cubicBezTo>
                <a:cubicBezTo>
                  <a:pt x="87" y="4"/>
                  <a:pt x="87" y="4"/>
                  <a:pt x="87" y="4"/>
                </a:cubicBezTo>
                <a:cubicBezTo>
                  <a:pt x="87" y="4"/>
                  <a:pt x="69" y="0"/>
                  <a:pt x="45" y="15"/>
                </a:cubicBezTo>
                <a:cubicBezTo>
                  <a:pt x="0" y="44"/>
                  <a:pt x="19" y="143"/>
                  <a:pt x="19" y="143"/>
                </a:cubicBezTo>
                <a:cubicBezTo>
                  <a:pt x="48" y="142"/>
                  <a:pt x="48" y="142"/>
                  <a:pt x="48" y="142"/>
                </a:cubicBezTo>
                <a:cubicBezTo>
                  <a:pt x="48" y="142"/>
                  <a:pt x="25" y="76"/>
                  <a:pt x="41" y="43"/>
                </a:cubicBezTo>
                <a:cubicBezTo>
                  <a:pt x="42" y="41"/>
                  <a:pt x="44" y="39"/>
                  <a:pt x="45" y="37"/>
                </a:cubicBezTo>
                <a:cubicBezTo>
                  <a:pt x="45" y="39"/>
                  <a:pt x="45" y="40"/>
                  <a:pt x="45" y="42"/>
                </a:cubicBezTo>
                <a:cubicBezTo>
                  <a:pt x="46" y="50"/>
                  <a:pt x="45" y="57"/>
                  <a:pt x="45" y="57"/>
                </a:cubicBezTo>
                <a:cubicBezTo>
                  <a:pt x="83" y="57"/>
                  <a:pt x="83" y="57"/>
                  <a:pt x="83" y="57"/>
                </a:cubicBezTo>
                <a:cubicBezTo>
                  <a:pt x="84" y="54"/>
                  <a:pt x="87" y="47"/>
                  <a:pt x="86" y="40"/>
                </a:cubicBezTo>
                <a:cubicBezTo>
                  <a:pt x="84" y="32"/>
                  <a:pt x="88" y="49"/>
                  <a:pt x="89" y="57"/>
                </a:cubicBezTo>
                <a:cubicBezTo>
                  <a:pt x="94" y="57"/>
                  <a:pt x="94" y="57"/>
                  <a:pt x="94" y="57"/>
                </a:cubicBezTo>
                <a:cubicBezTo>
                  <a:pt x="94" y="55"/>
                  <a:pt x="94" y="52"/>
                  <a:pt x="93" y="49"/>
                </a:cubicBezTo>
                <a:cubicBezTo>
                  <a:pt x="92" y="45"/>
                  <a:pt x="97" y="54"/>
                  <a:pt x="99" y="57"/>
                </a:cubicBezTo>
                <a:cubicBezTo>
                  <a:pt x="136" y="57"/>
                  <a:pt x="136" y="57"/>
                  <a:pt x="136" y="57"/>
                </a:cubicBezTo>
                <a:cubicBezTo>
                  <a:pt x="136" y="57"/>
                  <a:pt x="139" y="50"/>
                  <a:pt x="139" y="41"/>
                </a:cubicBezTo>
                <a:cubicBezTo>
                  <a:pt x="139" y="42"/>
                  <a:pt x="140" y="43"/>
                  <a:pt x="140" y="43"/>
                </a:cubicBezTo>
                <a:cubicBezTo>
                  <a:pt x="156" y="76"/>
                  <a:pt x="133" y="142"/>
                  <a:pt x="133" y="142"/>
                </a:cubicBezTo>
                <a:cubicBezTo>
                  <a:pt x="162" y="143"/>
                  <a:pt x="162" y="143"/>
                  <a:pt x="162" y="143"/>
                </a:cubicBezTo>
                <a:cubicBezTo>
                  <a:pt x="162" y="143"/>
                  <a:pt x="180" y="44"/>
                  <a:pt x="136" y="15"/>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6"/>
          <p:cNvSpPr>
            <a:spLocks/>
          </p:cNvSpPr>
          <p:nvPr/>
        </p:nvSpPr>
        <p:spPr bwMode="auto">
          <a:xfrm>
            <a:off x="3357565" y="3209331"/>
            <a:ext cx="555625" cy="682625"/>
          </a:xfrm>
          <a:custGeom>
            <a:avLst/>
            <a:gdLst>
              <a:gd name="T0" fmla="*/ 0 w 148"/>
              <a:gd name="T1" fmla="*/ 182 h 182"/>
              <a:gd name="T2" fmla="*/ 148 w 148"/>
              <a:gd name="T3" fmla="*/ 182 h 182"/>
              <a:gd name="T4" fmla="*/ 80 w 148"/>
              <a:gd name="T5" fmla="*/ 0 h 182"/>
              <a:gd name="T6" fmla="*/ 0 w 148"/>
              <a:gd name="T7" fmla="*/ 182 h 182"/>
            </a:gdLst>
            <a:ahLst/>
            <a:cxnLst>
              <a:cxn ang="0">
                <a:pos x="T0" y="T1"/>
              </a:cxn>
              <a:cxn ang="0">
                <a:pos x="T2" y="T3"/>
              </a:cxn>
              <a:cxn ang="0">
                <a:pos x="T4" y="T5"/>
              </a:cxn>
              <a:cxn ang="0">
                <a:pos x="T6" y="T7"/>
              </a:cxn>
            </a:cxnLst>
            <a:rect l="0" t="0" r="r" b="b"/>
            <a:pathLst>
              <a:path w="148" h="182">
                <a:moveTo>
                  <a:pt x="0" y="182"/>
                </a:moveTo>
                <a:cubicBezTo>
                  <a:pt x="148" y="182"/>
                  <a:pt x="148" y="182"/>
                  <a:pt x="148" y="182"/>
                </a:cubicBezTo>
                <a:cubicBezTo>
                  <a:pt x="148" y="182"/>
                  <a:pt x="118" y="0"/>
                  <a:pt x="80" y="0"/>
                </a:cubicBezTo>
                <a:cubicBezTo>
                  <a:pt x="41" y="0"/>
                  <a:pt x="0" y="182"/>
                  <a:pt x="0" y="182"/>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17"/>
          <p:cNvSpPr>
            <a:spLocks/>
          </p:cNvSpPr>
          <p:nvPr/>
        </p:nvSpPr>
        <p:spPr bwMode="auto">
          <a:xfrm>
            <a:off x="3503613" y="3741141"/>
            <a:ext cx="296862" cy="198438"/>
          </a:xfrm>
          <a:custGeom>
            <a:avLst/>
            <a:gdLst>
              <a:gd name="T0" fmla="*/ 40 w 79"/>
              <a:gd name="T1" fmla="*/ 53 h 53"/>
              <a:gd name="T2" fmla="*/ 74 w 79"/>
              <a:gd name="T3" fmla="*/ 25 h 53"/>
              <a:gd name="T4" fmla="*/ 79 w 79"/>
              <a:gd name="T5" fmla="*/ 0 h 53"/>
              <a:gd name="T6" fmla="*/ 0 w 79"/>
              <a:gd name="T7" fmla="*/ 0 h 53"/>
              <a:gd name="T8" fmla="*/ 5 w 79"/>
              <a:gd name="T9" fmla="*/ 25 h 53"/>
              <a:gd name="T10" fmla="*/ 40 w 79"/>
              <a:gd name="T11" fmla="*/ 53 h 53"/>
            </a:gdLst>
            <a:ahLst/>
            <a:cxnLst>
              <a:cxn ang="0">
                <a:pos x="T0" y="T1"/>
              </a:cxn>
              <a:cxn ang="0">
                <a:pos x="T2" y="T3"/>
              </a:cxn>
              <a:cxn ang="0">
                <a:pos x="T4" y="T5"/>
              </a:cxn>
              <a:cxn ang="0">
                <a:pos x="T6" y="T7"/>
              </a:cxn>
              <a:cxn ang="0">
                <a:pos x="T8" y="T9"/>
              </a:cxn>
              <a:cxn ang="0">
                <a:pos x="T10" y="T11"/>
              </a:cxn>
            </a:cxnLst>
            <a:rect l="0" t="0" r="r" b="b"/>
            <a:pathLst>
              <a:path w="79" h="53">
                <a:moveTo>
                  <a:pt x="40" y="53"/>
                </a:moveTo>
                <a:cubicBezTo>
                  <a:pt x="53" y="53"/>
                  <a:pt x="65" y="43"/>
                  <a:pt x="74" y="25"/>
                </a:cubicBezTo>
                <a:cubicBezTo>
                  <a:pt x="76" y="12"/>
                  <a:pt x="79" y="0"/>
                  <a:pt x="79" y="0"/>
                </a:cubicBezTo>
                <a:cubicBezTo>
                  <a:pt x="0" y="0"/>
                  <a:pt x="0" y="0"/>
                  <a:pt x="0" y="0"/>
                </a:cubicBezTo>
                <a:cubicBezTo>
                  <a:pt x="0" y="0"/>
                  <a:pt x="4" y="12"/>
                  <a:pt x="5" y="25"/>
                </a:cubicBezTo>
                <a:cubicBezTo>
                  <a:pt x="14" y="43"/>
                  <a:pt x="26" y="53"/>
                  <a:pt x="40" y="53"/>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8"/>
          <p:cNvSpPr>
            <a:spLocks/>
          </p:cNvSpPr>
          <p:nvPr/>
        </p:nvSpPr>
        <p:spPr bwMode="auto">
          <a:xfrm>
            <a:off x="3362327" y="3268066"/>
            <a:ext cx="573087" cy="623888"/>
          </a:xfrm>
          <a:custGeom>
            <a:avLst/>
            <a:gdLst>
              <a:gd name="T0" fmla="*/ 76 w 153"/>
              <a:gd name="T1" fmla="*/ 166 h 166"/>
              <a:gd name="T2" fmla="*/ 135 w 153"/>
              <a:gd name="T3" fmla="*/ 99 h 166"/>
              <a:gd name="T4" fmla="*/ 150 w 153"/>
              <a:gd name="T5" fmla="*/ 87 h 166"/>
              <a:gd name="T6" fmla="*/ 141 w 153"/>
              <a:gd name="T7" fmla="*/ 71 h 166"/>
              <a:gd name="T8" fmla="*/ 141 w 153"/>
              <a:gd name="T9" fmla="*/ 71 h 166"/>
              <a:gd name="T10" fmla="*/ 76 w 153"/>
              <a:gd name="T11" fmla="*/ 0 h 166"/>
              <a:gd name="T12" fmla="*/ 12 w 153"/>
              <a:gd name="T13" fmla="*/ 71 h 166"/>
              <a:gd name="T14" fmla="*/ 12 w 153"/>
              <a:gd name="T15" fmla="*/ 71 h 166"/>
              <a:gd name="T16" fmla="*/ 3 w 153"/>
              <a:gd name="T17" fmla="*/ 87 h 166"/>
              <a:gd name="T18" fmla="*/ 18 w 153"/>
              <a:gd name="T19" fmla="*/ 99 h 166"/>
              <a:gd name="T20" fmla="*/ 76 w 153"/>
              <a:gd name="T21"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3" h="166">
                <a:moveTo>
                  <a:pt x="76" y="166"/>
                </a:moveTo>
                <a:cubicBezTo>
                  <a:pt x="111" y="166"/>
                  <a:pt x="128" y="121"/>
                  <a:pt x="135" y="99"/>
                </a:cubicBezTo>
                <a:cubicBezTo>
                  <a:pt x="139" y="103"/>
                  <a:pt x="148" y="94"/>
                  <a:pt x="150" y="87"/>
                </a:cubicBezTo>
                <a:cubicBezTo>
                  <a:pt x="151" y="79"/>
                  <a:pt x="153" y="71"/>
                  <a:pt x="141" y="71"/>
                </a:cubicBezTo>
                <a:cubicBezTo>
                  <a:pt x="141" y="71"/>
                  <a:pt x="141" y="71"/>
                  <a:pt x="141" y="71"/>
                </a:cubicBezTo>
                <a:cubicBezTo>
                  <a:pt x="141" y="41"/>
                  <a:pt x="137" y="0"/>
                  <a:pt x="76" y="0"/>
                </a:cubicBezTo>
                <a:cubicBezTo>
                  <a:pt x="16" y="0"/>
                  <a:pt x="12" y="41"/>
                  <a:pt x="12" y="71"/>
                </a:cubicBezTo>
                <a:cubicBezTo>
                  <a:pt x="12" y="71"/>
                  <a:pt x="12" y="71"/>
                  <a:pt x="12" y="71"/>
                </a:cubicBezTo>
                <a:cubicBezTo>
                  <a:pt x="0" y="71"/>
                  <a:pt x="2" y="79"/>
                  <a:pt x="3" y="87"/>
                </a:cubicBezTo>
                <a:cubicBezTo>
                  <a:pt x="5" y="94"/>
                  <a:pt x="14" y="103"/>
                  <a:pt x="18" y="99"/>
                </a:cubicBezTo>
                <a:cubicBezTo>
                  <a:pt x="25" y="121"/>
                  <a:pt x="42" y="166"/>
                  <a:pt x="76" y="166"/>
                </a:cubicBezTo>
                <a:close/>
              </a:path>
            </a:pathLst>
          </a:custGeom>
          <a:solidFill>
            <a:srgbClr val="FFF3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19"/>
          <p:cNvSpPr>
            <a:spLocks/>
          </p:cNvSpPr>
          <p:nvPr/>
        </p:nvSpPr>
        <p:spPr bwMode="auto">
          <a:xfrm>
            <a:off x="3084515" y="4014191"/>
            <a:ext cx="1139825" cy="285750"/>
          </a:xfrm>
          <a:custGeom>
            <a:avLst/>
            <a:gdLst>
              <a:gd name="T0" fmla="*/ 269 w 304"/>
              <a:gd name="T1" fmla="*/ 21 h 76"/>
              <a:gd name="T2" fmla="*/ 212 w 304"/>
              <a:gd name="T3" fmla="*/ 0 h 76"/>
              <a:gd name="T4" fmla="*/ 152 w 304"/>
              <a:gd name="T5" fmla="*/ 27 h 76"/>
              <a:gd name="T6" fmla="*/ 92 w 304"/>
              <a:gd name="T7" fmla="*/ 0 h 76"/>
              <a:gd name="T8" fmla="*/ 34 w 304"/>
              <a:gd name="T9" fmla="*/ 21 h 76"/>
              <a:gd name="T10" fmla="*/ 5 w 304"/>
              <a:gd name="T11" fmla="*/ 76 h 76"/>
              <a:gd name="T12" fmla="*/ 299 w 304"/>
              <a:gd name="T13" fmla="*/ 76 h 76"/>
              <a:gd name="T14" fmla="*/ 269 w 304"/>
              <a:gd name="T15" fmla="*/ 21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4" h="76">
                <a:moveTo>
                  <a:pt x="269" y="21"/>
                </a:moveTo>
                <a:cubicBezTo>
                  <a:pt x="256" y="12"/>
                  <a:pt x="231" y="9"/>
                  <a:pt x="212" y="0"/>
                </a:cubicBezTo>
                <a:cubicBezTo>
                  <a:pt x="197" y="16"/>
                  <a:pt x="176" y="27"/>
                  <a:pt x="152" y="27"/>
                </a:cubicBezTo>
                <a:cubicBezTo>
                  <a:pt x="128" y="27"/>
                  <a:pt x="106" y="16"/>
                  <a:pt x="92" y="0"/>
                </a:cubicBezTo>
                <a:cubicBezTo>
                  <a:pt x="72" y="9"/>
                  <a:pt x="48" y="12"/>
                  <a:pt x="34" y="21"/>
                </a:cubicBezTo>
                <a:cubicBezTo>
                  <a:pt x="0" y="43"/>
                  <a:pt x="5" y="76"/>
                  <a:pt x="5" y="76"/>
                </a:cubicBezTo>
                <a:cubicBezTo>
                  <a:pt x="299" y="76"/>
                  <a:pt x="299" y="76"/>
                  <a:pt x="299" y="76"/>
                </a:cubicBezTo>
                <a:cubicBezTo>
                  <a:pt x="299" y="76"/>
                  <a:pt x="304" y="43"/>
                  <a:pt x="269" y="21"/>
                </a:cubicBezTo>
                <a:close/>
              </a:path>
            </a:pathLst>
          </a:custGeom>
          <a:solidFill>
            <a:srgbClr val="CA2C3B"/>
          </a:solidFill>
          <a:ln>
            <a:noFill/>
          </a:ln>
        </p:spPr>
        <p:txBody>
          <a:bodyPr/>
          <a:lstStyle/>
          <a:p>
            <a:endParaRPr lang="zh-CN" altLang="en-US" sz="1600"/>
          </a:p>
        </p:txBody>
      </p:sp>
      <p:sp>
        <p:nvSpPr>
          <p:cNvPr id="21" name="Freeform 20"/>
          <p:cNvSpPr>
            <a:spLocks/>
          </p:cNvSpPr>
          <p:nvPr/>
        </p:nvSpPr>
        <p:spPr bwMode="auto">
          <a:xfrm>
            <a:off x="3429000" y="3834804"/>
            <a:ext cx="450850" cy="280988"/>
          </a:xfrm>
          <a:custGeom>
            <a:avLst/>
            <a:gdLst>
              <a:gd name="T0" fmla="*/ 60 w 120"/>
              <a:gd name="T1" fmla="*/ 75 h 75"/>
              <a:gd name="T2" fmla="*/ 120 w 120"/>
              <a:gd name="T3" fmla="*/ 48 h 75"/>
              <a:gd name="T4" fmla="*/ 96 w 120"/>
              <a:gd name="T5" fmla="*/ 29 h 75"/>
              <a:gd name="T6" fmla="*/ 94 w 120"/>
              <a:gd name="T7" fmla="*/ 0 h 75"/>
              <a:gd name="T8" fmla="*/ 60 w 120"/>
              <a:gd name="T9" fmla="*/ 28 h 75"/>
              <a:gd name="T10" fmla="*/ 25 w 120"/>
              <a:gd name="T11" fmla="*/ 0 h 75"/>
              <a:gd name="T12" fmla="*/ 23 w 120"/>
              <a:gd name="T13" fmla="*/ 29 h 75"/>
              <a:gd name="T14" fmla="*/ 0 w 120"/>
              <a:gd name="T15" fmla="*/ 48 h 75"/>
              <a:gd name="T16" fmla="*/ 60 w 120"/>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75">
                <a:moveTo>
                  <a:pt x="60" y="75"/>
                </a:moveTo>
                <a:cubicBezTo>
                  <a:pt x="84" y="75"/>
                  <a:pt x="105" y="64"/>
                  <a:pt x="120" y="48"/>
                </a:cubicBezTo>
                <a:cubicBezTo>
                  <a:pt x="110" y="43"/>
                  <a:pt x="102" y="38"/>
                  <a:pt x="96" y="29"/>
                </a:cubicBezTo>
                <a:cubicBezTo>
                  <a:pt x="92" y="23"/>
                  <a:pt x="93" y="11"/>
                  <a:pt x="94" y="0"/>
                </a:cubicBezTo>
                <a:cubicBezTo>
                  <a:pt x="85" y="18"/>
                  <a:pt x="73" y="28"/>
                  <a:pt x="60" y="28"/>
                </a:cubicBezTo>
                <a:cubicBezTo>
                  <a:pt x="46" y="28"/>
                  <a:pt x="34" y="18"/>
                  <a:pt x="25" y="0"/>
                </a:cubicBezTo>
                <a:cubicBezTo>
                  <a:pt x="27" y="11"/>
                  <a:pt x="27" y="23"/>
                  <a:pt x="23" y="29"/>
                </a:cubicBezTo>
                <a:cubicBezTo>
                  <a:pt x="17" y="38"/>
                  <a:pt x="9" y="43"/>
                  <a:pt x="0" y="48"/>
                </a:cubicBezTo>
                <a:cubicBezTo>
                  <a:pt x="14" y="64"/>
                  <a:pt x="36" y="75"/>
                  <a:pt x="60" y="75"/>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21"/>
          <p:cNvSpPr>
            <a:spLocks/>
          </p:cNvSpPr>
          <p:nvPr/>
        </p:nvSpPr>
        <p:spPr bwMode="auto">
          <a:xfrm>
            <a:off x="3316290" y="3168054"/>
            <a:ext cx="357187" cy="738188"/>
          </a:xfrm>
          <a:custGeom>
            <a:avLst/>
            <a:gdLst>
              <a:gd name="T0" fmla="*/ 95 w 95"/>
              <a:gd name="T1" fmla="*/ 8 h 197"/>
              <a:gd name="T2" fmla="*/ 0 w 95"/>
              <a:gd name="T3" fmla="*/ 92 h 197"/>
              <a:gd name="T4" fmla="*/ 12 w 95"/>
              <a:gd name="T5" fmla="*/ 197 h 197"/>
              <a:gd name="T6" fmla="*/ 95 w 95"/>
              <a:gd name="T7" fmla="*/ 8 h 197"/>
            </a:gdLst>
            <a:ahLst/>
            <a:cxnLst>
              <a:cxn ang="0">
                <a:pos x="T0" y="T1"/>
              </a:cxn>
              <a:cxn ang="0">
                <a:pos x="T2" y="T3"/>
              </a:cxn>
              <a:cxn ang="0">
                <a:pos x="T4" y="T5"/>
              </a:cxn>
              <a:cxn ang="0">
                <a:pos x="T6" y="T7"/>
              </a:cxn>
            </a:cxnLst>
            <a:rect l="0" t="0" r="r" b="b"/>
            <a:pathLst>
              <a:path w="95" h="197">
                <a:moveTo>
                  <a:pt x="95" y="8"/>
                </a:moveTo>
                <a:cubicBezTo>
                  <a:pt x="95" y="8"/>
                  <a:pt x="0" y="0"/>
                  <a:pt x="0" y="92"/>
                </a:cubicBezTo>
                <a:cubicBezTo>
                  <a:pt x="0" y="163"/>
                  <a:pt x="12" y="197"/>
                  <a:pt x="12" y="197"/>
                </a:cubicBezTo>
                <a:lnTo>
                  <a:pt x="95" y="8"/>
                </a:ln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22"/>
          <p:cNvSpPr>
            <a:spLocks/>
          </p:cNvSpPr>
          <p:nvPr/>
        </p:nvSpPr>
        <p:spPr bwMode="auto">
          <a:xfrm>
            <a:off x="3654425" y="3190281"/>
            <a:ext cx="303212" cy="715963"/>
          </a:xfrm>
          <a:custGeom>
            <a:avLst/>
            <a:gdLst>
              <a:gd name="T0" fmla="*/ 0 w 81"/>
              <a:gd name="T1" fmla="*/ 2 h 191"/>
              <a:gd name="T2" fmla="*/ 81 w 81"/>
              <a:gd name="T3" fmla="*/ 86 h 191"/>
              <a:gd name="T4" fmla="*/ 69 w 81"/>
              <a:gd name="T5" fmla="*/ 191 h 191"/>
              <a:gd name="T6" fmla="*/ 0 w 81"/>
              <a:gd name="T7" fmla="*/ 2 h 191"/>
            </a:gdLst>
            <a:ahLst/>
            <a:cxnLst>
              <a:cxn ang="0">
                <a:pos x="T0" y="T1"/>
              </a:cxn>
              <a:cxn ang="0">
                <a:pos x="T2" y="T3"/>
              </a:cxn>
              <a:cxn ang="0">
                <a:pos x="T4" y="T5"/>
              </a:cxn>
              <a:cxn ang="0">
                <a:pos x="T6" y="T7"/>
              </a:cxn>
            </a:cxnLst>
            <a:rect l="0" t="0" r="r" b="b"/>
            <a:pathLst>
              <a:path w="81" h="191">
                <a:moveTo>
                  <a:pt x="0" y="2"/>
                </a:moveTo>
                <a:cubicBezTo>
                  <a:pt x="0" y="2"/>
                  <a:pt x="81" y="0"/>
                  <a:pt x="81" y="86"/>
                </a:cubicBezTo>
                <a:cubicBezTo>
                  <a:pt x="81" y="151"/>
                  <a:pt x="69" y="191"/>
                  <a:pt x="69" y="191"/>
                </a:cubicBezTo>
                <a:lnTo>
                  <a:pt x="0" y="2"/>
                </a:ln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23"/>
          <p:cNvSpPr>
            <a:spLocks/>
          </p:cNvSpPr>
          <p:nvPr/>
        </p:nvSpPr>
        <p:spPr bwMode="auto">
          <a:xfrm>
            <a:off x="4449765" y="3677643"/>
            <a:ext cx="427037" cy="225425"/>
          </a:xfrm>
          <a:custGeom>
            <a:avLst/>
            <a:gdLst>
              <a:gd name="T0" fmla="*/ 57 w 114"/>
              <a:gd name="T1" fmla="*/ 60 h 60"/>
              <a:gd name="T2" fmla="*/ 111 w 114"/>
              <a:gd name="T3" fmla="*/ 20 h 60"/>
              <a:gd name="T4" fmla="*/ 114 w 114"/>
              <a:gd name="T5" fmla="*/ 0 h 60"/>
              <a:gd name="T6" fmla="*/ 0 w 114"/>
              <a:gd name="T7" fmla="*/ 0 h 60"/>
              <a:gd name="T8" fmla="*/ 4 w 114"/>
              <a:gd name="T9" fmla="*/ 20 h 60"/>
              <a:gd name="T10" fmla="*/ 57 w 114"/>
              <a:gd name="T11" fmla="*/ 60 h 60"/>
            </a:gdLst>
            <a:ahLst/>
            <a:cxnLst>
              <a:cxn ang="0">
                <a:pos x="T0" y="T1"/>
              </a:cxn>
              <a:cxn ang="0">
                <a:pos x="T2" y="T3"/>
              </a:cxn>
              <a:cxn ang="0">
                <a:pos x="T4" y="T5"/>
              </a:cxn>
              <a:cxn ang="0">
                <a:pos x="T6" y="T7"/>
              </a:cxn>
              <a:cxn ang="0">
                <a:pos x="T8" y="T9"/>
              </a:cxn>
              <a:cxn ang="0">
                <a:pos x="T10" y="T11"/>
              </a:cxn>
            </a:cxnLst>
            <a:rect l="0" t="0" r="r" b="b"/>
            <a:pathLst>
              <a:path w="114" h="60">
                <a:moveTo>
                  <a:pt x="57" y="60"/>
                </a:moveTo>
                <a:cubicBezTo>
                  <a:pt x="79" y="60"/>
                  <a:pt x="98" y="44"/>
                  <a:pt x="111" y="20"/>
                </a:cubicBezTo>
                <a:cubicBezTo>
                  <a:pt x="113" y="9"/>
                  <a:pt x="114" y="0"/>
                  <a:pt x="114" y="0"/>
                </a:cubicBezTo>
                <a:cubicBezTo>
                  <a:pt x="0" y="0"/>
                  <a:pt x="0" y="0"/>
                  <a:pt x="0" y="0"/>
                </a:cubicBezTo>
                <a:cubicBezTo>
                  <a:pt x="0" y="0"/>
                  <a:pt x="2" y="9"/>
                  <a:pt x="4" y="20"/>
                </a:cubicBezTo>
                <a:cubicBezTo>
                  <a:pt x="17" y="44"/>
                  <a:pt x="36" y="60"/>
                  <a:pt x="57" y="60"/>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24"/>
          <p:cNvSpPr>
            <a:spLocks/>
          </p:cNvSpPr>
          <p:nvPr/>
        </p:nvSpPr>
        <p:spPr bwMode="auto">
          <a:xfrm>
            <a:off x="3992565" y="3928468"/>
            <a:ext cx="1341437" cy="371475"/>
          </a:xfrm>
          <a:custGeom>
            <a:avLst/>
            <a:gdLst>
              <a:gd name="T0" fmla="*/ 323 w 358"/>
              <a:gd name="T1" fmla="*/ 32 h 99"/>
              <a:gd name="T2" fmla="*/ 237 w 358"/>
              <a:gd name="T3" fmla="*/ 0 h 99"/>
              <a:gd name="T4" fmla="*/ 179 w 358"/>
              <a:gd name="T5" fmla="*/ 28 h 99"/>
              <a:gd name="T6" fmla="*/ 122 w 358"/>
              <a:gd name="T7" fmla="*/ 0 h 99"/>
              <a:gd name="T8" fmla="*/ 36 w 358"/>
              <a:gd name="T9" fmla="*/ 32 h 99"/>
              <a:gd name="T10" fmla="*/ 3 w 358"/>
              <a:gd name="T11" fmla="*/ 99 h 99"/>
              <a:gd name="T12" fmla="*/ 356 w 358"/>
              <a:gd name="T13" fmla="*/ 99 h 99"/>
              <a:gd name="T14" fmla="*/ 323 w 358"/>
              <a:gd name="T15" fmla="*/ 32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8" h="99">
                <a:moveTo>
                  <a:pt x="323" y="32"/>
                </a:moveTo>
                <a:cubicBezTo>
                  <a:pt x="310" y="26"/>
                  <a:pt x="255" y="8"/>
                  <a:pt x="237" y="0"/>
                </a:cubicBezTo>
                <a:cubicBezTo>
                  <a:pt x="223" y="17"/>
                  <a:pt x="203" y="28"/>
                  <a:pt x="179" y="28"/>
                </a:cubicBezTo>
                <a:cubicBezTo>
                  <a:pt x="156" y="28"/>
                  <a:pt x="135" y="17"/>
                  <a:pt x="122" y="0"/>
                </a:cubicBezTo>
                <a:cubicBezTo>
                  <a:pt x="104" y="8"/>
                  <a:pt x="49" y="26"/>
                  <a:pt x="36" y="32"/>
                </a:cubicBezTo>
                <a:cubicBezTo>
                  <a:pt x="0" y="49"/>
                  <a:pt x="3" y="99"/>
                  <a:pt x="3" y="99"/>
                </a:cubicBezTo>
                <a:cubicBezTo>
                  <a:pt x="356" y="99"/>
                  <a:pt x="356" y="99"/>
                  <a:pt x="356" y="99"/>
                </a:cubicBezTo>
                <a:cubicBezTo>
                  <a:pt x="356" y="99"/>
                  <a:pt x="358" y="49"/>
                  <a:pt x="323" y="32"/>
                </a:cubicBezTo>
                <a:close/>
              </a:path>
            </a:pathLst>
          </a:custGeom>
          <a:solidFill>
            <a:srgbClr val="CA2C3B"/>
          </a:solidFill>
          <a:ln>
            <a:noFill/>
          </a:ln>
        </p:spPr>
        <p:txBody>
          <a:bodyPr/>
          <a:lstStyle/>
          <a:p>
            <a:endParaRPr lang="zh-CN" altLang="en-US" sz="1600"/>
          </a:p>
        </p:txBody>
      </p:sp>
      <p:sp>
        <p:nvSpPr>
          <p:cNvPr id="26" name="Freeform 25"/>
          <p:cNvSpPr>
            <a:spLocks/>
          </p:cNvSpPr>
          <p:nvPr/>
        </p:nvSpPr>
        <p:spPr bwMode="auto">
          <a:xfrm>
            <a:off x="4449763" y="3752254"/>
            <a:ext cx="430212" cy="280988"/>
          </a:xfrm>
          <a:custGeom>
            <a:avLst/>
            <a:gdLst>
              <a:gd name="T0" fmla="*/ 57 w 115"/>
              <a:gd name="T1" fmla="*/ 75 h 75"/>
              <a:gd name="T2" fmla="*/ 115 w 115"/>
              <a:gd name="T3" fmla="*/ 47 h 75"/>
              <a:gd name="T4" fmla="*/ 109 w 115"/>
              <a:gd name="T5" fmla="*/ 44 h 75"/>
              <a:gd name="T6" fmla="*/ 111 w 115"/>
              <a:gd name="T7" fmla="*/ 0 h 75"/>
              <a:gd name="T8" fmla="*/ 57 w 115"/>
              <a:gd name="T9" fmla="*/ 40 h 75"/>
              <a:gd name="T10" fmla="*/ 4 w 115"/>
              <a:gd name="T11" fmla="*/ 0 h 75"/>
              <a:gd name="T12" fmla="*/ 5 w 115"/>
              <a:gd name="T13" fmla="*/ 44 h 75"/>
              <a:gd name="T14" fmla="*/ 0 w 115"/>
              <a:gd name="T15" fmla="*/ 47 h 75"/>
              <a:gd name="T16" fmla="*/ 57 w 115"/>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75">
                <a:moveTo>
                  <a:pt x="57" y="75"/>
                </a:moveTo>
                <a:cubicBezTo>
                  <a:pt x="81" y="75"/>
                  <a:pt x="101" y="64"/>
                  <a:pt x="115" y="47"/>
                </a:cubicBezTo>
                <a:cubicBezTo>
                  <a:pt x="112" y="46"/>
                  <a:pt x="110" y="45"/>
                  <a:pt x="109" y="44"/>
                </a:cubicBezTo>
                <a:cubicBezTo>
                  <a:pt x="106" y="41"/>
                  <a:pt x="109" y="18"/>
                  <a:pt x="111" y="0"/>
                </a:cubicBezTo>
                <a:cubicBezTo>
                  <a:pt x="98" y="24"/>
                  <a:pt x="79" y="40"/>
                  <a:pt x="57" y="40"/>
                </a:cubicBezTo>
                <a:cubicBezTo>
                  <a:pt x="36" y="40"/>
                  <a:pt x="17" y="24"/>
                  <a:pt x="4" y="0"/>
                </a:cubicBezTo>
                <a:cubicBezTo>
                  <a:pt x="6" y="18"/>
                  <a:pt x="8" y="41"/>
                  <a:pt x="5" y="44"/>
                </a:cubicBezTo>
                <a:cubicBezTo>
                  <a:pt x="5" y="45"/>
                  <a:pt x="3" y="46"/>
                  <a:pt x="0" y="47"/>
                </a:cubicBezTo>
                <a:cubicBezTo>
                  <a:pt x="13" y="64"/>
                  <a:pt x="34" y="75"/>
                  <a:pt x="57" y="75"/>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26"/>
          <p:cNvSpPr>
            <a:spLocks/>
          </p:cNvSpPr>
          <p:nvPr/>
        </p:nvSpPr>
        <p:spPr bwMode="auto">
          <a:xfrm>
            <a:off x="4359275" y="3152181"/>
            <a:ext cx="608012" cy="473075"/>
          </a:xfrm>
          <a:custGeom>
            <a:avLst/>
            <a:gdLst>
              <a:gd name="T0" fmla="*/ 17 w 162"/>
              <a:gd name="T1" fmla="*/ 117 h 126"/>
              <a:gd name="T2" fmla="*/ 23 w 162"/>
              <a:gd name="T3" fmla="*/ 29 h 126"/>
              <a:gd name="T4" fmla="*/ 81 w 162"/>
              <a:gd name="T5" fmla="*/ 27 h 126"/>
              <a:gd name="T6" fmla="*/ 139 w 162"/>
              <a:gd name="T7" fmla="*/ 29 h 126"/>
              <a:gd name="T8" fmla="*/ 145 w 162"/>
              <a:gd name="T9" fmla="*/ 117 h 126"/>
              <a:gd name="T10" fmla="*/ 153 w 162"/>
              <a:gd name="T11" fmla="*/ 111 h 126"/>
              <a:gd name="T12" fmla="*/ 158 w 162"/>
              <a:gd name="T13" fmla="*/ 80 h 126"/>
              <a:gd name="T14" fmla="*/ 81 w 162"/>
              <a:gd name="T15" fmla="*/ 0 h 126"/>
              <a:gd name="T16" fmla="*/ 4 w 162"/>
              <a:gd name="T17" fmla="*/ 80 h 126"/>
              <a:gd name="T18" fmla="*/ 4 w 162"/>
              <a:gd name="T19" fmla="*/ 80 h 126"/>
              <a:gd name="T20" fmla="*/ 3 w 162"/>
              <a:gd name="T21" fmla="*/ 80 h 126"/>
              <a:gd name="T22" fmla="*/ 9 w 162"/>
              <a:gd name="T23" fmla="*/ 111 h 126"/>
              <a:gd name="T24" fmla="*/ 17 w 162"/>
              <a:gd name="T25" fmla="*/ 11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126">
                <a:moveTo>
                  <a:pt x="17" y="117"/>
                </a:moveTo>
                <a:cubicBezTo>
                  <a:pt x="17" y="117"/>
                  <a:pt x="0" y="54"/>
                  <a:pt x="23" y="29"/>
                </a:cubicBezTo>
                <a:cubicBezTo>
                  <a:pt x="46" y="5"/>
                  <a:pt x="62" y="26"/>
                  <a:pt x="81" y="27"/>
                </a:cubicBezTo>
                <a:cubicBezTo>
                  <a:pt x="100" y="26"/>
                  <a:pt x="116" y="5"/>
                  <a:pt x="139" y="29"/>
                </a:cubicBezTo>
                <a:cubicBezTo>
                  <a:pt x="162" y="54"/>
                  <a:pt x="145" y="117"/>
                  <a:pt x="145" y="117"/>
                </a:cubicBezTo>
                <a:cubicBezTo>
                  <a:pt x="145" y="117"/>
                  <a:pt x="152" y="126"/>
                  <a:pt x="153" y="111"/>
                </a:cubicBezTo>
                <a:cubicBezTo>
                  <a:pt x="153" y="100"/>
                  <a:pt x="156" y="87"/>
                  <a:pt x="158" y="80"/>
                </a:cubicBezTo>
                <a:cubicBezTo>
                  <a:pt x="157" y="39"/>
                  <a:pt x="147" y="0"/>
                  <a:pt x="81" y="0"/>
                </a:cubicBezTo>
                <a:cubicBezTo>
                  <a:pt x="13" y="0"/>
                  <a:pt x="5" y="39"/>
                  <a:pt x="4" y="80"/>
                </a:cubicBezTo>
                <a:cubicBezTo>
                  <a:pt x="4" y="80"/>
                  <a:pt x="4" y="80"/>
                  <a:pt x="4" y="80"/>
                </a:cubicBezTo>
                <a:cubicBezTo>
                  <a:pt x="3" y="80"/>
                  <a:pt x="3" y="80"/>
                  <a:pt x="3" y="80"/>
                </a:cubicBezTo>
                <a:cubicBezTo>
                  <a:pt x="5" y="87"/>
                  <a:pt x="9" y="100"/>
                  <a:pt x="9" y="111"/>
                </a:cubicBezTo>
                <a:cubicBezTo>
                  <a:pt x="9" y="126"/>
                  <a:pt x="17" y="117"/>
                  <a:pt x="17" y="117"/>
                </a:cubicBezTo>
                <a:close/>
              </a:path>
            </a:pathLst>
          </a:custGeom>
          <a:solidFill>
            <a:srgbClr val="CA2C3B"/>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27"/>
          <p:cNvSpPr>
            <a:spLocks/>
          </p:cNvSpPr>
          <p:nvPr/>
        </p:nvSpPr>
        <p:spPr bwMode="auto">
          <a:xfrm>
            <a:off x="4321177" y="3171231"/>
            <a:ext cx="682625" cy="671513"/>
          </a:xfrm>
          <a:custGeom>
            <a:avLst/>
            <a:gdLst>
              <a:gd name="T0" fmla="*/ 168 w 182"/>
              <a:gd name="T1" fmla="*/ 75 h 179"/>
              <a:gd name="T2" fmla="*/ 168 w 182"/>
              <a:gd name="T3" fmla="*/ 75 h 179"/>
              <a:gd name="T4" fmla="*/ 168 w 182"/>
              <a:gd name="T5" fmla="*/ 75 h 179"/>
              <a:gd name="T6" fmla="*/ 163 w 182"/>
              <a:gd name="T7" fmla="*/ 106 h 179"/>
              <a:gd name="T8" fmla="*/ 155 w 182"/>
              <a:gd name="T9" fmla="*/ 112 h 179"/>
              <a:gd name="T10" fmla="*/ 149 w 182"/>
              <a:gd name="T11" fmla="*/ 24 h 179"/>
              <a:gd name="T12" fmla="*/ 91 w 182"/>
              <a:gd name="T13" fmla="*/ 22 h 179"/>
              <a:gd name="T14" fmla="*/ 33 w 182"/>
              <a:gd name="T15" fmla="*/ 24 h 179"/>
              <a:gd name="T16" fmla="*/ 27 w 182"/>
              <a:gd name="T17" fmla="*/ 112 h 179"/>
              <a:gd name="T18" fmla="*/ 19 w 182"/>
              <a:gd name="T19" fmla="*/ 106 h 179"/>
              <a:gd name="T20" fmla="*/ 13 w 182"/>
              <a:gd name="T21" fmla="*/ 75 h 179"/>
              <a:gd name="T22" fmla="*/ 1 w 182"/>
              <a:gd name="T23" fmla="*/ 93 h 179"/>
              <a:gd name="T24" fmla="*/ 18 w 182"/>
              <a:gd name="T25" fmla="*/ 112 h 179"/>
              <a:gd name="T26" fmla="*/ 91 w 182"/>
              <a:gd name="T27" fmla="*/ 179 h 179"/>
              <a:gd name="T28" fmla="*/ 164 w 182"/>
              <a:gd name="T29" fmla="*/ 112 h 179"/>
              <a:gd name="T30" fmla="*/ 181 w 182"/>
              <a:gd name="T31" fmla="*/ 93 h 179"/>
              <a:gd name="T32" fmla="*/ 168 w 182"/>
              <a:gd name="T33" fmla="*/ 75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 h="179">
                <a:moveTo>
                  <a:pt x="168" y="75"/>
                </a:moveTo>
                <a:cubicBezTo>
                  <a:pt x="168" y="75"/>
                  <a:pt x="168" y="75"/>
                  <a:pt x="168" y="75"/>
                </a:cubicBezTo>
                <a:cubicBezTo>
                  <a:pt x="168" y="75"/>
                  <a:pt x="168" y="75"/>
                  <a:pt x="168" y="75"/>
                </a:cubicBezTo>
                <a:cubicBezTo>
                  <a:pt x="166" y="82"/>
                  <a:pt x="163" y="95"/>
                  <a:pt x="163" y="106"/>
                </a:cubicBezTo>
                <a:cubicBezTo>
                  <a:pt x="162" y="121"/>
                  <a:pt x="155" y="112"/>
                  <a:pt x="155" y="112"/>
                </a:cubicBezTo>
                <a:cubicBezTo>
                  <a:pt x="155" y="112"/>
                  <a:pt x="172" y="49"/>
                  <a:pt x="149" y="24"/>
                </a:cubicBezTo>
                <a:cubicBezTo>
                  <a:pt x="126" y="0"/>
                  <a:pt x="110" y="21"/>
                  <a:pt x="91" y="22"/>
                </a:cubicBezTo>
                <a:cubicBezTo>
                  <a:pt x="72" y="21"/>
                  <a:pt x="56" y="0"/>
                  <a:pt x="33" y="24"/>
                </a:cubicBezTo>
                <a:cubicBezTo>
                  <a:pt x="10" y="49"/>
                  <a:pt x="27" y="112"/>
                  <a:pt x="27" y="112"/>
                </a:cubicBezTo>
                <a:cubicBezTo>
                  <a:pt x="27" y="112"/>
                  <a:pt x="19" y="121"/>
                  <a:pt x="19" y="106"/>
                </a:cubicBezTo>
                <a:cubicBezTo>
                  <a:pt x="19" y="95"/>
                  <a:pt x="15" y="82"/>
                  <a:pt x="13" y="75"/>
                </a:cubicBezTo>
                <a:cubicBezTo>
                  <a:pt x="1" y="75"/>
                  <a:pt x="0" y="84"/>
                  <a:pt x="1" y="93"/>
                </a:cubicBezTo>
                <a:cubicBezTo>
                  <a:pt x="2" y="105"/>
                  <a:pt x="10" y="112"/>
                  <a:pt x="18" y="112"/>
                </a:cubicBezTo>
                <a:cubicBezTo>
                  <a:pt x="27" y="147"/>
                  <a:pt x="52" y="179"/>
                  <a:pt x="91" y="179"/>
                </a:cubicBezTo>
                <a:cubicBezTo>
                  <a:pt x="129" y="179"/>
                  <a:pt x="155" y="147"/>
                  <a:pt x="164" y="112"/>
                </a:cubicBezTo>
                <a:cubicBezTo>
                  <a:pt x="172" y="112"/>
                  <a:pt x="179" y="105"/>
                  <a:pt x="181" y="93"/>
                </a:cubicBezTo>
                <a:cubicBezTo>
                  <a:pt x="182" y="84"/>
                  <a:pt x="180" y="75"/>
                  <a:pt x="168" y="75"/>
                </a:cubicBezTo>
                <a:close/>
              </a:path>
            </a:pathLst>
          </a:custGeom>
          <a:solidFill>
            <a:srgbClr val="FFF3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矩形 1"/>
          <p:cNvSpPr>
            <a:spLocks noChangeArrowheads="1"/>
          </p:cNvSpPr>
          <p:nvPr/>
        </p:nvSpPr>
        <p:spPr bwMode="auto">
          <a:xfrm>
            <a:off x="1884150" y="1200977"/>
            <a:ext cx="1478177"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050" dirty="0">
                <a:solidFill>
                  <a:schemeClr val="bg1"/>
                </a:solidFill>
                <a:latin typeface="微软雅黑" pitchFamily="34" charset="-122"/>
                <a:ea typeface="微软雅黑" pitchFamily="34" charset="-122"/>
              </a:rPr>
              <a:t>文字是很有艺术性的文字是很有艺术性的文字是很有艺术性的</a:t>
            </a:r>
          </a:p>
        </p:txBody>
      </p:sp>
      <p:sp>
        <p:nvSpPr>
          <p:cNvPr id="30" name="矩形 1"/>
          <p:cNvSpPr>
            <a:spLocks noChangeArrowheads="1"/>
          </p:cNvSpPr>
          <p:nvPr/>
        </p:nvSpPr>
        <p:spPr bwMode="auto">
          <a:xfrm>
            <a:off x="5796138" y="1137477"/>
            <a:ext cx="1478177"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050" dirty="0">
                <a:solidFill>
                  <a:schemeClr val="bg1"/>
                </a:solidFill>
                <a:latin typeface="微软雅黑" pitchFamily="34" charset="-122"/>
                <a:ea typeface="微软雅黑" pitchFamily="34" charset="-122"/>
              </a:rPr>
              <a:t>文字是很有艺术性的文字是很有艺术性的文字是很有艺术性的</a:t>
            </a:r>
          </a:p>
        </p:txBody>
      </p:sp>
      <p:sp>
        <p:nvSpPr>
          <p:cNvPr id="31" name="矩形 1"/>
          <p:cNvSpPr>
            <a:spLocks noChangeArrowheads="1"/>
          </p:cNvSpPr>
          <p:nvPr/>
        </p:nvSpPr>
        <p:spPr bwMode="auto">
          <a:xfrm>
            <a:off x="3970123" y="1263533"/>
            <a:ext cx="124957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050" dirty="0">
                <a:solidFill>
                  <a:schemeClr val="bg1"/>
                </a:solidFill>
                <a:latin typeface="微软雅黑" pitchFamily="34" charset="-122"/>
                <a:ea typeface="微软雅黑" pitchFamily="34" charset="-122"/>
              </a:rPr>
              <a:t>文字是很有艺术性的文字是很有艺术性的文字是很有艺术性的</a:t>
            </a:r>
          </a:p>
        </p:txBody>
      </p:sp>
      <p:sp>
        <p:nvSpPr>
          <p:cNvPr id="32" name="TextBox 96"/>
          <p:cNvSpPr txBox="1"/>
          <p:nvPr/>
        </p:nvSpPr>
        <p:spPr bwMode="auto">
          <a:xfrm>
            <a:off x="5194628" y="4339178"/>
            <a:ext cx="1056700" cy="307777"/>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1400" dirty="0">
                <a:solidFill>
                  <a:schemeClr val="tx1"/>
                </a:solidFill>
              </a:rPr>
              <a:t>添加标题</a:t>
            </a:r>
          </a:p>
        </p:txBody>
      </p:sp>
      <p:sp>
        <p:nvSpPr>
          <p:cNvPr id="33" name="TextBox 97"/>
          <p:cNvSpPr txBox="1"/>
          <p:nvPr/>
        </p:nvSpPr>
        <p:spPr bwMode="auto">
          <a:xfrm>
            <a:off x="3097540" y="4363751"/>
            <a:ext cx="1056700" cy="307777"/>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1400" dirty="0">
                <a:solidFill>
                  <a:schemeClr val="tx1"/>
                </a:solidFill>
              </a:rPr>
              <a:t>添加标题</a:t>
            </a:r>
          </a:p>
        </p:txBody>
      </p:sp>
      <p:sp>
        <p:nvSpPr>
          <p:cNvPr id="34" name="TextBox 98"/>
          <p:cNvSpPr txBox="1"/>
          <p:nvPr/>
        </p:nvSpPr>
        <p:spPr bwMode="auto">
          <a:xfrm>
            <a:off x="4114334" y="4347163"/>
            <a:ext cx="1056700" cy="307777"/>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1400" dirty="0">
                <a:solidFill>
                  <a:schemeClr val="tx1"/>
                </a:solidFill>
              </a:rPr>
              <a:t>添加标题</a:t>
            </a:r>
          </a:p>
        </p:txBody>
      </p:sp>
    </p:spTree>
    <p:extLst>
      <p:ext uri="{BB962C8B-B14F-4D97-AF65-F5344CB8AC3E}">
        <p14:creationId xmlns:p14="http://schemas.microsoft.com/office/powerpoint/2010/main" val="228055937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ppt_x"/>
                                          </p:val>
                                        </p:tav>
                                        <p:tav tm="100000">
                                          <p:val>
                                            <p:strVal val="#ppt_x"/>
                                          </p:val>
                                        </p:tav>
                                      </p:tavLst>
                                    </p:anim>
                                    <p:anim calcmode="lin" valueType="num">
                                      <p:cBhvr additive="base">
                                        <p:cTn id="44" dur="500" fill="hold"/>
                                        <p:tgtEl>
                                          <p:spTgt spid="2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ppt_x"/>
                                          </p:val>
                                        </p:tav>
                                        <p:tav tm="100000">
                                          <p:val>
                                            <p:strVal val="#ppt_x"/>
                                          </p:val>
                                        </p:tav>
                                      </p:tavLst>
                                    </p:anim>
                                    <p:anim calcmode="lin" valueType="num">
                                      <p:cBhvr additive="base">
                                        <p:cTn id="56" dur="500" fill="hold"/>
                                        <p:tgtEl>
                                          <p:spTgt spid="2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fill="hold"/>
                                        <p:tgtEl>
                                          <p:spTgt spid="24"/>
                                        </p:tgtEl>
                                        <p:attrNameLst>
                                          <p:attrName>ppt_x</p:attrName>
                                        </p:attrNameLst>
                                      </p:cBhvr>
                                      <p:tavLst>
                                        <p:tav tm="0">
                                          <p:val>
                                            <p:strVal val="#ppt_x"/>
                                          </p:val>
                                        </p:tav>
                                        <p:tav tm="100000">
                                          <p:val>
                                            <p:strVal val="#ppt_x"/>
                                          </p:val>
                                        </p:tav>
                                      </p:tavLst>
                                    </p:anim>
                                    <p:anim calcmode="lin" valueType="num">
                                      <p:cBhvr additive="base">
                                        <p:cTn id="60" dur="500" fill="hold"/>
                                        <p:tgtEl>
                                          <p:spTgt spid="24"/>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500" fill="hold"/>
                                        <p:tgtEl>
                                          <p:spTgt spid="25"/>
                                        </p:tgtEl>
                                        <p:attrNameLst>
                                          <p:attrName>ppt_x</p:attrName>
                                        </p:attrNameLst>
                                      </p:cBhvr>
                                      <p:tavLst>
                                        <p:tav tm="0">
                                          <p:val>
                                            <p:strVal val="#ppt_x"/>
                                          </p:val>
                                        </p:tav>
                                        <p:tav tm="100000">
                                          <p:val>
                                            <p:strVal val="#ppt_x"/>
                                          </p:val>
                                        </p:tav>
                                      </p:tavLst>
                                    </p:anim>
                                    <p:anim calcmode="lin" valueType="num">
                                      <p:cBhvr additive="base">
                                        <p:cTn id="64" dur="500" fill="hold"/>
                                        <p:tgtEl>
                                          <p:spTgt spid="25"/>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additive="base">
                                        <p:cTn id="67" dur="500" fill="hold"/>
                                        <p:tgtEl>
                                          <p:spTgt spid="26"/>
                                        </p:tgtEl>
                                        <p:attrNameLst>
                                          <p:attrName>ppt_x</p:attrName>
                                        </p:attrNameLst>
                                      </p:cBhvr>
                                      <p:tavLst>
                                        <p:tav tm="0">
                                          <p:val>
                                            <p:strVal val="#ppt_x"/>
                                          </p:val>
                                        </p:tav>
                                        <p:tav tm="100000">
                                          <p:val>
                                            <p:strVal val="#ppt_x"/>
                                          </p:val>
                                        </p:tav>
                                      </p:tavLst>
                                    </p:anim>
                                    <p:anim calcmode="lin" valueType="num">
                                      <p:cBhvr additive="base">
                                        <p:cTn id="68" dur="500" fill="hold"/>
                                        <p:tgtEl>
                                          <p:spTgt spid="2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 calcmode="lin" valueType="num">
                                      <p:cBhvr additive="base">
                                        <p:cTn id="71" dur="500" fill="hold"/>
                                        <p:tgtEl>
                                          <p:spTgt spid="27"/>
                                        </p:tgtEl>
                                        <p:attrNameLst>
                                          <p:attrName>ppt_x</p:attrName>
                                        </p:attrNameLst>
                                      </p:cBhvr>
                                      <p:tavLst>
                                        <p:tav tm="0">
                                          <p:val>
                                            <p:strVal val="#ppt_x"/>
                                          </p:val>
                                        </p:tav>
                                        <p:tav tm="100000">
                                          <p:val>
                                            <p:strVal val="#ppt_x"/>
                                          </p:val>
                                        </p:tav>
                                      </p:tavLst>
                                    </p:anim>
                                    <p:anim calcmode="lin" valueType="num">
                                      <p:cBhvr additive="base">
                                        <p:cTn id="72" dur="500" fill="hold"/>
                                        <p:tgtEl>
                                          <p:spTgt spid="27"/>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500" fill="hold"/>
                                        <p:tgtEl>
                                          <p:spTgt spid="28"/>
                                        </p:tgtEl>
                                        <p:attrNameLst>
                                          <p:attrName>ppt_x</p:attrName>
                                        </p:attrNameLst>
                                      </p:cBhvr>
                                      <p:tavLst>
                                        <p:tav tm="0">
                                          <p:val>
                                            <p:strVal val="#ppt_x"/>
                                          </p:val>
                                        </p:tav>
                                        <p:tav tm="100000">
                                          <p:val>
                                            <p:strVal val="#ppt_x"/>
                                          </p:val>
                                        </p:tav>
                                      </p:tavLst>
                                    </p:anim>
                                    <p:anim calcmode="lin" valueType="num">
                                      <p:cBhvr additive="base">
                                        <p:cTn id="76" dur="500" fill="hold"/>
                                        <p:tgtEl>
                                          <p:spTgt spid="28"/>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ppt_x"/>
                                          </p:val>
                                        </p:tav>
                                        <p:tav tm="100000">
                                          <p:val>
                                            <p:strVal val="#ppt_x"/>
                                          </p:val>
                                        </p:tav>
                                      </p:tavLst>
                                    </p:anim>
                                    <p:anim calcmode="lin" valueType="num">
                                      <p:cBhvr additive="base">
                                        <p:cTn id="80" dur="500" fill="hold"/>
                                        <p:tgtEl>
                                          <p:spTgt spid="32"/>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 calcmode="lin" valueType="num">
                                      <p:cBhvr additive="base">
                                        <p:cTn id="83" dur="500" fill="hold"/>
                                        <p:tgtEl>
                                          <p:spTgt spid="33"/>
                                        </p:tgtEl>
                                        <p:attrNameLst>
                                          <p:attrName>ppt_x</p:attrName>
                                        </p:attrNameLst>
                                      </p:cBhvr>
                                      <p:tavLst>
                                        <p:tav tm="0">
                                          <p:val>
                                            <p:strVal val="#ppt_x"/>
                                          </p:val>
                                        </p:tav>
                                        <p:tav tm="100000">
                                          <p:val>
                                            <p:strVal val="#ppt_x"/>
                                          </p:val>
                                        </p:tav>
                                      </p:tavLst>
                                    </p:anim>
                                    <p:anim calcmode="lin" valueType="num">
                                      <p:cBhvr additive="base">
                                        <p:cTn id="84" dur="500" fill="hold"/>
                                        <p:tgtEl>
                                          <p:spTgt spid="3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 calcmode="lin" valueType="num">
                                      <p:cBhvr additive="base">
                                        <p:cTn id="87" dur="500" fill="hold"/>
                                        <p:tgtEl>
                                          <p:spTgt spid="34"/>
                                        </p:tgtEl>
                                        <p:attrNameLst>
                                          <p:attrName>ppt_x</p:attrName>
                                        </p:attrNameLst>
                                      </p:cBhvr>
                                      <p:tavLst>
                                        <p:tav tm="0">
                                          <p:val>
                                            <p:strVal val="#ppt_x"/>
                                          </p:val>
                                        </p:tav>
                                        <p:tav tm="100000">
                                          <p:val>
                                            <p:strVal val="#ppt_x"/>
                                          </p:val>
                                        </p:tav>
                                      </p:tavLst>
                                    </p:anim>
                                    <p:anim calcmode="lin" valueType="num">
                                      <p:cBhvr additive="base">
                                        <p:cTn id="8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6"/>
                                        </p:tgtEl>
                                        <p:attrNameLst>
                                          <p:attrName>style.visibility</p:attrName>
                                        </p:attrNameLst>
                                      </p:cBhvr>
                                      <p:to>
                                        <p:strVal val="visible"/>
                                      </p:to>
                                    </p:set>
                                    <p:anim calcmode="lin" valueType="num">
                                      <p:cBhvr>
                                        <p:cTn id="93" dur="500" fill="hold"/>
                                        <p:tgtEl>
                                          <p:spTgt spid="6"/>
                                        </p:tgtEl>
                                        <p:attrNameLst>
                                          <p:attrName>ppt_w</p:attrName>
                                        </p:attrNameLst>
                                      </p:cBhvr>
                                      <p:tavLst>
                                        <p:tav tm="0">
                                          <p:val>
                                            <p:fltVal val="0"/>
                                          </p:val>
                                        </p:tav>
                                        <p:tav tm="100000">
                                          <p:val>
                                            <p:strVal val="#ppt_w"/>
                                          </p:val>
                                        </p:tav>
                                      </p:tavLst>
                                    </p:anim>
                                    <p:anim calcmode="lin" valueType="num">
                                      <p:cBhvr>
                                        <p:cTn id="94" dur="500" fill="hold"/>
                                        <p:tgtEl>
                                          <p:spTgt spid="6"/>
                                        </p:tgtEl>
                                        <p:attrNameLst>
                                          <p:attrName>ppt_h</p:attrName>
                                        </p:attrNameLst>
                                      </p:cBhvr>
                                      <p:tavLst>
                                        <p:tav tm="0">
                                          <p:val>
                                            <p:fltVal val="0"/>
                                          </p:val>
                                        </p:tav>
                                        <p:tav tm="100000">
                                          <p:val>
                                            <p:strVal val="#ppt_h"/>
                                          </p:val>
                                        </p:tav>
                                      </p:tavLst>
                                    </p:anim>
                                    <p:animEffect transition="in" filter="fade">
                                      <p:cBhvr>
                                        <p:cTn id="95" dur="500"/>
                                        <p:tgtEl>
                                          <p:spTgt spid="6"/>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7"/>
                                        </p:tgtEl>
                                        <p:attrNameLst>
                                          <p:attrName>style.visibility</p:attrName>
                                        </p:attrNameLst>
                                      </p:cBhvr>
                                      <p:to>
                                        <p:strVal val="visible"/>
                                      </p:to>
                                    </p:set>
                                    <p:anim calcmode="lin" valueType="num">
                                      <p:cBhvr>
                                        <p:cTn id="98" dur="500" fill="hold"/>
                                        <p:tgtEl>
                                          <p:spTgt spid="7"/>
                                        </p:tgtEl>
                                        <p:attrNameLst>
                                          <p:attrName>ppt_w</p:attrName>
                                        </p:attrNameLst>
                                      </p:cBhvr>
                                      <p:tavLst>
                                        <p:tav tm="0">
                                          <p:val>
                                            <p:fltVal val="0"/>
                                          </p:val>
                                        </p:tav>
                                        <p:tav tm="100000">
                                          <p:val>
                                            <p:strVal val="#ppt_w"/>
                                          </p:val>
                                        </p:tav>
                                      </p:tavLst>
                                    </p:anim>
                                    <p:anim calcmode="lin" valueType="num">
                                      <p:cBhvr>
                                        <p:cTn id="99" dur="500" fill="hold"/>
                                        <p:tgtEl>
                                          <p:spTgt spid="7"/>
                                        </p:tgtEl>
                                        <p:attrNameLst>
                                          <p:attrName>ppt_h</p:attrName>
                                        </p:attrNameLst>
                                      </p:cBhvr>
                                      <p:tavLst>
                                        <p:tav tm="0">
                                          <p:val>
                                            <p:fltVal val="0"/>
                                          </p:val>
                                        </p:tav>
                                        <p:tav tm="100000">
                                          <p:val>
                                            <p:strVal val="#ppt_h"/>
                                          </p:val>
                                        </p:tav>
                                      </p:tavLst>
                                    </p:anim>
                                    <p:animEffect transition="in" filter="fade">
                                      <p:cBhvr>
                                        <p:cTn id="100" dur="500"/>
                                        <p:tgtEl>
                                          <p:spTgt spid="7"/>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8"/>
                                        </p:tgtEl>
                                        <p:attrNameLst>
                                          <p:attrName>style.visibility</p:attrName>
                                        </p:attrNameLst>
                                      </p:cBhvr>
                                      <p:to>
                                        <p:strVal val="visible"/>
                                      </p:to>
                                    </p:set>
                                    <p:anim calcmode="lin" valueType="num">
                                      <p:cBhvr>
                                        <p:cTn id="103" dur="500" fill="hold"/>
                                        <p:tgtEl>
                                          <p:spTgt spid="8"/>
                                        </p:tgtEl>
                                        <p:attrNameLst>
                                          <p:attrName>ppt_w</p:attrName>
                                        </p:attrNameLst>
                                      </p:cBhvr>
                                      <p:tavLst>
                                        <p:tav tm="0">
                                          <p:val>
                                            <p:fltVal val="0"/>
                                          </p:val>
                                        </p:tav>
                                        <p:tav tm="100000">
                                          <p:val>
                                            <p:strVal val="#ppt_w"/>
                                          </p:val>
                                        </p:tav>
                                      </p:tavLst>
                                    </p:anim>
                                    <p:anim calcmode="lin" valueType="num">
                                      <p:cBhvr>
                                        <p:cTn id="104" dur="500" fill="hold"/>
                                        <p:tgtEl>
                                          <p:spTgt spid="8"/>
                                        </p:tgtEl>
                                        <p:attrNameLst>
                                          <p:attrName>ppt_h</p:attrName>
                                        </p:attrNameLst>
                                      </p:cBhvr>
                                      <p:tavLst>
                                        <p:tav tm="0">
                                          <p:val>
                                            <p:fltVal val="0"/>
                                          </p:val>
                                        </p:tav>
                                        <p:tav tm="100000">
                                          <p:val>
                                            <p:strVal val="#ppt_h"/>
                                          </p:val>
                                        </p:tav>
                                      </p:tavLst>
                                    </p:anim>
                                    <p:animEffect transition="in" filter="fade">
                                      <p:cBhvr>
                                        <p:cTn id="105" dur="500"/>
                                        <p:tgtEl>
                                          <p:spTgt spid="8"/>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9"/>
                                        </p:tgtEl>
                                        <p:attrNameLst>
                                          <p:attrName>style.visibility</p:attrName>
                                        </p:attrNameLst>
                                      </p:cBhvr>
                                      <p:to>
                                        <p:strVal val="visible"/>
                                      </p:to>
                                    </p:set>
                                    <p:anim calcmode="lin" valueType="num">
                                      <p:cBhvr>
                                        <p:cTn id="108" dur="500" fill="hold"/>
                                        <p:tgtEl>
                                          <p:spTgt spid="9"/>
                                        </p:tgtEl>
                                        <p:attrNameLst>
                                          <p:attrName>ppt_w</p:attrName>
                                        </p:attrNameLst>
                                      </p:cBhvr>
                                      <p:tavLst>
                                        <p:tav tm="0">
                                          <p:val>
                                            <p:fltVal val="0"/>
                                          </p:val>
                                        </p:tav>
                                        <p:tav tm="100000">
                                          <p:val>
                                            <p:strVal val="#ppt_w"/>
                                          </p:val>
                                        </p:tav>
                                      </p:tavLst>
                                    </p:anim>
                                    <p:anim calcmode="lin" valueType="num">
                                      <p:cBhvr>
                                        <p:cTn id="109" dur="500" fill="hold"/>
                                        <p:tgtEl>
                                          <p:spTgt spid="9"/>
                                        </p:tgtEl>
                                        <p:attrNameLst>
                                          <p:attrName>ppt_h</p:attrName>
                                        </p:attrNameLst>
                                      </p:cBhvr>
                                      <p:tavLst>
                                        <p:tav tm="0">
                                          <p:val>
                                            <p:fltVal val="0"/>
                                          </p:val>
                                        </p:tav>
                                        <p:tav tm="100000">
                                          <p:val>
                                            <p:strVal val="#ppt_h"/>
                                          </p:val>
                                        </p:tav>
                                      </p:tavLst>
                                    </p:anim>
                                    <p:animEffect transition="in" filter="fade">
                                      <p:cBhvr>
                                        <p:cTn id="110" dur="500"/>
                                        <p:tgtEl>
                                          <p:spTgt spid="9"/>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10"/>
                                        </p:tgtEl>
                                        <p:attrNameLst>
                                          <p:attrName>style.visibility</p:attrName>
                                        </p:attrNameLst>
                                      </p:cBhvr>
                                      <p:to>
                                        <p:strVal val="visible"/>
                                      </p:to>
                                    </p:set>
                                    <p:anim calcmode="lin" valueType="num">
                                      <p:cBhvr>
                                        <p:cTn id="113" dur="500" fill="hold"/>
                                        <p:tgtEl>
                                          <p:spTgt spid="10"/>
                                        </p:tgtEl>
                                        <p:attrNameLst>
                                          <p:attrName>ppt_w</p:attrName>
                                        </p:attrNameLst>
                                      </p:cBhvr>
                                      <p:tavLst>
                                        <p:tav tm="0">
                                          <p:val>
                                            <p:fltVal val="0"/>
                                          </p:val>
                                        </p:tav>
                                        <p:tav tm="100000">
                                          <p:val>
                                            <p:strVal val="#ppt_w"/>
                                          </p:val>
                                        </p:tav>
                                      </p:tavLst>
                                    </p:anim>
                                    <p:anim calcmode="lin" valueType="num">
                                      <p:cBhvr>
                                        <p:cTn id="114" dur="500" fill="hold"/>
                                        <p:tgtEl>
                                          <p:spTgt spid="10"/>
                                        </p:tgtEl>
                                        <p:attrNameLst>
                                          <p:attrName>ppt_h</p:attrName>
                                        </p:attrNameLst>
                                      </p:cBhvr>
                                      <p:tavLst>
                                        <p:tav tm="0">
                                          <p:val>
                                            <p:fltVal val="0"/>
                                          </p:val>
                                        </p:tav>
                                        <p:tav tm="100000">
                                          <p:val>
                                            <p:strVal val="#ppt_h"/>
                                          </p:val>
                                        </p:tav>
                                      </p:tavLst>
                                    </p:anim>
                                    <p:animEffect transition="in" filter="fade">
                                      <p:cBhvr>
                                        <p:cTn id="115" dur="500"/>
                                        <p:tgtEl>
                                          <p:spTgt spid="10"/>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29"/>
                                        </p:tgtEl>
                                        <p:attrNameLst>
                                          <p:attrName>style.visibility</p:attrName>
                                        </p:attrNameLst>
                                      </p:cBhvr>
                                      <p:to>
                                        <p:strVal val="visible"/>
                                      </p:to>
                                    </p:set>
                                    <p:anim calcmode="lin" valueType="num">
                                      <p:cBhvr>
                                        <p:cTn id="118" dur="500" fill="hold"/>
                                        <p:tgtEl>
                                          <p:spTgt spid="29"/>
                                        </p:tgtEl>
                                        <p:attrNameLst>
                                          <p:attrName>ppt_w</p:attrName>
                                        </p:attrNameLst>
                                      </p:cBhvr>
                                      <p:tavLst>
                                        <p:tav tm="0">
                                          <p:val>
                                            <p:fltVal val="0"/>
                                          </p:val>
                                        </p:tav>
                                        <p:tav tm="100000">
                                          <p:val>
                                            <p:strVal val="#ppt_w"/>
                                          </p:val>
                                        </p:tav>
                                      </p:tavLst>
                                    </p:anim>
                                    <p:anim calcmode="lin" valueType="num">
                                      <p:cBhvr>
                                        <p:cTn id="119" dur="500" fill="hold"/>
                                        <p:tgtEl>
                                          <p:spTgt spid="29"/>
                                        </p:tgtEl>
                                        <p:attrNameLst>
                                          <p:attrName>ppt_h</p:attrName>
                                        </p:attrNameLst>
                                      </p:cBhvr>
                                      <p:tavLst>
                                        <p:tav tm="0">
                                          <p:val>
                                            <p:fltVal val="0"/>
                                          </p:val>
                                        </p:tav>
                                        <p:tav tm="100000">
                                          <p:val>
                                            <p:strVal val="#ppt_h"/>
                                          </p:val>
                                        </p:tav>
                                      </p:tavLst>
                                    </p:anim>
                                    <p:animEffect transition="in" filter="fade">
                                      <p:cBhvr>
                                        <p:cTn id="120" dur="500"/>
                                        <p:tgtEl>
                                          <p:spTgt spid="29"/>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30"/>
                                        </p:tgtEl>
                                        <p:attrNameLst>
                                          <p:attrName>style.visibility</p:attrName>
                                        </p:attrNameLst>
                                      </p:cBhvr>
                                      <p:to>
                                        <p:strVal val="visible"/>
                                      </p:to>
                                    </p:set>
                                    <p:anim calcmode="lin" valueType="num">
                                      <p:cBhvr>
                                        <p:cTn id="123" dur="500" fill="hold"/>
                                        <p:tgtEl>
                                          <p:spTgt spid="30"/>
                                        </p:tgtEl>
                                        <p:attrNameLst>
                                          <p:attrName>ppt_w</p:attrName>
                                        </p:attrNameLst>
                                      </p:cBhvr>
                                      <p:tavLst>
                                        <p:tav tm="0">
                                          <p:val>
                                            <p:fltVal val="0"/>
                                          </p:val>
                                        </p:tav>
                                        <p:tav tm="100000">
                                          <p:val>
                                            <p:strVal val="#ppt_w"/>
                                          </p:val>
                                        </p:tav>
                                      </p:tavLst>
                                    </p:anim>
                                    <p:anim calcmode="lin" valueType="num">
                                      <p:cBhvr>
                                        <p:cTn id="124" dur="500" fill="hold"/>
                                        <p:tgtEl>
                                          <p:spTgt spid="30"/>
                                        </p:tgtEl>
                                        <p:attrNameLst>
                                          <p:attrName>ppt_h</p:attrName>
                                        </p:attrNameLst>
                                      </p:cBhvr>
                                      <p:tavLst>
                                        <p:tav tm="0">
                                          <p:val>
                                            <p:fltVal val="0"/>
                                          </p:val>
                                        </p:tav>
                                        <p:tav tm="100000">
                                          <p:val>
                                            <p:strVal val="#ppt_h"/>
                                          </p:val>
                                        </p:tav>
                                      </p:tavLst>
                                    </p:anim>
                                    <p:animEffect transition="in" filter="fade">
                                      <p:cBhvr>
                                        <p:cTn id="125" dur="500"/>
                                        <p:tgtEl>
                                          <p:spTgt spid="30"/>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31"/>
                                        </p:tgtEl>
                                        <p:attrNameLst>
                                          <p:attrName>style.visibility</p:attrName>
                                        </p:attrNameLst>
                                      </p:cBhvr>
                                      <p:to>
                                        <p:strVal val="visible"/>
                                      </p:to>
                                    </p:set>
                                    <p:anim calcmode="lin" valueType="num">
                                      <p:cBhvr>
                                        <p:cTn id="128" dur="500" fill="hold"/>
                                        <p:tgtEl>
                                          <p:spTgt spid="31"/>
                                        </p:tgtEl>
                                        <p:attrNameLst>
                                          <p:attrName>ppt_w</p:attrName>
                                        </p:attrNameLst>
                                      </p:cBhvr>
                                      <p:tavLst>
                                        <p:tav tm="0">
                                          <p:val>
                                            <p:fltVal val="0"/>
                                          </p:val>
                                        </p:tav>
                                        <p:tav tm="100000">
                                          <p:val>
                                            <p:strVal val="#ppt_w"/>
                                          </p:val>
                                        </p:tav>
                                      </p:tavLst>
                                    </p:anim>
                                    <p:anim calcmode="lin" valueType="num">
                                      <p:cBhvr>
                                        <p:cTn id="129" dur="500" fill="hold"/>
                                        <p:tgtEl>
                                          <p:spTgt spid="31"/>
                                        </p:tgtEl>
                                        <p:attrNameLst>
                                          <p:attrName>ppt_h</p:attrName>
                                        </p:attrNameLst>
                                      </p:cBhvr>
                                      <p:tavLst>
                                        <p:tav tm="0">
                                          <p:val>
                                            <p:fltVal val="0"/>
                                          </p:val>
                                        </p:tav>
                                        <p:tav tm="100000">
                                          <p:val>
                                            <p:strVal val="#ppt_h"/>
                                          </p:val>
                                        </p:tav>
                                      </p:tavLst>
                                    </p:anim>
                                    <p:animEffect transition="in" filter="fade">
                                      <p:cBhvr>
                                        <p:cTn id="13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p:bldP spid="30" grpId="0"/>
      <p:bldP spid="31" grpId="0"/>
      <p:bldP spid="32" grpId="0"/>
      <p:bldP spid="33" grpId="0"/>
      <p:bldP spid="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 name="Freeform 5"/>
          <p:cNvSpPr>
            <a:spLocks/>
          </p:cNvSpPr>
          <p:nvPr/>
        </p:nvSpPr>
        <p:spPr bwMode="auto">
          <a:xfrm>
            <a:off x="606428" y="2520952"/>
            <a:ext cx="7920037" cy="104775"/>
          </a:xfrm>
          <a:custGeom>
            <a:avLst/>
            <a:gdLst>
              <a:gd name="T0" fmla="*/ 2112 w 2112"/>
              <a:gd name="T1" fmla="*/ 14 h 28"/>
              <a:gd name="T2" fmla="*/ 2081 w 2112"/>
              <a:gd name="T3" fmla="*/ 0 h 28"/>
              <a:gd name="T4" fmla="*/ 30 w 2112"/>
              <a:gd name="T5" fmla="*/ 0 h 28"/>
              <a:gd name="T6" fmla="*/ 0 w 2112"/>
              <a:gd name="T7" fmla="*/ 14 h 28"/>
              <a:gd name="T8" fmla="*/ 0 w 2112"/>
              <a:gd name="T9" fmla="*/ 14 h 28"/>
              <a:gd name="T10" fmla="*/ 30 w 2112"/>
              <a:gd name="T11" fmla="*/ 28 h 28"/>
              <a:gd name="T12" fmla="*/ 2081 w 2112"/>
              <a:gd name="T13" fmla="*/ 28 h 28"/>
              <a:gd name="T14" fmla="*/ 2112 w 2112"/>
              <a:gd name="T15" fmla="*/ 14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12" h="28">
                <a:moveTo>
                  <a:pt x="2112" y="14"/>
                </a:moveTo>
                <a:cubicBezTo>
                  <a:pt x="2112" y="7"/>
                  <a:pt x="2098" y="0"/>
                  <a:pt x="2081" y="0"/>
                </a:cubicBezTo>
                <a:cubicBezTo>
                  <a:pt x="30" y="0"/>
                  <a:pt x="30" y="0"/>
                  <a:pt x="30" y="0"/>
                </a:cubicBezTo>
                <a:cubicBezTo>
                  <a:pt x="13" y="0"/>
                  <a:pt x="0" y="7"/>
                  <a:pt x="0" y="14"/>
                </a:cubicBezTo>
                <a:cubicBezTo>
                  <a:pt x="0" y="14"/>
                  <a:pt x="0" y="14"/>
                  <a:pt x="0" y="14"/>
                </a:cubicBezTo>
                <a:cubicBezTo>
                  <a:pt x="0" y="22"/>
                  <a:pt x="13" y="28"/>
                  <a:pt x="30" y="28"/>
                </a:cubicBezTo>
                <a:cubicBezTo>
                  <a:pt x="2081" y="28"/>
                  <a:pt x="2081" y="28"/>
                  <a:pt x="2081" y="28"/>
                </a:cubicBezTo>
                <a:cubicBezTo>
                  <a:pt x="2098" y="28"/>
                  <a:pt x="2112" y="22"/>
                  <a:pt x="2112" y="14"/>
                </a:cubicBezTo>
                <a:close/>
              </a:path>
            </a:pathLst>
          </a:custGeom>
          <a:solidFill>
            <a:srgbClr val="473F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6"/>
          <p:cNvSpPr>
            <a:spLocks noChangeArrowheads="1"/>
          </p:cNvSpPr>
          <p:nvPr/>
        </p:nvSpPr>
        <p:spPr bwMode="auto">
          <a:xfrm>
            <a:off x="1630363" y="2347913"/>
            <a:ext cx="450850" cy="450850"/>
          </a:xfrm>
          <a:prstGeom prst="ellipse">
            <a:avLst/>
          </a:prstGeom>
          <a:solidFill>
            <a:srgbClr val="CA2C3B"/>
          </a:solidFill>
          <a:ln>
            <a:noFill/>
          </a:ln>
        </p:spPr>
        <p:txBody>
          <a:bodyPr/>
          <a:lstStyle/>
          <a:p>
            <a:endParaRPr lang="zh-CN" altLang="en-US" sz="1600"/>
          </a:p>
        </p:txBody>
      </p:sp>
      <p:sp>
        <p:nvSpPr>
          <p:cNvPr id="7" name="Oval 7"/>
          <p:cNvSpPr>
            <a:spLocks noChangeArrowheads="1"/>
          </p:cNvSpPr>
          <p:nvPr/>
        </p:nvSpPr>
        <p:spPr bwMode="auto">
          <a:xfrm>
            <a:off x="1698628" y="2416175"/>
            <a:ext cx="314325" cy="317500"/>
          </a:xfrm>
          <a:prstGeom prst="ellipse">
            <a:avLst/>
          </a:prstGeom>
          <a:noFill/>
          <a:ln w="3"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Oval 8"/>
          <p:cNvSpPr>
            <a:spLocks noChangeArrowheads="1"/>
          </p:cNvSpPr>
          <p:nvPr/>
        </p:nvSpPr>
        <p:spPr bwMode="auto">
          <a:xfrm>
            <a:off x="3424240" y="2347913"/>
            <a:ext cx="446087" cy="450850"/>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9"/>
          <p:cNvSpPr>
            <a:spLocks noChangeArrowheads="1"/>
          </p:cNvSpPr>
          <p:nvPr/>
        </p:nvSpPr>
        <p:spPr bwMode="auto">
          <a:xfrm>
            <a:off x="3487738" y="2416175"/>
            <a:ext cx="317500" cy="317500"/>
          </a:xfrm>
          <a:prstGeom prst="ellipse">
            <a:avLst/>
          </a:prstGeom>
          <a:solidFill>
            <a:srgbClr val="CA2C3B"/>
          </a:solidFill>
          <a:ln>
            <a:noFill/>
          </a:ln>
        </p:spPr>
        <p:txBody>
          <a:bodyPr/>
          <a:lstStyle/>
          <a:p>
            <a:endParaRPr lang="zh-CN" altLang="en-US" sz="1600"/>
          </a:p>
        </p:txBody>
      </p:sp>
      <p:sp>
        <p:nvSpPr>
          <p:cNvPr id="10" name="Oval 10"/>
          <p:cNvSpPr>
            <a:spLocks noChangeArrowheads="1"/>
          </p:cNvSpPr>
          <p:nvPr/>
        </p:nvSpPr>
        <p:spPr bwMode="auto">
          <a:xfrm>
            <a:off x="5211763" y="2347913"/>
            <a:ext cx="450850" cy="450850"/>
          </a:xfrm>
          <a:prstGeom prst="ellipse">
            <a:avLst/>
          </a:prstGeom>
          <a:solidFill>
            <a:srgbClr val="CA2C3B"/>
          </a:solidFill>
          <a:ln>
            <a:noFill/>
          </a:ln>
        </p:spPr>
        <p:txBody>
          <a:bodyPr/>
          <a:lstStyle/>
          <a:p>
            <a:endParaRPr lang="zh-CN" altLang="en-US" sz="1600"/>
          </a:p>
        </p:txBody>
      </p:sp>
      <p:sp>
        <p:nvSpPr>
          <p:cNvPr id="11" name="Oval 11"/>
          <p:cNvSpPr>
            <a:spLocks noChangeArrowheads="1"/>
          </p:cNvSpPr>
          <p:nvPr/>
        </p:nvSpPr>
        <p:spPr bwMode="auto">
          <a:xfrm>
            <a:off x="5280028" y="2416175"/>
            <a:ext cx="314325" cy="317500"/>
          </a:xfrm>
          <a:prstGeom prst="ellipse">
            <a:avLst/>
          </a:prstGeom>
          <a:noFill/>
          <a:ln w="3"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2"/>
          <p:cNvSpPr>
            <a:spLocks noChangeArrowheads="1"/>
          </p:cNvSpPr>
          <p:nvPr/>
        </p:nvSpPr>
        <p:spPr bwMode="auto">
          <a:xfrm>
            <a:off x="7004053" y="2347913"/>
            <a:ext cx="447675" cy="450850"/>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Oval 13"/>
          <p:cNvSpPr>
            <a:spLocks noChangeArrowheads="1"/>
          </p:cNvSpPr>
          <p:nvPr/>
        </p:nvSpPr>
        <p:spPr bwMode="auto">
          <a:xfrm>
            <a:off x="7069138" y="2416175"/>
            <a:ext cx="317500" cy="317500"/>
          </a:xfrm>
          <a:prstGeom prst="ellipse">
            <a:avLst/>
          </a:prstGeom>
          <a:solidFill>
            <a:srgbClr val="CA2C3B"/>
          </a:solidFill>
          <a:ln>
            <a:noFill/>
          </a:ln>
        </p:spPr>
        <p:txBody>
          <a:bodyPr/>
          <a:lstStyle/>
          <a:p>
            <a:endParaRPr lang="zh-CN" altLang="en-US" sz="1600"/>
          </a:p>
        </p:txBody>
      </p:sp>
      <p:sp>
        <p:nvSpPr>
          <p:cNvPr id="14" name="TextBox 74"/>
          <p:cNvSpPr txBox="1"/>
          <p:nvPr/>
        </p:nvSpPr>
        <p:spPr bwMode="auto">
          <a:xfrm>
            <a:off x="1276142" y="1888652"/>
            <a:ext cx="1159292" cy="33855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15" name="TextBox 75"/>
          <p:cNvSpPr txBox="1"/>
          <p:nvPr/>
        </p:nvSpPr>
        <p:spPr bwMode="auto">
          <a:xfrm>
            <a:off x="3067635" y="2913531"/>
            <a:ext cx="1159292" cy="33855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16" name="TextBox 76"/>
          <p:cNvSpPr txBox="1"/>
          <p:nvPr/>
        </p:nvSpPr>
        <p:spPr bwMode="auto">
          <a:xfrm>
            <a:off x="4857542" y="1888652"/>
            <a:ext cx="1159292" cy="33855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sp>
        <p:nvSpPr>
          <p:cNvPr id="17" name="TextBox 78"/>
          <p:cNvSpPr txBox="1"/>
          <p:nvPr/>
        </p:nvSpPr>
        <p:spPr bwMode="auto">
          <a:xfrm>
            <a:off x="6648242" y="2913531"/>
            <a:ext cx="1159292" cy="338554"/>
          </a:xfrm>
          <a:prstGeom prst="rect">
            <a:avLst/>
          </a:prstGeom>
          <a:noFill/>
        </p:spPr>
        <p:txBody>
          <a:bodyPr wrap="none">
            <a:spAutoFit/>
          </a:bodyPr>
          <a:lstStyle>
            <a:defPPr>
              <a:defRPr lang="zh-CN"/>
            </a:defPPr>
            <a:lvl1pPr algn="ctr" fontAlgn="auto">
              <a:spcBef>
                <a:spcPts val="0"/>
              </a:spcBef>
              <a:spcAft>
                <a:spcPts val="0"/>
              </a:spcAft>
              <a:defRPr sz="1600" spc="300">
                <a:solidFill>
                  <a:srgbClr val="3D9077"/>
                </a:solidFill>
                <a:latin typeface="微软雅黑" pitchFamily="34" charset="-122"/>
                <a:ea typeface="微软雅黑" pitchFamily="34" charset="-122"/>
                <a:cs typeface="Arial" pitchFamily="34" charset="0"/>
              </a:defRPr>
            </a:lvl1pPr>
          </a:lstStyle>
          <a:p>
            <a:r>
              <a:rPr lang="zh-CN" altLang="en-US" dirty="0">
                <a:solidFill>
                  <a:schemeClr val="tx1"/>
                </a:solidFill>
              </a:rPr>
              <a:t>添加标题</a:t>
            </a:r>
          </a:p>
        </p:txBody>
      </p:sp>
      <p:cxnSp>
        <p:nvCxnSpPr>
          <p:cNvPr id="18" name="直接连接符 17"/>
          <p:cNvCxnSpPr/>
          <p:nvPr/>
        </p:nvCxnSpPr>
        <p:spPr>
          <a:xfrm>
            <a:off x="1375211" y="1871409"/>
            <a:ext cx="939600" cy="0"/>
          </a:xfrm>
          <a:prstGeom prst="line">
            <a:avLst/>
          </a:prstGeom>
          <a:noFill/>
          <a:ln w="5080">
            <a:solidFill>
              <a:srgbClr val="284848"/>
            </a:solidFill>
          </a:ln>
        </p:spPr>
        <p:style>
          <a:lnRef idx="2">
            <a:schemeClr val="accent1">
              <a:shade val="50000"/>
            </a:schemeClr>
          </a:lnRef>
          <a:fillRef idx="1">
            <a:schemeClr val="accent1"/>
          </a:fillRef>
          <a:effectRef idx="0">
            <a:schemeClr val="accent1"/>
          </a:effectRef>
          <a:fontRef idx="minor">
            <a:schemeClr val="lt1"/>
          </a:fontRef>
        </p:style>
      </p:cxnSp>
      <p:sp>
        <p:nvSpPr>
          <p:cNvPr id="19" name="矩形 1"/>
          <p:cNvSpPr>
            <a:spLocks noChangeArrowheads="1"/>
          </p:cNvSpPr>
          <p:nvPr/>
        </p:nvSpPr>
        <p:spPr bwMode="auto">
          <a:xfrm>
            <a:off x="1285669" y="915802"/>
            <a:ext cx="1149767"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1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p>
        </p:txBody>
      </p:sp>
      <p:cxnSp>
        <p:nvCxnSpPr>
          <p:cNvPr id="20" name="直接连接符 19"/>
          <p:cNvCxnSpPr/>
          <p:nvPr/>
        </p:nvCxnSpPr>
        <p:spPr>
          <a:xfrm>
            <a:off x="4947086" y="1871409"/>
            <a:ext cx="939600" cy="0"/>
          </a:xfrm>
          <a:prstGeom prst="line">
            <a:avLst/>
          </a:prstGeom>
          <a:noFill/>
          <a:ln w="5080">
            <a:solidFill>
              <a:srgbClr val="284848"/>
            </a:solidFill>
          </a:ln>
        </p:spPr>
        <p:style>
          <a:lnRef idx="2">
            <a:schemeClr val="accent1">
              <a:shade val="50000"/>
            </a:schemeClr>
          </a:lnRef>
          <a:fillRef idx="1">
            <a:schemeClr val="accent1"/>
          </a:fillRef>
          <a:effectRef idx="0">
            <a:schemeClr val="accent1"/>
          </a:effectRef>
          <a:fontRef idx="minor">
            <a:schemeClr val="lt1"/>
          </a:fontRef>
        </p:style>
      </p:cxnSp>
      <p:sp>
        <p:nvSpPr>
          <p:cNvPr id="21" name="矩形 1"/>
          <p:cNvSpPr>
            <a:spLocks noChangeArrowheads="1"/>
          </p:cNvSpPr>
          <p:nvPr/>
        </p:nvSpPr>
        <p:spPr bwMode="auto">
          <a:xfrm>
            <a:off x="4857542" y="915802"/>
            <a:ext cx="1159292"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1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p>
        </p:txBody>
      </p:sp>
      <p:cxnSp>
        <p:nvCxnSpPr>
          <p:cNvPr id="22" name="直接连接符 21"/>
          <p:cNvCxnSpPr/>
          <p:nvPr/>
        </p:nvCxnSpPr>
        <p:spPr>
          <a:xfrm>
            <a:off x="3183109" y="3270346"/>
            <a:ext cx="939600" cy="0"/>
          </a:xfrm>
          <a:prstGeom prst="line">
            <a:avLst/>
          </a:prstGeom>
          <a:noFill/>
          <a:ln w="5080">
            <a:solidFill>
              <a:srgbClr val="284848"/>
            </a:solidFill>
          </a:ln>
        </p:spPr>
        <p:style>
          <a:lnRef idx="2">
            <a:schemeClr val="accent1">
              <a:shade val="50000"/>
            </a:schemeClr>
          </a:lnRef>
          <a:fillRef idx="1">
            <a:schemeClr val="accent1"/>
          </a:fillRef>
          <a:effectRef idx="0">
            <a:schemeClr val="accent1"/>
          </a:effectRef>
          <a:fontRef idx="minor">
            <a:schemeClr val="lt1"/>
          </a:fontRef>
        </p:style>
      </p:cxnSp>
      <p:sp>
        <p:nvSpPr>
          <p:cNvPr id="23" name="矩形 1"/>
          <p:cNvSpPr>
            <a:spLocks noChangeArrowheads="1"/>
          </p:cNvSpPr>
          <p:nvPr/>
        </p:nvSpPr>
        <p:spPr bwMode="auto">
          <a:xfrm>
            <a:off x="3066842" y="3274144"/>
            <a:ext cx="1159292"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1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p>
        </p:txBody>
      </p:sp>
      <p:cxnSp>
        <p:nvCxnSpPr>
          <p:cNvPr id="24" name="直接连接符 23"/>
          <p:cNvCxnSpPr/>
          <p:nvPr/>
        </p:nvCxnSpPr>
        <p:spPr>
          <a:xfrm>
            <a:off x="6764509" y="3270346"/>
            <a:ext cx="939600" cy="0"/>
          </a:xfrm>
          <a:prstGeom prst="line">
            <a:avLst/>
          </a:prstGeom>
          <a:noFill/>
          <a:ln w="5080">
            <a:solidFill>
              <a:srgbClr val="284848"/>
            </a:solidFill>
          </a:ln>
        </p:spPr>
        <p:style>
          <a:lnRef idx="2">
            <a:schemeClr val="accent1">
              <a:shade val="50000"/>
            </a:schemeClr>
          </a:lnRef>
          <a:fillRef idx="1">
            <a:schemeClr val="accent1"/>
          </a:fillRef>
          <a:effectRef idx="0">
            <a:schemeClr val="accent1"/>
          </a:effectRef>
          <a:fontRef idx="minor">
            <a:schemeClr val="lt1"/>
          </a:fontRef>
        </p:style>
      </p:cxnSp>
      <p:sp>
        <p:nvSpPr>
          <p:cNvPr id="25" name="矩形 1"/>
          <p:cNvSpPr>
            <a:spLocks noChangeArrowheads="1"/>
          </p:cNvSpPr>
          <p:nvPr/>
        </p:nvSpPr>
        <p:spPr bwMode="auto">
          <a:xfrm>
            <a:off x="6648242" y="3274144"/>
            <a:ext cx="1159292"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100" dirty="0">
                <a:solidFill>
                  <a:schemeClr val="tx1">
                    <a:lumMod val="65000"/>
                    <a:lumOff val="35000"/>
                  </a:schemeClr>
                </a:solidFill>
                <a:latin typeface="微软雅黑" pitchFamily="34" charset="-122"/>
                <a:ea typeface="微软雅黑" pitchFamily="34" charset="-122"/>
              </a:rPr>
              <a:t>文字是很有艺术性的文字是很有艺术性的文字是很有艺术性的</a:t>
            </a:r>
          </a:p>
        </p:txBody>
      </p:sp>
    </p:spTree>
    <p:extLst>
      <p:ext uri="{BB962C8B-B14F-4D97-AF65-F5344CB8AC3E}">
        <p14:creationId xmlns:p14="http://schemas.microsoft.com/office/powerpoint/2010/main" val="115790610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0-#ppt_h/2"/>
                                          </p:val>
                                        </p:tav>
                                        <p:tav tm="100000">
                                          <p:val>
                                            <p:strVal val="#ppt_y"/>
                                          </p:val>
                                        </p:tav>
                                      </p:tavLst>
                                    </p:anim>
                                  </p:childTnLst>
                                </p:cTn>
                              </p:par>
                              <p:par>
                                <p:cTn id="27" presetID="2" presetClass="entr" presetSubtype="1"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0-#ppt_h/2"/>
                                          </p:val>
                                        </p:tav>
                                        <p:tav tm="100000">
                                          <p:val>
                                            <p:strVal val="#ppt_y"/>
                                          </p:val>
                                        </p:tav>
                                      </p:tavLst>
                                    </p:anim>
                                  </p:childTnLst>
                                </p:cTn>
                              </p:par>
                              <p:par>
                                <p:cTn id="31" presetID="2" presetClass="entr" presetSubtype="1"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Effect transition="in" filter="fade">
                                      <p:cBhvr>
                                        <p:cTn id="41" dur="500"/>
                                        <p:tgtEl>
                                          <p:spTgt spid="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p:cTn id="44" dur="500" fill="hold"/>
                                        <p:tgtEl>
                                          <p:spTgt spid="9"/>
                                        </p:tgtEl>
                                        <p:attrNameLst>
                                          <p:attrName>ppt_w</p:attrName>
                                        </p:attrNameLst>
                                      </p:cBhvr>
                                      <p:tavLst>
                                        <p:tav tm="0">
                                          <p:val>
                                            <p:fltVal val="0"/>
                                          </p:val>
                                        </p:tav>
                                        <p:tav tm="100000">
                                          <p:val>
                                            <p:strVal val="#ppt_w"/>
                                          </p:val>
                                        </p:tav>
                                      </p:tavLst>
                                    </p:anim>
                                    <p:anim calcmode="lin" valueType="num">
                                      <p:cBhvr>
                                        <p:cTn id="45" dur="500" fill="hold"/>
                                        <p:tgtEl>
                                          <p:spTgt spid="9"/>
                                        </p:tgtEl>
                                        <p:attrNameLst>
                                          <p:attrName>ppt_h</p:attrName>
                                        </p:attrNameLst>
                                      </p:cBhvr>
                                      <p:tavLst>
                                        <p:tav tm="0">
                                          <p:val>
                                            <p:fltVal val="0"/>
                                          </p:val>
                                        </p:tav>
                                        <p:tav tm="100000">
                                          <p:val>
                                            <p:strVal val="#ppt_h"/>
                                          </p:val>
                                        </p:tav>
                                      </p:tavLst>
                                    </p:anim>
                                    <p:animEffect transition="in" filter="fade">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anim calcmode="lin" valueType="num">
                                      <p:cBhvr>
                                        <p:cTn id="65" dur="500" fill="hold"/>
                                        <p:tgtEl>
                                          <p:spTgt spid="10"/>
                                        </p:tgtEl>
                                        <p:attrNameLst>
                                          <p:attrName>ppt_w</p:attrName>
                                        </p:attrNameLst>
                                      </p:cBhvr>
                                      <p:tavLst>
                                        <p:tav tm="0">
                                          <p:val>
                                            <p:fltVal val="0"/>
                                          </p:val>
                                        </p:tav>
                                        <p:tav tm="100000">
                                          <p:val>
                                            <p:strVal val="#ppt_w"/>
                                          </p:val>
                                        </p:tav>
                                      </p:tavLst>
                                    </p:anim>
                                    <p:anim calcmode="lin" valueType="num">
                                      <p:cBhvr>
                                        <p:cTn id="66" dur="500" fill="hold"/>
                                        <p:tgtEl>
                                          <p:spTgt spid="10"/>
                                        </p:tgtEl>
                                        <p:attrNameLst>
                                          <p:attrName>ppt_h</p:attrName>
                                        </p:attrNameLst>
                                      </p:cBhvr>
                                      <p:tavLst>
                                        <p:tav tm="0">
                                          <p:val>
                                            <p:fltVal val="0"/>
                                          </p:val>
                                        </p:tav>
                                        <p:tav tm="100000">
                                          <p:val>
                                            <p:strVal val="#ppt_h"/>
                                          </p:val>
                                        </p:tav>
                                      </p:tavLst>
                                    </p:anim>
                                    <p:animEffect transition="in" filter="fade">
                                      <p:cBhvr>
                                        <p:cTn id="67" dur="500"/>
                                        <p:tgtEl>
                                          <p:spTgt spid="10"/>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p:cTn id="70" dur="500" fill="hold"/>
                                        <p:tgtEl>
                                          <p:spTgt spid="11"/>
                                        </p:tgtEl>
                                        <p:attrNameLst>
                                          <p:attrName>ppt_w</p:attrName>
                                        </p:attrNameLst>
                                      </p:cBhvr>
                                      <p:tavLst>
                                        <p:tav tm="0">
                                          <p:val>
                                            <p:fltVal val="0"/>
                                          </p:val>
                                        </p:tav>
                                        <p:tav tm="100000">
                                          <p:val>
                                            <p:strVal val="#ppt_w"/>
                                          </p:val>
                                        </p:tav>
                                      </p:tavLst>
                                    </p:anim>
                                    <p:anim calcmode="lin" valueType="num">
                                      <p:cBhvr>
                                        <p:cTn id="71" dur="500" fill="hold"/>
                                        <p:tgtEl>
                                          <p:spTgt spid="11"/>
                                        </p:tgtEl>
                                        <p:attrNameLst>
                                          <p:attrName>ppt_h</p:attrName>
                                        </p:attrNameLst>
                                      </p:cBhvr>
                                      <p:tavLst>
                                        <p:tav tm="0">
                                          <p:val>
                                            <p:fltVal val="0"/>
                                          </p:val>
                                        </p:tav>
                                        <p:tav tm="100000">
                                          <p:val>
                                            <p:strVal val="#ppt_h"/>
                                          </p:val>
                                        </p:tav>
                                      </p:tavLst>
                                    </p:anim>
                                    <p:animEffect transition="in" filter="fade">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1"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20"/>
                                        </p:tgtEl>
                                        <p:attrNameLst>
                                          <p:attrName>style.visibility</p:attrName>
                                        </p:attrNameLst>
                                      </p:cBhvr>
                                      <p:to>
                                        <p:strVal val="visible"/>
                                      </p:to>
                                    </p:set>
                                    <p:anim calcmode="lin" valueType="num">
                                      <p:cBhvr additive="base">
                                        <p:cTn id="81" dur="500" fill="hold"/>
                                        <p:tgtEl>
                                          <p:spTgt spid="20"/>
                                        </p:tgtEl>
                                        <p:attrNameLst>
                                          <p:attrName>ppt_x</p:attrName>
                                        </p:attrNameLst>
                                      </p:cBhvr>
                                      <p:tavLst>
                                        <p:tav tm="0">
                                          <p:val>
                                            <p:strVal val="#ppt_x"/>
                                          </p:val>
                                        </p:tav>
                                        <p:tav tm="100000">
                                          <p:val>
                                            <p:strVal val="#ppt_x"/>
                                          </p:val>
                                        </p:tav>
                                      </p:tavLst>
                                    </p:anim>
                                    <p:anim calcmode="lin" valueType="num">
                                      <p:cBhvr additive="base">
                                        <p:cTn id="82" dur="500" fill="hold"/>
                                        <p:tgtEl>
                                          <p:spTgt spid="20"/>
                                        </p:tgtEl>
                                        <p:attrNameLst>
                                          <p:attrName>ppt_y</p:attrName>
                                        </p:attrNameLst>
                                      </p:cBhvr>
                                      <p:tavLst>
                                        <p:tav tm="0">
                                          <p:val>
                                            <p:strVal val="0-#ppt_h/2"/>
                                          </p:val>
                                        </p:tav>
                                        <p:tav tm="100000">
                                          <p:val>
                                            <p:strVal val="#ppt_y"/>
                                          </p:val>
                                        </p:tav>
                                      </p:tavLst>
                                    </p:anim>
                                  </p:childTnLst>
                                </p:cTn>
                              </p:par>
                              <p:par>
                                <p:cTn id="83" presetID="2" presetClass="entr" presetSubtype="1"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500" fill="hold"/>
                                        <p:tgtEl>
                                          <p:spTgt spid="21"/>
                                        </p:tgtEl>
                                        <p:attrNameLst>
                                          <p:attrName>ppt_x</p:attrName>
                                        </p:attrNameLst>
                                      </p:cBhvr>
                                      <p:tavLst>
                                        <p:tav tm="0">
                                          <p:val>
                                            <p:strVal val="#ppt_x"/>
                                          </p:val>
                                        </p:tav>
                                        <p:tav tm="100000">
                                          <p:val>
                                            <p:strVal val="#ppt_x"/>
                                          </p:val>
                                        </p:tav>
                                      </p:tavLst>
                                    </p:anim>
                                    <p:anim calcmode="lin" valueType="num">
                                      <p:cBhvr additive="base">
                                        <p:cTn id="86"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2"/>
                                        </p:tgtEl>
                                        <p:attrNameLst>
                                          <p:attrName>style.visibility</p:attrName>
                                        </p:attrNameLst>
                                      </p:cBhvr>
                                      <p:to>
                                        <p:strVal val="visible"/>
                                      </p:to>
                                    </p:set>
                                    <p:anim calcmode="lin" valueType="num">
                                      <p:cBhvr>
                                        <p:cTn id="91" dur="500" fill="hold"/>
                                        <p:tgtEl>
                                          <p:spTgt spid="12"/>
                                        </p:tgtEl>
                                        <p:attrNameLst>
                                          <p:attrName>ppt_w</p:attrName>
                                        </p:attrNameLst>
                                      </p:cBhvr>
                                      <p:tavLst>
                                        <p:tav tm="0">
                                          <p:val>
                                            <p:fltVal val="0"/>
                                          </p:val>
                                        </p:tav>
                                        <p:tav tm="100000">
                                          <p:val>
                                            <p:strVal val="#ppt_w"/>
                                          </p:val>
                                        </p:tav>
                                      </p:tavLst>
                                    </p:anim>
                                    <p:anim calcmode="lin" valueType="num">
                                      <p:cBhvr>
                                        <p:cTn id="92" dur="500" fill="hold"/>
                                        <p:tgtEl>
                                          <p:spTgt spid="12"/>
                                        </p:tgtEl>
                                        <p:attrNameLst>
                                          <p:attrName>ppt_h</p:attrName>
                                        </p:attrNameLst>
                                      </p:cBhvr>
                                      <p:tavLst>
                                        <p:tav tm="0">
                                          <p:val>
                                            <p:fltVal val="0"/>
                                          </p:val>
                                        </p:tav>
                                        <p:tav tm="100000">
                                          <p:val>
                                            <p:strVal val="#ppt_h"/>
                                          </p:val>
                                        </p:tav>
                                      </p:tavLst>
                                    </p:anim>
                                    <p:animEffect transition="in" filter="fade">
                                      <p:cBhvr>
                                        <p:cTn id="93" dur="500"/>
                                        <p:tgtEl>
                                          <p:spTgt spid="12"/>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13"/>
                                        </p:tgtEl>
                                        <p:attrNameLst>
                                          <p:attrName>style.visibility</p:attrName>
                                        </p:attrNameLst>
                                      </p:cBhvr>
                                      <p:to>
                                        <p:strVal val="visible"/>
                                      </p:to>
                                    </p:set>
                                    <p:anim calcmode="lin" valueType="num">
                                      <p:cBhvr>
                                        <p:cTn id="96" dur="500" fill="hold"/>
                                        <p:tgtEl>
                                          <p:spTgt spid="13"/>
                                        </p:tgtEl>
                                        <p:attrNameLst>
                                          <p:attrName>ppt_w</p:attrName>
                                        </p:attrNameLst>
                                      </p:cBhvr>
                                      <p:tavLst>
                                        <p:tav tm="0">
                                          <p:val>
                                            <p:fltVal val="0"/>
                                          </p:val>
                                        </p:tav>
                                        <p:tav tm="100000">
                                          <p:val>
                                            <p:strVal val="#ppt_w"/>
                                          </p:val>
                                        </p:tav>
                                      </p:tavLst>
                                    </p:anim>
                                    <p:anim calcmode="lin" valueType="num">
                                      <p:cBhvr>
                                        <p:cTn id="97" dur="500" fill="hold"/>
                                        <p:tgtEl>
                                          <p:spTgt spid="13"/>
                                        </p:tgtEl>
                                        <p:attrNameLst>
                                          <p:attrName>ppt_h</p:attrName>
                                        </p:attrNameLst>
                                      </p:cBhvr>
                                      <p:tavLst>
                                        <p:tav tm="0">
                                          <p:val>
                                            <p:fltVal val="0"/>
                                          </p:val>
                                        </p:tav>
                                        <p:tav tm="100000">
                                          <p:val>
                                            <p:strVal val="#ppt_h"/>
                                          </p:val>
                                        </p:tav>
                                      </p:tavLst>
                                    </p:anim>
                                    <p:animEffect transition="in" filter="fade">
                                      <p:cBhvr>
                                        <p:cTn id="98" dur="500"/>
                                        <p:tgtEl>
                                          <p:spTgt spid="13"/>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7"/>
                                        </p:tgtEl>
                                        <p:attrNameLst>
                                          <p:attrName>style.visibility</p:attrName>
                                        </p:attrNameLst>
                                      </p:cBhvr>
                                      <p:to>
                                        <p:strVal val="visible"/>
                                      </p:to>
                                    </p:set>
                                    <p:anim calcmode="lin" valueType="num">
                                      <p:cBhvr additive="base">
                                        <p:cTn id="103" dur="500" fill="hold"/>
                                        <p:tgtEl>
                                          <p:spTgt spid="17"/>
                                        </p:tgtEl>
                                        <p:attrNameLst>
                                          <p:attrName>ppt_x</p:attrName>
                                        </p:attrNameLst>
                                      </p:cBhvr>
                                      <p:tavLst>
                                        <p:tav tm="0">
                                          <p:val>
                                            <p:strVal val="#ppt_x"/>
                                          </p:val>
                                        </p:tav>
                                        <p:tav tm="100000">
                                          <p:val>
                                            <p:strVal val="#ppt_x"/>
                                          </p:val>
                                        </p:tav>
                                      </p:tavLst>
                                    </p:anim>
                                    <p:anim calcmode="lin" valueType="num">
                                      <p:cBhvr additive="base">
                                        <p:cTn id="104" dur="500" fill="hold"/>
                                        <p:tgtEl>
                                          <p:spTgt spid="17"/>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ppt_x</p:attrName>
                                        </p:attrNameLst>
                                      </p:cBhvr>
                                      <p:tavLst>
                                        <p:tav tm="0">
                                          <p:val>
                                            <p:strVal val="#ppt_x"/>
                                          </p:val>
                                        </p:tav>
                                        <p:tav tm="100000">
                                          <p:val>
                                            <p:strVal val="#ppt_x"/>
                                          </p:val>
                                        </p:tav>
                                      </p:tavLst>
                                    </p:anim>
                                    <p:anim calcmode="lin" valueType="num">
                                      <p:cBhvr additive="base">
                                        <p:cTn id="108" dur="500" fill="hold"/>
                                        <p:tgtEl>
                                          <p:spTgt spid="24"/>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additive="base">
                                        <p:cTn id="111" dur="500" fill="hold"/>
                                        <p:tgtEl>
                                          <p:spTgt spid="25"/>
                                        </p:tgtEl>
                                        <p:attrNameLst>
                                          <p:attrName>ppt_x</p:attrName>
                                        </p:attrNameLst>
                                      </p:cBhvr>
                                      <p:tavLst>
                                        <p:tav tm="0">
                                          <p:val>
                                            <p:strVal val="#ppt_x"/>
                                          </p:val>
                                        </p:tav>
                                        <p:tav tm="100000">
                                          <p:val>
                                            <p:strVal val="#ppt_x"/>
                                          </p:val>
                                        </p:tav>
                                      </p:tavLst>
                                    </p:anim>
                                    <p:anim calcmode="lin" valueType="num">
                                      <p:cBhvr additive="base">
                                        <p:cTn id="1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p:bldP spid="15" grpId="0"/>
      <p:bldP spid="16" grpId="0"/>
      <p:bldP spid="17" grpId="0"/>
      <p:bldP spid="19" grpId="0"/>
      <p:bldP spid="21" grpId="0"/>
      <p:bldP spid="23"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542" y="98796"/>
            <a:ext cx="1809947" cy="737961"/>
          </a:xfrm>
          <a:prstGeom prst="rect">
            <a:avLst/>
          </a:prstGeom>
        </p:spPr>
      </p:pic>
      <p:sp>
        <p:nvSpPr>
          <p:cNvPr id="50" name="任意多边形 12"/>
          <p:cNvSpPr/>
          <p:nvPr/>
        </p:nvSpPr>
        <p:spPr>
          <a:xfrm>
            <a:off x="4406685" y="0"/>
            <a:ext cx="4946088" cy="5143500"/>
          </a:xfrm>
          <a:custGeom>
            <a:avLst/>
            <a:gdLst>
              <a:gd name="connsiteX0" fmla="*/ 0 w 4946088"/>
              <a:gd name="connsiteY0" fmla="*/ 0 h 5143500"/>
              <a:gd name="connsiteX1" fmla="*/ 4215806 w 4946088"/>
              <a:gd name="connsiteY1" fmla="*/ 0 h 5143500"/>
              <a:gd name="connsiteX2" fmla="*/ 4351420 w 4946088"/>
              <a:gd name="connsiteY2" fmla="*/ 223229 h 5143500"/>
              <a:gd name="connsiteX3" fmla="*/ 4946088 w 4946088"/>
              <a:gd name="connsiteY3" fmla="*/ 2571750 h 5143500"/>
              <a:gd name="connsiteX4" fmla="*/ 4232783 w 4946088"/>
              <a:gd name="connsiteY4" fmla="*/ 5126602 h 5143500"/>
              <a:gd name="connsiteX5" fmla="*/ 4221950 w 4946088"/>
              <a:gd name="connsiteY5" fmla="*/ 5143500 h 5143500"/>
              <a:gd name="connsiteX6" fmla="*/ 0 w 4946088"/>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6088" h="5143500">
                <a:moveTo>
                  <a:pt x="0" y="0"/>
                </a:moveTo>
                <a:lnTo>
                  <a:pt x="4215806" y="0"/>
                </a:lnTo>
                <a:lnTo>
                  <a:pt x="4351420" y="223229"/>
                </a:lnTo>
                <a:cubicBezTo>
                  <a:pt x="4730667" y="921358"/>
                  <a:pt x="4946088" y="1721397"/>
                  <a:pt x="4946088" y="2571750"/>
                </a:cubicBezTo>
                <a:cubicBezTo>
                  <a:pt x="4946088" y="3507139"/>
                  <a:pt x="4685429" y="4381648"/>
                  <a:pt x="4232783" y="5126602"/>
                </a:cubicBezTo>
                <a:lnTo>
                  <a:pt x="4221950" y="5143500"/>
                </a:lnTo>
                <a:lnTo>
                  <a:pt x="0" y="5143500"/>
                </a:lnTo>
                <a:close/>
              </a:path>
            </a:pathLst>
          </a:custGeom>
          <a:solidFill>
            <a:sysClr val="window" lastClr="FFFFFF">
              <a:alpha val="20000"/>
            </a:sys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Calibri Light"/>
              <a:cs typeface="+mn-cs"/>
            </a:endParaRPr>
          </a:p>
        </p:txBody>
      </p:sp>
      <p:sp>
        <p:nvSpPr>
          <p:cNvPr id="51" name="任意多边形 11"/>
          <p:cNvSpPr/>
          <p:nvPr/>
        </p:nvSpPr>
        <p:spPr>
          <a:xfrm rot="10800000">
            <a:off x="4197912" y="0"/>
            <a:ext cx="4946088" cy="5143500"/>
          </a:xfrm>
          <a:custGeom>
            <a:avLst/>
            <a:gdLst>
              <a:gd name="connsiteX0" fmla="*/ 0 w 4946088"/>
              <a:gd name="connsiteY0" fmla="*/ 0 h 5143500"/>
              <a:gd name="connsiteX1" fmla="*/ 4215806 w 4946088"/>
              <a:gd name="connsiteY1" fmla="*/ 0 h 5143500"/>
              <a:gd name="connsiteX2" fmla="*/ 4351420 w 4946088"/>
              <a:gd name="connsiteY2" fmla="*/ 223229 h 5143500"/>
              <a:gd name="connsiteX3" fmla="*/ 4946088 w 4946088"/>
              <a:gd name="connsiteY3" fmla="*/ 2571750 h 5143500"/>
              <a:gd name="connsiteX4" fmla="*/ 4232783 w 4946088"/>
              <a:gd name="connsiteY4" fmla="*/ 5126602 h 5143500"/>
              <a:gd name="connsiteX5" fmla="*/ 4221950 w 4946088"/>
              <a:gd name="connsiteY5" fmla="*/ 5143500 h 5143500"/>
              <a:gd name="connsiteX6" fmla="*/ 0 w 4946088"/>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6088" h="5143500">
                <a:moveTo>
                  <a:pt x="0" y="0"/>
                </a:moveTo>
                <a:lnTo>
                  <a:pt x="4215806" y="0"/>
                </a:lnTo>
                <a:lnTo>
                  <a:pt x="4351420" y="223229"/>
                </a:lnTo>
                <a:cubicBezTo>
                  <a:pt x="4730667" y="921358"/>
                  <a:pt x="4946088" y="1721397"/>
                  <a:pt x="4946088" y="2571750"/>
                </a:cubicBezTo>
                <a:cubicBezTo>
                  <a:pt x="4946088" y="3507139"/>
                  <a:pt x="4685429" y="4381648"/>
                  <a:pt x="4232783" y="5126602"/>
                </a:cubicBezTo>
                <a:lnTo>
                  <a:pt x="4221950" y="5143500"/>
                </a:lnTo>
                <a:lnTo>
                  <a:pt x="0" y="5143500"/>
                </a:lnTo>
                <a:close/>
              </a:path>
            </a:pathLst>
          </a:custGeom>
          <a:solidFill>
            <a:srgbClr val="C51729">
              <a:alpha val="9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Calibri Light"/>
              <a:cs typeface="+mn-cs"/>
            </a:endParaRPr>
          </a:p>
        </p:txBody>
      </p:sp>
      <p:sp>
        <p:nvSpPr>
          <p:cNvPr id="52" name="文本框 14"/>
          <p:cNvSpPr txBox="1">
            <a:spLocks noChangeArrowheads="1"/>
          </p:cNvSpPr>
          <p:nvPr/>
        </p:nvSpPr>
        <p:spPr bwMode="auto">
          <a:xfrm>
            <a:off x="4629664" y="2048530"/>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685800">
              <a:defRPr/>
            </a:pPr>
            <a:r>
              <a:rPr lang="zh-CN" altLang="en-US" sz="2800" b="1" dirty="0">
                <a:solidFill>
                  <a:prstClr val="white"/>
                </a:solidFill>
                <a:latin typeface="微软雅黑 Light"/>
                <a:ea typeface="微软雅黑 Light"/>
              </a:rPr>
              <a:t>标题标题</a:t>
            </a:r>
            <a:endParaRPr lang="en-US" altLang="zh-CN" sz="2800" b="1" dirty="0">
              <a:solidFill>
                <a:prstClr val="white"/>
              </a:solidFill>
              <a:latin typeface="微软雅黑 Light"/>
              <a:ea typeface="微软雅黑 Light"/>
            </a:endParaRPr>
          </a:p>
        </p:txBody>
      </p:sp>
      <p:sp>
        <p:nvSpPr>
          <p:cNvPr id="53" name="Rectangle 15"/>
          <p:cNvSpPr>
            <a:spLocks noChangeArrowheads="1"/>
          </p:cNvSpPr>
          <p:nvPr/>
        </p:nvSpPr>
        <p:spPr bwMode="auto">
          <a:xfrm>
            <a:off x="4629662" y="2571752"/>
            <a:ext cx="3549176" cy="127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914400">
              <a:lnSpc>
                <a:spcPct val="150000"/>
              </a:lnSpc>
              <a:defRPr/>
            </a:pPr>
            <a:r>
              <a:rPr lang="zh-CN" altLang="en-US" sz="1050" dirty="0">
                <a:solidFill>
                  <a:prstClr val="white"/>
                </a:solidFill>
                <a:latin typeface="Calibri" panose="020F0502020204030204" pitchFamily="34" charset="0"/>
              </a:rPr>
              <a:t>文字是很有艺术性的文字是很有艺术性的文字是很有艺术性的文字是很有艺术性的文字是很有艺术性的文字是很有艺术性的文字是很有艺术性的文字是很有艺术性的文字是很有艺术性的</a:t>
            </a:r>
            <a:endParaRPr lang="vi-VN" altLang="zh-CN" sz="1050" dirty="0">
              <a:solidFill>
                <a:prstClr val="white"/>
              </a:solidFill>
              <a:latin typeface="Calibri" panose="020F0502020204030204" pitchFamily="34" charset="0"/>
            </a:endParaRPr>
          </a:p>
          <a:p>
            <a:pPr defTabSz="914400">
              <a:lnSpc>
                <a:spcPct val="150000"/>
              </a:lnSpc>
              <a:defRPr/>
            </a:pPr>
            <a:endParaRPr lang="vi-VN" altLang="zh-CN" sz="1050" dirty="0">
              <a:solidFill>
                <a:prstClr val="white"/>
              </a:solidFill>
              <a:latin typeface="Calibri" panose="020F0502020204030204" pitchFamily="34" charset="0"/>
            </a:endParaRPr>
          </a:p>
        </p:txBody>
      </p:sp>
      <p:pic>
        <p:nvPicPr>
          <p:cNvPr id="55" name="图片 5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56" y="0"/>
            <a:ext cx="4856638" cy="5143500"/>
          </a:xfrm>
          <a:prstGeom prst="rect">
            <a:avLst/>
          </a:prstGeom>
        </p:spPr>
      </p:pic>
    </p:spTree>
    <p:extLst>
      <p:ext uri="{BB962C8B-B14F-4D97-AF65-F5344CB8AC3E}">
        <p14:creationId xmlns:p14="http://schemas.microsoft.com/office/powerpoint/2010/main" val="310802327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0-#ppt_w/2"/>
                                          </p:val>
                                        </p:tav>
                                        <p:tav tm="100000">
                                          <p:val>
                                            <p:strVal val="#ppt_x"/>
                                          </p:val>
                                        </p:tav>
                                      </p:tavLst>
                                    </p:anim>
                                    <p:anim calcmode="lin" valueType="num">
                                      <p:cBhvr additive="base">
                                        <p:cTn id="8"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anim calcmode="lin" valueType="num">
                                      <p:cBhvr additive="base">
                                        <p:cTn id="13" dur="500" fill="hold"/>
                                        <p:tgtEl>
                                          <p:spTgt spid="50"/>
                                        </p:tgtEl>
                                        <p:attrNameLst>
                                          <p:attrName>ppt_x</p:attrName>
                                        </p:attrNameLst>
                                      </p:cBhvr>
                                      <p:tavLst>
                                        <p:tav tm="0">
                                          <p:val>
                                            <p:strVal val="1+#ppt_w/2"/>
                                          </p:val>
                                        </p:tav>
                                        <p:tav tm="100000">
                                          <p:val>
                                            <p:strVal val="#ppt_x"/>
                                          </p:val>
                                        </p:tav>
                                      </p:tavLst>
                                    </p:anim>
                                    <p:anim calcmode="lin" valueType="num">
                                      <p:cBhvr additive="base">
                                        <p:cTn id="14" dur="500" fill="hold"/>
                                        <p:tgtEl>
                                          <p:spTgt spid="50"/>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 calcmode="lin" valueType="num">
                                      <p:cBhvr additive="base">
                                        <p:cTn id="17" dur="500" fill="hold"/>
                                        <p:tgtEl>
                                          <p:spTgt spid="51"/>
                                        </p:tgtEl>
                                        <p:attrNameLst>
                                          <p:attrName>ppt_x</p:attrName>
                                        </p:attrNameLst>
                                      </p:cBhvr>
                                      <p:tavLst>
                                        <p:tav tm="0">
                                          <p:val>
                                            <p:strVal val="1+#ppt_w/2"/>
                                          </p:val>
                                        </p:tav>
                                        <p:tav tm="100000">
                                          <p:val>
                                            <p:strVal val="#ppt_x"/>
                                          </p:val>
                                        </p:tav>
                                      </p:tavLst>
                                    </p:anim>
                                    <p:anim calcmode="lin" valueType="num">
                                      <p:cBhvr additive="base">
                                        <p:cTn id="18" dur="500" fill="hold"/>
                                        <p:tgtEl>
                                          <p:spTgt spid="51"/>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anim calcmode="lin" valueType="num">
                                      <p:cBhvr additive="base">
                                        <p:cTn id="21" dur="500" fill="hold"/>
                                        <p:tgtEl>
                                          <p:spTgt spid="52"/>
                                        </p:tgtEl>
                                        <p:attrNameLst>
                                          <p:attrName>ppt_x</p:attrName>
                                        </p:attrNameLst>
                                      </p:cBhvr>
                                      <p:tavLst>
                                        <p:tav tm="0">
                                          <p:val>
                                            <p:strVal val="1+#ppt_w/2"/>
                                          </p:val>
                                        </p:tav>
                                        <p:tav tm="100000">
                                          <p:val>
                                            <p:strVal val="#ppt_x"/>
                                          </p:val>
                                        </p:tav>
                                      </p:tavLst>
                                    </p:anim>
                                    <p:anim calcmode="lin" valueType="num">
                                      <p:cBhvr additive="base">
                                        <p:cTn id="22" dur="500" fill="hold"/>
                                        <p:tgtEl>
                                          <p:spTgt spid="52"/>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anim calcmode="lin" valueType="num">
                                      <p:cBhvr additive="base">
                                        <p:cTn id="25" dur="500" fill="hold"/>
                                        <p:tgtEl>
                                          <p:spTgt spid="53"/>
                                        </p:tgtEl>
                                        <p:attrNameLst>
                                          <p:attrName>ppt_x</p:attrName>
                                        </p:attrNameLst>
                                      </p:cBhvr>
                                      <p:tavLst>
                                        <p:tav tm="0">
                                          <p:val>
                                            <p:strVal val="1+#ppt_w/2"/>
                                          </p:val>
                                        </p:tav>
                                        <p:tav tm="100000">
                                          <p:val>
                                            <p:strVal val="#ppt_x"/>
                                          </p:val>
                                        </p:tav>
                                      </p:tavLst>
                                    </p:anim>
                                    <p:anim calcmode="lin" valueType="num">
                                      <p:cBhvr additive="base">
                                        <p:cTn id="26" dur="500" fill="hold"/>
                                        <p:tgtEl>
                                          <p:spTgt spid="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p:bldP spid="5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32236" y="1046476"/>
            <a:ext cx="8031637" cy="1246495"/>
          </a:xfrm>
          <a:prstGeom prst="rect">
            <a:avLst/>
          </a:prstGeom>
          <a:noFill/>
        </p:spPr>
        <p:txBody>
          <a:bodyPr wrap="square" rtlCol="0">
            <a:spAutoFit/>
          </a:bodyPr>
          <a:lstStyle/>
          <a:p>
            <a:r>
              <a:rPr lang="zh-CN" altLang="en-US" sz="7500" b="1" dirty="0">
                <a:ln w="9525">
                  <a:noFill/>
                  <a:prstDash val="solid"/>
                </a:ln>
                <a:solidFill>
                  <a:srgbClr val="CA2C3B"/>
                </a:solidFill>
                <a:effectLst>
                  <a:outerShdw blurRad="12700" dist="38100" dir="2700000" algn="tl" rotWithShape="0">
                    <a:schemeClr val="accent5">
                      <a:lumMod val="60000"/>
                      <a:lumOff val="40000"/>
                    </a:schemeClr>
                  </a:outerShdw>
                </a:effectLst>
                <a:latin typeface="禹卫书法行书简体&#10;" panose="02000603000000000000" pitchFamily="2" charset="-122"/>
                <a:ea typeface="禹卫书法行书简体&#10;" panose="02000603000000000000" pitchFamily="2" charset="-122"/>
              </a:rPr>
              <a:t>感谢各位老师指导</a:t>
            </a:r>
          </a:p>
        </p:txBody>
      </p:sp>
      <p:sp>
        <p:nvSpPr>
          <p:cNvPr id="5" name="文本框 4"/>
          <p:cNvSpPr txBox="1"/>
          <p:nvPr/>
        </p:nvSpPr>
        <p:spPr>
          <a:xfrm>
            <a:off x="1032235" y="2580501"/>
            <a:ext cx="6469145" cy="461665"/>
          </a:xfrm>
          <a:prstGeom prst="rect">
            <a:avLst/>
          </a:prstGeom>
          <a:noFill/>
        </p:spPr>
        <p:txBody>
          <a:bodyPr wrap="square" rtlCol="0">
            <a:spAutoFit/>
          </a:bodyPr>
          <a:lstStyle/>
          <a:p>
            <a:r>
              <a:rPr lang="zh-CN" altLang="en-US" sz="2400" dirty="0">
                <a:solidFill>
                  <a:srgbClr val="CA2C3B"/>
                </a:solidFill>
                <a:latin typeface="腾祥细潮圆简" panose="01010104010101010101" pitchFamily="2" charset="-122"/>
                <a:ea typeface="腾祥细潮圆简" panose="01010104010101010101" pitchFamily="2" charset="-122"/>
              </a:rPr>
              <a:t>五四青年节共青团团委活动报告</a:t>
            </a:r>
            <a:r>
              <a:rPr lang="en-US" altLang="zh-CN" sz="2400" dirty="0">
                <a:solidFill>
                  <a:srgbClr val="CA2C3B"/>
                </a:solidFill>
                <a:latin typeface="腾祥细潮圆简" panose="01010104010101010101" pitchFamily="2" charset="-122"/>
                <a:ea typeface="腾祥细潮圆简" panose="01010104010101010101" pitchFamily="2" charset="-122"/>
              </a:rPr>
              <a:t>PPT</a:t>
            </a:r>
            <a:r>
              <a:rPr lang="zh-CN" altLang="en-US" sz="2400" dirty="0">
                <a:solidFill>
                  <a:srgbClr val="CA2C3B"/>
                </a:solidFill>
                <a:latin typeface="腾祥细潮圆简" panose="01010104010101010101" pitchFamily="2" charset="-122"/>
                <a:ea typeface="腾祥细潮圆简" panose="01010104010101010101" pitchFamily="2" charset="-122"/>
              </a:rPr>
              <a:t>模板</a:t>
            </a:r>
          </a:p>
        </p:txBody>
      </p:sp>
      <p:sp>
        <p:nvSpPr>
          <p:cNvPr id="6" name="文本框 5"/>
          <p:cNvSpPr txBox="1"/>
          <p:nvPr/>
        </p:nvSpPr>
        <p:spPr>
          <a:xfrm>
            <a:off x="1095866" y="3217045"/>
            <a:ext cx="5945958" cy="369332"/>
          </a:xfrm>
          <a:prstGeom prst="rect">
            <a:avLst/>
          </a:prstGeom>
          <a:noFill/>
        </p:spPr>
        <p:txBody>
          <a:bodyPr wrap="square" rtlCol="0">
            <a:spAutoFit/>
          </a:bodyPr>
          <a:lstStyle/>
          <a:p>
            <a:r>
              <a:rPr lang="zh-CN" altLang="en-US" sz="1800" dirty="0">
                <a:solidFill>
                  <a:srgbClr val="CA2C3B"/>
                </a:solidFill>
                <a:latin typeface="腾祥细潮圆简" panose="01010104010101010101" pitchFamily="2" charset="-122"/>
                <a:ea typeface="腾祥细潮圆简" panose="01010104010101010101" pitchFamily="2" charset="-122"/>
              </a:rPr>
              <a:t>报告人：</a:t>
            </a:r>
            <a:r>
              <a:rPr lang="en-US" altLang="zh-CN" sz="1800" dirty="0" err="1">
                <a:solidFill>
                  <a:srgbClr val="CA2C3B"/>
                </a:solidFill>
                <a:latin typeface="腾祥细潮圆简" panose="01010104010101010101" pitchFamily="2" charset="-122"/>
                <a:ea typeface="腾祥细潮圆简" panose="01010104010101010101" pitchFamily="2" charset="-122"/>
              </a:rPr>
              <a:t>xxxx</a:t>
            </a:r>
            <a:r>
              <a:rPr lang="en-US" altLang="zh-CN" sz="1800" dirty="0">
                <a:solidFill>
                  <a:srgbClr val="CA2C3B"/>
                </a:solidFill>
                <a:latin typeface="腾祥细潮圆简" panose="01010104010101010101" pitchFamily="2" charset="-122"/>
                <a:ea typeface="腾祥细潮圆简" panose="01010104010101010101" pitchFamily="2" charset="-122"/>
              </a:rPr>
              <a:t>   </a:t>
            </a:r>
            <a:r>
              <a:rPr lang="zh-CN" altLang="en-US" sz="1800" dirty="0">
                <a:solidFill>
                  <a:srgbClr val="CA2C3B"/>
                </a:solidFill>
                <a:latin typeface="腾祥细潮圆简" panose="01010104010101010101" pitchFamily="2" charset="-122"/>
                <a:ea typeface="腾祥细潮圆简" panose="01010104010101010101" pitchFamily="2" charset="-122"/>
              </a:rPr>
              <a:t>时间：</a:t>
            </a:r>
            <a:r>
              <a:rPr lang="en-US" altLang="zh-CN" sz="1800" dirty="0">
                <a:solidFill>
                  <a:srgbClr val="CA2C3B"/>
                </a:solidFill>
                <a:latin typeface="腾祥细潮圆简" panose="01010104010101010101" pitchFamily="2" charset="-122"/>
                <a:ea typeface="腾祥细潮圆简" panose="01010104010101010101" pitchFamily="2" charset="-122"/>
              </a:rPr>
              <a:t>2019.4.26</a:t>
            </a:r>
            <a:endParaRPr lang="zh-CN" altLang="en-US" sz="1800" dirty="0">
              <a:solidFill>
                <a:srgbClr val="CA2C3B"/>
              </a:solidFill>
              <a:latin typeface="腾祥细潮圆简" panose="01010104010101010101" pitchFamily="2" charset="-122"/>
              <a:ea typeface="腾祥细潮圆简" panose="01010104010101010101" pitchFamily="2" charset="-122"/>
            </a:endParaRPr>
          </a:p>
        </p:txBody>
      </p:sp>
    </p:spTree>
    <p:extLst>
      <p:ext uri="{BB962C8B-B14F-4D97-AF65-F5344CB8AC3E}">
        <p14:creationId xmlns:p14="http://schemas.microsoft.com/office/powerpoint/2010/main" val="61569041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 calcmode="lin" valueType="num">
                                      <p:cBhvr additive="base">
                                        <p:cTn id="1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关于我们 - 副本 (2).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53</TotalTime>
  <Words>1713</Words>
  <Application>Microsoft Office PowerPoint</Application>
  <PresentationFormat>全屏显示(16:9)</PresentationFormat>
  <Paragraphs>272</Paragraphs>
  <Slides>28</Slides>
  <Notes>27</Notes>
  <HiddenSlides>1</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28</vt:i4>
      </vt:variant>
    </vt:vector>
  </HeadingPairs>
  <TitlesOfParts>
    <vt:vector size="41" baseType="lpstr">
      <vt:lpstr>★日文毛笔</vt:lpstr>
      <vt:lpstr>等线</vt:lpstr>
      <vt:lpstr>方正中等线简体</vt:lpstr>
      <vt:lpstr>腾祥细潮圆简</vt:lpstr>
      <vt:lpstr>微软雅黑</vt:lpstr>
      <vt:lpstr>微软雅黑 Light</vt:lpstr>
      <vt:lpstr>禹卫书法行书简体
</vt:lpstr>
      <vt:lpstr>Arial</vt:lpstr>
      <vt:lpstr>Calibri</vt:lpstr>
      <vt:lpstr>Calibri Light</vt:lpstr>
      <vt:lpstr>Impact</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jingtao hu</cp:lastModifiedBy>
  <cp:revision>12</cp:revision>
  <dcterms:created xsi:type="dcterms:W3CDTF">2017-04-26T11:45:09Z</dcterms:created>
  <dcterms:modified xsi:type="dcterms:W3CDTF">2024-12-19T07:28:19Z</dcterms:modified>
</cp:coreProperties>
</file>