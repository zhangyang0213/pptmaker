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33"/>
  </p:handoutMasterIdLst>
  <p:sldIdLst>
    <p:sldId id="2937" r:id="rId3"/>
    <p:sldId id="2892" r:id="rId5"/>
    <p:sldId id="2931" r:id="rId6"/>
    <p:sldId id="2907" r:id="rId7"/>
    <p:sldId id="2927" r:id="rId8"/>
    <p:sldId id="2910" r:id="rId9"/>
    <p:sldId id="2909" r:id="rId10"/>
    <p:sldId id="2899" r:id="rId11"/>
    <p:sldId id="2932" r:id="rId12"/>
    <p:sldId id="2900" r:id="rId13"/>
    <p:sldId id="2913" r:id="rId14"/>
    <p:sldId id="2912" r:id="rId15"/>
    <p:sldId id="2914" r:id="rId16"/>
    <p:sldId id="2915" r:id="rId17"/>
    <p:sldId id="2916" r:id="rId18"/>
    <p:sldId id="2933" r:id="rId19"/>
    <p:sldId id="2917" r:id="rId20"/>
    <p:sldId id="2928" r:id="rId21"/>
    <p:sldId id="2921" r:id="rId22"/>
    <p:sldId id="2918" r:id="rId23"/>
    <p:sldId id="2919" r:id="rId24"/>
    <p:sldId id="2920" r:id="rId25"/>
    <p:sldId id="2934" r:id="rId26"/>
    <p:sldId id="2904" r:id="rId27"/>
    <p:sldId id="2922" r:id="rId28"/>
    <p:sldId id="2923" r:id="rId29"/>
    <p:sldId id="2924" r:id="rId30"/>
    <p:sldId id="2925" r:id="rId31"/>
    <p:sldId id="2936" r:id="rId32"/>
  </p:sldIdLst>
  <p:sldSz cx="12858750" cy="7232650"/>
  <p:notesSz cx="6858000" cy="9144000"/>
  <p:custDataLst>
    <p:tags r:id="rId3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B4"/>
    <a:srgbClr val="F68808"/>
    <a:srgbClr val="007A8E"/>
    <a:srgbClr val="FAF5EC"/>
    <a:srgbClr val="FFFFFF"/>
    <a:srgbClr val="D77907"/>
    <a:srgbClr val="B96E30"/>
    <a:srgbClr val="433DB0"/>
    <a:srgbClr val="2E2385"/>
    <a:srgbClr val="FF83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14" autoAdjust="0"/>
    <p:restoredTop sz="95317" autoAdjust="0"/>
  </p:normalViewPr>
  <p:slideViewPr>
    <p:cSldViewPr>
      <p:cViewPr>
        <p:scale>
          <a:sx n="91" d="100"/>
          <a:sy n="91" d="100"/>
        </p:scale>
        <p:origin x="186" y="414"/>
      </p:cViewPr>
      <p:guideLst>
        <p:guide orient="horz" pos="328"/>
        <p:guide pos="4050"/>
        <p:guide pos="557"/>
        <p:guide orient="horz" pos="4183"/>
        <p:guide pos="7497"/>
        <p:guide pos="6908"/>
      </p:guideLst>
    </p:cSldViewPr>
  </p:slideViewPr>
  <p:outlineViewPr>
    <p:cViewPr>
      <p:scale>
        <a:sx n="100" d="100"/>
        <a:sy n="100" d="100"/>
      </p:scale>
      <p:origin x="0" y="-205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1FB68B-DF7F-4B00-8BDE-6B1BE52B7C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My First Template</a:t>
            </a:r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15" r="14129"/>
          <a:stretch>
            <a:fillRect/>
          </a:stretch>
        </p:blipFill>
        <p:spPr>
          <a:xfrm>
            <a:off x="-23407" y="0"/>
            <a:ext cx="12889432" cy="7232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ee Blank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7.jpeg"/><Relationship Id="rId5" Type="http://schemas.openxmlformats.org/officeDocument/2006/relationships/image" Target="../media/image13.jpeg"/><Relationship Id="rId4" Type="http://schemas.openxmlformats.org/officeDocument/2006/relationships/image" Target="../media/image16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871" y="1888133"/>
            <a:ext cx="6034879" cy="503150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11" y="6090965"/>
            <a:ext cx="1362075" cy="828675"/>
          </a:xfrm>
          <a:prstGeom prst="rect">
            <a:avLst/>
          </a:prstGeom>
        </p:spPr>
      </p:pic>
      <p:sp>
        <p:nvSpPr>
          <p:cNvPr id="5" name="TextBox 36"/>
          <p:cNvSpPr txBox="1"/>
          <p:nvPr/>
        </p:nvSpPr>
        <p:spPr>
          <a:xfrm>
            <a:off x="452711" y="1888133"/>
            <a:ext cx="6264696" cy="1714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270" b="1" dirty="0" smtClean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读书</a:t>
            </a:r>
            <a:r>
              <a:rPr lang="zh-CN" altLang="en-US" sz="527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分享会教师教育</a:t>
            </a:r>
            <a:r>
              <a:rPr lang="zh-CN" altLang="en-US" sz="5270" b="1" dirty="0" smtClean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通用</a:t>
            </a:r>
            <a:r>
              <a:rPr lang="en-US" altLang="zh-CN" sz="5270" b="1" dirty="0" smtClean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PPT</a:t>
            </a:r>
            <a:r>
              <a:rPr lang="zh-CN" altLang="en-US" sz="5270" b="1" dirty="0" smtClean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模板</a:t>
            </a:r>
            <a:endParaRPr lang="zh-CN" altLang="en-US" sz="5270" b="1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517660" y="3620439"/>
            <a:ext cx="6134798" cy="592804"/>
          </a:xfrm>
          <a:prstGeom prst="rect">
            <a:avLst/>
          </a:prstGeom>
        </p:spPr>
        <p:txBody>
          <a:bodyPr vert="horz" lIns="96416" tIns="48208" rIns="96416" bIns="4820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适用于班会</a:t>
            </a:r>
            <a:r>
              <a:rPr lang="en-US" altLang="zh-CN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/</a:t>
            </a:r>
            <a:r>
              <a:rPr lang="zh-CN" altLang="en-US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读书分享会</a:t>
            </a:r>
            <a:r>
              <a:rPr lang="en-US" altLang="zh-CN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/</a:t>
            </a:r>
            <a:r>
              <a:rPr lang="zh-CN" altLang="en-US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学校教育</a:t>
            </a:r>
            <a:r>
              <a:rPr lang="en-US" altLang="zh-CN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/</a:t>
            </a:r>
            <a:r>
              <a:rPr lang="zh-CN" altLang="en-US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毕业答辩等</a:t>
            </a:r>
            <a:endParaRPr lang="en-US" altLang="zh-CN" sz="1900" dirty="0">
              <a:solidFill>
                <a:srgbClr val="FFA31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596727" y="4477696"/>
            <a:ext cx="4760362" cy="24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zh-CN" altLang="en-US" sz="1600" dirty="0" smtClean="0">
                <a:solidFill>
                  <a:srgbClr val="0DA2C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Arial" panose="020B0604020202020204" pitchFamily="34" charset="0"/>
                <a:sym typeface="字魂105号-简雅黑" panose="00000500000000000000" pitchFamily="2" charset="-122"/>
              </a:rPr>
              <a:t>汇报人：    班级</a:t>
            </a:r>
            <a:r>
              <a:rPr lang="en-US" altLang="zh-CN" sz="1600" dirty="0" smtClean="0">
                <a:solidFill>
                  <a:srgbClr val="0DA2C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Arial" panose="020B0604020202020204" pitchFamily="34" charset="0"/>
                <a:sym typeface="字魂105号-简雅黑" panose="00000500000000000000" pitchFamily="2" charset="-122"/>
              </a:rPr>
              <a:t>: </a:t>
            </a:r>
            <a:r>
              <a:rPr lang="zh-CN" altLang="en-US" sz="1600" dirty="0">
                <a:solidFill>
                  <a:srgbClr val="0DA2C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Arial" panose="020B0604020202020204" pitchFamily="34" charset="0"/>
                <a:sym typeface="字魂105号-简雅黑" panose="00000500000000000000" pitchFamily="2" charset="-122"/>
              </a:rPr>
              <a:t>九</a:t>
            </a:r>
            <a:r>
              <a:rPr lang="zh-CN" altLang="en-US" sz="1600" dirty="0" smtClean="0">
                <a:solidFill>
                  <a:srgbClr val="0DA2C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Arial" panose="020B0604020202020204" pitchFamily="34" charset="0"/>
                <a:sym typeface="字魂105号-简雅黑" panose="00000500000000000000" pitchFamily="2" charset="-122"/>
              </a:rPr>
              <a:t>年级</a:t>
            </a:r>
            <a:r>
              <a:rPr lang="zh-CN" altLang="en-US" sz="1600" dirty="0" smtClean="0">
                <a:solidFill>
                  <a:srgbClr val="0DA2C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Arial" panose="020B0604020202020204" pitchFamily="34" charset="0"/>
                <a:sym typeface="字魂105号-简雅黑" panose="00000500000000000000" pitchFamily="2" charset="-122"/>
              </a:rPr>
              <a:t>二班</a:t>
            </a:r>
            <a:endParaRPr lang="en-US" altLang="zh-CN" sz="1600" dirty="0">
              <a:solidFill>
                <a:srgbClr val="0DA2C2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cs typeface="Arial" panose="020B0604020202020204" pitchFamily="34" charset="0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99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8476091" y="1159896"/>
            <a:ext cx="0" cy="5480765"/>
          </a:xfrm>
          <a:prstGeom prst="line">
            <a:avLst/>
          </a:prstGeom>
          <a:ln>
            <a:solidFill>
              <a:srgbClr val="F688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8476091" y="1411804"/>
            <a:ext cx="3200050" cy="820483"/>
            <a:chOff x="6400800" y="1058415"/>
            <a:chExt cx="3034912" cy="778142"/>
          </a:xfrm>
        </p:grpSpPr>
        <p:sp>
          <p:nvSpPr>
            <p:cNvPr id="4" name="文本框 73"/>
            <p:cNvSpPr txBox="1">
              <a:spLocks noChangeArrowheads="1"/>
            </p:cNvSpPr>
            <p:nvPr/>
          </p:nvSpPr>
          <p:spPr bwMode="auto">
            <a:xfrm>
              <a:off x="6400800" y="1379621"/>
              <a:ext cx="3034912" cy="456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53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点击输入您的标题</a:t>
              </a:r>
              <a:endParaRPr lang="zh-CN" altLang="en-US" sz="253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5" name="文本框 73"/>
            <p:cNvSpPr txBox="1">
              <a:spLocks noChangeArrowheads="1"/>
            </p:cNvSpPr>
            <p:nvPr/>
          </p:nvSpPr>
          <p:spPr bwMode="auto">
            <a:xfrm>
              <a:off x="6400800" y="1058415"/>
              <a:ext cx="3034912" cy="350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ADD YOUR TEXT HERE</a:t>
              </a:r>
              <a:endParaRPr lang="zh-CN" altLang="en-US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76091" y="2786308"/>
            <a:ext cx="3200050" cy="820483"/>
            <a:chOff x="6400800" y="1058415"/>
            <a:chExt cx="3034912" cy="778142"/>
          </a:xfrm>
        </p:grpSpPr>
        <p:sp>
          <p:nvSpPr>
            <p:cNvPr id="8" name="文本框 73"/>
            <p:cNvSpPr txBox="1">
              <a:spLocks noChangeArrowheads="1"/>
            </p:cNvSpPr>
            <p:nvPr/>
          </p:nvSpPr>
          <p:spPr bwMode="auto">
            <a:xfrm>
              <a:off x="6400800" y="1379621"/>
              <a:ext cx="3034912" cy="456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530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点击输入您的标题</a:t>
              </a:r>
              <a:endParaRPr lang="zh-CN" altLang="en-US" sz="253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9" name="文本框 73"/>
            <p:cNvSpPr txBox="1">
              <a:spLocks noChangeArrowheads="1"/>
            </p:cNvSpPr>
            <p:nvPr/>
          </p:nvSpPr>
          <p:spPr bwMode="auto">
            <a:xfrm>
              <a:off x="6400800" y="1058415"/>
              <a:ext cx="3034912" cy="350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ADD YOUR TEXT HERE</a:t>
              </a:r>
              <a:endParaRPr lang="zh-CN" altLang="en-US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476091" y="4160813"/>
            <a:ext cx="3200050" cy="820483"/>
            <a:chOff x="6400800" y="1058415"/>
            <a:chExt cx="3034912" cy="778142"/>
          </a:xfrm>
        </p:grpSpPr>
        <p:sp>
          <p:nvSpPr>
            <p:cNvPr id="11" name="文本框 73"/>
            <p:cNvSpPr txBox="1">
              <a:spLocks noChangeArrowheads="1"/>
            </p:cNvSpPr>
            <p:nvPr/>
          </p:nvSpPr>
          <p:spPr bwMode="auto">
            <a:xfrm>
              <a:off x="6400800" y="1379621"/>
              <a:ext cx="3034912" cy="456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53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点击输入您的标题</a:t>
              </a:r>
              <a:endParaRPr lang="zh-CN" altLang="en-US" sz="253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12" name="文本框 73"/>
            <p:cNvSpPr txBox="1">
              <a:spLocks noChangeArrowheads="1"/>
            </p:cNvSpPr>
            <p:nvPr/>
          </p:nvSpPr>
          <p:spPr bwMode="auto">
            <a:xfrm>
              <a:off x="6400800" y="1058415"/>
              <a:ext cx="3034912" cy="350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ADD YOUR TEXT HERE</a:t>
              </a:r>
              <a:endParaRPr lang="zh-CN" altLang="en-US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476091" y="5535317"/>
            <a:ext cx="3200050" cy="820483"/>
            <a:chOff x="6400800" y="1058415"/>
            <a:chExt cx="3034912" cy="778142"/>
          </a:xfrm>
        </p:grpSpPr>
        <p:sp>
          <p:nvSpPr>
            <p:cNvPr id="14" name="文本框 73"/>
            <p:cNvSpPr txBox="1">
              <a:spLocks noChangeArrowheads="1"/>
            </p:cNvSpPr>
            <p:nvPr/>
          </p:nvSpPr>
          <p:spPr bwMode="auto">
            <a:xfrm>
              <a:off x="6400800" y="1379621"/>
              <a:ext cx="3034912" cy="456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530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点击输入您的标题</a:t>
              </a:r>
              <a:endParaRPr lang="zh-CN" altLang="en-US" sz="253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15" name="文本框 73"/>
            <p:cNvSpPr txBox="1">
              <a:spLocks noChangeArrowheads="1"/>
            </p:cNvSpPr>
            <p:nvPr/>
          </p:nvSpPr>
          <p:spPr bwMode="auto">
            <a:xfrm>
              <a:off x="6400800" y="1058415"/>
              <a:ext cx="3034912" cy="350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ADD YOUR TEXT HERE</a:t>
              </a:r>
              <a:endParaRPr lang="zh-CN" altLang="en-US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6" name="等腰三角形 15"/>
          <p:cNvSpPr/>
          <p:nvPr/>
        </p:nvSpPr>
        <p:spPr>
          <a:xfrm>
            <a:off x="8223187" y="1606518"/>
            <a:ext cx="505807" cy="436041"/>
          </a:xfrm>
          <a:prstGeom prst="triangle">
            <a:avLst/>
          </a:prstGeom>
          <a:solidFill>
            <a:srgbClr val="F68808"/>
          </a:solidFill>
          <a:ln>
            <a:solidFill>
              <a:srgbClr val="F68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1</a:t>
            </a:r>
            <a:endParaRPr lang="zh-CN" alt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7" name="等腰三角形 16"/>
          <p:cNvSpPr/>
          <p:nvPr/>
        </p:nvSpPr>
        <p:spPr>
          <a:xfrm>
            <a:off x="8223187" y="2981023"/>
            <a:ext cx="505807" cy="436041"/>
          </a:xfrm>
          <a:prstGeom prst="triangle">
            <a:avLst/>
          </a:prstGeom>
          <a:solidFill>
            <a:srgbClr val="0099B4"/>
          </a:solidFill>
          <a:ln>
            <a:solidFill>
              <a:srgbClr val="0099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</a:t>
            </a:r>
            <a:endParaRPr lang="zh-CN" alt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8" name="等腰三角形 17"/>
          <p:cNvSpPr/>
          <p:nvPr/>
        </p:nvSpPr>
        <p:spPr>
          <a:xfrm>
            <a:off x="8223187" y="4355527"/>
            <a:ext cx="505807" cy="436041"/>
          </a:xfrm>
          <a:prstGeom prst="triangle">
            <a:avLst/>
          </a:prstGeom>
          <a:solidFill>
            <a:srgbClr val="F68808"/>
          </a:solidFill>
          <a:ln>
            <a:solidFill>
              <a:srgbClr val="F68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3</a:t>
            </a:r>
            <a:endParaRPr lang="zh-CN" alt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9" name="等腰三角形 18"/>
          <p:cNvSpPr/>
          <p:nvPr/>
        </p:nvSpPr>
        <p:spPr>
          <a:xfrm>
            <a:off x="8223187" y="5730031"/>
            <a:ext cx="505807" cy="436041"/>
          </a:xfrm>
          <a:prstGeom prst="triangle">
            <a:avLst/>
          </a:prstGeom>
          <a:solidFill>
            <a:srgbClr val="0099B4"/>
          </a:solidFill>
          <a:ln>
            <a:solidFill>
              <a:srgbClr val="0099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4</a:t>
            </a:r>
            <a:endParaRPr lang="zh-CN" alt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3369730" y="174535"/>
            <a:ext cx="3878205" cy="1650003"/>
            <a:chOff x="6059488" y="304764"/>
            <a:chExt cx="3678070" cy="1564855"/>
          </a:xfrm>
        </p:grpSpPr>
        <p:sp>
          <p:nvSpPr>
            <p:cNvPr id="23" name="文本框 22"/>
            <p:cNvSpPr txBox="1"/>
            <p:nvPr/>
          </p:nvSpPr>
          <p:spPr>
            <a:xfrm>
              <a:off x="6059488" y="304764"/>
              <a:ext cx="3678070" cy="1564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120" b="1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C</a:t>
              </a:r>
              <a:r>
                <a:rPr lang="en-US" altLang="zh-CN" sz="5695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ontent</a:t>
              </a:r>
              <a:endParaRPr lang="zh-CN" altLang="en-US" sz="5695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898104" y="383273"/>
              <a:ext cx="1844069" cy="703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220" b="1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目录</a:t>
              </a:r>
              <a:endParaRPr lang="zh-CN" altLang="en-US" sz="422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6" t="191" r="6833" b="12799"/>
          <a:stretch>
            <a:fillRect/>
          </a:stretch>
        </p:blipFill>
        <p:spPr>
          <a:xfrm>
            <a:off x="382255" y="1721020"/>
            <a:ext cx="4926577" cy="50781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accel="2000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accel="20000" decel="4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accel="20000" decel="4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accel="20000" decel="4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3" t="18554" r="11542" b="14588"/>
          <a:stretch>
            <a:fillRect/>
          </a:stretch>
        </p:blipFill>
        <p:spPr>
          <a:xfrm>
            <a:off x="7475625" y="1243569"/>
            <a:ext cx="5410710" cy="47526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rot="5400000">
            <a:off x="2353718" y="38471"/>
            <a:ext cx="2730247" cy="7437684"/>
          </a:xfrm>
          <a:prstGeom prst="rect">
            <a:avLst/>
          </a:prstGeom>
          <a:solidFill>
            <a:srgbClr val="F68808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7187" y="2980049"/>
            <a:ext cx="1698366" cy="1651645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en-US" altLang="zh-CN" sz="10100" dirty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Gisha" panose="020B0502040204020203" pitchFamily="34" charset="-79"/>
                <a:sym typeface="字魂105号-简雅黑" panose="00000500000000000000" pitchFamily="2" charset="-122"/>
              </a:rPr>
              <a:t>01</a:t>
            </a:r>
            <a:endParaRPr lang="zh-CN" altLang="en-US" sz="10100" dirty="0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" name="TextBox 62"/>
          <p:cNvSpPr txBox="1"/>
          <p:nvPr/>
        </p:nvSpPr>
        <p:spPr>
          <a:xfrm>
            <a:off x="2177434" y="3896774"/>
            <a:ext cx="4641393" cy="435928"/>
          </a:xfrm>
          <a:prstGeom prst="rect">
            <a:avLst/>
          </a:prstGeom>
          <a:noFill/>
          <a:effectLst/>
        </p:spPr>
        <p:txBody>
          <a:bodyPr wrap="square" lIns="96433" tIns="48216" rIns="96433" bIns="48216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</a:t>
            </a:r>
            <a:r>
              <a:rPr lang="zh-CN" altLang="en-US" sz="11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粘贴</a:t>
            </a:r>
            <a:r>
              <a:rPr lang="zh-CN" altLang="en-US" sz="11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</a:t>
            </a:r>
            <a:r>
              <a:rPr lang="zh-CN" altLang="en-US" sz="11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粘贴</a:t>
            </a:r>
            <a:r>
              <a:rPr lang="en-US" altLang="zh-CN" sz="11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.</a:t>
            </a:r>
            <a:endParaRPr lang="en-US" altLang="zh-CN" sz="11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78288" y="3059313"/>
            <a:ext cx="4508197" cy="746558"/>
          </a:xfrm>
          <a:prstGeom prst="rect">
            <a:avLst/>
          </a:prstGeom>
        </p:spPr>
        <p:txBody>
          <a:bodyPr wrap="square" lIns="96433" tIns="48216" rIns="96433" bIns="48216">
            <a:spAutoFit/>
          </a:bodyPr>
          <a:lstStyle/>
          <a:p>
            <a:r>
              <a:rPr lang="zh-CN" altLang="en-US" sz="4200" b="1" dirty="0" smtClean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Gisha" panose="020B0502040204020203" pitchFamily="34" charset="-79"/>
                <a:sym typeface="字魂105号-简雅黑" panose="00000500000000000000" pitchFamily="2" charset="-122"/>
              </a:rPr>
              <a:t>添加您的标题</a:t>
            </a:r>
            <a:endParaRPr lang="en-US" altLang="zh-CN" sz="4200" b="1" dirty="0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cs typeface="Gisha" panose="020B0502040204020203" pitchFamily="34" charset="-79"/>
              <a:sym typeface="字魂105号-简雅黑" panose="00000500000000000000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867185" y="3619894"/>
            <a:ext cx="5155059" cy="276880"/>
            <a:chOff x="5444484" y="3347558"/>
            <a:chExt cx="4887760" cy="262538"/>
          </a:xfrm>
        </p:grpSpPr>
        <p:sp>
          <p:nvSpPr>
            <p:cNvPr id="8" name="任意多边形 7"/>
            <p:cNvSpPr/>
            <p:nvPr/>
          </p:nvSpPr>
          <p:spPr>
            <a:xfrm flipV="1">
              <a:off x="5545778" y="3347558"/>
              <a:ext cx="4786466" cy="178129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8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 tmFilter="0,0; .5, 1; 1, 1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6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900" decel="100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/>
          <p:bldP spid="5" grpId="0"/>
          <p:bldP spid="6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8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 tmFilter="0,0; .5, 1; 1, 1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6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900" decel="100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/>
          <p:bldP spid="5" grpId="0"/>
          <p:bldP spid="6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15" name="任意多边形 14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F688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535620" y="333508"/>
            <a:ext cx="2810850" cy="620594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0" y="362842"/>
            <a:ext cx="640269" cy="589581"/>
            <a:chOff x="445380" y="344047"/>
            <a:chExt cx="607069" cy="559040"/>
          </a:xfrm>
          <a:solidFill>
            <a:srgbClr val="0099B4"/>
          </a:solidFill>
        </p:grpSpPr>
        <p:sp>
          <p:nvSpPr>
            <p:cNvPr id="19" name="矩形 18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3311" y="377787"/>
              <a:ext cx="59913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18" b="1"/>
          <a:stretch>
            <a:fillRect/>
          </a:stretch>
        </p:blipFill>
        <p:spPr>
          <a:xfrm>
            <a:off x="1127519" y="1384077"/>
            <a:ext cx="3933704" cy="4006488"/>
          </a:xfrm>
          <a:prstGeom prst="rect">
            <a:avLst/>
          </a:prstGeom>
          <a:blipFill>
            <a:blip r:embed="rId1"/>
            <a:stretch>
              <a:fillRect/>
            </a:stretch>
          </a:blipFill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131" y="1375589"/>
            <a:ext cx="6218367" cy="4014978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1127519" y="5535639"/>
            <a:ext cx="10714980" cy="1365123"/>
          </a:xfrm>
          <a:prstGeom prst="rect">
            <a:avLst/>
          </a:prstGeom>
          <a:solidFill>
            <a:srgbClr val="F68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67018" y="5877380"/>
            <a:ext cx="921675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</a:t>
            </a:r>
            <a:r>
              <a:rPr lang="zh-CN" altLang="en-US" sz="14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。</a:t>
            </a:r>
            <a:r>
              <a:rPr lang="zh-CN" altLang="en-US" sz="14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</a:t>
            </a:r>
            <a:r>
              <a:rPr lang="zh-CN" altLang="en-US" sz="14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。您</a:t>
            </a:r>
            <a:r>
              <a:rPr lang="zh-CN" altLang="en-US" sz="14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的内容打在这里，或者通过复制您的文本后，在此框中选择粘贴。</a:t>
            </a:r>
            <a:endParaRPr lang="en-US" altLang="zh-CN" sz="14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127519" y="1384076"/>
            <a:ext cx="889209" cy="889209"/>
          </a:xfrm>
          <a:prstGeom prst="rect">
            <a:avLst/>
          </a:prstGeom>
          <a:solidFill>
            <a:srgbClr val="F68808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860405" y="4408472"/>
            <a:ext cx="982094" cy="982094"/>
          </a:xfrm>
          <a:prstGeom prst="rect">
            <a:avLst/>
          </a:prstGeom>
          <a:solidFill>
            <a:srgbClr val="0099B4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251479" y="1482893"/>
            <a:ext cx="811441" cy="7414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220" dirty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Gisha" panose="020B0502040204020203" pitchFamily="34" charset="-79"/>
                <a:sym typeface="字魂105号-简雅黑" panose="00000500000000000000" pitchFamily="2" charset="-122"/>
              </a:rPr>
              <a:t>01</a:t>
            </a:r>
            <a:endParaRPr lang="zh-CN" altLang="en-US" sz="4220" dirty="0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972595" y="4526241"/>
            <a:ext cx="811441" cy="7414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220" dirty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Gisha" panose="020B0502040204020203" pitchFamily="34" charset="-79"/>
                <a:sym typeface="字魂105号-简雅黑" panose="00000500000000000000" pitchFamily="2" charset="-122"/>
              </a:rPr>
              <a:t>02</a:t>
            </a:r>
            <a:endParaRPr lang="zh-CN" altLang="en-US" sz="4220" dirty="0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" presetClass="entr" presetSubtype="2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0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1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2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4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5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2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8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9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1" presetID="2" presetClass="entr" presetSubtype="4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3" grpId="0" animBg="1"/>
          <p:bldP spid="25" grpId="0" animBg="1"/>
          <p:bldP spid="26" grpId="0" animBg="1"/>
          <p:bldP spid="27" grpId="0"/>
          <p:bldP spid="28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1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1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1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3" grpId="0" animBg="1"/>
          <p:bldP spid="25" grpId="0" animBg="1"/>
          <p:bldP spid="26" grpId="0" animBg="1"/>
          <p:bldP spid="27" grpId="0"/>
          <p:bldP spid="28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15" name="任意多边形 14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F688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535620" y="333508"/>
            <a:ext cx="2810850" cy="620594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0" y="362842"/>
            <a:ext cx="640269" cy="589581"/>
            <a:chOff x="445380" y="344047"/>
            <a:chExt cx="607069" cy="559040"/>
          </a:xfrm>
          <a:solidFill>
            <a:srgbClr val="0099B4"/>
          </a:solidFill>
        </p:grpSpPr>
        <p:sp>
          <p:nvSpPr>
            <p:cNvPr id="19" name="矩形 18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3311" y="377787"/>
              <a:ext cx="59913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53" name="Freeform 5"/>
          <p:cNvSpPr/>
          <p:nvPr/>
        </p:nvSpPr>
        <p:spPr bwMode="auto">
          <a:xfrm rot="2700000">
            <a:off x="4454932" y="2537230"/>
            <a:ext cx="724632" cy="1925218"/>
          </a:xfrm>
          <a:custGeom>
            <a:avLst/>
            <a:gdLst>
              <a:gd name="T0" fmla="*/ 367 w 367"/>
              <a:gd name="T1" fmla="*/ 975 h 975"/>
              <a:gd name="T2" fmla="*/ 367 w 367"/>
              <a:gd name="T3" fmla="*/ 0 h 975"/>
              <a:gd name="T4" fmla="*/ 0 w 367"/>
              <a:gd name="T5" fmla="*/ 0 h 975"/>
              <a:gd name="T6" fmla="*/ 0 w 367"/>
              <a:gd name="T7" fmla="*/ 609 h 975"/>
              <a:gd name="T8" fmla="*/ 367 w 367"/>
              <a:gd name="T9" fmla="*/ 975 h 9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7" h="975">
                <a:moveTo>
                  <a:pt x="367" y="975"/>
                </a:moveTo>
                <a:lnTo>
                  <a:pt x="367" y="0"/>
                </a:lnTo>
                <a:lnTo>
                  <a:pt x="0" y="0"/>
                </a:lnTo>
                <a:lnTo>
                  <a:pt x="0" y="609"/>
                </a:lnTo>
                <a:lnTo>
                  <a:pt x="367" y="975"/>
                </a:lnTo>
                <a:close/>
              </a:path>
            </a:pathLst>
          </a:custGeom>
          <a:solidFill>
            <a:srgbClr val="24BDD9"/>
          </a:solidFill>
          <a:ln>
            <a:noFill/>
          </a:ln>
        </p:spPr>
        <p:txBody>
          <a:bodyPr vert="horz" wrap="square" lIns="96420" tIns="48210" rIns="96420" bIns="48210" numCol="1" anchor="t" anchorCtr="0" compatLnSpc="1"/>
          <a:lstStyle/>
          <a:p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" name="Freeform 6"/>
          <p:cNvSpPr/>
          <p:nvPr/>
        </p:nvSpPr>
        <p:spPr bwMode="auto">
          <a:xfrm rot="2700000">
            <a:off x="5794359" y="2048375"/>
            <a:ext cx="1923138" cy="720723"/>
          </a:xfrm>
          <a:custGeom>
            <a:avLst/>
            <a:gdLst>
              <a:gd name="T0" fmla="*/ 0 w 974"/>
              <a:gd name="T1" fmla="*/ 365 h 365"/>
              <a:gd name="T2" fmla="*/ 974 w 974"/>
              <a:gd name="T3" fmla="*/ 365 h 365"/>
              <a:gd name="T4" fmla="*/ 974 w 974"/>
              <a:gd name="T5" fmla="*/ 0 h 365"/>
              <a:gd name="T6" fmla="*/ 365 w 974"/>
              <a:gd name="T7" fmla="*/ 0 h 365"/>
              <a:gd name="T8" fmla="*/ 0 w 974"/>
              <a:gd name="T9" fmla="*/ 365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74" h="365">
                <a:moveTo>
                  <a:pt x="0" y="365"/>
                </a:moveTo>
                <a:lnTo>
                  <a:pt x="974" y="365"/>
                </a:lnTo>
                <a:lnTo>
                  <a:pt x="974" y="0"/>
                </a:lnTo>
                <a:lnTo>
                  <a:pt x="365" y="0"/>
                </a:lnTo>
                <a:lnTo>
                  <a:pt x="0" y="365"/>
                </a:lnTo>
                <a:close/>
              </a:path>
            </a:pathLst>
          </a:custGeom>
          <a:solidFill>
            <a:srgbClr val="FFA31E"/>
          </a:solidFill>
          <a:ln>
            <a:noFill/>
          </a:ln>
        </p:spPr>
        <p:txBody>
          <a:bodyPr vert="horz" wrap="square" lIns="96420" tIns="48210" rIns="96420" bIns="48210" numCol="1" anchor="t" anchorCtr="0" compatLnSpc="1"/>
          <a:lstStyle/>
          <a:p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" name="Freeform 7"/>
          <p:cNvSpPr/>
          <p:nvPr/>
        </p:nvSpPr>
        <p:spPr bwMode="auto">
          <a:xfrm rot="2700000">
            <a:off x="5129225" y="1389274"/>
            <a:ext cx="1273536" cy="2318160"/>
          </a:xfrm>
          <a:custGeom>
            <a:avLst/>
            <a:gdLst>
              <a:gd name="T0" fmla="*/ 505 w 645"/>
              <a:gd name="T1" fmla="*/ 0 h 1174"/>
              <a:gd name="T2" fmla="*/ 140 w 645"/>
              <a:gd name="T3" fmla="*/ 365 h 1174"/>
              <a:gd name="T4" fmla="*/ 140 w 645"/>
              <a:gd name="T5" fmla="*/ 780 h 1174"/>
              <a:gd name="T6" fmla="*/ 0 w 645"/>
              <a:gd name="T7" fmla="*/ 780 h 1174"/>
              <a:gd name="T8" fmla="*/ 322 w 645"/>
              <a:gd name="T9" fmla="*/ 1174 h 1174"/>
              <a:gd name="T10" fmla="*/ 645 w 645"/>
              <a:gd name="T11" fmla="*/ 780 h 1174"/>
              <a:gd name="T12" fmla="*/ 505 w 645"/>
              <a:gd name="T13" fmla="*/ 780 h 1174"/>
              <a:gd name="T14" fmla="*/ 505 w 645"/>
              <a:gd name="T15" fmla="*/ 0 h 1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45" h="1174">
                <a:moveTo>
                  <a:pt x="505" y="0"/>
                </a:moveTo>
                <a:lnTo>
                  <a:pt x="140" y="365"/>
                </a:lnTo>
                <a:lnTo>
                  <a:pt x="140" y="780"/>
                </a:lnTo>
                <a:lnTo>
                  <a:pt x="0" y="780"/>
                </a:lnTo>
                <a:lnTo>
                  <a:pt x="322" y="1174"/>
                </a:lnTo>
                <a:lnTo>
                  <a:pt x="645" y="780"/>
                </a:lnTo>
                <a:lnTo>
                  <a:pt x="505" y="780"/>
                </a:lnTo>
                <a:lnTo>
                  <a:pt x="505" y="0"/>
                </a:lnTo>
                <a:close/>
              </a:path>
            </a:pathLst>
          </a:custGeom>
          <a:solidFill>
            <a:srgbClr val="F68808"/>
          </a:solidFill>
          <a:ln>
            <a:noFill/>
          </a:ln>
        </p:spPr>
        <p:txBody>
          <a:bodyPr vert="horz" wrap="square" lIns="96420" tIns="48210" rIns="96420" bIns="289259" numCol="1" anchor="b" anchorCtr="0" compatLnSpc="1"/>
          <a:lstStyle/>
          <a:p>
            <a:pPr algn="ctr"/>
            <a:r>
              <a:rPr lang="en-US" sz="3000" dirty="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rPr>
              <a:t>01</a:t>
            </a:r>
            <a:endParaRPr lang="en-US" sz="3000" dirty="0">
              <a:solidFill>
                <a:srgbClr val="FFFFFF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cs typeface="Nexa Rust Slab Black 03" charset="0"/>
              <a:sym typeface="字魂105号-简雅黑" panose="00000500000000000000" pitchFamily="2" charset="-122"/>
            </a:endParaRPr>
          </a:p>
        </p:txBody>
      </p:sp>
      <p:sp>
        <p:nvSpPr>
          <p:cNvPr id="56" name="Freeform 8"/>
          <p:cNvSpPr/>
          <p:nvPr/>
        </p:nvSpPr>
        <p:spPr bwMode="auto">
          <a:xfrm rot="2700000">
            <a:off x="7483957" y="3386098"/>
            <a:ext cx="720683" cy="1925218"/>
          </a:xfrm>
          <a:custGeom>
            <a:avLst/>
            <a:gdLst>
              <a:gd name="T0" fmla="*/ 0 w 365"/>
              <a:gd name="T1" fmla="*/ 0 h 975"/>
              <a:gd name="T2" fmla="*/ 0 w 365"/>
              <a:gd name="T3" fmla="*/ 975 h 975"/>
              <a:gd name="T4" fmla="*/ 365 w 365"/>
              <a:gd name="T5" fmla="*/ 975 h 975"/>
              <a:gd name="T6" fmla="*/ 365 w 365"/>
              <a:gd name="T7" fmla="*/ 365 h 975"/>
              <a:gd name="T8" fmla="*/ 0 w 365"/>
              <a:gd name="T9" fmla="*/ 0 h 9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5" h="975">
                <a:moveTo>
                  <a:pt x="0" y="0"/>
                </a:moveTo>
                <a:lnTo>
                  <a:pt x="0" y="975"/>
                </a:lnTo>
                <a:lnTo>
                  <a:pt x="365" y="975"/>
                </a:lnTo>
                <a:lnTo>
                  <a:pt x="365" y="365"/>
                </a:lnTo>
                <a:lnTo>
                  <a:pt x="0" y="0"/>
                </a:lnTo>
                <a:close/>
              </a:path>
            </a:pathLst>
          </a:custGeom>
          <a:solidFill>
            <a:srgbClr val="24BDD9"/>
          </a:solidFill>
          <a:ln>
            <a:noFill/>
          </a:ln>
        </p:spPr>
        <p:txBody>
          <a:bodyPr vert="horz" wrap="square" lIns="96420" tIns="48210" rIns="96420" bIns="48210" numCol="1" anchor="t" anchorCtr="0" compatLnSpc="1"/>
          <a:lstStyle/>
          <a:p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7" name="Freeform 9"/>
          <p:cNvSpPr/>
          <p:nvPr/>
        </p:nvSpPr>
        <p:spPr bwMode="auto">
          <a:xfrm rot="2700000">
            <a:off x="6551412" y="2723421"/>
            <a:ext cx="2312109" cy="1273606"/>
          </a:xfrm>
          <a:custGeom>
            <a:avLst/>
            <a:gdLst>
              <a:gd name="T0" fmla="*/ 1171 w 1171"/>
              <a:gd name="T1" fmla="*/ 505 h 645"/>
              <a:gd name="T2" fmla="*/ 806 w 1171"/>
              <a:gd name="T3" fmla="*/ 140 h 645"/>
              <a:gd name="T4" fmla="*/ 391 w 1171"/>
              <a:gd name="T5" fmla="*/ 140 h 645"/>
              <a:gd name="T6" fmla="*/ 391 w 1171"/>
              <a:gd name="T7" fmla="*/ 0 h 645"/>
              <a:gd name="T8" fmla="*/ 0 w 1171"/>
              <a:gd name="T9" fmla="*/ 323 h 645"/>
              <a:gd name="T10" fmla="*/ 391 w 1171"/>
              <a:gd name="T11" fmla="*/ 645 h 645"/>
              <a:gd name="T12" fmla="*/ 391 w 1171"/>
              <a:gd name="T13" fmla="*/ 505 h 645"/>
              <a:gd name="T14" fmla="*/ 1171 w 1171"/>
              <a:gd name="T15" fmla="*/ 505 h 6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71" h="645">
                <a:moveTo>
                  <a:pt x="1171" y="505"/>
                </a:moveTo>
                <a:lnTo>
                  <a:pt x="806" y="140"/>
                </a:lnTo>
                <a:lnTo>
                  <a:pt x="391" y="140"/>
                </a:lnTo>
                <a:lnTo>
                  <a:pt x="391" y="0"/>
                </a:lnTo>
                <a:lnTo>
                  <a:pt x="0" y="323"/>
                </a:lnTo>
                <a:lnTo>
                  <a:pt x="391" y="645"/>
                </a:lnTo>
                <a:lnTo>
                  <a:pt x="391" y="505"/>
                </a:lnTo>
                <a:lnTo>
                  <a:pt x="1171" y="505"/>
                </a:lnTo>
                <a:close/>
              </a:path>
            </a:pathLst>
          </a:custGeom>
          <a:solidFill>
            <a:srgbClr val="0099B4"/>
          </a:solidFill>
          <a:ln>
            <a:noFill/>
          </a:ln>
        </p:spPr>
        <p:txBody>
          <a:bodyPr vert="horz" wrap="square" lIns="385679" tIns="48210" rIns="96420" bIns="48210" numCol="1" anchor="ctr" anchorCtr="0" compatLnSpc="1"/>
          <a:lstStyle/>
          <a:p>
            <a:r>
              <a:rPr lang="en-US" sz="3000" dirty="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rPr>
              <a:t>04</a:t>
            </a:r>
            <a:endParaRPr lang="en-US" sz="3000" dirty="0">
              <a:solidFill>
                <a:srgbClr val="FFFFFF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cs typeface="Nexa Rust Slab Black 03" charset="0"/>
              <a:sym typeface="字魂105号-简雅黑" panose="00000500000000000000" pitchFamily="2" charset="-122"/>
            </a:endParaRPr>
          </a:p>
        </p:txBody>
      </p:sp>
      <p:sp>
        <p:nvSpPr>
          <p:cNvPr id="58" name="Freeform 10"/>
          <p:cNvSpPr/>
          <p:nvPr/>
        </p:nvSpPr>
        <p:spPr bwMode="auto">
          <a:xfrm rot="2700000">
            <a:off x="4943350" y="5076367"/>
            <a:ext cx="1923138" cy="722697"/>
          </a:xfrm>
          <a:custGeom>
            <a:avLst/>
            <a:gdLst>
              <a:gd name="T0" fmla="*/ 974 w 974"/>
              <a:gd name="T1" fmla="*/ 0 h 366"/>
              <a:gd name="T2" fmla="*/ 0 w 974"/>
              <a:gd name="T3" fmla="*/ 0 h 366"/>
              <a:gd name="T4" fmla="*/ 0 w 974"/>
              <a:gd name="T5" fmla="*/ 366 h 366"/>
              <a:gd name="T6" fmla="*/ 609 w 974"/>
              <a:gd name="T7" fmla="*/ 366 h 366"/>
              <a:gd name="T8" fmla="*/ 974 w 974"/>
              <a:gd name="T9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74" h="366">
                <a:moveTo>
                  <a:pt x="974" y="0"/>
                </a:moveTo>
                <a:lnTo>
                  <a:pt x="0" y="0"/>
                </a:lnTo>
                <a:lnTo>
                  <a:pt x="0" y="366"/>
                </a:lnTo>
                <a:lnTo>
                  <a:pt x="609" y="366"/>
                </a:lnTo>
                <a:lnTo>
                  <a:pt x="974" y="0"/>
                </a:lnTo>
                <a:close/>
              </a:path>
            </a:pathLst>
          </a:custGeom>
          <a:solidFill>
            <a:srgbClr val="FFA31E"/>
          </a:solidFill>
          <a:ln>
            <a:noFill/>
          </a:ln>
        </p:spPr>
        <p:txBody>
          <a:bodyPr vert="horz" wrap="square" lIns="96420" tIns="48210" rIns="96420" bIns="48210" numCol="1" anchor="t" anchorCtr="0" compatLnSpc="1"/>
          <a:lstStyle/>
          <a:p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9" name="Freeform 11"/>
          <p:cNvSpPr/>
          <p:nvPr/>
        </p:nvSpPr>
        <p:spPr bwMode="auto">
          <a:xfrm rot="2700000">
            <a:off x="6257389" y="4139716"/>
            <a:ext cx="1273536" cy="2318160"/>
          </a:xfrm>
          <a:custGeom>
            <a:avLst/>
            <a:gdLst>
              <a:gd name="T0" fmla="*/ 140 w 645"/>
              <a:gd name="T1" fmla="*/ 1174 h 1174"/>
              <a:gd name="T2" fmla="*/ 505 w 645"/>
              <a:gd name="T3" fmla="*/ 808 h 1174"/>
              <a:gd name="T4" fmla="*/ 505 w 645"/>
              <a:gd name="T5" fmla="*/ 394 h 1174"/>
              <a:gd name="T6" fmla="*/ 645 w 645"/>
              <a:gd name="T7" fmla="*/ 394 h 1174"/>
              <a:gd name="T8" fmla="*/ 323 w 645"/>
              <a:gd name="T9" fmla="*/ 0 h 1174"/>
              <a:gd name="T10" fmla="*/ 0 w 645"/>
              <a:gd name="T11" fmla="*/ 394 h 1174"/>
              <a:gd name="T12" fmla="*/ 140 w 645"/>
              <a:gd name="T13" fmla="*/ 394 h 1174"/>
              <a:gd name="T14" fmla="*/ 140 w 645"/>
              <a:gd name="T15" fmla="*/ 1174 h 1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45" h="1174">
                <a:moveTo>
                  <a:pt x="140" y="1174"/>
                </a:moveTo>
                <a:lnTo>
                  <a:pt x="505" y="808"/>
                </a:lnTo>
                <a:lnTo>
                  <a:pt x="505" y="394"/>
                </a:lnTo>
                <a:lnTo>
                  <a:pt x="645" y="394"/>
                </a:lnTo>
                <a:lnTo>
                  <a:pt x="323" y="0"/>
                </a:lnTo>
                <a:lnTo>
                  <a:pt x="0" y="394"/>
                </a:lnTo>
                <a:lnTo>
                  <a:pt x="140" y="394"/>
                </a:lnTo>
                <a:lnTo>
                  <a:pt x="140" y="1174"/>
                </a:lnTo>
                <a:close/>
              </a:path>
            </a:pathLst>
          </a:custGeom>
          <a:solidFill>
            <a:srgbClr val="F68808"/>
          </a:solidFill>
          <a:ln>
            <a:noFill/>
          </a:ln>
        </p:spPr>
        <p:txBody>
          <a:bodyPr vert="horz" wrap="square" lIns="96420" tIns="289259" rIns="96420" bIns="48210" numCol="1" anchor="t" anchorCtr="0" compatLnSpc="1"/>
          <a:lstStyle/>
          <a:p>
            <a:pPr algn="ctr"/>
            <a:r>
              <a:rPr lang="en-US" sz="3000" dirty="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rPr>
              <a:t>03</a:t>
            </a:r>
            <a:endParaRPr lang="en-US" sz="3000" dirty="0">
              <a:solidFill>
                <a:srgbClr val="FFFFFF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cs typeface="Nexa Rust Slab Black 03" charset="0"/>
              <a:sym typeface="字魂105号-简雅黑" panose="00000500000000000000" pitchFamily="2" charset="-122"/>
            </a:endParaRPr>
          </a:p>
        </p:txBody>
      </p:sp>
      <p:sp>
        <p:nvSpPr>
          <p:cNvPr id="60" name="Freeform 12"/>
          <p:cNvSpPr/>
          <p:nvPr/>
        </p:nvSpPr>
        <p:spPr bwMode="auto">
          <a:xfrm rot="2700000">
            <a:off x="3796748" y="3851812"/>
            <a:ext cx="2316058" cy="1271631"/>
          </a:xfrm>
          <a:custGeom>
            <a:avLst/>
            <a:gdLst>
              <a:gd name="T0" fmla="*/ 0 w 1173"/>
              <a:gd name="T1" fmla="*/ 139 h 644"/>
              <a:gd name="T2" fmla="*/ 367 w 1173"/>
              <a:gd name="T3" fmla="*/ 505 h 644"/>
              <a:gd name="T4" fmla="*/ 780 w 1173"/>
              <a:gd name="T5" fmla="*/ 505 h 644"/>
              <a:gd name="T6" fmla="*/ 780 w 1173"/>
              <a:gd name="T7" fmla="*/ 644 h 644"/>
              <a:gd name="T8" fmla="*/ 1173 w 1173"/>
              <a:gd name="T9" fmla="*/ 322 h 644"/>
              <a:gd name="T10" fmla="*/ 780 w 1173"/>
              <a:gd name="T11" fmla="*/ 0 h 644"/>
              <a:gd name="T12" fmla="*/ 780 w 1173"/>
              <a:gd name="T13" fmla="*/ 139 h 644"/>
              <a:gd name="T14" fmla="*/ 0 w 1173"/>
              <a:gd name="T15" fmla="*/ 139 h 6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73" h="644">
                <a:moveTo>
                  <a:pt x="0" y="139"/>
                </a:moveTo>
                <a:lnTo>
                  <a:pt x="367" y="505"/>
                </a:lnTo>
                <a:lnTo>
                  <a:pt x="780" y="505"/>
                </a:lnTo>
                <a:lnTo>
                  <a:pt x="780" y="644"/>
                </a:lnTo>
                <a:lnTo>
                  <a:pt x="1173" y="322"/>
                </a:lnTo>
                <a:lnTo>
                  <a:pt x="780" y="0"/>
                </a:lnTo>
                <a:lnTo>
                  <a:pt x="780" y="139"/>
                </a:lnTo>
                <a:lnTo>
                  <a:pt x="0" y="139"/>
                </a:lnTo>
                <a:close/>
              </a:path>
            </a:pathLst>
          </a:custGeom>
          <a:solidFill>
            <a:srgbClr val="0099B4"/>
          </a:solidFill>
          <a:ln>
            <a:noFill/>
          </a:ln>
        </p:spPr>
        <p:txBody>
          <a:bodyPr vert="horz" wrap="square" lIns="96420" tIns="48210" rIns="385679" bIns="48210" numCol="1" anchor="ctr" anchorCtr="0" compatLnSpc="1"/>
          <a:lstStyle/>
          <a:p>
            <a:pPr algn="r"/>
            <a:r>
              <a:rPr lang="en-US" sz="3000" dirty="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rPr>
              <a:t>02</a:t>
            </a:r>
            <a:endParaRPr lang="en-US" sz="3000" dirty="0">
              <a:solidFill>
                <a:srgbClr val="FFFFFF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cs typeface="Nexa Rust Slab Black 03" charset="0"/>
              <a:sym typeface="字魂105号-简雅黑" panose="00000500000000000000" pitchFamily="2" charset="-122"/>
            </a:endParaRPr>
          </a:p>
        </p:txBody>
      </p:sp>
      <p:sp>
        <p:nvSpPr>
          <p:cNvPr id="61" name="Rectangle 9"/>
          <p:cNvSpPr/>
          <p:nvPr/>
        </p:nvSpPr>
        <p:spPr>
          <a:xfrm>
            <a:off x="8463009" y="4436664"/>
            <a:ext cx="3222951" cy="897593"/>
          </a:xfrm>
          <a:prstGeom prst="rect">
            <a:avLst/>
          </a:prstGeom>
        </p:spPr>
        <p:txBody>
          <a:bodyPr wrap="square" lIns="96420" tIns="48210" rIns="96420" bIns="482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chemeClr val="accent2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2" name="Rectangle 10"/>
          <p:cNvSpPr/>
          <p:nvPr/>
        </p:nvSpPr>
        <p:spPr>
          <a:xfrm>
            <a:off x="8463009" y="2510917"/>
            <a:ext cx="3222951" cy="897593"/>
          </a:xfrm>
          <a:prstGeom prst="rect">
            <a:avLst/>
          </a:prstGeom>
        </p:spPr>
        <p:txBody>
          <a:bodyPr wrap="square" lIns="96420" tIns="48210" rIns="96420" bIns="482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3" name="Rectangle 11"/>
          <p:cNvSpPr/>
          <p:nvPr/>
        </p:nvSpPr>
        <p:spPr>
          <a:xfrm>
            <a:off x="1093102" y="4436665"/>
            <a:ext cx="3176033" cy="897593"/>
          </a:xfrm>
          <a:prstGeom prst="rect">
            <a:avLst/>
          </a:prstGeom>
        </p:spPr>
        <p:txBody>
          <a:bodyPr wrap="square" lIns="96420" tIns="48210" rIns="96420" bIns="482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4" name="Rectangle 12"/>
          <p:cNvSpPr/>
          <p:nvPr/>
        </p:nvSpPr>
        <p:spPr>
          <a:xfrm>
            <a:off x="1093102" y="2510917"/>
            <a:ext cx="3176033" cy="897593"/>
          </a:xfrm>
          <a:prstGeom prst="rect">
            <a:avLst/>
          </a:prstGeom>
        </p:spPr>
        <p:txBody>
          <a:bodyPr wrap="square" lIns="96420" tIns="48210" rIns="96420" bIns="482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chemeClr val="accent2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1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0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3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1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6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2" presetClass="entr" presetSubtype="1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9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4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2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2" presetClass="entr" presetSubtype="4" fill="hold" grpId="0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5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22" presetClass="entr" presetSubtype="4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8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58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000">
                                          <p:cBhvr additive="base">
                                            <p:cTn id="31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000">
                                          <p:cBhvr additive="base">
                                            <p:cTn id="32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grpId="0" nodeType="withEffect" p14:presetBounceEnd="58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000">
                                          <p:cBhvr additive="base">
                                            <p:cTn id="35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000">
                                          <p:cBhvr additive="base">
                                            <p:cTn id="36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 p14:presetBounceEnd="58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000">
                                          <p:cBhvr additive="base">
                                            <p:cTn id="39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000">
                                          <p:cBhvr additive="base">
                                            <p:cTn id="40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 p14:presetBounceEnd="58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000">
                                          <p:cBhvr additive="base">
                                            <p:cTn id="43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000">
                                          <p:cBhvr additive="base">
                                            <p:cTn id="44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3" grpId="0" animBg="1"/>
          <p:bldP spid="54" grpId="0" animBg="1"/>
          <p:bldP spid="55" grpId="0" animBg="1"/>
          <p:bldP spid="56" grpId="0" animBg="1"/>
          <p:bldP spid="57" grpId="0" animBg="1"/>
          <p:bldP spid="58" grpId="0" animBg="1"/>
          <p:bldP spid="59" grpId="0" animBg="1"/>
          <p:bldP spid="60" grpId="0" animBg="1"/>
          <p:bldP spid="61" grpId="0"/>
          <p:bldP spid="62" grpId="0"/>
          <p:bldP spid="63" grpId="0"/>
          <p:bldP spid="6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1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0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1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3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1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6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2" presetClass="entr" presetSubtype="1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9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4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2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2" presetClass="entr" presetSubtype="4" fill="hold" grpId="0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5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22" presetClass="entr" presetSubtype="4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8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0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1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3" grpId="0" animBg="1"/>
          <p:bldP spid="54" grpId="0" animBg="1"/>
          <p:bldP spid="55" grpId="0" animBg="1"/>
          <p:bldP spid="56" grpId="0" animBg="1"/>
          <p:bldP spid="57" grpId="0" animBg="1"/>
          <p:bldP spid="58" grpId="0" animBg="1"/>
          <p:bldP spid="59" grpId="0" animBg="1"/>
          <p:bldP spid="60" grpId="0" animBg="1"/>
          <p:bldP spid="61" grpId="0"/>
          <p:bldP spid="62" grpId="0"/>
          <p:bldP spid="63" grpId="0"/>
          <p:bldP spid="64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15" name="任意多边形 14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F688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535620" y="333508"/>
            <a:ext cx="2810850" cy="620594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0" y="362842"/>
            <a:ext cx="640269" cy="589581"/>
            <a:chOff x="445380" y="344047"/>
            <a:chExt cx="607069" cy="559040"/>
          </a:xfrm>
          <a:solidFill>
            <a:srgbClr val="0099B4"/>
          </a:solidFill>
        </p:grpSpPr>
        <p:sp>
          <p:nvSpPr>
            <p:cNvPr id="19" name="矩形 18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3311" y="377787"/>
              <a:ext cx="59913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cxnSp>
        <p:nvCxnSpPr>
          <p:cNvPr id="9" name="Straight Connector 7"/>
          <p:cNvCxnSpPr/>
          <p:nvPr/>
        </p:nvCxnSpPr>
        <p:spPr>
          <a:xfrm>
            <a:off x="8967247" y="2826407"/>
            <a:ext cx="416578" cy="0"/>
          </a:xfrm>
          <a:prstGeom prst="line">
            <a:avLst/>
          </a:prstGeom>
          <a:ln>
            <a:solidFill>
              <a:schemeClr val="tx2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09"/>
          <p:cNvSpPr txBox="1"/>
          <p:nvPr/>
        </p:nvSpPr>
        <p:spPr>
          <a:xfrm flipH="1">
            <a:off x="9529896" y="2932605"/>
            <a:ext cx="2376231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1" name="TextBox 110"/>
          <p:cNvSpPr txBox="1"/>
          <p:nvPr/>
        </p:nvSpPr>
        <p:spPr>
          <a:xfrm flipH="1">
            <a:off x="9540023" y="2647883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pPr algn="r"/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2" name="Freeform 75"/>
          <p:cNvSpPr/>
          <p:nvPr/>
        </p:nvSpPr>
        <p:spPr bwMode="auto">
          <a:xfrm rot="12720000">
            <a:off x="6918036" y="2136993"/>
            <a:ext cx="587774" cy="442999"/>
          </a:xfrm>
          <a:custGeom>
            <a:avLst/>
            <a:gdLst>
              <a:gd name="T0" fmla="*/ 164 w 164"/>
              <a:gd name="T1" fmla="*/ 0 h 124"/>
              <a:gd name="T2" fmla="*/ 164 w 164"/>
              <a:gd name="T3" fmla="*/ 95 h 124"/>
              <a:gd name="T4" fmla="*/ 135 w 164"/>
              <a:gd name="T5" fmla="*/ 124 h 124"/>
              <a:gd name="T6" fmla="*/ 28 w 164"/>
              <a:gd name="T7" fmla="*/ 124 h 124"/>
              <a:gd name="T8" fmla="*/ 0 w 164"/>
              <a:gd name="T9" fmla="*/ 95 h 124"/>
              <a:gd name="T10" fmla="*/ 0 w 164"/>
              <a:gd name="T11" fmla="*/ 0 h 124"/>
              <a:gd name="T12" fmla="*/ 164 w 164"/>
              <a:gd name="T13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4" h="124">
                <a:moveTo>
                  <a:pt x="164" y="0"/>
                </a:moveTo>
                <a:cubicBezTo>
                  <a:pt x="164" y="95"/>
                  <a:pt x="164" y="95"/>
                  <a:pt x="164" y="95"/>
                </a:cubicBezTo>
                <a:cubicBezTo>
                  <a:pt x="164" y="111"/>
                  <a:pt x="151" y="124"/>
                  <a:pt x="135" y="124"/>
                </a:cubicBezTo>
                <a:cubicBezTo>
                  <a:pt x="28" y="124"/>
                  <a:pt x="28" y="124"/>
                  <a:pt x="28" y="124"/>
                </a:cubicBezTo>
                <a:cubicBezTo>
                  <a:pt x="12" y="124"/>
                  <a:pt x="0" y="111"/>
                  <a:pt x="0" y="95"/>
                </a:cubicBezTo>
                <a:cubicBezTo>
                  <a:pt x="0" y="0"/>
                  <a:pt x="0" y="0"/>
                  <a:pt x="0" y="0"/>
                </a:cubicBezTo>
                <a:lnTo>
                  <a:pt x="164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3" name="Group 4"/>
          <p:cNvGrpSpPr/>
          <p:nvPr/>
        </p:nvGrpSpPr>
        <p:grpSpPr>
          <a:xfrm>
            <a:off x="6739429" y="2457109"/>
            <a:ext cx="2081747" cy="750401"/>
            <a:chOff x="6389976" y="2329831"/>
            <a:chExt cx="1973805" cy="711530"/>
          </a:xfrm>
        </p:grpSpPr>
        <p:sp>
          <p:nvSpPr>
            <p:cNvPr id="21" name="Oval 75"/>
            <p:cNvSpPr/>
            <p:nvPr/>
          </p:nvSpPr>
          <p:spPr>
            <a:xfrm flipV="1">
              <a:off x="7652251" y="2329831"/>
              <a:ext cx="711530" cy="711530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2" name="Rectangle 74"/>
            <p:cNvSpPr/>
            <p:nvPr/>
          </p:nvSpPr>
          <p:spPr>
            <a:xfrm flipV="1">
              <a:off x="6389976" y="2393046"/>
              <a:ext cx="1429028" cy="573908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3" name="Oval 76"/>
            <p:cNvSpPr/>
            <p:nvPr/>
          </p:nvSpPr>
          <p:spPr>
            <a:xfrm flipV="1">
              <a:off x="7721062" y="2398642"/>
              <a:ext cx="573908" cy="5739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4" name="Group 8"/>
          <p:cNvGrpSpPr/>
          <p:nvPr/>
        </p:nvGrpSpPr>
        <p:grpSpPr>
          <a:xfrm>
            <a:off x="5196615" y="4877171"/>
            <a:ext cx="2081747" cy="750401"/>
            <a:chOff x="4927160" y="4624535"/>
            <a:chExt cx="1973805" cy="711530"/>
          </a:xfrm>
        </p:grpSpPr>
        <p:sp>
          <p:nvSpPr>
            <p:cNvPr id="25" name="Rectangle 62"/>
            <p:cNvSpPr/>
            <p:nvPr/>
          </p:nvSpPr>
          <p:spPr>
            <a:xfrm flipV="1">
              <a:off x="4927160" y="4687750"/>
              <a:ext cx="1429028" cy="573908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6" name="Oval 63"/>
            <p:cNvSpPr/>
            <p:nvPr/>
          </p:nvSpPr>
          <p:spPr>
            <a:xfrm flipV="1">
              <a:off x="6189435" y="4624535"/>
              <a:ext cx="711530" cy="711530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7" name="Oval 64"/>
            <p:cNvSpPr/>
            <p:nvPr/>
          </p:nvSpPr>
          <p:spPr>
            <a:xfrm flipV="1">
              <a:off x="6258246" y="4693346"/>
              <a:ext cx="573908" cy="5739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8" name="Group 65"/>
          <p:cNvGrpSpPr/>
          <p:nvPr/>
        </p:nvGrpSpPr>
        <p:grpSpPr>
          <a:xfrm>
            <a:off x="5965827" y="3666615"/>
            <a:ext cx="2081747" cy="750401"/>
            <a:chOff x="5656487" y="3476685"/>
            <a:chExt cx="1973805" cy="711530"/>
          </a:xfrm>
        </p:grpSpPr>
        <p:sp>
          <p:nvSpPr>
            <p:cNvPr id="29" name="Rectangle 70"/>
            <p:cNvSpPr/>
            <p:nvPr/>
          </p:nvSpPr>
          <p:spPr>
            <a:xfrm flipV="1">
              <a:off x="5656487" y="3539900"/>
              <a:ext cx="1429028" cy="573908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0" name="Oval 71"/>
            <p:cNvSpPr/>
            <p:nvPr/>
          </p:nvSpPr>
          <p:spPr>
            <a:xfrm flipV="1">
              <a:off x="6918762" y="3476685"/>
              <a:ext cx="711530" cy="711530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1" name="Oval 72"/>
            <p:cNvSpPr/>
            <p:nvPr/>
          </p:nvSpPr>
          <p:spPr>
            <a:xfrm flipV="1">
              <a:off x="6987573" y="3545496"/>
              <a:ext cx="573908" cy="5739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2" name="Group 5"/>
          <p:cNvGrpSpPr/>
          <p:nvPr/>
        </p:nvGrpSpPr>
        <p:grpSpPr>
          <a:xfrm>
            <a:off x="4813974" y="2709483"/>
            <a:ext cx="2081747" cy="750401"/>
            <a:chOff x="4564360" y="2569132"/>
            <a:chExt cx="1973805" cy="711530"/>
          </a:xfrm>
        </p:grpSpPr>
        <p:sp>
          <p:nvSpPr>
            <p:cNvPr id="33" name="Rectangle 66"/>
            <p:cNvSpPr/>
            <p:nvPr/>
          </p:nvSpPr>
          <p:spPr>
            <a:xfrm flipH="1" flipV="1">
              <a:off x="5109137" y="2632347"/>
              <a:ext cx="1429028" cy="573908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4" name="Oval 67"/>
            <p:cNvSpPr/>
            <p:nvPr/>
          </p:nvSpPr>
          <p:spPr>
            <a:xfrm flipH="1" flipV="1">
              <a:off x="4564360" y="2569132"/>
              <a:ext cx="711530" cy="711530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5" name="Oval 68"/>
            <p:cNvSpPr/>
            <p:nvPr/>
          </p:nvSpPr>
          <p:spPr>
            <a:xfrm flipH="1" flipV="1">
              <a:off x="4633171" y="2637943"/>
              <a:ext cx="573908" cy="5739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6" name="Group 6"/>
          <p:cNvGrpSpPr/>
          <p:nvPr/>
        </p:nvGrpSpPr>
        <p:grpSpPr>
          <a:xfrm>
            <a:off x="4037574" y="3922494"/>
            <a:ext cx="2081747" cy="750401"/>
            <a:chOff x="3828218" y="3719310"/>
            <a:chExt cx="1973805" cy="711530"/>
          </a:xfrm>
        </p:grpSpPr>
        <p:sp>
          <p:nvSpPr>
            <p:cNvPr id="37" name="Rectangle 142"/>
            <p:cNvSpPr/>
            <p:nvPr/>
          </p:nvSpPr>
          <p:spPr>
            <a:xfrm flipH="1" flipV="1">
              <a:off x="4372995" y="3782525"/>
              <a:ext cx="1429028" cy="573908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8" name="Oval 143"/>
            <p:cNvSpPr/>
            <p:nvPr/>
          </p:nvSpPr>
          <p:spPr>
            <a:xfrm flipH="1" flipV="1">
              <a:off x="3828218" y="3719310"/>
              <a:ext cx="711530" cy="711530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9" name="Oval 144"/>
            <p:cNvSpPr/>
            <p:nvPr/>
          </p:nvSpPr>
          <p:spPr>
            <a:xfrm flipH="1" flipV="1">
              <a:off x="3897029" y="3788121"/>
              <a:ext cx="573908" cy="5739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40" name="Group 10"/>
          <p:cNvGrpSpPr/>
          <p:nvPr/>
        </p:nvGrpSpPr>
        <p:grpSpPr>
          <a:xfrm>
            <a:off x="4770708" y="5320586"/>
            <a:ext cx="668342" cy="680868"/>
            <a:chOff x="4523338" y="5044980"/>
            <a:chExt cx="633687" cy="645599"/>
          </a:xfrm>
        </p:grpSpPr>
        <p:sp>
          <p:nvSpPr>
            <p:cNvPr id="41" name="Freeform 944"/>
            <p:cNvSpPr/>
            <p:nvPr/>
          </p:nvSpPr>
          <p:spPr bwMode="auto">
            <a:xfrm rot="1949953">
              <a:off x="4523338" y="5044980"/>
              <a:ext cx="633687" cy="645599"/>
            </a:xfrm>
            <a:custGeom>
              <a:avLst/>
              <a:gdLst>
                <a:gd name="T0" fmla="*/ 4 w 325"/>
                <a:gd name="T1" fmla="*/ 45 h 332"/>
                <a:gd name="T2" fmla="*/ 162 w 325"/>
                <a:gd name="T3" fmla="*/ 332 h 332"/>
                <a:gd name="T4" fmla="*/ 317 w 325"/>
                <a:gd name="T5" fmla="*/ 50 h 332"/>
                <a:gd name="T6" fmla="*/ 321 w 325"/>
                <a:gd name="T7" fmla="*/ 2 h 332"/>
                <a:gd name="T8" fmla="*/ 320 w 325"/>
                <a:gd name="T9" fmla="*/ 0 h 332"/>
                <a:gd name="T10" fmla="*/ 1 w 325"/>
                <a:gd name="T11" fmla="*/ 0 h 332"/>
                <a:gd name="T12" fmla="*/ 4 w 325"/>
                <a:gd name="T13" fmla="*/ 45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332">
                  <a:moveTo>
                    <a:pt x="4" y="45"/>
                  </a:moveTo>
                  <a:cubicBezTo>
                    <a:pt x="9" y="54"/>
                    <a:pt x="162" y="332"/>
                    <a:pt x="162" y="332"/>
                  </a:cubicBezTo>
                  <a:cubicBezTo>
                    <a:pt x="317" y="50"/>
                    <a:pt x="317" y="50"/>
                    <a:pt x="317" y="50"/>
                  </a:cubicBezTo>
                  <a:cubicBezTo>
                    <a:pt x="317" y="50"/>
                    <a:pt x="325" y="37"/>
                    <a:pt x="321" y="2"/>
                  </a:cubicBezTo>
                  <a:cubicBezTo>
                    <a:pt x="321" y="2"/>
                    <a:pt x="321" y="1"/>
                    <a:pt x="32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37"/>
                    <a:pt x="4" y="45"/>
                  </a:cubicBezTo>
                  <a:close/>
                </a:path>
              </a:pathLst>
            </a:custGeom>
            <a:solidFill>
              <a:srgbClr val="FDE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2" name="Freeform 945"/>
            <p:cNvSpPr/>
            <p:nvPr/>
          </p:nvSpPr>
          <p:spPr bwMode="auto">
            <a:xfrm rot="1949953">
              <a:off x="4613367" y="5406318"/>
              <a:ext cx="239419" cy="252522"/>
            </a:xfrm>
            <a:custGeom>
              <a:avLst/>
              <a:gdLst>
                <a:gd name="T0" fmla="*/ 123 w 123"/>
                <a:gd name="T1" fmla="*/ 18 h 130"/>
                <a:gd name="T2" fmla="*/ 62 w 123"/>
                <a:gd name="T3" fmla="*/ 0 h 130"/>
                <a:gd name="T4" fmla="*/ 0 w 123"/>
                <a:gd name="T5" fmla="*/ 18 h 130"/>
                <a:gd name="T6" fmla="*/ 62 w 123"/>
                <a:gd name="T7" fmla="*/ 130 h 130"/>
                <a:gd name="T8" fmla="*/ 123 w 123"/>
                <a:gd name="T9" fmla="*/ 18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30">
                  <a:moveTo>
                    <a:pt x="123" y="18"/>
                  </a:moveTo>
                  <a:cubicBezTo>
                    <a:pt x="105" y="6"/>
                    <a:pt x="84" y="0"/>
                    <a:pt x="62" y="0"/>
                  </a:cubicBezTo>
                  <a:cubicBezTo>
                    <a:pt x="39" y="0"/>
                    <a:pt x="18" y="6"/>
                    <a:pt x="0" y="18"/>
                  </a:cubicBezTo>
                  <a:cubicBezTo>
                    <a:pt x="33" y="78"/>
                    <a:pt x="62" y="130"/>
                    <a:pt x="62" y="130"/>
                  </a:cubicBezTo>
                  <a:lnTo>
                    <a:pt x="123" y="18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3" name="AutoShape 82"/>
          <p:cNvSpPr>
            <a:spLocks noChangeAspect="1"/>
          </p:cNvSpPr>
          <p:nvPr/>
        </p:nvSpPr>
        <p:spPr bwMode="auto">
          <a:xfrm>
            <a:off x="5029422" y="2924877"/>
            <a:ext cx="319546" cy="319612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767" y="5419"/>
                </a:moveTo>
                <a:cubicBezTo>
                  <a:pt x="4051" y="5419"/>
                  <a:pt x="4271" y="5505"/>
                  <a:pt x="4428" y="5687"/>
                </a:cubicBezTo>
                <a:cubicBezTo>
                  <a:pt x="4586" y="5865"/>
                  <a:pt x="4701" y="6078"/>
                  <a:pt x="4766" y="6326"/>
                </a:cubicBezTo>
                <a:cubicBezTo>
                  <a:pt x="4835" y="6574"/>
                  <a:pt x="4879" y="6836"/>
                  <a:pt x="4893" y="7106"/>
                </a:cubicBezTo>
                <a:cubicBezTo>
                  <a:pt x="4910" y="7377"/>
                  <a:pt x="4917" y="7596"/>
                  <a:pt x="4917" y="7760"/>
                </a:cubicBezTo>
                <a:lnTo>
                  <a:pt x="4917" y="9856"/>
                </a:lnTo>
                <a:cubicBezTo>
                  <a:pt x="4809" y="9928"/>
                  <a:pt x="4720" y="10015"/>
                  <a:pt x="4646" y="10110"/>
                </a:cubicBezTo>
                <a:cubicBezTo>
                  <a:pt x="4574" y="10208"/>
                  <a:pt x="4468" y="10257"/>
                  <a:pt x="4329" y="10257"/>
                </a:cubicBezTo>
                <a:lnTo>
                  <a:pt x="561" y="10257"/>
                </a:lnTo>
                <a:cubicBezTo>
                  <a:pt x="439" y="10257"/>
                  <a:pt x="338" y="10208"/>
                  <a:pt x="256" y="10110"/>
                </a:cubicBezTo>
                <a:cubicBezTo>
                  <a:pt x="177" y="10015"/>
                  <a:pt x="93" y="9928"/>
                  <a:pt x="0" y="9856"/>
                </a:cubicBezTo>
                <a:lnTo>
                  <a:pt x="0" y="7760"/>
                </a:lnTo>
                <a:cubicBezTo>
                  <a:pt x="0" y="7596"/>
                  <a:pt x="4" y="7377"/>
                  <a:pt x="12" y="7106"/>
                </a:cubicBezTo>
                <a:cubicBezTo>
                  <a:pt x="19" y="6836"/>
                  <a:pt x="57" y="6574"/>
                  <a:pt x="124" y="6326"/>
                </a:cubicBezTo>
                <a:cubicBezTo>
                  <a:pt x="196" y="6078"/>
                  <a:pt x="309" y="5865"/>
                  <a:pt x="465" y="5687"/>
                </a:cubicBezTo>
                <a:cubicBezTo>
                  <a:pt x="624" y="5508"/>
                  <a:pt x="842" y="5419"/>
                  <a:pt x="1123" y="5419"/>
                </a:cubicBezTo>
                <a:cubicBezTo>
                  <a:pt x="782" y="5151"/>
                  <a:pt x="508" y="4803"/>
                  <a:pt x="304" y="4377"/>
                </a:cubicBezTo>
                <a:cubicBezTo>
                  <a:pt x="103" y="3950"/>
                  <a:pt x="0" y="3469"/>
                  <a:pt x="0" y="2937"/>
                </a:cubicBezTo>
                <a:cubicBezTo>
                  <a:pt x="0" y="2539"/>
                  <a:pt x="64" y="2162"/>
                  <a:pt x="189" y="1805"/>
                </a:cubicBezTo>
                <a:cubicBezTo>
                  <a:pt x="316" y="1448"/>
                  <a:pt x="491" y="1134"/>
                  <a:pt x="717" y="861"/>
                </a:cubicBezTo>
                <a:cubicBezTo>
                  <a:pt x="943" y="590"/>
                  <a:pt x="1207" y="380"/>
                  <a:pt x="1504" y="227"/>
                </a:cubicBezTo>
                <a:cubicBezTo>
                  <a:pt x="1804" y="77"/>
                  <a:pt x="2119" y="0"/>
                  <a:pt x="2445" y="0"/>
                </a:cubicBezTo>
                <a:cubicBezTo>
                  <a:pt x="2793" y="0"/>
                  <a:pt x="3115" y="77"/>
                  <a:pt x="3412" y="227"/>
                </a:cubicBezTo>
                <a:cubicBezTo>
                  <a:pt x="3712" y="380"/>
                  <a:pt x="3969" y="590"/>
                  <a:pt x="4188" y="861"/>
                </a:cubicBezTo>
                <a:cubicBezTo>
                  <a:pt x="4406" y="1134"/>
                  <a:pt x="4584" y="1448"/>
                  <a:pt x="4716" y="1805"/>
                </a:cubicBezTo>
                <a:cubicBezTo>
                  <a:pt x="4850" y="2162"/>
                  <a:pt x="4917" y="2539"/>
                  <a:pt x="4917" y="2937"/>
                </a:cubicBezTo>
                <a:cubicBezTo>
                  <a:pt x="4917" y="3458"/>
                  <a:pt x="4814" y="3939"/>
                  <a:pt x="4603" y="4371"/>
                </a:cubicBezTo>
                <a:cubicBezTo>
                  <a:pt x="4392" y="4800"/>
                  <a:pt x="4115" y="5151"/>
                  <a:pt x="3767" y="5419"/>
                </a:cubicBezTo>
                <a:moveTo>
                  <a:pt x="18165" y="12062"/>
                </a:moveTo>
                <a:cubicBezTo>
                  <a:pt x="18672" y="12604"/>
                  <a:pt x="19070" y="13142"/>
                  <a:pt x="19356" y="13669"/>
                </a:cubicBezTo>
                <a:cubicBezTo>
                  <a:pt x="19641" y="14196"/>
                  <a:pt x="19788" y="14801"/>
                  <a:pt x="19788" y="15480"/>
                </a:cubicBezTo>
                <a:lnTo>
                  <a:pt x="19788" y="20816"/>
                </a:lnTo>
                <a:cubicBezTo>
                  <a:pt x="19694" y="20868"/>
                  <a:pt x="19620" y="20931"/>
                  <a:pt x="19557" y="20995"/>
                </a:cubicBezTo>
                <a:cubicBezTo>
                  <a:pt x="19497" y="21061"/>
                  <a:pt x="19425" y="21122"/>
                  <a:pt x="19344" y="21191"/>
                </a:cubicBezTo>
                <a:cubicBezTo>
                  <a:pt x="19262" y="21251"/>
                  <a:pt x="19173" y="21317"/>
                  <a:pt x="19075" y="21386"/>
                </a:cubicBezTo>
                <a:cubicBezTo>
                  <a:pt x="18976" y="21455"/>
                  <a:pt x="18835" y="21528"/>
                  <a:pt x="18662" y="21599"/>
                </a:cubicBezTo>
                <a:lnTo>
                  <a:pt x="2942" y="21599"/>
                </a:lnTo>
                <a:cubicBezTo>
                  <a:pt x="2675" y="21599"/>
                  <a:pt x="2467" y="21499"/>
                  <a:pt x="2318" y="21291"/>
                </a:cubicBezTo>
                <a:cubicBezTo>
                  <a:pt x="2167" y="21081"/>
                  <a:pt x="2003" y="20926"/>
                  <a:pt x="1819" y="20816"/>
                </a:cubicBezTo>
                <a:lnTo>
                  <a:pt x="1819" y="15480"/>
                </a:lnTo>
                <a:cubicBezTo>
                  <a:pt x="1819" y="14763"/>
                  <a:pt x="1989" y="14127"/>
                  <a:pt x="2335" y="13571"/>
                </a:cubicBezTo>
                <a:cubicBezTo>
                  <a:pt x="2678" y="13018"/>
                  <a:pt x="3052" y="12511"/>
                  <a:pt x="3460" y="12062"/>
                </a:cubicBezTo>
                <a:cubicBezTo>
                  <a:pt x="3535" y="11970"/>
                  <a:pt x="3633" y="11869"/>
                  <a:pt x="3753" y="11766"/>
                </a:cubicBezTo>
                <a:cubicBezTo>
                  <a:pt x="3873" y="11659"/>
                  <a:pt x="4000" y="11590"/>
                  <a:pt x="4137" y="11553"/>
                </a:cubicBezTo>
                <a:cubicBezTo>
                  <a:pt x="4276" y="11495"/>
                  <a:pt x="4432" y="11466"/>
                  <a:pt x="4610" y="11455"/>
                </a:cubicBezTo>
                <a:cubicBezTo>
                  <a:pt x="4785" y="11446"/>
                  <a:pt x="4956" y="11423"/>
                  <a:pt x="5126" y="11388"/>
                </a:cubicBezTo>
                <a:cubicBezTo>
                  <a:pt x="5594" y="11299"/>
                  <a:pt x="6091" y="11210"/>
                  <a:pt x="6621" y="11121"/>
                </a:cubicBezTo>
                <a:cubicBezTo>
                  <a:pt x="7149" y="11034"/>
                  <a:pt x="7665" y="10945"/>
                  <a:pt x="8172" y="10853"/>
                </a:cubicBezTo>
                <a:cubicBezTo>
                  <a:pt x="7483" y="10326"/>
                  <a:pt x="6928" y="9632"/>
                  <a:pt x="6513" y="8762"/>
                </a:cubicBezTo>
                <a:cubicBezTo>
                  <a:pt x="6093" y="7896"/>
                  <a:pt x="5884" y="6940"/>
                  <a:pt x="5884" y="5903"/>
                </a:cubicBezTo>
                <a:cubicBezTo>
                  <a:pt x="5884" y="5097"/>
                  <a:pt x="6016" y="4331"/>
                  <a:pt x="6275" y="3608"/>
                </a:cubicBezTo>
                <a:cubicBezTo>
                  <a:pt x="6535" y="2885"/>
                  <a:pt x="6887" y="2260"/>
                  <a:pt x="7331" y="1733"/>
                </a:cubicBezTo>
                <a:cubicBezTo>
                  <a:pt x="7778" y="1203"/>
                  <a:pt x="8299" y="786"/>
                  <a:pt x="8894" y="472"/>
                </a:cubicBezTo>
                <a:cubicBezTo>
                  <a:pt x="9494" y="158"/>
                  <a:pt x="10125" y="3"/>
                  <a:pt x="10802" y="3"/>
                </a:cubicBezTo>
                <a:cubicBezTo>
                  <a:pt x="11476" y="3"/>
                  <a:pt x="12112" y="158"/>
                  <a:pt x="12710" y="472"/>
                </a:cubicBezTo>
                <a:cubicBezTo>
                  <a:pt x="13307" y="786"/>
                  <a:pt x="13826" y="1203"/>
                  <a:pt x="14272" y="1733"/>
                </a:cubicBezTo>
                <a:cubicBezTo>
                  <a:pt x="14716" y="2260"/>
                  <a:pt x="15067" y="2885"/>
                  <a:pt x="15328" y="3608"/>
                </a:cubicBezTo>
                <a:cubicBezTo>
                  <a:pt x="15590" y="4331"/>
                  <a:pt x="15719" y="5097"/>
                  <a:pt x="15719" y="5903"/>
                </a:cubicBezTo>
                <a:cubicBezTo>
                  <a:pt x="15719" y="6939"/>
                  <a:pt x="15513" y="7890"/>
                  <a:pt x="15100" y="8757"/>
                </a:cubicBezTo>
                <a:cubicBezTo>
                  <a:pt x="14685" y="9620"/>
                  <a:pt x="14128" y="10320"/>
                  <a:pt x="13432" y="10853"/>
                </a:cubicBezTo>
                <a:cubicBezTo>
                  <a:pt x="13936" y="10945"/>
                  <a:pt x="14452" y="11031"/>
                  <a:pt x="14978" y="11115"/>
                </a:cubicBezTo>
                <a:cubicBezTo>
                  <a:pt x="15504" y="11198"/>
                  <a:pt x="16005" y="11288"/>
                  <a:pt x="16478" y="11388"/>
                </a:cubicBezTo>
                <a:cubicBezTo>
                  <a:pt x="16653" y="11426"/>
                  <a:pt x="16826" y="11449"/>
                  <a:pt x="16994" y="11455"/>
                </a:cubicBezTo>
                <a:cubicBezTo>
                  <a:pt x="17162" y="11466"/>
                  <a:pt x="17323" y="11495"/>
                  <a:pt x="17467" y="11553"/>
                </a:cubicBezTo>
                <a:cubicBezTo>
                  <a:pt x="17603" y="11590"/>
                  <a:pt x="17731" y="11659"/>
                  <a:pt x="17851" y="11766"/>
                </a:cubicBezTo>
                <a:cubicBezTo>
                  <a:pt x="17966" y="11869"/>
                  <a:pt x="18074" y="11970"/>
                  <a:pt x="18165" y="12062"/>
                </a:cubicBezTo>
                <a:moveTo>
                  <a:pt x="20474" y="5419"/>
                </a:moveTo>
                <a:cubicBezTo>
                  <a:pt x="20757" y="5419"/>
                  <a:pt x="20973" y="5505"/>
                  <a:pt x="21124" y="5687"/>
                </a:cubicBezTo>
                <a:cubicBezTo>
                  <a:pt x="21271" y="5865"/>
                  <a:pt x="21381" y="6078"/>
                  <a:pt x="21448" y="6326"/>
                </a:cubicBezTo>
                <a:cubicBezTo>
                  <a:pt x="21520" y="6574"/>
                  <a:pt x="21561" y="6836"/>
                  <a:pt x="21576" y="7106"/>
                </a:cubicBezTo>
                <a:cubicBezTo>
                  <a:pt x="21592" y="7377"/>
                  <a:pt x="21599" y="7596"/>
                  <a:pt x="21599" y="7760"/>
                </a:cubicBezTo>
                <a:lnTo>
                  <a:pt x="21599" y="9856"/>
                </a:lnTo>
                <a:cubicBezTo>
                  <a:pt x="21508" y="9928"/>
                  <a:pt x="21422" y="10015"/>
                  <a:pt x="21340" y="10110"/>
                </a:cubicBezTo>
                <a:cubicBezTo>
                  <a:pt x="21261" y="10208"/>
                  <a:pt x="21158" y="10257"/>
                  <a:pt x="21036" y="10257"/>
                </a:cubicBezTo>
                <a:lnTo>
                  <a:pt x="17268" y="10257"/>
                </a:lnTo>
                <a:cubicBezTo>
                  <a:pt x="17131" y="10257"/>
                  <a:pt x="17023" y="10208"/>
                  <a:pt x="16953" y="10110"/>
                </a:cubicBezTo>
                <a:cubicBezTo>
                  <a:pt x="16879" y="10015"/>
                  <a:pt x="16790" y="9928"/>
                  <a:pt x="16682" y="9856"/>
                </a:cubicBezTo>
                <a:lnTo>
                  <a:pt x="16682" y="7760"/>
                </a:lnTo>
                <a:cubicBezTo>
                  <a:pt x="16682" y="7596"/>
                  <a:pt x="16692" y="7377"/>
                  <a:pt x="16706" y="7106"/>
                </a:cubicBezTo>
                <a:cubicBezTo>
                  <a:pt x="16720" y="6836"/>
                  <a:pt x="16766" y="6574"/>
                  <a:pt x="16836" y="6326"/>
                </a:cubicBezTo>
                <a:cubicBezTo>
                  <a:pt x="16912" y="6078"/>
                  <a:pt x="17023" y="5865"/>
                  <a:pt x="17183" y="5687"/>
                </a:cubicBezTo>
                <a:cubicBezTo>
                  <a:pt x="17337" y="5508"/>
                  <a:pt x="17556" y="5419"/>
                  <a:pt x="17829" y="5419"/>
                </a:cubicBezTo>
                <a:cubicBezTo>
                  <a:pt x="17488" y="5151"/>
                  <a:pt x="17210" y="4803"/>
                  <a:pt x="16999" y="4377"/>
                </a:cubicBezTo>
                <a:cubicBezTo>
                  <a:pt x="16788" y="3950"/>
                  <a:pt x="16682" y="3469"/>
                  <a:pt x="16682" y="2937"/>
                </a:cubicBezTo>
                <a:cubicBezTo>
                  <a:pt x="16682" y="2539"/>
                  <a:pt x="16744" y="2162"/>
                  <a:pt x="16872" y="1805"/>
                </a:cubicBezTo>
                <a:cubicBezTo>
                  <a:pt x="16999" y="1448"/>
                  <a:pt x="17174" y="1134"/>
                  <a:pt x="17400" y="861"/>
                </a:cubicBezTo>
                <a:cubicBezTo>
                  <a:pt x="17625" y="590"/>
                  <a:pt x="17889" y="380"/>
                  <a:pt x="18187" y="227"/>
                </a:cubicBezTo>
                <a:cubicBezTo>
                  <a:pt x="18487" y="77"/>
                  <a:pt x="18808" y="0"/>
                  <a:pt x="19152" y="0"/>
                </a:cubicBezTo>
                <a:cubicBezTo>
                  <a:pt x="19480" y="0"/>
                  <a:pt x="19795" y="77"/>
                  <a:pt x="20095" y="227"/>
                </a:cubicBezTo>
                <a:cubicBezTo>
                  <a:pt x="20395" y="380"/>
                  <a:pt x="20656" y="590"/>
                  <a:pt x="20882" y="861"/>
                </a:cubicBezTo>
                <a:cubicBezTo>
                  <a:pt x="21108" y="1134"/>
                  <a:pt x="21285" y="1448"/>
                  <a:pt x="21412" y="1805"/>
                </a:cubicBezTo>
                <a:cubicBezTo>
                  <a:pt x="21537" y="2162"/>
                  <a:pt x="21599" y="2539"/>
                  <a:pt x="21599" y="2937"/>
                </a:cubicBezTo>
                <a:cubicBezTo>
                  <a:pt x="21599" y="3458"/>
                  <a:pt x="21499" y="3939"/>
                  <a:pt x="21295" y="4371"/>
                </a:cubicBezTo>
                <a:cubicBezTo>
                  <a:pt x="21093" y="4800"/>
                  <a:pt x="20820" y="5151"/>
                  <a:pt x="20474" y="5419"/>
                </a:cubicBezTo>
              </a:path>
            </a:pathLst>
          </a:custGeom>
          <a:solidFill>
            <a:srgbClr val="0099B4"/>
          </a:solidFill>
          <a:ln>
            <a:noFill/>
          </a:ln>
          <a:effectLst/>
        </p:spPr>
        <p:txBody>
          <a:bodyPr lIns="53562" tIns="53562" rIns="53562" bIns="53562" anchor="ctr"/>
          <a:lstStyle/>
          <a:p>
            <a:pPr defTabSz="481965">
              <a:defRPr/>
            </a:pPr>
            <a:endParaRPr lang="es-ES" sz="3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字魂105号-简雅黑" panose="00000500000000000000" pitchFamily="2" charset="-122"/>
              <a:ea typeface="字魂105号-简雅黑" panose="00000500000000000000" pitchFamily="2" charset="-122"/>
              <a:cs typeface="Gill Sans" charset="0"/>
              <a:sym typeface="字魂105号-简雅黑" panose="00000500000000000000" pitchFamily="2" charset="-122"/>
            </a:endParaRPr>
          </a:p>
        </p:txBody>
      </p:sp>
      <p:sp>
        <p:nvSpPr>
          <p:cNvPr id="44" name="Freeform 237"/>
          <p:cNvSpPr>
            <a:spLocks noChangeAspect="1" noChangeArrowheads="1"/>
          </p:cNvSpPr>
          <p:nvPr/>
        </p:nvSpPr>
        <p:spPr bwMode="auto">
          <a:xfrm>
            <a:off x="7512502" y="3921730"/>
            <a:ext cx="326953" cy="240172"/>
          </a:xfrm>
          <a:custGeom>
            <a:avLst/>
            <a:gdLst>
              <a:gd name="T0" fmla="*/ 586 w 1347"/>
              <a:gd name="T1" fmla="*/ 602 h 987"/>
              <a:gd name="T2" fmla="*/ 502 w 1347"/>
              <a:gd name="T3" fmla="*/ 535 h 987"/>
              <a:gd name="T4" fmla="*/ 42 w 1347"/>
              <a:gd name="T5" fmla="*/ 117 h 987"/>
              <a:gd name="T6" fmla="*/ 17 w 1347"/>
              <a:gd name="T7" fmla="*/ 33 h 987"/>
              <a:gd name="T8" fmla="*/ 92 w 1347"/>
              <a:gd name="T9" fmla="*/ 0 h 987"/>
              <a:gd name="T10" fmla="*/ 1255 w 1347"/>
              <a:gd name="T11" fmla="*/ 0 h 987"/>
              <a:gd name="T12" fmla="*/ 1330 w 1347"/>
              <a:gd name="T13" fmla="*/ 41 h 987"/>
              <a:gd name="T14" fmla="*/ 1305 w 1347"/>
              <a:gd name="T15" fmla="*/ 125 h 987"/>
              <a:gd name="T16" fmla="*/ 803 w 1347"/>
              <a:gd name="T17" fmla="*/ 576 h 987"/>
              <a:gd name="T18" fmla="*/ 586 w 1347"/>
              <a:gd name="T19" fmla="*/ 602 h 987"/>
              <a:gd name="T20" fmla="*/ 92 w 1347"/>
              <a:gd name="T21" fmla="*/ 986 h 987"/>
              <a:gd name="T22" fmla="*/ 0 w 1347"/>
              <a:gd name="T23" fmla="*/ 894 h 987"/>
              <a:gd name="T24" fmla="*/ 0 w 1347"/>
              <a:gd name="T25" fmla="*/ 225 h 987"/>
              <a:gd name="T26" fmla="*/ 42 w 1347"/>
              <a:gd name="T27" fmla="*/ 217 h 987"/>
              <a:gd name="T28" fmla="*/ 234 w 1347"/>
              <a:gd name="T29" fmla="*/ 409 h 987"/>
              <a:gd name="T30" fmla="*/ 251 w 1347"/>
              <a:gd name="T31" fmla="*/ 493 h 987"/>
              <a:gd name="T32" fmla="*/ 109 w 1347"/>
              <a:gd name="T33" fmla="*/ 827 h 987"/>
              <a:gd name="T34" fmla="*/ 126 w 1347"/>
              <a:gd name="T35" fmla="*/ 827 h 987"/>
              <a:gd name="T36" fmla="*/ 318 w 1347"/>
              <a:gd name="T37" fmla="*/ 576 h 987"/>
              <a:gd name="T38" fmla="*/ 393 w 1347"/>
              <a:gd name="T39" fmla="*/ 568 h 987"/>
              <a:gd name="T40" fmla="*/ 477 w 1347"/>
              <a:gd name="T41" fmla="*/ 643 h 987"/>
              <a:gd name="T42" fmla="*/ 569 w 1347"/>
              <a:gd name="T43" fmla="*/ 694 h 987"/>
              <a:gd name="T44" fmla="*/ 820 w 1347"/>
              <a:gd name="T45" fmla="*/ 677 h 987"/>
              <a:gd name="T46" fmla="*/ 945 w 1347"/>
              <a:gd name="T47" fmla="*/ 568 h 987"/>
              <a:gd name="T48" fmla="*/ 1020 w 1347"/>
              <a:gd name="T49" fmla="*/ 576 h 987"/>
              <a:gd name="T50" fmla="*/ 1229 w 1347"/>
              <a:gd name="T51" fmla="*/ 853 h 987"/>
              <a:gd name="T52" fmla="*/ 1238 w 1347"/>
              <a:gd name="T53" fmla="*/ 844 h 987"/>
              <a:gd name="T54" fmla="*/ 1096 w 1347"/>
              <a:gd name="T55" fmla="*/ 493 h 987"/>
              <a:gd name="T56" fmla="*/ 1112 w 1347"/>
              <a:gd name="T57" fmla="*/ 409 h 987"/>
              <a:gd name="T58" fmla="*/ 1313 w 1347"/>
              <a:gd name="T59" fmla="*/ 217 h 987"/>
              <a:gd name="T60" fmla="*/ 1346 w 1347"/>
              <a:gd name="T61" fmla="*/ 225 h 987"/>
              <a:gd name="T62" fmla="*/ 1346 w 1347"/>
              <a:gd name="T63" fmla="*/ 903 h 987"/>
              <a:gd name="T64" fmla="*/ 1246 w 1347"/>
              <a:gd name="T65" fmla="*/ 986 h 987"/>
              <a:gd name="T66" fmla="*/ 92 w 1347"/>
              <a:gd name="T67" fmla="*/ 986 h 987"/>
              <a:gd name="T68" fmla="*/ 92 w 1347"/>
              <a:gd name="T69" fmla="*/ 986 h 987"/>
              <a:gd name="T70" fmla="*/ 92 w 1347"/>
              <a:gd name="T71" fmla="*/ 986 h 9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347" h="987">
                <a:moveTo>
                  <a:pt x="586" y="602"/>
                </a:moveTo>
                <a:cubicBezTo>
                  <a:pt x="561" y="585"/>
                  <a:pt x="519" y="560"/>
                  <a:pt x="502" y="535"/>
                </a:cubicBezTo>
                <a:cubicBezTo>
                  <a:pt x="42" y="117"/>
                  <a:pt x="42" y="117"/>
                  <a:pt x="42" y="117"/>
                </a:cubicBezTo>
                <a:cubicBezTo>
                  <a:pt x="26" y="100"/>
                  <a:pt x="9" y="58"/>
                  <a:pt x="17" y="33"/>
                </a:cubicBezTo>
                <a:cubicBezTo>
                  <a:pt x="34" y="17"/>
                  <a:pt x="51" y="0"/>
                  <a:pt x="92" y="0"/>
                </a:cubicBezTo>
                <a:cubicBezTo>
                  <a:pt x="1255" y="0"/>
                  <a:pt x="1255" y="0"/>
                  <a:pt x="1255" y="0"/>
                </a:cubicBezTo>
                <a:cubicBezTo>
                  <a:pt x="1255" y="0"/>
                  <a:pt x="1305" y="0"/>
                  <a:pt x="1330" y="41"/>
                </a:cubicBezTo>
                <a:cubicBezTo>
                  <a:pt x="1346" y="67"/>
                  <a:pt x="1330" y="108"/>
                  <a:pt x="1305" y="125"/>
                </a:cubicBezTo>
                <a:cubicBezTo>
                  <a:pt x="803" y="576"/>
                  <a:pt x="803" y="576"/>
                  <a:pt x="803" y="576"/>
                </a:cubicBezTo>
                <a:cubicBezTo>
                  <a:pt x="803" y="576"/>
                  <a:pt x="711" y="652"/>
                  <a:pt x="586" y="602"/>
                </a:cubicBezTo>
                <a:close/>
                <a:moveTo>
                  <a:pt x="92" y="986"/>
                </a:moveTo>
                <a:cubicBezTo>
                  <a:pt x="92" y="986"/>
                  <a:pt x="0" y="978"/>
                  <a:pt x="0" y="894"/>
                </a:cubicBezTo>
                <a:cubicBezTo>
                  <a:pt x="0" y="225"/>
                  <a:pt x="0" y="225"/>
                  <a:pt x="0" y="225"/>
                </a:cubicBezTo>
                <a:cubicBezTo>
                  <a:pt x="0" y="200"/>
                  <a:pt x="17" y="192"/>
                  <a:pt x="42" y="217"/>
                </a:cubicBezTo>
                <a:cubicBezTo>
                  <a:pt x="234" y="409"/>
                  <a:pt x="234" y="409"/>
                  <a:pt x="234" y="409"/>
                </a:cubicBezTo>
                <a:cubicBezTo>
                  <a:pt x="260" y="426"/>
                  <a:pt x="268" y="468"/>
                  <a:pt x="251" y="493"/>
                </a:cubicBezTo>
                <a:cubicBezTo>
                  <a:pt x="109" y="827"/>
                  <a:pt x="109" y="827"/>
                  <a:pt x="109" y="827"/>
                </a:cubicBezTo>
                <a:cubicBezTo>
                  <a:pt x="101" y="853"/>
                  <a:pt x="109" y="853"/>
                  <a:pt x="126" y="827"/>
                </a:cubicBezTo>
                <a:cubicBezTo>
                  <a:pt x="318" y="576"/>
                  <a:pt x="318" y="576"/>
                  <a:pt x="318" y="576"/>
                </a:cubicBezTo>
                <a:cubicBezTo>
                  <a:pt x="343" y="552"/>
                  <a:pt x="368" y="552"/>
                  <a:pt x="393" y="568"/>
                </a:cubicBezTo>
                <a:cubicBezTo>
                  <a:pt x="477" y="643"/>
                  <a:pt x="477" y="643"/>
                  <a:pt x="477" y="643"/>
                </a:cubicBezTo>
                <a:cubicBezTo>
                  <a:pt x="502" y="660"/>
                  <a:pt x="544" y="685"/>
                  <a:pt x="569" y="694"/>
                </a:cubicBezTo>
                <a:cubicBezTo>
                  <a:pt x="636" y="710"/>
                  <a:pt x="744" y="735"/>
                  <a:pt x="820" y="677"/>
                </a:cubicBezTo>
                <a:cubicBezTo>
                  <a:pt x="945" y="568"/>
                  <a:pt x="945" y="568"/>
                  <a:pt x="945" y="568"/>
                </a:cubicBezTo>
                <a:cubicBezTo>
                  <a:pt x="970" y="552"/>
                  <a:pt x="1004" y="552"/>
                  <a:pt x="1020" y="576"/>
                </a:cubicBezTo>
                <a:cubicBezTo>
                  <a:pt x="1229" y="853"/>
                  <a:pt x="1229" y="853"/>
                  <a:pt x="1229" y="853"/>
                </a:cubicBezTo>
                <a:cubicBezTo>
                  <a:pt x="1246" y="877"/>
                  <a:pt x="1246" y="869"/>
                  <a:pt x="1238" y="844"/>
                </a:cubicBezTo>
                <a:cubicBezTo>
                  <a:pt x="1096" y="493"/>
                  <a:pt x="1096" y="493"/>
                  <a:pt x="1096" y="493"/>
                </a:cubicBezTo>
                <a:cubicBezTo>
                  <a:pt x="1079" y="468"/>
                  <a:pt x="1087" y="434"/>
                  <a:pt x="1112" y="409"/>
                </a:cubicBezTo>
                <a:cubicBezTo>
                  <a:pt x="1313" y="217"/>
                  <a:pt x="1313" y="217"/>
                  <a:pt x="1313" y="217"/>
                </a:cubicBezTo>
                <a:cubicBezTo>
                  <a:pt x="1330" y="192"/>
                  <a:pt x="1346" y="200"/>
                  <a:pt x="1346" y="225"/>
                </a:cubicBezTo>
                <a:cubicBezTo>
                  <a:pt x="1346" y="903"/>
                  <a:pt x="1346" y="903"/>
                  <a:pt x="1346" y="903"/>
                </a:cubicBezTo>
                <a:cubicBezTo>
                  <a:pt x="1346" y="903"/>
                  <a:pt x="1338" y="986"/>
                  <a:pt x="1246" y="986"/>
                </a:cubicBezTo>
                <a:cubicBezTo>
                  <a:pt x="92" y="986"/>
                  <a:pt x="92" y="986"/>
                  <a:pt x="92" y="986"/>
                </a:cubicBezTo>
                <a:close/>
                <a:moveTo>
                  <a:pt x="92" y="986"/>
                </a:moveTo>
                <a:lnTo>
                  <a:pt x="92" y="986"/>
                </a:lnTo>
                <a:close/>
              </a:path>
            </a:pathLst>
          </a:custGeom>
          <a:solidFill>
            <a:srgbClr val="F68808"/>
          </a:solidFill>
          <a:ln>
            <a:noFill/>
          </a:ln>
          <a:effectLst/>
        </p:spPr>
        <p:txBody>
          <a:bodyPr wrap="none" lIns="128548" tIns="64274" rIns="128548" bIns="64274" anchor="ctr"/>
          <a:lstStyle/>
          <a:p>
            <a:pPr>
              <a:defRPr/>
            </a:pPr>
            <a:endParaRPr lang="en-US" sz="1100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5" name="AutoShape 123"/>
          <p:cNvSpPr>
            <a:spLocks noChangeAspect="1"/>
          </p:cNvSpPr>
          <p:nvPr/>
        </p:nvSpPr>
        <p:spPr bwMode="auto">
          <a:xfrm>
            <a:off x="6744809" y="5078170"/>
            <a:ext cx="316665" cy="34840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6949"/>
                </a:moveTo>
                <a:cubicBezTo>
                  <a:pt x="21599" y="7542"/>
                  <a:pt x="21407" y="8153"/>
                  <a:pt x="21017" y="8781"/>
                </a:cubicBezTo>
                <a:cubicBezTo>
                  <a:pt x="20628" y="9416"/>
                  <a:pt x="20109" y="10015"/>
                  <a:pt x="19458" y="10585"/>
                </a:cubicBezTo>
                <a:cubicBezTo>
                  <a:pt x="18806" y="11152"/>
                  <a:pt x="18040" y="11651"/>
                  <a:pt x="17159" y="12083"/>
                </a:cubicBezTo>
                <a:cubicBezTo>
                  <a:pt x="16275" y="12512"/>
                  <a:pt x="15327" y="12820"/>
                  <a:pt x="14315" y="12996"/>
                </a:cubicBezTo>
                <a:cubicBezTo>
                  <a:pt x="13880" y="13090"/>
                  <a:pt x="13492" y="13284"/>
                  <a:pt x="13151" y="13578"/>
                </a:cubicBezTo>
                <a:cubicBezTo>
                  <a:pt x="12809" y="13872"/>
                  <a:pt x="12641" y="14204"/>
                  <a:pt x="12641" y="14571"/>
                </a:cubicBezTo>
                <a:cubicBezTo>
                  <a:pt x="12641" y="14900"/>
                  <a:pt x="12713" y="15140"/>
                  <a:pt x="12865" y="15293"/>
                </a:cubicBezTo>
                <a:cubicBezTo>
                  <a:pt x="13015" y="15449"/>
                  <a:pt x="13177" y="15596"/>
                  <a:pt x="13364" y="15728"/>
                </a:cubicBezTo>
                <a:cubicBezTo>
                  <a:pt x="13546" y="15866"/>
                  <a:pt x="13717" y="16010"/>
                  <a:pt x="13874" y="16169"/>
                </a:cubicBezTo>
                <a:cubicBezTo>
                  <a:pt x="14032" y="16330"/>
                  <a:pt x="14125" y="16574"/>
                  <a:pt x="14160" y="16903"/>
                </a:cubicBezTo>
                <a:cubicBezTo>
                  <a:pt x="14195" y="17117"/>
                  <a:pt x="14187" y="17340"/>
                  <a:pt x="14133" y="17564"/>
                </a:cubicBezTo>
                <a:cubicBezTo>
                  <a:pt x="14099" y="17696"/>
                  <a:pt x="14200" y="17805"/>
                  <a:pt x="14432" y="17893"/>
                </a:cubicBezTo>
                <a:cubicBezTo>
                  <a:pt x="14667" y="17981"/>
                  <a:pt x="14956" y="18069"/>
                  <a:pt x="15295" y="18154"/>
                </a:cubicBezTo>
                <a:cubicBezTo>
                  <a:pt x="15637" y="18236"/>
                  <a:pt x="15987" y="18342"/>
                  <a:pt x="16344" y="18468"/>
                </a:cubicBezTo>
                <a:cubicBezTo>
                  <a:pt x="16705" y="18595"/>
                  <a:pt x="16975" y="18756"/>
                  <a:pt x="17164" y="18953"/>
                </a:cubicBezTo>
                <a:cubicBezTo>
                  <a:pt x="17266" y="19050"/>
                  <a:pt x="17351" y="19232"/>
                  <a:pt x="17415" y="19511"/>
                </a:cubicBezTo>
                <a:cubicBezTo>
                  <a:pt x="17477" y="19790"/>
                  <a:pt x="17519" y="20090"/>
                  <a:pt x="17535" y="20416"/>
                </a:cubicBezTo>
                <a:cubicBezTo>
                  <a:pt x="17554" y="20727"/>
                  <a:pt x="17527" y="21000"/>
                  <a:pt x="17463" y="21241"/>
                </a:cubicBezTo>
                <a:cubicBezTo>
                  <a:pt x="17394" y="21479"/>
                  <a:pt x="17268" y="21599"/>
                  <a:pt x="17089" y="21599"/>
                </a:cubicBezTo>
                <a:lnTo>
                  <a:pt x="4496" y="21599"/>
                </a:lnTo>
                <a:cubicBezTo>
                  <a:pt x="4328" y="21599"/>
                  <a:pt x="4205" y="21479"/>
                  <a:pt x="4130" y="21241"/>
                </a:cubicBezTo>
                <a:cubicBezTo>
                  <a:pt x="4061" y="21000"/>
                  <a:pt x="4032" y="20727"/>
                  <a:pt x="4048" y="20416"/>
                </a:cubicBezTo>
                <a:cubicBezTo>
                  <a:pt x="4066" y="20090"/>
                  <a:pt x="4109" y="19790"/>
                  <a:pt x="4170" y="19511"/>
                </a:cubicBezTo>
                <a:cubicBezTo>
                  <a:pt x="4235" y="19232"/>
                  <a:pt x="4317" y="19050"/>
                  <a:pt x="4421" y="18953"/>
                </a:cubicBezTo>
                <a:cubicBezTo>
                  <a:pt x="4616" y="18768"/>
                  <a:pt x="4889" y="18606"/>
                  <a:pt x="5239" y="18474"/>
                </a:cubicBezTo>
                <a:cubicBezTo>
                  <a:pt x="5588" y="18345"/>
                  <a:pt x="5933" y="18236"/>
                  <a:pt x="6269" y="18154"/>
                </a:cubicBezTo>
                <a:cubicBezTo>
                  <a:pt x="6606" y="18069"/>
                  <a:pt x="6897" y="17984"/>
                  <a:pt x="7145" y="17901"/>
                </a:cubicBezTo>
                <a:cubicBezTo>
                  <a:pt x="7394" y="17816"/>
                  <a:pt x="7498" y="17705"/>
                  <a:pt x="7463" y="17564"/>
                </a:cubicBezTo>
                <a:cubicBezTo>
                  <a:pt x="7428" y="17432"/>
                  <a:pt x="7412" y="17311"/>
                  <a:pt x="7412" y="17205"/>
                </a:cubicBezTo>
                <a:lnTo>
                  <a:pt x="7412" y="16903"/>
                </a:lnTo>
                <a:cubicBezTo>
                  <a:pt x="7428" y="16574"/>
                  <a:pt x="7519" y="16330"/>
                  <a:pt x="7687" y="16169"/>
                </a:cubicBezTo>
                <a:cubicBezTo>
                  <a:pt x="7853" y="16010"/>
                  <a:pt x="8034" y="15866"/>
                  <a:pt x="8224" y="15728"/>
                </a:cubicBezTo>
                <a:cubicBezTo>
                  <a:pt x="8416" y="15593"/>
                  <a:pt x="8584" y="15446"/>
                  <a:pt x="8729" y="15293"/>
                </a:cubicBezTo>
                <a:cubicBezTo>
                  <a:pt x="8873" y="15140"/>
                  <a:pt x="8945" y="14900"/>
                  <a:pt x="8945" y="14571"/>
                </a:cubicBezTo>
                <a:cubicBezTo>
                  <a:pt x="8945" y="14204"/>
                  <a:pt x="8777" y="13875"/>
                  <a:pt x="8440" y="13578"/>
                </a:cubicBezTo>
                <a:cubicBezTo>
                  <a:pt x="8104" y="13281"/>
                  <a:pt x="7706" y="13090"/>
                  <a:pt x="7247" y="12996"/>
                </a:cubicBezTo>
                <a:cubicBezTo>
                  <a:pt x="6251" y="12811"/>
                  <a:pt x="5311" y="12497"/>
                  <a:pt x="4435" y="12062"/>
                </a:cubicBezTo>
                <a:cubicBezTo>
                  <a:pt x="3554" y="11628"/>
                  <a:pt x="2790" y="11128"/>
                  <a:pt x="2133" y="10570"/>
                </a:cubicBezTo>
                <a:cubicBezTo>
                  <a:pt x="1479" y="10012"/>
                  <a:pt x="958" y="9416"/>
                  <a:pt x="574" y="8781"/>
                </a:cubicBezTo>
                <a:cubicBezTo>
                  <a:pt x="189" y="8153"/>
                  <a:pt x="0" y="7542"/>
                  <a:pt x="0" y="6949"/>
                </a:cubicBezTo>
                <a:lnTo>
                  <a:pt x="0" y="4320"/>
                </a:lnTo>
                <a:cubicBezTo>
                  <a:pt x="0" y="4009"/>
                  <a:pt x="93" y="3756"/>
                  <a:pt x="285" y="3553"/>
                </a:cubicBezTo>
                <a:cubicBezTo>
                  <a:pt x="475" y="3354"/>
                  <a:pt x="712" y="3254"/>
                  <a:pt x="998" y="3254"/>
                </a:cubicBezTo>
                <a:lnTo>
                  <a:pt x="5124" y="3254"/>
                </a:lnTo>
                <a:cubicBezTo>
                  <a:pt x="5108" y="3139"/>
                  <a:pt x="5097" y="3025"/>
                  <a:pt x="5097" y="2901"/>
                </a:cubicBezTo>
                <a:lnTo>
                  <a:pt x="5097" y="2564"/>
                </a:lnTo>
                <a:lnTo>
                  <a:pt x="5097" y="2505"/>
                </a:lnTo>
                <a:cubicBezTo>
                  <a:pt x="5097" y="2005"/>
                  <a:pt x="5118" y="1594"/>
                  <a:pt x="5156" y="1265"/>
                </a:cubicBezTo>
                <a:cubicBezTo>
                  <a:pt x="5193" y="939"/>
                  <a:pt x="5260" y="684"/>
                  <a:pt x="5353" y="499"/>
                </a:cubicBezTo>
                <a:cubicBezTo>
                  <a:pt x="5444" y="320"/>
                  <a:pt x="5580" y="187"/>
                  <a:pt x="5754" y="111"/>
                </a:cubicBezTo>
                <a:cubicBezTo>
                  <a:pt x="5928" y="38"/>
                  <a:pt x="6165" y="0"/>
                  <a:pt x="6464" y="0"/>
                </a:cubicBezTo>
                <a:lnTo>
                  <a:pt x="15132" y="0"/>
                </a:lnTo>
                <a:cubicBezTo>
                  <a:pt x="15410" y="0"/>
                  <a:pt x="15645" y="38"/>
                  <a:pt x="15829" y="111"/>
                </a:cubicBezTo>
                <a:cubicBezTo>
                  <a:pt x="16011" y="187"/>
                  <a:pt x="16149" y="320"/>
                  <a:pt x="16243" y="499"/>
                </a:cubicBezTo>
                <a:cubicBezTo>
                  <a:pt x="16336" y="684"/>
                  <a:pt x="16403" y="939"/>
                  <a:pt x="16435" y="1265"/>
                </a:cubicBezTo>
                <a:cubicBezTo>
                  <a:pt x="16470" y="1594"/>
                  <a:pt x="16486" y="2006"/>
                  <a:pt x="16486" y="2505"/>
                </a:cubicBezTo>
                <a:lnTo>
                  <a:pt x="16486" y="2863"/>
                </a:lnTo>
                <a:cubicBezTo>
                  <a:pt x="16486" y="2989"/>
                  <a:pt x="16478" y="3119"/>
                  <a:pt x="16459" y="3251"/>
                </a:cubicBezTo>
                <a:lnTo>
                  <a:pt x="20603" y="3251"/>
                </a:lnTo>
                <a:cubicBezTo>
                  <a:pt x="20884" y="3251"/>
                  <a:pt x="21119" y="3351"/>
                  <a:pt x="21314" y="3550"/>
                </a:cubicBezTo>
                <a:cubicBezTo>
                  <a:pt x="21503" y="3753"/>
                  <a:pt x="21599" y="4006"/>
                  <a:pt x="21599" y="4317"/>
                </a:cubicBezTo>
                <a:lnTo>
                  <a:pt x="21599" y="6949"/>
                </a:lnTo>
                <a:close/>
                <a:moveTo>
                  <a:pt x="6283" y="10550"/>
                </a:moveTo>
                <a:cubicBezTo>
                  <a:pt x="6072" y="9798"/>
                  <a:pt x="5882" y="8978"/>
                  <a:pt x="5714" y="8082"/>
                </a:cubicBezTo>
                <a:cubicBezTo>
                  <a:pt x="5548" y="7189"/>
                  <a:pt x="5407" y="6299"/>
                  <a:pt x="5287" y="5415"/>
                </a:cubicBezTo>
                <a:lnTo>
                  <a:pt x="1962" y="5415"/>
                </a:lnTo>
                <a:lnTo>
                  <a:pt x="1962" y="6949"/>
                </a:lnTo>
                <a:cubicBezTo>
                  <a:pt x="1962" y="7137"/>
                  <a:pt x="2064" y="7389"/>
                  <a:pt x="2264" y="7709"/>
                </a:cubicBezTo>
                <a:cubicBezTo>
                  <a:pt x="2462" y="8029"/>
                  <a:pt x="2753" y="8358"/>
                  <a:pt x="3126" y="8699"/>
                </a:cubicBezTo>
                <a:cubicBezTo>
                  <a:pt x="3500" y="9040"/>
                  <a:pt x="3954" y="9381"/>
                  <a:pt x="4488" y="9707"/>
                </a:cubicBezTo>
                <a:cubicBezTo>
                  <a:pt x="5022" y="10033"/>
                  <a:pt x="5618" y="10315"/>
                  <a:pt x="6283" y="10550"/>
                </a:cubicBezTo>
                <a:moveTo>
                  <a:pt x="19629" y="5415"/>
                </a:moveTo>
                <a:lnTo>
                  <a:pt x="16280" y="5415"/>
                </a:lnTo>
                <a:cubicBezTo>
                  <a:pt x="16179" y="6299"/>
                  <a:pt x="16043" y="7189"/>
                  <a:pt x="15877" y="8082"/>
                </a:cubicBezTo>
                <a:cubicBezTo>
                  <a:pt x="15712" y="8978"/>
                  <a:pt x="15522" y="9798"/>
                  <a:pt x="15308" y="10550"/>
                </a:cubicBezTo>
                <a:cubicBezTo>
                  <a:pt x="15973" y="10315"/>
                  <a:pt x="16574" y="10033"/>
                  <a:pt x="17105" y="9707"/>
                </a:cubicBezTo>
                <a:cubicBezTo>
                  <a:pt x="17637" y="9381"/>
                  <a:pt x="18091" y="9040"/>
                  <a:pt x="18467" y="8699"/>
                </a:cubicBezTo>
                <a:cubicBezTo>
                  <a:pt x="18844" y="8358"/>
                  <a:pt x="19130" y="8029"/>
                  <a:pt x="19330" y="7709"/>
                </a:cubicBezTo>
                <a:cubicBezTo>
                  <a:pt x="19530" y="7389"/>
                  <a:pt x="19629" y="7137"/>
                  <a:pt x="19629" y="6949"/>
                </a:cubicBezTo>
                <a:lnTo>
                  <a:pt x="19629" y="5415"/>
                </a:lnTo>
                <a:close/>
              </a:path>
            </a:pathLst>
          </a:custGeom>
          <a:solidFill>
            <a:srgbClr val="F68808"/>
          </a:solidFill>
          <a:ln>
            <a:noFill/>
          </a:ln>
          <a:effectLst/>
        </p:spPr>
        <p:txBody>
          <a:bodyPr lIns="53562" tIns="53562" rIns="53562" bIns="53562" anchor="ctr"/>
          <a:lstStyle/>
          <a:p>
            <a:pPr defTabSz="481965">
              <a:defRPr/>
            </a:pPr>
            <a:endParaRPr lang="es-ES" sz="3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字魂105号-简雅黑" panose="00000500000000000000" pitchFamily="2" charset="-122"/>
              <a:ea typeface="字魂105号-简雅黑" panose="00000500000000000000" pitchFamily="2" charset="-122"/>
              <a:cs typeface="Gill Sans" charset="0"/>
              <a:sym typeface="字魂105号-简雅黑" panose="00000500000000000000" pitchFamily="2" charset="-122"/>
            </a:endParaRPr>
          </a:p>
        </p:txBody>
      </p:sp>
      <p:sp>
        <p:nvSpPr>
          <p:cNvPr id="46" name="Freeform 106"/>
          <p:cNvSpPr>
            <a:spLocks noChangeAspect="1" noChangeArrowheads="1"/>
          </p:cNvSpPr>
          <p:nvPr/>
        </p:nvSpPr>
        <p:spPr bwMode="auto">
          <a:xfrm>
            <a:off x="4254982" y="4108827"/>
            <a:ext cx="315627" cy="377738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rgbClr val="0099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bevel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96433" tIns="48216" rIns="96433" bIns="48216" anchor="ctr">
            <a:noAutofit/>
          </a:bodyPr>
          <a:lstStyle/>
          <a:p>
            <a:pPr>
              <a:defRPr/>
            </a:pPr>
            <a:endParaRPr lang="en-US" sz="2500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7" name="AutoShape 87"/>
          <p:cNvSpPr>
            <a:spLocks noChangeAspect="1"/>
          </p:cNvSpPr>
          <p:nvPr/>
        </p:nvSpPr>
        <p:spPr bwMode="auto">
          <a:xfrm>
            <a:off x="8267332" y="2653650"/>
            <a:ext cx="357247" cy="357320"/>
          </a:xfrm>
          <a:custGeom>
            <a:avLst/>
            <a:gdLst>
              <a:gd name="T0" fmla="+- 0 10798 9"/>
              <a:gd name="T1" fmla="*/ T0 w 21578"/>
              <a:gd name="T2" fmla="*/ 10800 h 21600"/>
              <a:gd name="T3" fmla="+- 0 10798 9"/>
              <a:gd name="T4" fmla="*/ T3 w 21578"/>
              <a:gd name="T5" fmla="*/ 10800 h 21600"/>
              <a:gd name="T6" fmla="+- 0 10798 9"/>
              <a:gd name="T7" fmla="*/ T6 w 21578"/>
              <a:gd name="T8" fmla="*/ 10800 h 21600"/>
              <a:gd name="T9" fmla="+- 0 10798 9"/>
              <a:gd name="T10" fmla="*/ T9 w 21578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78" h="21600">
                <a:moveTo>
                  <a:pt x="21416" y="10074"/>
                </a:moveTo>
                <a:cubicBezTo>
                  <a:pt x="21507" y="10166"/>
                  <a:pt x="21562" y="10284"/>
                  <a:pt x="21574" y="10428"/>
                </a:cubicBezTo>
                <a:cubicBezTo>
                  <a:pt x="21590" y="10569"/>
                  <a:pt x="21562" y="10702"/>
                  <a:pt x="21483" y="10820"/>
                </a:cubicBezTo>
                <a:lnTo>
                  <a:pt x="20967" y="11551"/>
                </a:lnTo>
                <a:cubicBezTo>
                  <a:pt x="20891" y="11678"/>
                  <a:pt x="20778" y="11744"/>
                  <a:pt x="20634" y="11744"/>
                </a:cubicBezTo>
                <a:lnTo>
                  <a:pt x="19889" y="11744"/>
                </a:lnTo>
                <a:cubicBezTo>
                  <a:pt x="19769" y="11744"/>
                  <a:pt x="19671" y="11704"/>
                  <a:pt x="19601" y="11632"/>
                </a:cubicBezTo>
                <a:lnTo>
                  <a:pt x="11078" y="3253"/>
                </a:lnTo>
                <a:cubicBezTo>
                  <a:pt x="10884" y="3072"/>
                  <a:pt x="10695" y="3072"/>
                  <a:pt x="10503" y="3253"/>
                </a:cubicBezTo>
                <a:lnTo>
                  <a:pt x="1980" y="11632"/>
                </a:lnTo>
                <a:cubicBezTo>
                  <a:pt x="1918" y="11704"/>
                  <a:pt x="1819" y="11744"/>
                  <a:pt x="1692" y="11744"/>
                </a:cubicBezTo>
                <a:lnTo>
                  <a:pt x="944" y="11744"/>
                </a:lnTo>
                <a:cubicBezTo>
                  <a:pt x="808" y="11744"/>
                  <a:pt x="695" y="11678"/>
                  <a:pt x="611" y="11551"/>
                </a:cubicBezTo>
                <a:lnTo>
                  <a:pt x="96" y="10820"/>
                </a:lnTo>
                <a:cubicBezTo>
                  <a:pt x="19" y="10710"/>
                  <a:pt x="-9" y="10584"/>
                  <a:pt x="2" y="10440"/>
                </a:cubicBezTo>
                <a:cubicBezTo>
                  <a:pt x="19" y="10298"/>
                  <a:pt x="74" y="10175"/>
                  <a:pt x="165" y="10074"/>
                </a:cubicBezTo>
                <a:lnTo>
                  <a:pt x="10112" y="287"/>
                </a:lnTo>
                <a:cubicBezTo>
                  <a:pt x="10321" y="106"/>
                  <a:pt x="10546" y="8"/>
                  <a:pt x="10788" y="0"/>
                </a:cubicBezTo>
                <a:cubicBezTo>
                  <a:pt x="11042" y="0"/>
                  <a:pt x="11267" y="97"/>
                  <a:pt x="11469" y="287"/>
                </a:cubicBezTo>
                <a:lnTo>
                  <a:pt x="14220" y="2991"/>
                </a:lnTo>
                <a:lnTo>
                  <a:pt x="14220" y="1586"/>
                </a:lnTo>
                <a:cubicBezTo>
                  <a:pt x="14220" y="1436"/>
                  <a:pt x="14266" y="1313"/>
                  <a:pt x="14352" y="1206"/>
                </a:cubicBezTo>
                <a:cubicBezTo>
                  <a:pt x="14441" y="1099"/>
                  <a:pt x="14546" y="1048"/>
                  <a:pt x="14669" y="1048"/>
                </a:cubicBezTo>
                <a:lnTo>
                  <a:pt x="17226" y="1048"/>
                </a:lnTo>
                <a:cubicBezTo>
                  <a:pt x="17348" y="1048"/>
                  <a:pt x="17451" y="1099"/>
                  <a:pt x="17530" y="1206"/>
                </a:cubicBezTo>
                <a:cubicBezTo>
                  <a:pt x="17609" y="1312"/>
                  <a:pt x="17653" y="1436"/>
                  <a:pt x="17653" y="1586"/>
                </a:cubicBezTo>
                <a:lnTo>
                  <a:pt x="17653" y="6383"/>
                </a:lnTo>
                <a:lnTo>
                  <a:pt x="21416" y="10074"/>
                </a:lnTo>
                <a:close/>
                <a:moveTo>
                  <a:pt x="18523" y="11977"/>
                </a:moveTo>
                <a:lnTo>
                  <a:pt x="18523" y="20551"/>
                </a:lnTo>
                <a:cubicBezTo>
                  <a:pt x="18523" y="20854"/>
                  <a:pt x="18441" y="21104"/>
                  <a:pt x="18276" y="21300"/>
                </a:cubicBezTo>
                <a:cubicBezTo>
                  <a:pt x="18110" y="21502"/>
                  <a:pt x="17904" y="21599"/>
                  <a:pt x="17653" y="21599"/>
                </a:cubicBezTo>
                <a:lnTo>
                  <a:pt x="12809" y="21599"/>
                </a:lnTo>
                <a:lnTo>
                  <a:pt x="12809" y="14736"/>
                </a:lnTo>
                <a:lnTo>
                  <a:pt x="8772" y="14736"/>
                </a:lnTo>
                <a:lnTo>
                  <a:pt x="8772" y="21599"/>
                </a:lnTo>
                <a:lnTo>
                  <a:pt x="3928" y="21599"/>
                </a:lnTo>
                <a:cubicBezTo>
                  <a:pt x="3677" y="21599"/>
                  <a:pt x="3468" y="21502"/>
                  <a:pt x="3303" y="21300"/>
                </a:cubicBezTo>
                <a:cubicBezTo>
                  <a:pt x="3140" y="21104"/>
                  <a:pt x="3056" y="20854"/>
                  <a:pt x="3056" y="20551"/>
                </a:cubicBezTo>
                <a:lnTo>
                  <a:pt x="3056" y="11977"/>
                </a:lnTo>
                <a:lnTo>
                  <a:pt x="10788" y="4356"/>
                </a:lnTo>
                <a:lnTo>
                  <a:pt x="18523" y="11977"/>
                </a:lnTo>
                <a:close/>
              </a:path>
            </a:pathLst>
          </a:custGeom>
          <a:solidFill>
            <a:srgbClr val="F68808"/>
          </a:solidFill>
          <a:ln>
            <a:noFill/>
          </a:ln>
          <a:effectLst/>
        </p:spPr>
        <p:txBody>
          <a:bodyPr lIns="107124" tIns="107124" rIns="107124" bIns="107124" anchor="ctr"/>
          <a:lstStyle/>
          <a:p>
            <a:pPr defTabSz="963930">
              <a:defRPr/>
            </a:pPr>
            <a:endParaRPr lang="es-ES" sz="70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字魂105号-简雅黑" panose="00000500000000000000" pitchFamily="2" charset="-122"/>
              <a:ea typeface="字魂105号-简雅黑" panose="00000500000000000000" pitchFamily="2" charset="-122"/>
              <a:cs typeface="Gill Sans" charset="0"/>
              <a:sym typeface="字魂105号-简雅黑" panose="00000500000000000000" pitchFamily="2" charset="-122"/>
            </a:endParaRPr>
          </a:p>
        </p:txBody>
      </p:sp>
      <p:cxnSp>
        <p:nvCxnSpPr>
          <p:cNvPr id="48" name="Straight Connector 114"/>
          <p:cNvCxnSpPr/>
          <p:nvPr/>
        </p:nvCxnSpPr>
        <p:spPr>
          <a:xfrm>
            <a:off x="8193645" y="4036111"/>
            <a:ext cx="416578" cy="0"/>
          </a:xfrm>
          <a:prstGeom prst="line">
            <a:avLst/>
          </a:prstGeom>
          <a:ln>
            <a:solidFill>
              <a:schemeClr val="tx2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115"/>
          <p:cNvSpPr txBox="1"/>
          <p:nvPr/>
        </p:nvSpPr>
        <p:spPr>
          <a:xfrm flipH="1">
            <a:off x="8756295" y="4142308"/>
            <a:ext cx="2376231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0" name="TextBox 116"/>
          <p:cNvSpPr txBox="1"/>
          <p:nvPr/>
        </p:nvSpPr>
        <p:spPr>
          <a:xfrm flipH="1">
            <a:off x="8819943" y="3857586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pPr algn="r"/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cxnSp>
        <p:nvCxnSpPr>
          <p:cNvPr id="51" name="Straight Connector 119"/>
          <p:cNvCxnSpPr/>
          <p:nvPr/>
        </p:nvCxnSpPr>
        <p:spPr>
          <a:xfrm>
            <a:off x="7424433" y="5245281"/>
            <a:ext cx="416578" cy="0"/>
          </a:xfrm>
          <a:prstGeom prst="line">
            <a:avLst/>
          </a:prstGeom>
          <a:ln>
            <a:solidFill>
              <a:schemeClr val="tx2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123"/>
          <p:cNvSpPr txBox="1"/>
          <p:nvPr/>
        </p:nvSpPr>
        <p:spPr>
          <a:xfrm flipH="1">
            <a:off x="7987083" y="5351478"/>
            <a:ext cx="2376231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" name="TextBox 124"/>
          <p:cNvSpPr txBox="1"/>
          <p:nvPr/>
        </p:nvSpPr>
        <p:spPr>
          <a:xfrm flipH="1">
            <a:off x="8085559" y="5066756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pPr algn="r"/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cxnSp>
        <p:nvCxnSpPr>
          <p:cNvPr id="54" name="Straight Connector 149"/>
          <p:cNvCxnSpPr/>
          <p:nvPr/>
        </p:nvCxnSpPr>
        <p:spPr>
          <a:xfrm flipH="1">
            <a:off x="4249629" y="3077668"/>
            <a:ext cx="416578" cy="0"/>
          </a:xfrm>
          <a:prstGeom prst="line">
            <a:avLst/>
          </a:prstGeom>
          <a:ln>
            <a:solidFill>
              <a:schemeClr val="tx2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150"/>
          <p:cNvSpPr txBox="1"/>
          <p:nvPr/>
        </p:nvSpPr>
        <p:spPr>
          <a:xfrm>
            <a:off x="1727328" y="3183865"/>
            <a:ext cx="2376231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" name="TextBox 151"/>
          <p:cNvSpPr txBox="1"/>
          <p:nvPr/>
        </p:nvSpPr>
        <p:spPr>
          <a:xfrm>
            <a:off x="2478747" y="2899143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20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cxnSp>
        <p:nvCxnSpPr>
          <p:cNvPr id="57" name="Straight Connector 153"/>
          <p:cNvCxnSpPr/>
          <p:nvPr/>
        </p:nvCxnSpPr>
        <p:spPr>
          <a:xfrm flipH="1">
            <a:off x="3475780" y="4286837"/>
            <a:ext cx="416578" cy="0"/>
          </a:xfrm>
          <a:prstGeom prst="line">
            <a:avLst/>
          </a:prstGeom>
          <a:ln>
            <a:solidFill>
              <a:schemeClr val="tx2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54"/>
          <p:cNvSpPr txBox="1"/>
          <p:nvPr/>
        </p:nvSpPr>
        <p:spPr>
          <a:xfrm>
            <a:off x="953478" y="4393035"/>
            <a:ext cx="2376231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9" name="TextBox 155"/>
          <p:cNvSpPr txBox="1"/>
          <p:nvPr/>
        </p:nvSpPr>
        <p:spPr>
          <a:xfrm>
            <a:off x="1748855" y="4108313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20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0" name="Group 11"/>
          <p:cNvGrpSpPr/>
          <p:nvPr/>
        </p:nvGrpSpPr>
        <p:grpSpPr>
          <a:xfrm>
            <a:off x="5183574" y="4593635"/>
            <a:ext cx="588572" cy="952181"/>
            <a:chOff x="4914796" y="4355686"/>
            <a:chExt cx="558053" cy="902858"/>
          </a:xfrm>
        </p:grpSpPr>
        <p:sp>
          <p:nvSpPr>
            <p:cNvPr id="61" name="Rectangle 839"/>
            <p:cNvSpPr>
              <a:spLocks noChangeArrowheads="1"/>
            </p:cNvSpPr>
            <p:nvPr/>
          </p:nvSpPr>
          <p:spPr bwMode="auto">
            <a:xfrm rot="1949953">
              <a:off x="4914796" y="4355686"/>
              <a:ext cx="208450" cy="680142"/>
            </a:xfrm>
            <a:prstGeom prst="rect">
              <a:avLst/>
            </a:prstGeom>
            <a:solidFill>
              <a:srgbClr val="FFA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2" name="Rectangle 840"/>
            <p:cNvSpPr>
              <a:spLocks noChangeArrowheads="1"/>
            </p:cNvSpPr>
            <p:nvPr/>
          </p:nvSpPr>
          <p:spPr bwMode="auto">
            <a:xfrm rot="1949953">
              <a:off x="5090789" y="4467044"/>
              <a:ext cx="206067" cy="680142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3" name="Rectangle 841"/>
            <p:cNvSpPr>
              <a:spLocks noChangeArrowheads="1"/>
            </p:cNvSpPr>
            <p:nvPr/>
          </p:nvSpPr>
          <p:spPr bwMode="auto">
            <a:xfrm rot="1949953">
              <a:off x="5264399" y="4578402"/>
              <a:ext cx="208450" cy="680142"/>
            </a:xfrm>
            <a:prstGeom prst="rect">
              <a:avLst/>
            </a:prstGeom>
            <a:solidFill>
              <a:srgbClr val="D779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4" name="TextBox 97"/>
            <p:cNvSpPr txBox="1"/>
            <p:nvPr/>
          </p:nvSpPr>
          <p:spPr>
            <a:xfrm rot="18120000">
              <a:off x="4913996" y="4712274"/>
              <a:ext cx="559652" cy="18968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700" b="1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OPTION 5</a:t>
              </a:r>
              <a:endParaRPr lang="en-US" sz="700" b="1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5" name="Group 12"/>
          <p:cNvGrpSpPr/>
          <p:nvPr/>
        </p:nvGrpSpPr>
        <p:grpSpPr>
          <a:xfrm>
            <a:off x="5568990" y="3988669"/>
            <a:ext cx="588572" cy="952180"/>
            <a:chOff x="5280227" y="3782056"/>
            <a:chExt cx="558053" cy="902857"/>
          </a:xfrm>
        </p:grpSpPr>
        <p:sp>
          <p:nvSpPr>
            <p:cNvPr id="66" name="Rectangle 842"/>
            <p:cNvSpPr>
              <a:spLocks noChangeArrowheads="1"/>
            </p:cNvSpPr>
            <p:nvPr/>
          </p:nvSpPr>
          <p:spPr bwMode="auto">
            <a:xfrm rot="1949953">
              <a:off x="5280227" y="3782056"/>
              <a:ext cx="208450" cy="680142"/>
            </a:xfrm>
            <a:prstGeom prst="rect">
              <a:avLst/>
            </a:prstGeom>
            <a:solidFill>
              <a:srgbClr val="24BD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7" name="Rectangle 843"/>
            <p:cNvSpPr>
              <a:spLocks noChangeArrowheads="1"/>
            </p:cNvSpPr>
            <p:nvPr/>
          </p:nvSpPr>
          <p:spPr bwMode="auto">
            <a:xfrm rot="1949953">
              <a:off x="5456220" y="3893414"/>
              <a:ext cx="206067" cy="680142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8" name="Rectangle 844"/>
            <p:cNvSpPr>
              <a:spLocks noChangeArrowheads="1"/>
            </p:cNvSpPr>
            <p:nvPr/>
          </p:nvSpPr>
          <p:spPr bwMode="auto">
            <a:xfrm rot="1949953">
              <a:off x="5629830" y="4004771"/>
              <a:ext cx="208450" cy="680142"/>
            </a:xfrm>
            <a:prstGeom prst="rect">
              <a:avLst/>
            </a:prstGeom>
            <a:solidFill>
              <a:srgbClr val="007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9" name="TextBox 98"/>
            <p:cNvSpPr txBox="1"/>
            <p:nvPr/>
          </p:nvSpPr>
          <p:spPr>
            <a:xfrm rot="18120000">
              <a:off x="5277907" y="4138644"/>
              <a:ext cx="562692" cy="18968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700" b="1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OPTION 4</a:t>
              </a:r>
              <a:endParaRPr lang="en-US" sz="700" b="1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0" name="Group 13"/>
          <p:cNvGrpSpPr/>
          <p:nvPr/>
        </p:nvGrpSpPr>
        <p:grpSpPr>
          <a:xfrm>
            <a:off x="5954743" y="3382543"/>
            <a:ext cx="588573" cy="953436"/>
            <a:chOff x="5645979" y="3207328"/>
            <a:chExt cx="558054" cy="904048"/>
          </a:xfrm>
        </p:grpSpPr>
        <p:sp>
          <p:nvSpPr>
            <p:cNvPr id="71" name="Rectangle 845"/>
            <p:cNvSpPr>
              <a:spLocks noChangeArrowheads="1"/>
            </p:cNvSpPr>
            <p:nvPr/>
          </p:nvSpPr>
          <p:spPr bwMode="auto">
            <a:xfrm rot="1949953">
              <a:off x="5645979" y="3207328"/>
              <a:ext cx="208450" cy="681333"/>
            </a:xfrm>
            <a:prstGeom prst="rect">
              <a:avLst/>
            </a:prstGeom>
            <a:solidFill>
              <a:srgbClr val="FFA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2" name="Rectangle 846"/>
            <p:cNvSpPr>
              <a:spLocks noChangeArrowheads="1"/>
            </p:cNvSpPr>
            <p:nvPr/>
          </p:nvSpPr>
          <p:spPr bwMode="auto">
            <a:xfrm rot="1949953">
              <a:off x="5821973" y="3318685"/>
              <a:ext cx="206067" cy="681333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3" name="Rectangle 847"/>
            <p:cNvSpPr>
              <a:spLocks noChangeArrowheads="1"/>
            </p:cNvSpPr>
            <p:nvPr/>
          </p:nvSpPr>
          <p:spPr bwMode="auto">
            <a:xfrm rot="1949953">
              <a:off x="5995583" y="3430043"/>
              <a:ext cx="208450" cy="681333"/>
            </a:xfrm>
            <a:prstGeom prst="rect">
              <a:avLst/>
            </a:prstGeom>
            <a:solidFill>
              <a:srgbClr val="D779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4" name="TextBox 99"/>
            <p:cNvSpPr txBox="1"/>
            <p:nvPr/>
          </p:nvSpPr>
          <p:spPr>
            <a:xfrm rot="18120000">
              <a:off x="5645940" y="3564511"/>
              <a:ext cx="558132" cy="18968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700" b="1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OPTION 3</a:t>
              </a:r>
              <a:endParaRPr lang="en-US" sz="700" b="1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5" name="Group 14"/>
          <p:cNvGrpSpPr/>
          <p:nvPr/>
        </p:nvGrpSpPr>
        <p:grpSpPr>
          <a:xfrm>
            <a:off x="6340161" y="2778831"/>
            <a:ext cx="588572" cy="950923"/>
            <a:chOff x="6011412" y="2634888"/>
            <a:chExt cx="558053" cy="901665"/>
          </a:xfrm>
        </p:grpSpPr>
        <p:sp>
          <p:nvSpPr>
            <p:cNvPr id="76" name="Rectangle 848"/>
            <p:cNvSpPr>
              <a:spLocks noChangeArrowheads="1"/>
            </p:cNvSpPr>
            <p:nvPr/>
          </p:nvSpPr>
          <p:spPr bwMode="auto">
            <a:xfrm rot="1949953">
              <a:off x="6011412" y="2634888"/>
              <a:ext cx="208450" cy="678950"/>
            </a:xfrm>
            <a:prstGeom prst="rect">
              <a:avLst/>
            </a:prstGeom>
            <a:solidFill>
              <a:srgbClr val="24BD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7" name="Rectangle 849"/>
            <p:cNvSpPr>
              <a:spLocks noChangeArrowheads="1"/>
            </p:cNvSpPr>
            <p:nvPr/>
          </p:nvSpPr>
          <p:spPr bwMode="auto">
            <a:xfrm rot="1949953">
              <a:off x="6187405" y="2746245"/>
              <a:ext cx="206067" cy="678950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8" name="Rectangle 850"/>
            <p:cNvSpPr>
              <a:spLocks noChangeArrowheads="1"/>
            </p:cNvSpPr>
            <p:nvPr/>
          </p:nvSpPr>
          <p:spPr bwMode="auto">
            <a:xfrm rot="1949953">
              <a:off x="6361015" y="2857603"/>
              <a:ext cx="208450" cy="678950"/>
            </a:xfrm>
            <a:prstGeom prst="rect">
              <a:avLst/>
            </a:prstGeom>
            <a:solidFill>
              <a:srgbClr val="007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9" name="TextBox 100"/>
            <p:cNvSpPr txBox="1"/>
            <p:nvPr/>
          </p:nvSpPr>
          <p:spPr>
            <a:xfrm rot="18120000">
              <a:off x="6010612" y="2990880"/>
              <a:ext cx="559652" cy="18968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700" b="1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OPTION 2</a:t>
              </a:r>
              <a:endParaRPr lang="en-US" sz="700" b="1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80" name="Group 61"/>
          <p:cNvGrpSpPr/>
          <p:nvPr/>
        </p:nvGrpSpPr>
        <p:grpSpPr>
          <a:xfrm>
            <a:off x="6725239" y="2173765"/>
            <a:ext cx="588573" cy="952180"/>
            <a:chOff x="6376523" y="2061164"/>
            <a:chExt cx="558054" cy="902857"/>
          </a:xfrm>
        </p:grpSpPr>
        <p:sp>
          <p:nvSpPr>
            <p:cNvPr id="81" name="Rectangle 851"/>
            <p:cNvSpPr>
              <a:spLocks noChangeArrowheads="1"/>
            </p:cNvSpPr>
            <p:nvPr/>
          </p:nvSpPr>
          <p:spPr bwMode="auto">
            <a:xfrm rot="1949953">
              <a:off x="6376523" y="2061164"/>
              <a:ext cx="208450" cy="680142"/>
            </a:xfrm>
            <a:prstGeom prst="rect">
              <a:avLst/>
            </a:prstGeom>
            <a:solidFill>
              <a:srgbClr val="FFA3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2" name="Rectangle 852"/>
            <p:cNvSpPr>
              <a:spLocks noChangeArrowheads="1"/>
            </p:cNvSpPr>
            <p:nvPr/>
          </p:nvSpPr>
          <p:spPr bwMode="auto">
            <a:xfrm rot="1949953">
              <a:off x="6552516" y="2172522"/>
              <a:ext cx="206067" cy="680142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3" name="Rectangle 853"/>
            <p:cNvSpPr>
              <a:spLocks noChangeArrowheads="1"/>
            </p:cNvSpPr>
            <p:nvPr/>
          </p:nvSpPr>
          <p:spPr bwMode="auto">
            <a:xfrm rot="1949953">
              <a:off x="6726127" y="2283879"/>
              <a:ext cx="208450" cy="680142"/>
            </a:xfrm>
            <a:prstGeom prst="rect">
              <a:avLst/>
            </a:prstGeom>
            <a:solidFill>
              <a:srgbClr val="D779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4" name="TextBox 101"/>
            <p:cNvSpPr txBox="1"/>
            <p:nvPr/>
          </p:nvSpPr>
          <p:spPr>
            <a:xfrm rot="18120000">
              <a:off x="6375723" y="2417752"/>
              <a:ext cx="559652" cy="18968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700" b="1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OPTION 1</a:t>
              </a:r>
              <a:endParaRPr lang="en-US" sz="700" b="1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 p14:presetBounceEnd="5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1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1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10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10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 p14:presetBounceEnd="5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9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0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3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2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6" presetID="18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48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8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51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53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5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62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4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5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6" presetID="18" presetClass="entr" presetSubtype="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68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18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71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2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73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5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1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82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5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86" presetID="18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88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8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91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2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93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5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1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102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04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5" fill="hold">
                                <p:stCondLst>
                                  <p:cond delay="7000"/>
                                </p:stCondLst>
                                <p:childTnLst>
                                  <p:par>
                                    <p:cTn id="106" presetID="18" presetClass="entr" presetSubtype="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108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8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111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2" fill="hold">
                                <p:stCondLst>
                                  <p:cond delay="7500"/>
                                </p:stCondLst>
                                <p:childTnLst>
                                  <p:par>
                                    <p:cTn id="113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5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0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1" fill="hold">
                                <p:stCondLst>
                                  <p:cond delay="8000"/>
                                </p:stCondLst>
                                <p:childTnLst>
                                  <p:par>
                                    <p:cTn id="122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4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5" fill="hold">
                                <p:stCondLst>
                                  <p:cond delay="8500"/>
                                </p:stCondLst>
                                <p:childTnLst>
                                  <p:par>
                                    <p:cTn id="126" presetID="18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128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9" presetID="18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131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/>
          <p:bldP spid="11" grpId="0"/>
          <p:bldP spid="1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9" grpId="0"/>
          <p:bldP spid="50" grpId="0"/>
          <p:bldP spid="52" grpId="0"/>
          <p:bldP spid="53" grpId="0"/>
          <p:bldP spid="55" grpId="0"/>
          <p:bldP spid="56" grpId="0"/>
          <p:bldP spid="58" grpId="0"/>
          <p:bldP spid="59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3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42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46" presetID="18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48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8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51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53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55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1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62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4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5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66" presetID="18" presetClass="entr" presetSubtype="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68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18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71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2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73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5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8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9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1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82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5" fill="hold">
                                <p:stCondLst>
                                  <p:cond delay="5500"/>
                                </p:stCondLst>
                                <p:childTnLst>
                                  <p:par>
                                    <p:cTn id="86" presetID="18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88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8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91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2" fill="hold">
                                <p:stCondLst>
                                  <p:cond delay="6000"/>
                                </p:stCondLst>
                                <p:childTnLst>
                                  <p:par>
                                    <p:cTn id="93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5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6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0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1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102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04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5" fill="hold">
                                <p:stCondLst>
                                  <p:cond delay="7000"/>
                                </p:stCondLst>
                                <p:childTnLst>
                                  <p:par>
                                    <p:cTn id="106" presetID="18" presetClass="entr" presetSubtype="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108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8" presetClass="entr" presetSubtype="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Right)">
                                          <p:cBhvr>
                                            <p:cTn id="111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2" fill="hold">
                                <p:stCondLst>
                                  <p:cond delay="7500"/>
                                </p:stCondLst>
                                <p:childTnLst>
                                  <p:par>
                                    <p:cTn id="113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5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8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9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20" dur="5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1" fill="hold">
                                <p:stCondLst>
                                  <p:cond delay="8000"/>
                                </p:stCondLst>
                                <p:childTnLst>
                                  <p:par>
                                    <p:cTn id="122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4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5" fill="hold">
                                <p:stCondLst>
                                  <p:cond delay="8500"/>
                                </p:stCondLst>
                                <p:childTnLst>
                                  <p:par>
                                    <p:cTn id="126" presetID="18" presetClass="entr" presetSubtype="1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128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9" presetID="18" presetClass="entr" presetSubtype="1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strips(downLeft)">
                                          <p:cBhvr>
                                            <p:cTn id="131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/>
          <p:bldP spid="11" grpId="0"/>
          <p:bldP spid="1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9" grpId="0"/>
          <p:bldP spid="50" grpId="0"/>
          <p:bldP spid="52" grpId="0"/>
          <p:bldP spid="53" grpId="0"/>
          <p:bldP spid="55" grpId="0"/>
          <p:bldP spid="56" grpId="0"/>
          <p:bldP spid="58" grpId="0"/>
          <p:bldP spid="59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15" name="任意多边形 14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F688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535620" y="333508"/>
            <a:ext cx="2810850" cy="620594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0" y="362842"/>
            <a:ext cx="640269" cy="589581"/>
            <a:chOff x="445380" y="344047"/>
            <a:chExt cx="607069" cy="559040"/>
          </a:xfrm>
          <a:solidFill>
            <a:srgbClr val="0099B4"/>
          </a:solidFill>
        </p:grpSpPr>
        <p:sp>
          <p:nvSpPr>
            <p:cNvPr id="19" name="矩形 18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3311" y="377787"/>
              <a:ext cx="59913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21" name="Oval 15"/>
          <p:cNvSpPr>
            <a:spLocks noChangeArrowheads="1"/>
          </p:cNvSpPr>
          <p:nvPr/>
        </p:nvSpPr>
        <p:spPr bwMode="auto">
          <a:xfrm>
            <a:off x="5322452" y="6148548"/>
            <a:ext cx="2056649" cy="5403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2" name="Group 5"/>
          <p:cNvGrpSpPr/>
          <p:nvPr/>
        </p:nvGrpSpPr>
        <p:grpSpPr>
          <a:xfrm>
            <a:off x="5581990" y="3539039"/>
            <a:ext cx="1804955" cy="2630246"/>
            <a:chOff x="5292553" y="3355717"/>
            <a:chExt cx="1711365" cy="2494000"/>
          </a:xfrm>
        </p:grpSpPr>
        <p:sp>
          <p:nvSpPr>
            <p:cNvPr id="23" name="Rectangle 5"/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solidFill>
              <a:srgbClr val="D779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solidFill>
              <a:srgbClr val="007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0" name="Rectangle 12"/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1" name="Rectangle 13"/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solidFill>
              <a:srgbClr val="007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2" name="Rectangle 14"/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3" name="Rectangle 16"/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4" name="Rectangle 17"/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solidFill>
              <a:srgbClr val="D779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5" name="Rectangle 18"/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6" name="Rectangle 19"/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7" name="Rectangle 20"/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solidFill>
              <a:srgbClr val="5CCB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8" name="Rectangle 21"/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9" name="Rectangle 22"/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0" name="Rectangle 23"/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1" name="Freeform 24"/>
            <p:cNvSpPr/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2" name="Freeform 25"/>
            <p:cNvSpPr/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3" name="Freeform 26"/>
            <p:cNvSpPr/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4" name="Rectangle 27"/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solidFill>
              <a:srgbClr val="D779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5" name="Rectangle 28"/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6" name="Rectangle 29"/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Rectangle 30"/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8" name="Rectangle 31"/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9" name="Rectangle 32"/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0" name="Rectangle 33"/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1" name="Rectangle 34"/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Rectangle 35"/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3" name="Rectangle 36"/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4" name="Rectangle 37"/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5" name="Rectangle 38"/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6" name="Rectangle 39"/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7" name="Freeform 40"/>
            <p:cNvSpPr/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8" name="Freeform 41"/>
            <p:cNvSpPr/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9" name="Freeform 42"/>
            <p:cNvSpPr/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0" name="Freeform 43"/>
            <p:cNvSpPr/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1" name="Freeform 44"/>
            <p:cNvSpPr/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2" name="Oval 45"/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3" name="Oval 46"/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cxnSp>
        <p:nvCxnSpPr>
          <p:cNvPr id="64" name="Straight Connector 117"/>
          <p:cNvCxnSpPr/>
          <p:nvPr/>
        </p:nvCxnSpPr>
        <p:spPr>
          <a:xfrm flipH="1">
            <a:off x="7381557" y="5507907"/>
            <a:ext cx="1016318" cy="0"/>
          </a:xfrm>
          <a:prstGeom prst="line">
            <a:avLst/>
          </a:prstGeom>
          <a:ln>
            <a:solidFill>
              <a:schemeClr val="tx2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118"/>
          <p:cNvSpPr/>
          <p:nvPr/>
        </p:nvSpPr>
        <p:spPr>
          <a:xfrm>
            <a:off x="8672874" y="5295242"/>
            <a:ext cx="425355" cy="425330"/>
          </a:xfrm>
          <a:prstGeom prst="ellipse">
            <a:avLst/>
          </a:prstGeom>
          <a:noFill/>
          <a:ln w="28575">
            <a:solidFill>
              <a:srgbClr val="0099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6" name="TextBox 119"/>
          <p:cNvSpPr txBox="1"/>
          <p:nvPr/>
        </p:nvSpPr>
        <p:spPr>
          <a:xfrm flipH="1">
            <a:off x="9184855" y="5439913"/>
            <a:ext cx="2501103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7" name="TextBox 120"/>
          <p:cNvSpPr txBox="1"/>
          <p:nvPr/>
        </p:nvSpPr>
        <p:spPr>
          <a:xfrm flipH="1">
            <a:off x="9184861" y="5165130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16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8" name="Oval 144"/>
          <p:cNvSpPr/>
          <p:nvPr/>
        </p:nvSpPr>
        <p:spPr>
          <a:xfrm>
            <a:off x="8672874" y="4010968"/>
            <a:ext cx="425355" cy="425330"/>
          </a:xfrm>
          <a:prstGeom prst="ellipse">
            <a:avLst/>
          </a:prstGeom>
          <a:noFill/>
          <a:ln w="28575">
            <a:solidFill>
              <a:srgbClr val="F68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9" name="TextBox 145"/>
          <p:cNvSpPr txBox="1"/>
          <p:nvPr/>
        </p:nvSpPr>
        <p:spPr>
          <a:xfrm flipH="1">
            <a:off x="9184855" y="4155640"/>
            <a:ext cx="2501103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0" name="TextBox 146"/>
          <p:cNvSpPr txBox="1"/>
          <p:nvPr/>
        </p:nvSpPr>
        <p:spPr>
          <a:xfrm flipH="1">
            <a:off x="9179983" y="3880857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pPr algn="r"/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1" name="Oval 148"/>
          <p:cNvSpPr/>
          <p:nvPr/>
        </p:nvSpPr>
        <p:spPr>
          <a:xfrm>
            <a:off x="8672874" y="2770862"/>
            <a:ext cx="425355" cy="425330"/>
          </a:xfrm>
          <a:prstGeom prst="ellipse">
            <a:avLst/>
          </a:prstGeom>
          <a:noFill/>
          <a:ln w="28575">
            <a:solidFill>
              <a:srgbClr val="F68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2" name="TextBox 149"/>
          <p:cNvSpPr txBox="1"/>
          <p:nvPr/>
        </p:nvSpPr>
        <p:spPr>
          <a:xfrm flipH="1">
            <a:off x="9184855" y="2915534"/>
            <a:ext cx="2501103" cy="605205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3" name="TextBox 150"/>
          <p:cNvSpPr txBox="1"/>
          <p:nvPr/>
        </p:nvSpPr>
        <p:spPr>
          <a:xfrm flipH="1">
            <a:off x="9179983" y="2640751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pPr algn="r"/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cxnSp>
        <p:nvCxnSpPr>
          <p:cNvPr id="74" name="Straight Connector 151"/>
          <p:cNvCxnSpPr/>
          <p:nvPr/>
        </p:nvCxnSpPr>
        <p:spPr>
          <a:xfrm>
            <a:off x="4393323" y="5936610"/>
            <a:ext cx="1092875" cy="0"/>
          </a:xfrm>
          <a:prstGeom prst="line">
            <a:avLst/>
          </a:prstGeom>
          <a:ln>
            <a:solidFill>
              <a:schemeClr val="tx2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152"/>
          <p:cNvSpPr/>
          <p:nvPr/>
        </p:nvSpPr>
        <p:spPr>
          <a:xfrm flipH="1">
            <a:off x="3730227" y="5723945"/>
            <a:ext cx="425355" cy="425330"/>
          </a:xfrm>
          <a:prstGeom prst="ellipse">
            <a:avLst/>
          </a:prstGeom>
          <a:noFill/>
          <a:ln w="28575">
            <a:solidFill>
              <a:srgbClr val="F68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6" name="TextBox 153"/>
          <p:cNvSpPr txBox="1"/>
          <p:nvPr/>
        </p:nvSpPr>
        <p:spPr>
          <a:xfrm>
            <a:off x="1100784" y="5868617"/>
            <a:ext cx="2542816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algn="r"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7" name="TextBox 154"/>
          <p:cNvSpPr txBox="1"/>
          <p:nvPr/>
        </p:nvSpPr>
        <p:spPr>
          <a:xfrm>
            <a:off x="2217740" y="5593834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pPr algn="r"/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8" name="TextBox 159"/>
          <p:cNvSpPr txBox="1"/>
          <p:nvPr/>
        </p:nvSpPr>
        <p:spPr>
          <a:xfrm>
            <a:off x="1100784" y="4798199"/>
            <a:ext cx="2542816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algn="r"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9" name="TextBox 160"/>
          <p:cNvSpPr txBox="1"/>
          <p:nvPr/>
        </p:nvSpPr>
        <p:spPr>
          <a:xfrm>
            <a:off x="2099695" y="4523417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16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0" name="Oval 163"/>
          <p:cNvSpPr/>
          <p:nvPr/>
        </p:nvSpPr>
        <p:spPr>
          <a:xfrm flipH="1">
            <a:off x="3730227" y="3516005"/>
            <a:ext cx="425355" cy="425330"/>
          </a:xfrm>
          <a:prstGeom prst="ellipse">
            <a:avLst/>
          </a:prstGeom>
          <a:noFill/>
          <a:ln w="28575">
            <a:solidFill>
              <a:srgbClr val="0099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1" name="TextBox 164"/>
          <p:cNvSpPr txBox="1"/>
          <p:nvPr/>
        </p:nvSpPr>
        <p:spPr>
          <a:xfrm>
            <a:off x="1100784" y="3660677"/>
            <a:ext cx="2542816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algn="r"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2" name="TextBox 165"/>
          <p:cNvSpPr txBox="1"/>
          <p:nvPr/>
        </p:nvSpPr>
        <p:spPr>
          <a:xfrm>
            <a:off x="2123199" y="3385894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16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83" name="Group 172"/>
          <p:cNvGrpSpPr/>
          <p:nvPr/>
        </p:nvGrpSpPr>
        <p:grpSpPr>
          <a:xfrm>
            <a:off x="4392961" y="3728671"/>
            <a:ext cx="1091594" cy="460911"/>
            <a:chOff x="3873774" y="3408303"/>
            <a:chExt cx="843439" cy="307583"/>
          </a:xfrm>
        </p:grpSpPr>
        <p:cxnSp>
          <p:nvCxnSpPr>
            <p:cNvPr id="84" name="Straight Connector 162"/>
            <p:cNvCxnSpPr/>
            <p:nvPr/>
          </p:nvCxnSpPr>
          <p:spPr>
            <a:xfrm flipH="1">
              <a:off x="3873774" y="3408303"/>
              <a:ext cx="535858" cy="0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70"/>
            <p:cNvCxnSpPr/>
            <p:nvPr/>
          </p:nvCxnSpPr>
          <p:spPr>
            <a:xfrm>
              <a:off x="4409630" y="3408303"/>
              <a:ext cx="307583" cy="307583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Oval 173"/>
          <p:cNvSpPr/>
          <p:nvPr/>
        </p:nvSpPr>
        <p:spPr>
          <a:xfrm flipH="1">
            <a:off x="3730227" y="4653528"/>
            <a:ext cx="425355" cy="425330"/>
          </a:xfrm>
          <a:prstGeom prst="ellipse">
            <a:avLst/>
          </a:prstGeom>
          <a:noFill/>
          <a:ln w="28575">
            <a:solidFill>
              <a:srgbClr val="0099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87" name="Group 174"/>
          <p:cNvGrpSpPr/>
          <p:nvPr/>
        </p:nvGrpSpPr>
        <p:grpSpPr>
          <a:xfrm>
            <a:off x="4393321" y="4866194"/>
            <a:ext cx="1092871" cy="386432"/>
            <a:chOff x="3873774" y="3408303"/>
            <a:chExt cx="843439" cy="307583"/>
          </a:xfrm>
        </p:grpSpPr>
        <p:cxnSp>
          <p:nvCxnSpPr>
            <p:cNvPr id="88" name="Straight Connector 175"/>
            <p:cNvCxnSpPr/>
            <p:nvPr/>
          </p:nvCxnSpPr>
          <p:spPr>
            <a:xfrm flipH="1">
              <a:off x="3873774" y="3408303"/>
              <a:ext cx="535858" cy="0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76"/>
            <p:cNvCxnSpPr/>
            <p:nvPr/>
          </p:nvCxnSpPr>
          <p:spPr>
            <a:xfrm>
              <a:off x="4409630" y="3408303"/>
              <a:ext cx="307583" cy="307583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182"/>
          <p:cNvGrpSpPr/>
          <p:nvPr/>
        </p:nvGrpSpPr>
        <p:grpSpPr>
          <a:xfrm flipH="1">
            <a:off x="7100084" y="2981891"/>
            <a:ext cx="1297790" cy="847806"/>
            <a:chOff x="3873774" y="3408303"/>
            <a:chExt cx="843439" cy="307583"/>
          </a:xfrm>
        </p:grpSpPr>
        <p:cxnSp>
          <p:nvCxnSpPr>
            <p:cNvPr id="91" name="Straight Connector 183"/>
            <p:cNvCxnSpPr/>
            <p:nvPr/>
          </p:nvCxnSpPr>
          <p:spPr>
            <a:xfrm flipH="1">
              <a:off x="3873774" y="3408303"/>
              <a:ext cx="535858" cy="0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84"/>
            <p:cNvCxnSpPr/>
            <p:nvPr/>
          </p:nvCxnSpPr>
          <p:spPr>
            <a:xfrm>
              <a:off x="4409630" y="3408303"/>
              <a:ext cx="307583" cy="307583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185"/>
          <p:cNvGrpSpPr/>
          <p:nvPr/>
        </p:nvGrpSpPr>
        <p:grpSpPr>
          <a:xfrm flipH="1">
            <a:off x="7100083" y="4223830"/>
            <a:ext cx="1297792" cy="531462"/>
            <a:chOff x="3873774" y="3408303"/>
            <a:chExt cx="843439" cy="307583"/>
          </a:xfrm>
        </p:grpSpPr>
        <p:cxnSp>
          <p:nvCxnSpPr>
            <p:cNvPr id="94" name="Straight Connector 186"/>
            <p:cNvCxnSpPr/>
            <p:nvPr/>
          </p:nvCxnSpPr>
          <p:spPr>
            <a:xfrm flipH="1">
              <a:off x="3873774" y="3408303"/>
              <a:ext cx="535858" cy="0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87"/>
            <p:cNvCxnSpPr/>
            <p:nvPr/>
          </p:nvCxnSpPr>
          <p:spPr>
            <a:xfrm>
              <a:off x="4409630" y="3408303"/>
              <a:ext cx="307583" cy="307583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Freeform 191"/>
          <p:cNvSpPr>
            <a:spLocks noChangeArrowheads="1"/>
          </p:cNvSpPr>
          <p:nvPr/>
        </p:nvSpPr>
        <p:spPr bwMode="auto">
          <a:xfrm>
            <a:off x="3824445" y="5850591"/>
            <a:ext cx="236919" cy="189900"/>
          </a:xfrm>
          <a:custGeom>
            <a:avLst/>
            <a:gdLst>
              <a:gd name="T0" fmla="*/ 179752 w 444"/>
              <a:gd name="T1" fmla="*/ 16214 h 356"/>
              <a:gd name="T2" fmla="*/ 179752 w 444"/>
              <a:gd name="T3" fmla="*/ 16214 h 356"/>
              <a:gd name="T4" fmla="*/ 111726 w 444"/>
              <a:gd name="T5" fmla="*/ 16214 h 356"/>
              <a:gd name="T6" fmla="*/ 99562 w 444"/>
              <a:gd name="T7" fmla="*/ 27924 h 356"/>
              <a:gd name="T8" fmla="*/ 87849 w 444"/>
              <a:gd name="T9" fmla="*/ 16214 h 356"/>
              <a:gd name="T10" fmla="*/ 20273 w 444"/>
              <a:gd name="T11" fmla="*/ 16214 h 356"/>
              <a:gd name="T12" fmla="*/ 20273 w 444"/>
              <a:gd name="T13" fmla="*/ 83772 h 356"/>
              <a:gd name="T14" fmla="*/ 99562 w 444"/>
              <a:gd name="T15" fmla="*/ 159887 h 356"/>
              <a:gd name="T16" fmla="*/ 179752 w 444"/>
              <a:gd name="T17" fmla="*/ 83772 h 356"/>
              <a:gd name="T18" fmla="*/ 179752 w 444"/>
              <a:gd name="T19" fmla="*/ 16214 h 35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44" h="356">
                <a:moveTo>
                  <a:pt x="399" y="36"/>
                </a:moveTo>
                <a:lnTo>
                  <a:pt x="399" y="36"/>
                </a:lnTo>
                <a:cubicBezTo>
                  <a:pt x="355" y="0"/>
                  <a:pt x="293" y="0"/>
                  <a:pt x="248" y="36"/>
                </a:cubicBezTo>
                <a:cubicBezTo>
                  <a:pt x="221" y="62"/>
                  <a:pt x="221" y="62"/>
                  <a:pt x="221" y="62"/>
                </a:cubicBezTo>
                <a:cubicBezTo>
                  <a:pt x="195" y="36"/>
                  <a:pt x="195" y="36"/>
                  <a:pt x="195" y="36"/>
                </a:cubicBezTo>
                <a:cubicBezTo>
                  <a:pt x="151" y="0"/>
                  <a:pt x="89" y="0"/>
                  <a:pt x="45" y="36"/>
                </a:cubicBezTo>
                <a:cubicBezTo>
                  <a:pt x="0" y="80"/>
                  <a:pt x="0" y="151"/>
                  <a:pt x="45" y="186"/>
                </a:cubicBezTo>
                <a:cubicBezTo>
                  <a:pt x="221" y="355"/>
                  <a:pt x="221" y="355"/>
                  <a:pt x="221" y="355"/>
                </a:cubicBezTo>
                <a:cubicBezTo>
                  <a:pt x="399" y="186"/>
                  <a:pt x="399" y="186"/>
                  <a:pt x="399" y="186"/>
                </a:cubicBezTo>
                <a:cubicBezTo>
                  <a:pt x="443" y="151"/>
                  <a:pt x="443" y="80"/>
                  <a:pt x="399" y="36"/>
                </a:cubicBezTo>
              </a:path>
            </a:pathLst>
          </a:custGeom>
          <a:solidFill>
            <a:srgbClr val="F68808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7" name="Freeform 27"/>
          <p:cNvSpPr>
            <a:spLocks noChangeArrowheads="1"/>
          </p:cNvSpPr>
          <p:nvPr/>
        </p:nvSpPr>
        <p:spPr bwMode="auto">
          <a:xfrm>
            <a:off x="8751111" y="4118343"/>
            <a:ext cx="268883" cy="210583"/>
          </a:xfrm>
          <a:custGeom>
            <a:avLst/>
            <a:gdLst>
              <a:gd name="T0" fmla="*/ 194710 w 506"/>
              <a:gd name="T1" fmla="*/ 31193 h 399"/>
              <a:gd name="T2" fmla="*/ 194710 w 506"/>
              <a:gd name="T3" fmla="*/ 31193 h 399"/>
              <a:gd name="T4" fmla="*/ 75372 w 506"/>
              <a:gd name="T5" fmla="*/ 15596 h 399"/>
              <a:gd name="T6" fmla="*/ 4038 w 506"/>
              <a:gd name="T7" fmla="*/ 98481 h 399"/>
              <a:gd name="T8" fmla="*/ 87485 w 506"/>
              <a:gd name="T9" fmla="*/ 177354 h 399"/>
              <a:gd name="T10" fmla="*/ 170932 w 506"/>
              <a:gd name="T11" fmla="*/ 138140 h 399"/>
              <a:gd name="T12" fmla="*/ 162856 w 506"/>
              <a:gd name="T13" fmla="*/ 94470 h 399"/>
              <a:gd name="T14" fmla="*/ 210412 w 506"/>
              <a:gd name="T15" fmla="*/ 90460 h 399"/>
              <a:gd name="T16" fmla="*/ 194710 w 506"/>
              <a:gd name="T17" fmla="*/ 31193 h 399"/>
              <a:gd name="T18" fmla="*/ 122927 w 506"/>
              <a:gd name="T19" fmla="*/ 134130 h 399"/>
              <a:gd name="T20" fmla="*/ 122927 w 506"/>
              <a:gd name="T21" fmla="*/ 134130 h 399"/>
              <a:gd name="T22" fmla="*/ 107225 w 506"/>
              <a:gd name="T23" fmla="*/ 118088 h 399"/>
              <a:gd name="T24" fmla="*/ 122927 w 506"/>
              <a:gd name="T25" fmla="*/ 102491 h 399"/>
              <a:gd name="T26" fmla="*/ 138630 w 506"/>
              <a:gd name="T27" fmla="*/ 118088 h 399"/>
              <a:gd name="T28" fmla="*/ 122927 w 506"/>
              <a:gd name="T29" fmla="*/ 134130 h 39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06" h="399">
                <a:moveTo>
                  <a:pt x="434" y="70"/>
                </a:moveTo>
                <a:lnTo>
                  <a:pt x="434" y="70"/>
                </a:lnTo>
                <a:cubicBezTo>
                  <a:pt x="354" y="17"/>
                  <a:pt x="265" y="0"/>
                  <a:pt x="168" y="35"/>
                </a:cubicBezTo>
                <a:cubicBezTo>
                  <a:pt x="89" y="53"/>
                  <a:pt x="9" y="141"/>
                  <a:pt x="9" y="221"/>
                </a:cubicBezTo>
                <a:cubicBezTo>
                  <a:pt x="0" y="319"/>
                  <a:pt x="71" y="398"/>
                  <a:pt x="195" y="398"/>
                </a:cubicBezTo>
                <a:cubicBezTo>
                  <a:pt x="337" y="398"/>
                  <a:pt x="381" y="328"/>
                  <a:pt x="381" y="310"/>
                </a:cubicBezTo>
                <a:cubicBezTo>
                  <a:pt x="390" y="292"/>
                  <a:pt x="328" y="248"/>
                  <a:pt x="363" y="212"/>
                </a:cubicBezTo>
                <a:cubicBezTo>
                  <a:pt x="408" y="168"/>
                  <a:pt x="452" y="203"/>
                  <a:pt x="469" y="203"/>
                </a:cubicBezTo>
                <a:cubicBezTo>
                  <a:pt x="496" y="194"/>
                  <a:pt x="505" y="124"/>
                  <a:pt x="434" y="70"/>
                </a:cubicBezTo>
                <a:close/>
                <a:moveTo>
                  <a:pt x="274" y="301"/>
                </a:moveTo>
                <a:lnTo>
                  <a:pt x="274" y="301"/>
                </a:lnTo>
                <a:cubicBezTo>
                  <a:pt x="248" y="301"/>
                  <a:pt x="239" y="283"/>
                  <a:pt x="239" y="265"/>
                </a:cubicBezTo>
                <a:cubicBezTo>
                  <a:pt x="239" y="248"/>
                  <a:pt x="248" y="230"/>
                  <a:pt x="274" y="230"/>
                </a:cubicBezTo>
                <a:cubicBezTo>
                  <a:pt x="293" y="230"/>
                  <a:pt x="309" y="248"/>
                  <a:pt x="309" y="265"/>
                </a:cubicBezTo>
                <a:cubicBezTo>
                  <a:pt x="309" y="283"/>
                  <a:pt x="293" y="301"/>
                  <a:pt x="274" y="301"/>
                </a:cubicBezTo>
                <a:close/>
              </a:path>
            </a:pathLst>
          </a:custGeom>
          <a:solidFill>
            <a:srgbClr val="F68808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8" name="Freeform 28"/>
          <p:cNvSpPr>
            <a:spLocks noChangeArrowheads="1"/>
          </p:cNvSpPr>
          <p:nvPr/>
        </p:nvSpPr>
        <p:spPr bwMode="auto">
          <a:xfrm>
            <a:off x="3810344" y="3617740"/>
            <a:ext cx="265124" cy="221863"/>
          </a:xfrm>
          <a:custGeom>
            <a:avLst/>
            <a:gdLst>
              <a:gd name="T0" fmla="*/ 55735 w 498"/>
              <a:gd name="T1" fmla="*/ 36300 h 418"/>
              <a:gd name="T2" fmla="*/ 55735 w 498"/>
              <a:gd name="T3" fmla="*/ 36300 h 418"/>
              <a:gd name="T4" fmla="*/ 16181 w 498"/>
              <a:gd name="T5" fmla="*/ 115622 h 418"/>
              <a:gd name="T6" fmla="*/ 155518 w 498"/>
              <a:gd name="T7" fmla="*/ 51985 h 418"/>
              <a:gd name="T8" fmla="*/ 4045 w 498"/>
              <a:gd name="T9" fmla="*/ 171192 h 418"/>
              <a:gd name="T10" fmla="*/ 19777 w 498"/>
              <a:gd name="T11" fmla="*/ 179258 h 418"/>
              <a:gd name="T12" fmla="*/ 43599 w 498"/>
              <a:gd name="T13" fmla="*/ 139373 h 418"/>
              <a:gd name="T14" fmla="*/ 131696 w 498"/>
              <a:gd name="T15" fmla="*/ 139373 h 418"/>
              <a:gd name="T16" fmla="*/ 210803 w 498"/>
              <a:gd name="T17" fmla="*/ 32267 h 418"/>
              <a:gd name="T18" fmla="*/ 55735 w 498"/>
              <a:gd name="T19" fmla="*/ 36300 h 41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98" h="418">
                <a:moveTo>
                  <a:pt x="124" y="81"/>
                </a:moveTo>
                <a:lnTo>
                  <a:pt x="124" y="81"/>
                </a:lnTo>
                <a:cubicBezTo>
                  <a:pt x="27" y="134"/>
                  <a:pt x="36" y="222"/>
                  <a:pt x="36" y="258"/>
                </a:cubicBezTo>
                <a:cubicBezTo>
                  <a:pt x="159" y="107"/>
                  <a:pt x="346" y="116"/>
                  <a:pt x="346" y="116"/>
                </a:cubicBezTo>
                <a:cubicBezTo>
                  <a:pt x="346" y="116"/>
                  <a:pt x="80" y="204"/>
                  <a:pt x="9" y="382"/>
                </a:cubicBezTo>
                <a:cubicBezTo>
                  <a:pt x="0" y="400"/>
                  <a:pt x="36" y="417"/>
                  <a:pt x="44" y="400"/>
                </a:cubicBezTo>
                <a:cubicBezTo>
                  <a:pt x="62" y="355"/>
                  <a:pt x="97" y="311"/>
                  <a:pt x="97" y="311"/>
                </a:cubicBezTo>
                <a:cubicBezTo>
                  <a:pt x="151" y="329"/>
                  <a:pt x="230" y="355"/>
                  <a:pt x="293" y="311"/>
                </a:cubicBezTo>
                <a:cubicBezTo>
                  <a:pt x="363" y="258"/>
                  <a:pt x="363" y="134"/>
                  <a:pt x="469" y="72"/>
                </a:cubicBezTo>
                <a:cubicBezTo>
                  <a:pt x="497" y="63"/>
                  <a:pt x="249" y="0"/>
                  <a:pt x="124" y="81"/>
                </a:cubicBezTo>
              </a:path>
            </a:pathLst>
          </a:custGeom>
          <a:solidFill>
            <a:srgbClr val="0099B4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9" name="Freeform 29"/>
          <p:cNvSpPr>
            <a:spLocks noChangeArrowheads="1"/>
          </p:cNvSpPr>
          <p:nvPr/>
        </p:nvSpPr>
        <p:spPr bwMode="auto">
          <a:xfrm>
            <a:off x="8767092" y="5385695"/>
            <a:ext cx="236919" cy="244426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0099B4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0" name="Freeform 76"/>
          <p:cNvSpPr>
            <a:spLocks noChangeArrowheads="1"/>
          </p:cNvSpPr>
          <p:nvPr/>
        </p:nvSpPr>
        <p:spPr bwMode="auto">
          <a:xfrm>
            <a:off x="3867693" y="4736459"/>
            <a:ext cx="150425" cy="259468"/>
          </a:xfrm>
          <a:custGeom>
            <a:avLst/>
            <a:gdLst>
              <a:gd name="T0" fmla="*/ 106806 w 283"/>
              <a:gd name="T1" fmla="*/ 0 h 489"/>
              <a:gd name="T2" fmla="*/ 106806 w 283"/>
              <a:gd name="T3" fmla="*/ 0 h 489"/>
              <a:gd name="T4" fmla="*/ 19746 w 283"/>
              <a:gd name="T5" fmla="*/ 0 h 489"/>
              <a:gd name="T6" fmla="*/ 0 w 283"/>
              <a:gd name="T7" fmla="*/ 19712 h 489"/>
              <a:gd name="T8" fmla="*/ 0 w 283"/>
              <a:gd name="T9" fmla="*/ 194435 h 489"/>
              <a:gd name="T10" fmla="*/ 19746 w 283"/>
              <a:gd name="T11" fmla="*/ 218627 h 489"/>
              <a:gd name="T12" fmla="*/ 106806 w 283"/>
              <a:gd name="T13" fmla="*/ 218627 h 489"/>
              <a:gd name="T14" fmla="*/ 126551 w 283"/>
              <a:gd name="T15" fmla="*/ 194435 h 489"/>
              <a:gd name="T16" fmla="*/ 126551 w 283"/>
              <a:gd name="T17" fmla="*/ 19712 h 489"/>
              <a:gd name="T18" fmla="*/ 106806 w 283"/>
              <a:gd name="T19" fmla="*/ 0 h 489"/>
              <a:gd name="T20" fmla="*/ 63276 w 283"/>
              <a:gd name="T21" fmla="*/ 206083 h 489"/>
              <a:gd name="T22" fmla="*/ 63276 w 283"/>
              <a:gd name="T23" fmla="*/ 206083 h 489"/>
              <a:gd name="T24" fmla="*/ 47569 w 283"/>
              <a:gd name="T25" fmla="*/ 198467 h 489"/>
              <a:gd name="T26" fmla="*/ 63276 w 283"/>
              <a:gd name="T27" fmla="*/ 186371 h 489"/>
              <a:gd name="T28" fmla="*/ 78982 w 283"/>
              <a:gd name="T29" fmla="*/ 198467 h 489"/>
              <a:gd name="T30" fmla="*/ 63276 w 283"/>
              <a:gd name="T31" fmla="*/ 206083 h 489"/>
              <a:gd name="T32" fmla="*/ 110845 w 283"/>
              <a:gd name="T33" fmla="*/ 174722 h 489"/>
              <a:gd name="T34" fmla="*/ 110845 w 283"/>
              <a:gd name="T35" fmla="*/ 174722 h 489"/>
              <a:gd name="T36" fmla="*/ 15707 w 283"/>
              <a:gd name="T37" fmla="*/ 174722 h 489"/>
              <a:gd name="T38" fmla="*/ 15707 w 283"/>
              <a:gd name="T39" fmla="*/ 27776 h 489"/>
              <a:gd name="T40" fmla="*/ 110845 w 283"/>
              <a:gd name="T41" fmla="*/ 27776 h 489"/>
              <a:gd name="T42" fmla="*/ 110845 w 283"/>
              <a:gd name="T43" fmla="*/ 174722 h 489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283" h="489">
                <a:moveTo>
                  <a:pt x="238" y="0"/>
                </a:moveTo>
                <a:lnTo>
                  <a:pt x="238" y="0"/>
                </a:lnTo>
                <a:cubicBezTo>
                  <a:pt x="44" y="0"/>
                  <a:pt x="44" y="0"/>
                  <a:pt x="44" y="0"/>
                </a:cubicBezTo>
                <a:cubicBezTo>
                  <a:pt x="17" y="0"/>
                  <a:pt x="0" y="18"/>
                  <a:pt x="0" y="44"/>
                </a:cubicBezTo>
                <a:cubicBezTo>
                  <a:pt x="0" y="434"/>
                  <a:pt x="0" y="434"/>
                  <a:pt x="0" y="434"/>
                </a:cubicBezTo>
                <a:cubicBezTo>
                  <a:pt x="0" y="460"/>
                  <a:pt x="17" y="488"/>
                  <a:pt x="44" y="488"/>
                </a:cubicBezTo>
                <a:cubicBezTo>
                  <a:pt x="238" y="488"/>
                  <a:pt x="238" y="488"/>
                  <a:pt x="238" y="488"/>
                </a:cubicBezTo>
                <a:cubicBezTo>
                  <a:pt x="265" y="488"/>
                  <a:pt x="282" y="460"/>
                  <a:pt x="282" y="434"/>
                </a:cubicBezTo>
                <a:cubicBezTo>
                  <a:pt x="282" y="44"/>
                  <a:pt x="282" y="44"/>
                  <a:pt x="282" y="44"/>
                </a:cubicBezTo>
                <a:cubicBezTo>
                  <a:pt x="282" y="18"/>
                  <a:pt x="265" y="0"/>
                  <a:pt x="238" y="0"/>
                </a:cubicBezTo>
                <a:close/>
                <a:moveTo>
                  <a:pt x="141" y="460"/>
                </a:moveTo>
                <a:lnTo>
                  <a:pt x="141" y="460"/>
                </a:lnTo>
                <a:cubicBezTo>
                  <a:pt x="123" y="460"/>
                  <a:pt x="106" y="451"/>
                  <a:pt x="106" y="443"/>
                </a:cubicBezTo>
                <a:cubicBezTo>
                  <a:pt x="106" y="425"/>
                  <a:pt x="123" y="416"/>
                  <a:pt x="141" y="416"/>
                </a:cubicBezTo>
                <a:cubicBezTo>
                  <a:pt x="159" y="416"/>
                  <a:pt x="176" y="425"/>
                  <a:pt x="176" y="443"/>
                </a:cubicBezTo>
                <a:cubicBezTo>
                  <a:pt x="176" y="451"/>
                  <a:pt x="159" y="460"/>
                  <a:pt x="141" y="460"/>
                </a:cubicBezTo>
                <a:close/>
                <a:moveTo>
                  <a:pt x="247" y="390"/>
                </a:moveTo>
                <a:lnTo>
                  <a:pt x="247" y="390"/>
                </a:lnTo>
                <a:cubicBezTo>
                  <a:pt x="35" y="390"/>
                  <a:pt x="35" y="390"/>
                  <a:pt x="35" y="390"/>
                </a:cubicBezTo>
                <a:cubicBezTo>
                  <a:pt x="35" y="62"/>
                  <a:pt x="35" y="62"/>
                  <a:pt x="35" y="62"/>
                </a:cubicBezTo>
                <a:cubicBezTo>
                  <a:pt x="247" y="62"/>
                  <a:pt x="247" y="62"/>
                  <a:pt x="247" y="62"/>
                </a:cubicBezTo>
                <a:lnTo>
                  <a:pt x="247" y="390"/>
                </a:lnTo>
                <a:close/>
              </a:path>
            </a:pathLst>
          </a:custGeom>
          <a:solidFill>
            <a:srgbClr val="0099B4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1" name="Freeform 87"/>
          <p:cNvSpPr>
            <a:spLocks noChangeArrowheads="1"/>
          </p:cNvSpPr>
          <p:nvPr/>
        </p:nvSpPr>
        <p:spPr bwMode="auto">
          <a:xfrm>
            <a:off x="8763332" y="2863196"/>
            <a:ext cx="244440" cy="240665"/>
          </a:xfrm>
          <a:custGeom>
            <a:avLst/>
            <a:gdLst>
              <a:gd name="T0" fmla="*/ 51370 w 462"/>
              <a:gd name="T1" fmla="*/ 67883 h 452"/>
              <a:gd name="T2" fmla="*/ 83086 w 462"/>
              <a:gd name="T3" fmla="*/ 43607 h 452"/>
              <a:gd name="T4" fmla="*/ 83086 w 462"/>
              <a:gd name="T5" fmla="*/ 31469 h 452"/>
              <a:gd name="T6" fmla="*/ 19655 w 462"/>
              <a:gd name="T7" fmla="*/ 39561 h 452"/>
              <a:gd name="T8" fmla="*/ 51370 w 462"/>
              <a:gd name="T9" fmla="*/ 67883 h 452"/>
              <a:gd name="T10" fmla="*/ 27695 w 462"/>
              <a:gd name="T11" fmla="*/ 87664 h 452"/>
              <a:gd name="T12" fmla="*/ 11614 w 462"/>
              <a:gd name="T13" fmla="*/ 55745 h 452"/>
              <a:gd name="T14" fmla="*/ 15634 w 462"/>
              <a:gd name="T15" fmla="*/ 151051 h 452"/>
              <a:gd name="T16" fmla="*/ 27695 w 462"/>
              <a:gd name="T17" fmla="*/ 87664 h 452"/>
              <a:gd name="T18" fmla="*/ 102741 w 462"/>
              <a:gd name="T19" fmla="*/ 15735 h 452"/>
              <a:gd name="T20" fmla="*/ 154558 w 462"/>
              <a:gd name="T21" fmla="*/ 11688 h 452"/>
              <a:gd name="T22" fmla="*/ 67452 w 462"/>
              <a:gd name="T23" fmla="*/ 3596 h 452"/>
              <a:gd name="T24" fmla="*/ 102741 w 462"/>
              <a:gd name="T25" fmla="*/ 15735 h 452"/>
              <a:gd name="T26" fmla="*/ 134456 w 462"/>
              <a:gd name="T27" fmla="*/ 119582 h 452"/>
              <a:gd name="T28" fmla="*/ 110781 w 462"/>
              <a:gd name="T29" fmla="*/ 59342 h 452"/>
              <a:gd name="T30" fmla="*/ 91127 w 462"/>
              <a:gd name="T31" fmla="*/ 55745 h 452"/>
              <a:gd name="T32" fmla="*/ 71472 w 462"/>
              <a:gd name="T33" fmla="*/ 87664 h 452"/>
              <a:gd name="T34" fmla="*/ 134456 w 462"/>
              <a:gd name="T35" fmla="*/ 119582 h 452"/>
              <a:gd name="T36" fmla="*/ 162152 w 462"/>
              <a:gd name="T37" fmla="*/ 147005 h 452"/>
              <a:gd name="T38" fmla="*/ 162152 w 462"/>
              <a:gd name="T39" fmla="*/ 182970 h 452"/>
              <a:gd name="T40" fmla="*/ 174213 w 462"/>
              <a:gd name="T41" fmla="*/ 135317 h 452"/>
              <a:gd name="T42" fmla="*/ 130436 w 462"/>
              <a:gd name="T43" fmla="*/ 135317 h 452"/>
              <a:gd name="T44" fmla="*/ 63431 w 462"/>
              <a:gd name="T45" fmla="*/ 107444 h 452"/>
              <a:gd name="T46" fmla="*/ 47797 w 462"/>
              <a:gd name="T47" fmla="*/ 107444 h 452"/>
              <a:gd name="T48" fmla="*/ 63431 w 462"/>
              <a:gd name="T49" fmla="*/ 195108 h 452"/>
              <a:gd name="T50" fmla="*/ 170192 w 462"/>
              <a:gd name="T51" fmla="*/ 23827 h 452"/>
              <a:gd name="T52" fmla="*/ 122842 w 462"/>
              <a:gd name="T53" fmla="*/ 35515 h 452"/>
              <a:gd name="T54" fmla="*/ 122842 w 462"/>
              <a:gd name="T55" fmla="*/ 47653 h 452"/>
              <a:gd name="T56" fmla="*/ 174213 w 462"/>
              <a:gd name="T57" fmla="*/ 119582 h 452"/>
              <a:gd name="T58" fmla="*/ 205928 w 462"/>
              <a:gd name="T59" fmla="*/ 99352 h 452"/>
              <a:gd name="T60" fmla="*/ 142497 w 462"/>
              <a:gd name="T61" fmla="*/ 147005 h 452"/>
              <a:gd name="T62" fmla="*/ 79066 w 462"/>
              <a:gd name="T63" fmla="*/ 199154 h 452"/>
              <a:gd name="T64" fmla="*/ 146517 w 462"/>
              <a:gd name="T65" fmla="*/ 195108 h 452"/>
              <a:gd name="T66" fmla="*/ 146517 w 462"/>
              <a:gd name="T67" fmla="*/ 151051 h 45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62" h="452">
                <a:moveTo>
                  <a:pt x="115" y="151"/>
                </a:moveTo>
                <a:lnTo>
                  <a:pt x="115" y="151"/>
                </a:lnTo>
                <a:lnTo>
                  <a:pt x="124" y="151"/>
                </a:lnTo>
                <a:cubicBezTo>
                  <a:pt x="142" y="132"/>
                  <a:pt x="160" y="115"/>
                  <a:pt x="186" y="97"/>
                </a:cubicBezTo>
                <a:lnTo>
                  <a:pt x="186" y="88"/>
                </a:lnTo>
                <a:cubicBezTo>
                  <a:pt x="186" y="79"/>
                  <a:pt x="186" y="79"/>
                  <a:pt x="186" y="70"/>
                </a:cubicBezTo>
                <a:cubicBezTo>
                  <a:pt x="160" y="53"/>
                  <a:pt x="133" y="44"/>
                  <a:pt x="107" y="26"/>
                </a:cubicBezTo>
                <a:cubicBezTo>
                  <a:pt x="89" y="44"/>
                  <a:pt x="62" y="62"/>
                  <a:pt x="44" y="88"/>
                </a:cubicBezTo>
                <a:cubicBezTo>
                  <a:pt x="62" y="115"/>
                  <a:pt x="71" y="132"/>
                  <a:pt x="89" y="151"/>
                </a:cubicBezTo>
                <a:cubicBezTo>
                  <a:pt x="98" y="151"/>
                  <a:pt x="107" y="151"/>
                  <a:pt x="115" y="151"/>
                </a:cubicBezTo>
                <a:close/>
                <a:moveTo>
                  <a:pt x="62" y="195"/>
                </a:moveTo>
                <a:lnTo>
                  <a:pt x="62" y="195"/>
                </a:lnTo>
                <a:cubicBezTo>
                  <a:pt x="62" y="186"/>
                  <a:pt x="62" y="186"/>
                  <a:pt x="71" y="177"/>
                </a:cubicBezTo>
                <a:cubicBezTo>
                  <a:pt x="54" y="160"/>
                  <a:pt x="35" y="141"/>
                  <a:pt x="26" y="124"/>
                </a:cubicBezTo>
                <a:cubicBezTo>
                  <a:pt x="9" y="151"/>
                  <a:pt x="0" y="186"/>
                  <a:pt x="0" y="221"/>
                </a:cubicBezTo>
                <a:cubicBezTo>
                  <a:pt x="0" y="266"/>
                  <a:pt x="9" y="310"/>
                  <a:pt x="35" y="336"/>
                </a:cubicBezTo>
                <a:cubicBezTo>
                  <a:pt x="44" y="301"/>
                  <a:pt x="54" y="257"/>
                  <a:pt x="71" y="221"/>
                </a:cubicBezTo>
                <a:cubicBezTo>
                  <a:pt x="71" y="221"/>
                  <a:pt x="62" y="204"/>
                  <a:pt x="62" y="195"/>
                </a:cubicBezTo>
                <a:close/>
                <a:moveTo>
                  <a:pt x="230" y="35"/>
                </a:moveTo>
                <a:lnTo>
                  <a:pt x="230" y="35"/>
                </a:lnTo>
                <a:cubicBezTo>
                  <a:pt x="239" y="35"/>
                  <a:pt x="257" y="44"/>
                  <a:pt x="266" y="53"/>
                </a:cubicBezTo>
                <a:cubicBezTo>
                  <a:pt x="292" y="35"/>
                  <a:pt x="319" y="35"/>
                  <a:pt x="346" y="26"/>
                </a:cubicBezTo>
                <a:cubicBezTo>
                  <a:pt x="310" y="8"/>
                  <a:pt x="275" y="0"/>
                  <a:pt x="230" y="0"/>
                </a:cubicBezTo>
                <a:cubicBezTo>
                  <a:pt x="204" y="0"/>
                  <a:pt x="177" y="0"/>
                  <a:pt x="151" y="8"/>
                </a:cubicBezTo>
                <a:cubicBezTo>
                  <a:pt x="168" y="17"/>
                  <a:pt x="186" y="35"/>
                  <a:pt x="204" y="44"/>
                </a:cubicBezTo>
                <a:cubicBezTo>
                  <a:pt x="213" y="44"/>
                  <a:pt x="221" y="35"/>
                  <a:pt x="230" y="35"/>
                </a:cubicBezTo>
                <a:close/>
                <a:moveTo>
                  <a:pt x="301" y="266"/>
                </a:moveTo>
                <a:lnTo>
                  <a:pt x="301" y="266"/>
                </a:lnTo>
                <a:cubicBezTo>
                  <a:pt x="310" y="257"/>
                  <a:pt x="310" y="257"/>
                  <a:pt x="319" y="248"/>
                </a:cubicBezTo>
                <a:cubicBezTo>
                  <a:pt x="301" y="204"/>
                  <a:pt x="275" y="168"/>
                  <a:pt x="248" y="132"/>
                </a:cubicBezTo>
                <a:cubicBezTo>
                  <a:pt x="248" y="132"/>
                  <a:pt x="239" y="132"/>
                  <a:pt x="230" y="132"/>
                </a:cubicBezTo>
                <a:cubicBezTo>
                  <a:pt x="221" y="132"/>
                  <a:pt x="213" y="132"/>
                  <a:pt x="204" y="124"/>
                </a:cubicBezTo>
                <a:cubicBezTo>
                  <a:pt x="186" y="141"/>
                  <a:pt x="168" y="151"/>
                  <a:pt x="151" y="168"/>
                </a:cubicBezTo>
                <a:cubicBezTo>
                  <a:pt x="160" y="177"/>
                  <a:pt x="160" y="186"/>
                  <a:pt x="160" y="195"/>
                </a:cubicBezTo>
                <a:cubicBezTo>
                  <a:pt x="160" y="204"/>
                  <a:pt x="160" y="204"/>
                  <a:pt x="160" y="213"/>
                </a:cubicBezTo>
                <a:cubicBezTo>
                  <a:pt x="204" y="239"/>
                  <a:pt x="248" y="257"/>
                  <a:pt x="301" y="266"/>
                </a:cubicBezTo>
                <a:close/>
                <a:moveTo>
                  <a:pt x="363" y="327"/>
                </a:moveTo>
                <a:lnTo>
                  <a:pt x="363" y="327"/>
                </a:lnTo>
                <a:cubicBezTo>
                  <a:pt x="363" y="336"/>
                  <a:pt x="363" y="354"/>
                  <a:pt x="363" y="363"/>
                </a:cubicBezTo>
                <a:cubicBezTo>
                  <a:pt x="363" y="372"/>
                  <a:pt x="363" y="389"/>
                  <a:pt x="363" y="407"/>
                </a:cubicBezTo>
                <a:cubicBezTo>
                  <a:pt x="399" y="380"/>
                  <a:pt x="434" y="336"/>
                  <a:pt x="443" y="292"/>
                </a:cubicBezTo>
                <a:cubicBezTo>
                  <a:pt x="426" y="301"/>
                  <a:pt x="408" y="301"/>
                  <a:pt x="390" y="301"/>
                </a:cubicBezTo>
                <a:cubicBezTo>
                  <a:pt x="390" y="319"/>
                  <a:pt x="381" y="327"/>
                  <a:pt x="363" y="327"/>
                </a:cubicBezTo>
                <a:close/>
                <a:moveTo>
                  <a:pt x="292" y="301"/>
                </a:moveTo>
                <a:lnTo>
                  <a:pt x="292" y="301"/>
                </a:lnTo>
                <a:cubicBezTo>
                  <a:pt x="239" y="292"/>
                  <a:pt x="186" y="266"/>
                  <a:pt x="142" y="239"/>
                </a:cubicBezTo>
                <a:cubicBezTo>
                  <a:pt x="133" y="239"/>
                  <a:pt x="124" y="248"/>
                  <a:pt x="115" y="248"/>
                </a:cubicBezTo>
                <a:cubicBezTo>
                  <a:pt x="107" y="248"/>
                  <a:pt x="107" y="248"/>
                  <a:pt x="107" y="239"/>
                </a:cubicBezTo>
                <a:cubicBezTo>
                  <a:pt x="79" y="283"/>
                  <a:pt x="71" y="327"/>
                  <a:pt x="62" y="380"/>
                </a:cubicBezTo>
                <a:cubicBezTo>
                  <a:pt x="89" y="398"/>
                  <a:pt x="115" y="425"/>
                  <a:pt x="142" y="434"/>
                </a:cubicBezTo>
                <a:cubicBezTo>
                  <a:pt x="177" y="380"/>
                  <a:pt x="230" y="327"/>
                  <a:pt x="292" y="301"/>
                </a:cubicBezTo>
                <a:close/>
                <a:moveTo>
                  <a:pt x="381" y="53"/>
                </a:moveTo>
                <a:lnTo>
                  <a:pt x="381" y="53"/>
                </a:lnTo>
                <a:cubicBezTo>
                  <a:pt x="346" y="62"/>
                  <a:pt x="310" y="70"/>
                  <a:pt x="275" y="79"/>
                </a:cubicBezTo>
                <a:lnTo>
                  <a:pt x="283" y="88"/>
                </a:lnTo>
                <a:cubicBezTo>
                  <a:pt x="283" y="97"/>
                  <a:pt x="275" y="97"/>
                  <a:pt x="275" y="106"/>
                </a:cubicBezTo>
                <a:cubicBezTo>
                  <a:pt x="310" y="141"/>
                  <a:pt x="328" y="186"/>
                  <a:pt x="346" y="239"/>
                </a:cubicBezTo>
                <a:cubicBezTo>
                  <a:pt x="363" y="239"/>
                  <a:pt x="381" y="248"/>
                  <a:pt x="390" y="266"/>
                </a:cubicBezTo>
                <a:cubicBezTo>
                  <a:pt x="417" y="266"/>
                  <a:pt x="434" y="266"/>
                  <a:pt x="452" y="257"/>
                </a:cubicBezTo>
                <a:cubicBezTo>
                  <a:pt x="461" y="248"/>
                  <a:pt x="461" y="230"/>
                  <a:pt x="461" y="221"/>
                </a:cubicBezTo>
                <a:cubicBezTo>
                  <a:pt x="461" y="160"/>
                  <a:pt x="426" y="97"/>
                  <a:pt x="381" y="53"/>
                </a:cubicBezTo>
                <a:close/>
                <a:moveTo>
                  <a:pt x="319" y="327"/>
                </a:moveTo>
                <a:lnTo>
                  <a:pt x="319" y="327"/>
                </a:lnTo>
                <a:cubicBezTo>
                  <a:pt x="257" y="354"/>
                  <a:pt x="213" y="389"/>
                  <a:pt x="177" y="443"/>
                </a:cubicBezTo>
                <a:cubicBezTo>
                  <a:pt x="195" y="451"/>
                  <a:pt x="213" y="451"/>
                  <a:pt x="230" y="451"/>
                </a:cubicBezTo>
                <a:cubicBezTo>
                  <a:pt x="266" y="451"/>
                  <a:pt x="292" y="443"/>
                  <a:pt x="328" y="434"/>
                </a:cubicBezTo>
                <a:cubicBezTo>
                  <a:pt x="328" y="407"/>
                  <a:pt x="337" y="380"/>
                  <a:pt x="337" y="363"/>
                </a:cubicBezTo>
                <a:cubicBezTo>
                  <a:pt x="337" y="354"/>
                  <a:pt x="337" y="345"/>
                  <a:pt x="328" y="336"/>
                </a:cubicBezTo>
                <a:cubicBezTo>
                  <a:pt x="328" y="327"/>
                  <a:pt x="319" y="327"/>
                  <a:pt x="319" y="327"/>
                </a:cubicBezTo>
                <a:close/>
              </a:path>
            </a:pathLst>
          </a:custGeom>
          <a:solidFill>
            <a:srgbClr val="F68808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2" name="Oval 197"/>
          <p:cNvSpPr/>
          <p:nvPr/>
        </p:nvSpPr>
        <p:spPr>
          <a:xfrm flipH="1">
            <a:off x="3911327" y="2068695"/>
            <a:ext cx="488512" cy="488483"/>
          </a:xfrm>
          <a:prstGeom prst="ellipse">
            <a:avLst/>
          </a:prstGeom>
          <a:solidFill>
            <a:schemeClr val="tx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3" name="TextBox 198"/>
          <p:cNvSpPr txBox="1"/>
          <p:nvPr/>
        </p:nvSpPr>
        <p:spPr>
          <a:xfrm>
            <a:off x="1317526" y="2050019"/>
            <a:ext cx="2542816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algn="r"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4" name="Freeform 101"/>
          <p:cNvSpPr>
            <a:spLocks noChangeArrowheads="1"/>
          </p:cNvSpPr>
          <p:nvPr/>
        </p:nvSpPr>
        <p:spPr bwMode="auto">
          <a:xfrm>
            <a:off x="3999088" y="2193074"/>
            <a:ext cx="312992" cy="239727"/>
          </a:xfrm>
          <a:custGeom>
            <a:avLst/>
            <a:gdLst>
              <a:gd name="T0" fmla="*/ 36030 w 497"/>
              <a:gd name="T1" fmla="*/ 111308 h 382"/>
              <a:gd name="T2" fmla="*/ 36030 w 497"/>
              <a:gd name="T3" fmla="*/ 111308 h 382"/>
              <a:gd name="T4" fmla="*/ 71610 w 497"/>
              <a:gd name="T5" fmla="*/ 147214 h 382"/>
              <a:gd name="T6" fmla="*/ 111693 w 497"/>
              <a:gd name="T7" fmla="*/ 171001 h 382"/>
              <a:gd name="T8" fmla="*/ 151777 w 497"/>
              <a:gd name="T9" fmla="*/ 151253 h 382"/>
              <a:gd name="T10" fmla="*/ 175647 w 497"/>
              <a:gd name="T11" fmla="*/ 115796 h 382"/>
              <a:gd name="T12" fmla="*/ 111693 w 497"/>
              <a:gd name="T13" fmla="*/ 147214 h 382"/>
              <a:gd name="T14" fmla="*/ 36030 w 497"/>
              <a:gd name="T15" fmla="*/ 111308 h 382"/>
              <a:gd name="T16" fmla="*/ 219333 w 497"/>
              <a:gd name="T17" fmla="*/ 55654 h 382"/>
              <a:gd name="T18" fmla="*/ 219333 w 497"/>
              <a:gd name="T19" fmla="*/ 55654 h 382"/>
              <a:gd name="T20" fmla="*/ 123403 w 497"/>
              <a:gd name="T21" fmla="*/ 4039 h 382"/>
              <a:gd name="T22" fmla="*/ 99533 w 497"/>
              <a:gd name="T23" fmla="*/ 4039 h 382"/>
              <a:gd name="T24" fmla="*/ 4053 w 497"/>
              <a:gd name="T25" fmla="*/ 55654 h 382"/>
              <a:gd name="T26" fmla="*/ 4053 w 497"/>
              <a:gd name="T27" fmla="*/ 71812 h 382"/>
              <a:gd name="T28" fmla="*/ 99533 w 497"/>
              <a:gd name="T29" fmla="*/ 123426 h 382"/>
              <a:gd name="T30" fmla="*/ 123403 w 497"/>
              <a:gd name="T31" fmla="*/ 123426 h 382"/>
              <a:gd name="T32" fmla="*/ 183754 w 497"/>
              <a:gd name="T33" fmla="*/ 87520 h 382"/>
              <a:gd name="T34" fmla="*/ 119800 w 497"/>
              <a:gd name="T35" fmla="*/ 71812 h 382"/>
              <a:gd name="T36" fmla="*/ 111693 w 497"/>
              <a:gd name="T37" fmla="*/ 75402 h 382"/>
              <a:gd name="T38" fmla="*/ 91426 w 497"/>
              <a:gd name="T39" fmla="*/ 59693 h 382"/>
              <a:gd name="T40" fmla="*/ 111693 w 497"/>
              <a:gd name="T41" fmla="*/ 48024 h 382"/>
              <a:gd name="T42" fmla="*/ 131960 w 497"/>
              <a:gd name="T43" fmla="*/ 55654 h 382"/>
              <a:gd name="T44" fmla="*/ 199517 w 497"/>
              <a:gd name="T45" fmla="*/ 79441 h 382"/>
              <a:gd name="T46" fmla="*/ 219333 w 497"/>
              <a:gd name="T47" fmla="*/ 71812 h 382"/>
              <a:gd name="T48" fmla="*/ 219333 w 497"/>
              <a:gd name="T49" fmla="*/ 55654 h 382"/>
              <a:gd name="T50" fmla="*/ 191410 w 497"/>
              <a:gd name="T51" fmla="*/ 155292 h 382"/>
              <a:gd name="T52" fmla="*/ 191410 w 497"/>
              <a:gd name="T53" fmla="*/ 155292 h 382"/>
              <a:gd name="T54" fmla="*/ 207623 w 497"/>
              <a:gd name="T55" fmla="*/ 151253 h 382"/>
              <a:gd name="T56" fmla="*/ 199517 w 497"/>
              <a:gd name="T57" fmla="*/ 79441 h 382"/>
              <a:gd name="T58" fmla="*/ 183754 w 497"/>
              <a:gd name="T59" fmla="*/ 87520 h 382"/>
              <a:gd name="T60" fmla="*/ 191410 w 497"/>
              <a:gd name="T61" fmla="*/ 155292 h 382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497" h="382">
                <a:moveTo>
                  <a:pt x="80" y="248"/>
                </a:moveTo>
                <a:lnTo>
                  <a:pt x="80" y="248"/>
                </a:lnTo>
                <a:cubicBezTo>
                  <a:pt x="97" y="293"/>
                  <a:pt x="106" y="311"/>
                  <a:pt x="159" y="328"/>
                </a:cubicBezTo>
                <a:cubicBezTo>
                  <a:pt x="203" y="355"/>
                  <a:pt x="230" y="381"/>
                  <a:pt x="248" y="381"/>
                </a:cubicBezTo>
                <a:cubicBezTo>
                  <a:pt x="266" y="381"/>
                  <a:pt x="293" y="355"/>
                  <a:pt x="337" y="337"/>
                </a:cubicBezTo>
                <a:cubicBezTo>
                  <a:pt x="390" y="311"/>
                  <a:pt x="372" y="311"/>
                  <a:pt x="390" y="258"/>
                </a:cubicBezTo>
                <a:cubicBezTo>
                  <a:pt x="248" y="328"/>
                  <a:pt x="248" y="328"/>
                  <a:pt x="248" y="328"/>
                </a:cubicBezTo>
                <a:lnTo>
                  <a:pt x="80" y="248"/>
                </a:lnTo>
                <a:close/>
                <a:moveTo>
                  <a:pt x="487" y="124"/>
                </a:moveTo>
                <a:lnTo>
                  <a:pt x="487" y="124"/>
                </a:lnTo>
                <a:cubicBezTo>
                  <a:pt x="274" y="9"/>
                  <a:pt x="274" y="9"/>
                  <a:pt x="274" y="9"/>
                </a:cubicBezTo>
                <a:cubicBezTo>
                  <a:pt x="266" y="0"/>
                  <a:pt x="239" y="0"/>
                  <a:pt x="221" y="9"/>
                </a:cubicBezTo>
                <a:cubicBezTo>
                  <a:pt x="9" y="124"/>
                  <a:pt x="9" y="124"/>
                  <a:pt x="9" y="124"/>
                </a:cubicBezTo>
                <a:cubicBezTo>
                  <a:pt x="0" y="133"/>
                  <a:pt x="0" y="142"/>
                  <a:pt x="9" y="160"/>
                </a:cubicBezTo>
                <a:cubicBezTo>
                  <a:pt x="221" y="275"/>
                  <a:pt x="221" y="275"/>
                  <a:pt x="221" y="275"/>
                </a:cubicBezTo>
                <a:cubicBezTo>
                  <a:pt x="239" y="284"/>
                  <a:pt x="266" y="284"/>
                  <a:pt x="274" y="275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266" y="160"/>
                  <a:pt x="266" y="160"/>
                  <a:pt x="266" y="160"/>
                </a:cubicBezTo>
                <a:cubicBezTo>
                  <a:pt x="257" y="160"/>
                  <a:pt x="257" y="168"/>
                  <a:pt x="248" y="168"/>
                </a:cubicBezTo>
                <a:cubicBezTo>
                  <a:pt x="221" y="168"/>
                  <a:pt x="203" y="151"/>
                  <a:pt x="203" y="133"/>
                </a:cubicBezTo>
                <a:cubicBezTo>
                  <a:pt x="203" y="124"/>
                  <a:pt x="221" y="107"/>
                  <a:pt x="248" y="107"/>
                </a:cubicBezTo>
                <a:cubicBezTo>
                  <a:pt x="266" y="107"/>
                  <a:pt x="284" y="115"/>
                  <a:pt x="293" y="124"/>
                </a:cubicBezTo>
                <a:cubicBezTo>
                  <a:pt x="443" y="177"/>
                  <a:pt x="443" y="177"/>
                  <a:pt x="443" y="177"/>
                </a:cubicBezTo>
                <a:cubicBezTo>
                  <a:pt x="487" y="160"/>
                  <a:pt x="487" y="160"/>
                  <a:pt x="487" y="160"/>
                </a:cubicBezTo>
                <a:cubicBezTo>
                  <a:pt x="496" y="142"/>
                  <a:pt x="496" y="133"/>
                  <a:pt x="487" y="124"/>
                </a:cubicBezTo>
                <a:close/>
                <a:moveTo>
                  <a:pt x="425" y="346"/>
                </a:moveTo>
                <a:lnTo>
                  <a:pt x="425" y="346"/>
                </a:lnTo>
                <a:cubicBezTo>
                  <a:pt x="416" y="355"/>
                  <a:pt x="452" y="364"/>
                  <a:pt x="461" y="337"/>
                </a:cubicBezTo>
                <a:cubicBezTo>
                  <a:pt x="469" y="213"/>
                  <a:pt x="443" y="177"/>
                  <a:pt x="443" y="177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408" y="195"/>
                  <a:pt x="443" y="222"/>
                  <a:pt x="425" y="3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05" name="Group 6"/>
          <p:cNvGrpSpPr/>
          <p:nvPr/>
        </p:nvGrpSpPr>
        <p:grpSpPr>
          <a:xfrm>
            <a:off x="5084203" y="2228325"/>
            <a:ext cx="2533149" cy="1419750"/>
            <a:chOff x="4820577" y="2112898"/>
            <a:chExt cx="2401801" cy="1346207"/>
          </a:xfrm>
        </p:grpSpPr>
        <p:sp>
          <p:nvSpPr>
            <p:cNvPr id="106" name="Freeform 107"/>
            <p:cNvSpPr>
              <a:spLocks noEditPoints="1"/>
            </p:cNvSpPr>
            <p:nvPr/>
          </p:nvSpPr>
          <p:spPr bwMode="auto">
            <a:xfrm>
              <a:off x="4820577" y="2112898"/>
              <a:ext cx="2401801" cy="805776"/>
            </a:xfrm>
            <a:custGeom>
              <a:avLst/>
              <a:gdLst>
                <a:gd name="T0" fmla="*/ 0 w 3094"/>
                <a:gd name="T1" fmla="*/ 557 h 1038"/>
                <a:gd name="T2" fmla="*/ 1538 w 3094"/>
                <a:gd name="T3" fmla="*/ 2 h 1038"/>
                <a:gd name="T4" fmla="*/ 1543 w 3094"/>
                <a:gd name="T5" fmla="*/ 0 h 1038"/>
                <a:gd name="T6" fmla="*/ 3094 w 3094"/>
                <a:gd name="T7" fmla="*/ 526 h 1038"/>
                <a:gd name="T8" fmla="*/ 1551 w 3094"/>
                <a:gd name="T9" fmla="*/ 1036 h 1038"/>
                <a:gd name="T10" fmla="*/ 1548 w 3094"/>
                <a:gd name="T11" fmla="*/ 1038 h 1038"/>
                <a:gd name="T12" fmla="*/ 0 w 3094"/>
                <a:gd name="T13" fmla="*/ 557 h 1038"/>
                <a:gd name="T14" fmla="*/ 1543 w 3094"/>
                <a:gd name="T15" fmla="*/ 31 h 1038"/>
                <a:gd name="T16" fmla="*/ 93 w 3094"/>
                <a:gd name="T17" fmla="*/ 554 h 1038"/>
                <a:gd name="T18" fmla="*/ 1546 w 3094"/>
                <a:gd name="T19" fmla="*/ 1005 h 1038"/>
                <a:gd name="T20" fmla="*/ 3001 w 3094"/>
                <a:gd name="T21" fmla="*/ 526 h 1038"/>
                <a:gd name="T22" fmla="*/ 1543 w 3094"/>
                <a:gd name="T23" fmla="*/ 31 h 10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094" h="1038">
                  <a:moveTo>
                    <a:pt x="0" y="557"/>
                  </a:moveTo>
                  <a:lnTo>
                    <a:pt x="1538" y="2"/>
                  </a:lnTo>
                  <a:lnTo>
                    <a:pt x="1543" y="0"/>
                  </a:lnTo>
                  <a:lnTo>
                    <a:pt x="3094" y="526"/>
                  </a:lnTo>
                  <a:lnTo>
                    <a:pt x="1551" y="1036"/>
                  </a:lnTo>
                  <a:lnTo>
                    <a:pt x="1548" y="1038"/>
                  </a:lnTo>
                  <a:lnTo>
                    <a:pt x="0" y="557"/>
                  </a:lnTo>
                  <a:close/>
                  <a:moveTo>
                    <a:pt x="1543" y="31"/>
                  </a:moveTo>
                  <a:lnTo>
                    <a:pt x="93" y="554"/>
                  </a:lnTo>
                  <a:lnTo>
                    <a:pt x="1546" y="1005"/>
                  </a:lnTo>
                  <a:lnTo>
                    <a:pt x="3001" y="526"/>
                  </a:lnTo>
                  <a:lnTo>
                    <a:pt x="1543" y="31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07" name="Freeform 109"/>
            <p:cNvSpPr>
              <a:spLocks noEditPoints="1"/>
            </p:cNvSpPr>
            <p:nvPr/>
          </p:nvSpPr>
          <p:spPr bwMode="auto">
            <a:xfrm>
              <a:off x="5314289" y="2711408"/>
              <a:ext cx="1414377" cy="609377"/>
            </a:xfrm>
            <a:custGeom>
              <a:avLst/>
              <a:gdLst>
                <a:gd name="T0" fmla="*/ 547 w 1115"/>
                <a:gd name="T1" fmla="*/ 471 h 480"/>
                <a:gd name="T2" fmla="*/ 124 w 1115"/>
                <a:gd name="T3" fmla="*/ 269 h 480"/>
                <a:gd name="T4" fmla="*/ 11 w 1115"/>
                <a:gd name="T5" fmla="*/ 280 h 480"/>
                <a:gd name="T6" fmla="*/ 0 w 1115"/>
                <a:gd name="T7" fmla="*/ 283 h 480"/>
                <a:gd name="T8" fmla="*/ 0 w 1115"/>
                <a:gd name="T9" fmla="*/ 35 h 480"/>
                <a:gd name="T10" fmla="*/ 1 w 1115"/>
                <a:gd name="T11" fmla="*/ 25 h 480"/>
                <a:gd name="T12" fmla="*/ 10 w 1115"/>
                <a:gd name="T13" fmla="*/ 25 h 480"/>
                <a:gd name="T14" fmla="*/ 555 w 1115"/>
                <a:gd name="T15" fmla="*/ 199 h 480"/>
                <a:gd name="T16" fmla="*/ 1115 w 1115"/>
                <a:gd name="T17" fmla="*/ 0 h 480"/>
                <a:gd name="T18" fmla="*/ 1115 w 1115"/>
                <a:gd name="T19" fmla="*/ 312 h 480"/>
                <a:gd name="T20" fmla="*/ 1103 w 1115"/>
                <a:gd name="T21" fmla="*/ 307 h 480"/>
                <a:gd name="T22" fmla="*/ 952 w 1115"/>
                <a:gd name="T23" fmla="*/ 278 h 480"/>
                <a:gd name="T24" fmla="*/ 561 w 1115"/>
                <a:gd name="T25" fmla="*/ 471 h 480"/>
                <a:gd name="T26" fmla="*/ 554 w 1115"/>
                <a:gd name="T27" fmla="*/ 480 h 480"/>
                <a:gd name="T28" fmla="*/ 547 w 1115"/>
                <a:gd name="T29" fmla="*/ 471 h 480"/>
                <a:gd name="T30" fmla="*/ 1097 w 1115"/>
                <a:gd name="T31" fmla="*/ 285 h 480"/>
                <a:gd name="T32" fmla="*/ 1097 w 1115"/>
                <a:gd name="T33" fmla="*/ 27 h 480"/>
                <a:gd name="T34" fmla="*/ 558 w 1115"/>
                <a:gd name="T35" fmla="*/ 226 h 480"/>
                <a:gd name="T36" fmla="*/ 554 w 1115"/>
                <a:gd name="T37" fmla="*/ 227 h 480"/>
                <a:gd name="T38" fmla="*/ 551 w 1115"/>
                <a:gd name="T39" fmla="*/ 226 h 480"/>
                <a:gd name="T40" fmla="*/ 18 w 1115"/>
                <a:gd name="T41" fmla="*/ 45 h 480"/>
                <a:gd name="T42" fmla="*/ 18 w 1115"/>
                <a:gd name="T43" fmla="*/ 260 h 480"/>
                <a:gd name="T44" fmla="*/ 124 w 1115"/>
                <a:gd name="T45" fmla="*/ 251 h 480"/>
                <a:gd name="T46" fmla="*/ 555 w 1115"/>
                <a:gd name="T47" fmla="*/ 451 h 480"/>
                <a:gd name="T48" fmla="*/ 952 w 1115"/>
                <a:gd name="T49" fmla="*/ 259 h 480"/>
                <a:gd name="T50" fmla="*/ 1097 w 1115"/>
                <a:gd name="T51" fmla="*/ 285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5" h="480">
                  <a:moveTo>
                    <a:pt x="547" y="471"/>
                  </a:moveTo>
                  <a:cubicBezTo>
                    <a:pt x="419" y="304"/>
                    <a:pt x="246" y="269"/>
                    <a:pt x="124" y="269"/>
                  </a:cubicBezTo>
                  <a:cubicBezTo>
                    <a:pt x="57" y="269"/>
                    <a:pt x="12" y="280"/>
                    <a:pt x="11" y="280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34" y="25"/>
                    <a:pt x="461" y="166"/>
                    <a:pt x="555" y="199"/>
                  </a:cubicBezTo>
                  <a:cubicBezTo>
                    <a:pt x="1115" y="0"/>
                    <a:pt x="1115" y="0"/>
                    <a:pt x="1115" y="0"/>
                  </a:cubicBezTo>
                  <a:cubicBezTo>
                    <a:pt x="1115" y="312"/>
                    <a:pt x="1115" y="312"/>
                    <a:pt x="1115" y="312"/>
                  </a:cubicBezTo>
                  <a:cubicBezTo>
                    <a:pt x="1103" y="307"/>
                    <a:pt x="1103" y="307"/>
                    <a:pt x="1103" y="307"/>
                  </a:cubicBezTo>
                  <a:cubicBezTo>
                    <a:pt x="1053" y="287"/>
                    <a:pt x="1002" y="278"/>
                    <a:pt x="952" y="278"/>
                  </a:cubicBezTo>
                  <a:cubicBezTo>
                    <a:pt x="727" y="278"/>
                    <a:pt x="563" y="469"/>
                    <a:pt x="561" y="471"/>
                  </a:cubicBezTo>
                  <a:cubicBezTo>
                    <a:pt x="554" y="480"/>
                    <a:pt x="554" y="480"/>
                    <a:pt x="554" y="480"/>
                  </a:cubicBezTo>
                  <a:lnTo>
                    <a:pt x="547" y="471"/>
                  </a:lnTo>
                  <a:close/>
                  <a:moveTo>
                    <a:pt x="1097" y="285"/>
                  </a:moveTo>
                  <a:cubicBezTo>
                    <a:pt x="1097" y="27"/>
                    <a:pt x="1097" y="27"/>
                    <a:pt x="1097" y="27"/>
                  </a:cubicBezTo>
                  <a:cubicBezTo>
                    <a:pt x="558" y="226"/>
                    <a:pt x="558" y="226"/>
                    <a:pt x="558" y="226"/>
                  </a:cubicBezTo>
                  <a:cubicBezTo>
                    <a:pt x="554" y="227"/>
                    <a:pt x="554" y="227"/>
                    <a:pt x="554" y="227"/>
                  </a:cubicBezTo>
                  <a:cubicBezTo>
                    <a:pt x="551" y="226"/>
                    <a:pt x="551" y="226"/>
                    <a:pt x="551" y="226"/>
                  </a:cubicBezTo>
                  <a:cubicBezTo>
                    <a:pt x="359" y="159"/>
                    <a:pt x="73" y="60"/>
                    <a:pt x="18" y="45"/>
                  </a:cubicBezTo>
                  <a:cubicBezTo>
                    <a:pt x="18" y="260"/>
                    <a:pt x="18" y="260"/>
                    <a:pt x="18" y="260"/>
                  </a:cubicBezTo>
                  <a:cubicBezTo>
                    <a:pt x="36" y="256"/>
                    <a:pt x="74" y="251"/>
                    <a:pt x="124" y="251"/>
                  </a:cubicBezTo>
                  <a:cubicBezTo>
                    <a:pt x="248" y="251"/>
                    <a:pt x="423" y="286"/>
                    <a:pt x="555" y="451"/>
                  </a:cubicBezTo>
                  <a:cubicBezTo>
                    <a:pt x="590" y="413"/>
                    <a:pt x="746" y="259"/>
                    <a:pt x="952" y="259"/>
                  </a:cubicBezTo>
                  <a:cubicBezTo>
                    <a:pt x="1000" y="259"/>
                    <a:pt x="1049" y="268"/>
                    <a:pt x="1097" y="28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108" name="Group 4"/>
            <p:cNvGrpSpPr/>
            <p:nvPr/>
          </p:nvGrpSpPr>
          <p:grpSpPr>
            <a:xfrm>
              <a:off x="4856285" y="2125318"/>
              <a:ext cx="2330383" cy="1333787"/>
              <a:chOff x="4856285" y="2125318"/>
              <a:chExt cx="2330383" cy="1333787"/>
            </a:xfrm>
          </p:grpSpPr>
          <p:sp>
            <p:nvSpPr>
              <p:cNvPr id="109" name="Freeform 100"/>
              <p:cNvSpPr/>
              <p:nvPr/>
            </p:nvSpPr>
            <p:spPr bwMode="auto">
              <a:xfrm>
                <a:off x="6948352" y="3144570"/>
                <a:ext cx="153703" cy="310511"/>
              </a:xfrm>
              <a:custGeom>
                <a:avLst/>
                <a:gdLst>
                  <a:gd name="T0" fmla="*/ 164 w 198"/>
                  <a:gd name="T1" fmla="*/ 0 h 400"/>
                  <a:gd name="T2" fmla="*/ 198 w 198"/>
                  <a:gd name="T3" fmla="*/ 400 h 400"/>
                  <a:gd name="T4" fmla="*/ 0 w 198"/>
                  <a:gd name="T5" fmla="*/ 400 h 400"/>
                  <a:gd name="T6" fmla="*/ 34 w 198"/>
                  <a:gd name="T7" fmla="*/ 0 h 400"/>
                  <a:gd name="T8" fmla="*/ 164 w 198"/>
                  <a:gd name="T9" fmla="*/ 0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" h="400">
                    <a:moveTo>
                      <a:pt x="164" y="0"/>
                    </a:moveTo>
                    <a:lnTo>
                      <a:pt x="198" y="400"/>
                    </a:lnTo>
                    <a:lnTo>
                      <a:pt x="0" y="400"/>
                    </a:lnTo>
                    <a:lnTo>
                      <a:pt x="34" y="0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10" name="Freeform 101"/>
              <p:cNvSpPr>
                <a:spLocks noEditPoints="1"/>
              </p:cNvSpPr>
              <p:nvPr/>
            </p:nvSpPr>
            <p:spPr bwMode="auto">
              <a:xfrm>
                <a:off x="6935931" y="3125306"/>
                <a:ext cx="178544" cy="333799"/>
              </a:xfrm>
              <a:custGeom>
                <a:avLst/>
                <a:gdLst>
                  <a:gd name="T0" fmla="*/ 37 w 230"/>
                  <a:gd name="T1" fmla="*/ 0 h 430"/>
                  <a:gd name="T2" fmla="*/ 193 w 230"/>
                  <a:gd name="T3" fmla="*/ 0 h 430"/>
                  <a:gd name="T4" fmla="*/ 230 w 230"/>
                  <a:gd name="T5" fmla="*/ 430 h 430"/>
                  <a:gd name="T6" fmla="*/ 0 w 230"/>
                  <a:gd name="T7" fmla="*/ 430 h 430"/>
                  <a:gd name="T8" fmla="*/ 37 w 230"/>
                  <a:gd name="T9" fmla="*/ 0 h 430"/>
                  <a:gd name="T10" fmla="*/ 165 w 230"/>
                  <a:gd name="T11" fmla="*/ 29 h 430"/>
                  <a:gd name="T12" fmla="*/ 63 w 230"/>
                  <a:gd name="T13" fmla="*/ 29 h 430"/>
                  <a:gd name="T14" fmla="*/ 32 w 230"/>
                  <a:gd name="T15" fmla="*/ 400 h 430"/>
                  <a:gd name="T16" fmla="*/ 197 w 230"/>
                  <a:gd name="T17" fmla="*/ 400 h 430"/>
                  <a:gd name="T18" fmla="*/ 165 w 230"/>
                  <a:gd name="T19" fmla="*/ 29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0" h="430">
                    <a:moveTo>
                      <a:pt x="37" y="0"/>
                    </a:moveTo>
                    <a:lnTo>
                      <a:pt x="193" y="0"/>
                    </a:lnTo>
                    <a:lnTo>
                      <a:pt x="230" y="430"/>
                    </a:lnTo>
                    <a:lnTo>
                      <a:pt x="0" y="430"/>
                    </a:lnTo>
                    <a:lnTo>
                      <a:pt x="37" y="0"/>
                    </a:lnTo>
                    <a:close/>
                    <a:moveTo>
                      <a:pt x="165" y="29"/>
                    </a:moveTo>
                    <a:lnTo>
                      <a:pt x="63" y="29"/>
                    </a:lnTo>
                    <a:lnTo>
                      <a:pt x="32" y="400"/>
                    </a:lnTo>
                    <a:lnTo>
                      <a:pt x="197" y="400"/>
                    </a:lnTo>
                    <a:lnTo>
                      <a:pt x="165" y="29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11" name="Freeform 102"/>
              <p:cNvSpPr/>
              <p:nvPr/>
            </p:nvSpPr>
            <p:spPr bwMode="auto">
              <a:xfrm>
                <a:off x="7001915" y="2568573"/>
                <a:ext cx="41919" cy="517000"/>
              </a:xfrm>
              <a:custGeom>
                <a:avLst/>
                <a:gdLst>
                  <a:gd name="T0" fmla="*/ 0 w 54"/>
                  <a:gd name="T1" fmla="*/ 666 h 666"/>
                  <a:gd name="T2" fmla="*/ 54 w 54"/>
                  <a:gd name="T3" fmla="*/ 666 h 666"/>
                  <a:gd name="T4" fmla="*/ 54 w 54"/>
                  <a:gd name="T5" fmla="*/ 0 h 666"/>
                  <a:gd name="T6" fmla="*/ 0 w 54"/>
                  <a:gd name="T7" fmla="*/ 18 h 666"/>
                  <a:gd name="T8" fmla="*/ 0 w 54"/>
                  <a:gd name="T9" fmla="*/ 666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4" h="666">
                    <a:moveTo>
                      <a:pt x="0" y="666"/>
                    </a:moveTo>
                    <a:lnTo>
                      <a:pt x="54" y="666"/>
                    </a:lnTo>
                    <a:lnTo>
                      <a:pt x="54" y="0"/>
                    </a:lnTo>
                    <a:lnTo>
                      <a:pt x="0" y="18"/>
                    </a:lnTo>
                    <a:lnTo>
                      <a:pt x="0" y="666"/>
                    </a:lnTo>
                    <a:close/>
                  </a:path>
                </a:pathLst>
              </a:custGeom>
              <a:solidFill>
                <a:srgbClr val="343C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12" name="Freeform 103"/>
              <p:cNvSpPr>
                <a:spLocks noEditPoints="1"/>
              </p:cNvSpPr>
              <p:nvPr/>
            </p:nvSpPr>
            <p:spPr bwMode="auto">
              <a:xfrm>
                <a:off x="6990271" y="2553047"/>
                <a:ext cx="64431" cy="545723"/>
              </a:xfrm>
              <a:custGeom>
                <a:avLst/>
                <a:gdLst>
                  <a:gd name="T0" fmla="*/ 0 w 83"/>
                  <a:gd name="T1" fmla="*/ 26 h 703"/>
                  <a:gd name="T2" fmla="*/ 83 w 83"/>
                  <a:gd name="T3" fmla="*/ 0 h 703"/>
                  <a:gd name="T4" fmla="*/ 83 w 83"/>
                  <a:gd name="T5" fmla="*/ 703 h 703"/>
                  <a:gd name="T6" fmla="*/ 0 w 83"/>
                  <a:gd name="T7" fmla="*/ 703 h 703"/>
                  <a:gd name="T8" fmla="*/ 0 w 83"/>
                  <a:gd name="T9" fmla="*/ 26 h 703"/>
                  <a:gd name="T10" fmla="*/ 54 w 83"/>
                  <a:gd name="T11" fmla="*/ 41 h 703"/>
                  <a:gd name="T12" fmla="*/ 29 w 83"/>
                  <a:gd name="T13" fmla="*/ 49 h 703"/>
                  <a:gd name="T14" fmla="*/ 29 w 83"/>
                  <a:gd name="T15" fmla="*/ 672 h 703"/>
                  <a:gd name="T16" fmla="*/ 54 w 83"/>
                  <a:gd name="T17" fmla="*/ 672 h 703"/>
                  <a:gd name="T18" fmla="*/ 54 w 83"/>
                  <a:gd name="T19" fmla="*/ 41 h 7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3" h="703">
                    <a:moveTo>
                      <a:pt x="0" y="26"/>
                    </a:moveTo>
                    <a:lnTo>
                      <a:pt x="83" y="0"/>
                    </a:lnTo>
                    <a:lnTo>
                      <a:pt x="83" y="703"/>
                    </a:lnTo>
                    <a:lnTo>
                      <a:pt x="0" y="703"/>
                    </a:lnTo>
                    <a:lnTo>
                      <a:pt x="0" y="26"/>
                    </a:lnTo>
                    <a:close/>
                    <a:moveTo>
                      <a:pt x="54" y="41"/>
                    </a:moveTo>
                    <a:lnTo>
                      <a:pt x="29" y="49"/>
                    </a:lnTo>
                    <a:lnTo>
                      <a:pt x="29" y="672"/>
                    </a:lnTo>
                    <a:lnTo>
                      <a:pt x="54" y="672"/>
                    </a:lnTo>
                    <a:lnTo>
                      <a:pt x="54" y="41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13" name="Oval 104"/>
              <p:cNvSpPr>
                <a:spLocks noChangeArrowheads="1"/>
              </p:cNvSpPr>
              <p:nvPr/>
            </p:nvSpPr>
            <p:spPr bwMode="auto">
              <a:xfrm>
                <a:off x="6948352" y="3085573"/>
                <a:ext cx="153703" cy="6598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14" name="Freeform 105"/>
              <p:cNvSpPr>
                <a:spLocks noEditPoints="1"/>
              </p:cNvSpPr>
              <p:nvPr/>
            </p:nvSpPr>
            <p:spPr bwMode="auto">
              <a:xfrm>
                <a:off x="6936707" y="3060732"/>
                <a:ext cx="176991" cy="102469"/>
              </a:xfrm>
              <a:custGeom>
                <a:avLst/>
                <a:gdLst>
                  <a:gd name="T0" fmla="*/ 0 w 139"/>
                  <a:gd name="T1" fmla="*/ 46 h 81"/>
                  <a:gd name="T2" fmla="*/ 139 w 139"/>
                  <a:gd name="T3" fmla="*/ 46 h 81"/>
                  <a:gd name="T4" fmla="*/ 69 w 139"/>
                  <a:gd name="T5" fmla="*/ 81 h 81"/>
                  <a:gd name="T6" fmla="*/ 0 w 139"/>
                  <a:gd name="T7" fmla="*/ 46 h 81"/>
                  <a:gd name="T8" fmla="*/ 18 w 139"/>
                  <a:gd name="T9" fmla="*/ 46 h 81"/>
                  <a:gd name="T10" fmla="*/ 69 w 139"/>
                  <a:gd name="T11" fmla="*/ 63 h 81"/>
                  <a:gd name="T12" fmla="*/ 121 w 139"/>
                  <a:gd name="T13" fmla="*/ 46 h 81"/>
                  <a:gd name="T14" fmla="*/ 69 w 139"/>
                  <a:gd name="T15" fmla="*/ 30 h 81"/>
                  <a:gd name="T16" fmla="*/ 18 w 139"/>
                  <a:gd name="T17" fmla="*/ 46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9" h="81">
                    <a:moveTo>
                      <a:pt x="0" y="46"/>
                    </a:moveTo>
                    <a:cubicBezTo>
                      <a:pt x="0" y="0"/>
                      <a:pt x="139" y="0"/>
                      <a:pt x="139" y="46"/>
                    </a:cubicBezTo>
                    <a:cubicBezTo>
                      <a:pt x="139" y="69"/>
                      <a:pt x="104" y="81"/>
                      <a:pt x="69" y="81"/>
                    </a:cubicBezTo>
                    <a:cubicBezTo>
                      <a:pt x="35" y="81"/>
                      <a:pt x="0" y="69"/>
                      <a:pt x="0" y="46"/>
                    </a:cubicBezTo>
                    <a:close/>
                    <a:moveTo>
                      <a:pt x="18" y="46"/>
                    </a:moveTo>
                    <a:cubicBezTo>
                      <a:pt x="18" y="51"/>
                      <a:pt x="35" y="63"/>
                      <a:pt x="69" y="63"/>
                    </a:cubicBezTo>
                    <a:cubicBezTo>
                      <a:pt x="103" y="63"/>
                      <a:pt x="121" y="51"/>
                      <a:pt x="121" y="46"/>
                    </a:cubicBezTo>
                    <a:cubicBezTo>
                      <a:pt x="121" y="41"/>
                      <a:pt x="103" y="30"/>
                      <a:pt x="69" y="30"/>
                    </a:cubicBezTo>
                    <a:cubicBezTo>
                      <a:pt x="35" y="30"/>
                      <a:pt x="18" y="41"/>
                      <a:pt x="18" y="46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15" name="Freeform 106"/>
              <p:cNvSpPr/>
              <p:nvPr/>
            </p:nvSpPr>
            <p:spPr bwMode="auto">
              <a:xfrm>
                <a:off x="4856285" y="2125318"/>
                <a:ext cx="2330383" cy="780158"/>
              </a:xfrm>
              <a:custGeom>
                <a:avLst/>
                <a:gdLst>
                  <a:gd name="T0" fmla="*/ 3002 w 3002"/>
                  <a:gd name="T1" fmla="*/ 510 h 1005"/>
                  <a:gd name="T2" fmla="*/ 1497 w 3002"/>
                  <a:gd name="T3" fmla="*/ 0 h 1005"/>
                  <a:gd name="T4" fmla="*/ 0 w 3002"/>
                  <a:gd name="T5" fmla="*/ 540 h 1005"/>
                  <a:gd name="T6" fmla="*/ 1500 w 3002"/>
                  <a:gd name="T7" fmla="*/ 1005 h 1005"/>
                  <a:gd name="T8" fmla="*/ 3002 w 3002"/>
                  <a:gd name="T9" fmla="*/ 510 h 10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02" h="1005">
                    <a:moveTo>
                      <a:pt x="3002" y="510"/>
                    </a:moveTo>
                    <a:lnTo>
                      <a:pt x="1497" y="0"/>
                    </a:lnTo>
                    <a:lnTo>
                      <a:pt x="0" y="540"/>
                    </a:lnTo>
                    <a:lnTo>
                      <a:pt x="1500" y="1005"/>
                    </a:lnTo>
                    <a:lnTo>
                      <a:pt x="3002" y="510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16" name="Freeform 108"/>
              <p:cNvSpPr/>
              <p:nvPr/>
            </p:nvSpPr>
            <p:spPr bwMode="auto">
              <a:xfrm>
                <a:off x="5325933" y="2728486"/>
                <a:ext cx="1391865" cy="572892"/>
              </a:xfrm>
              <a:custGeom>
                <a:avLst/>
                <a:gdLst>
                  <a:gd name="T0" fmla="*/ 1097 w 1097"/>
                  <a:gd name="T1" fmla="*/ 0 h 452"/>
                  <a:gd name="T2" fmla="*/ 545 w 1097"/>
                  <a:gd name="T3" fmla="*/ 205 h 452"/>
                  <a:gd name="T4" fmla="*/ 0 w 1097"/>
                  <a:gd name="T5" fmla="*/ 22 h 452"/>
                  <a:gd name="T6" fmla="*/ 0 w 1097"/>
                  <a:gd name="T7" fmla="*/ 258 h 452"/>
                  <a:gd name="T8" fmla="*/ 545 w 1097"/>
                  <a:gd name="T9" fmla="*/ 452 h 452"/>
                  <a:gd name="T10" fmla="*/ 1097 w 1097"/>
                  <a:gd name="T11" fmla="*/ 285 h 452"/>
                  <a:gd name="T12" fmla="*/ 1097 w 1097"/>
                  <a:gd name="T13" fmla="*/ 0 h 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97" h="452">
                    <a:moveTo>
                      <a:pt x="1097" y="0"/>
                    </a:moveTo>
                    <a:cubicBezTo>
                      <a:pt x="545" y="205"/>
                      <a:pt x="545" y="205"/>
                      <a:pt x="545" y="205"/>
                    </a:cubicBezTo>
                    <a:cubicBezTo>
                      <a:pt x="545" y="205"/>
                      <a:pt x="0" y="13"/>
                      <a:pt x="0" y="22"/>
                    </a:cubicBezTo>
                    <a:cubicBezTo>
                      <a:pt x="0" y="31"/>
                      <a:pt x="0" y="258"/>
                      <a:pt x="0" y="258"/>
                    </a:cubicBezTo>
                    <a:cubicBezTo>
                      <a:pt x="0" y="258"/>
                      <a:pt x="333" y="176"/>
                      <a:pt x="545" y="452"/>
                    </a:cubicBezTo>
                    <a:cubicBezTo>
                      <a:pt x="545" y="452"/>
                      <a:pt x="788" y="164"/>
                      <a:pt x="1097" y="285"/>
                    </a:cubicBezTo>
                    <a:lnTo>
                      <a:pt x="1097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5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7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5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000"/>
                            </p:stCondLst>
                            <p:childTnLst>
                              <p:par>
                                <p:cTn id="10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8500"/>
                            </p:stCondLst>
                            <p:childTnLst>
                              <p:par>
                                <p:cTn id="10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950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1000"/>
                            </p:stCondLst>
                            <p:childTnLst>
                              <p:par>
                                <p:cTn id="1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2000"/>
                            </p:stCondLst>
                            <p:childTnLst>
                              <p:par>
                                <p:cTn id="1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2500"/>
                            </p:stCondLst>
                            <p:childTnLst>
                              <p:par>
                                <p:cTn id="1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3000"/>
                            </p:stCondLst>
                            <p:childTnLst>
                              <p:par>
                                <p:cTn id="1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350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65" grpId="0" animBg="1"/>
      <p:bldP spid="66" grpId="0"/>
      <p:bldP spid="67" grpId="0"/>
      <p:bldP spid="68" grpId="0" animBg="1"/>
      <p:bldP spid="69" grpId="0"/>
      <p:bldP spid="70" grpId="0"/>
      <p:bldP spid="71" grpId="0" animBg="1"/>
      <p:bldP spid="72" grpId="0"/>
      <p:bldP spid="73" grpId="0"/>
      <p:bldP spid="75" grpId="0" animBg="1"/>
      <p:bldP spid="76" grpId="0"/>
      <p:bldP spid="77" grpId="0"/>
      <p:bldP spid="78" grpId="0"/>
      <p:bldP spid="79" grpId="0"/>
      <p:bldP spid="80" grpId="0" animBg="1"/>
      <p:bldP spid="81" grpId="0"/>
      <p:bldP spid="82" grpId="0"/>
      <p:bldP spid="86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/>
      <p:bldP spid="10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15" name="任意多边形 14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F688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535620" y="333508"/>
            <a:ext cx="2810850" cy="620594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0" y="362842"/>
            <a:ext cx="640269" cy="589581"/>
            <a:chOff x="445380" y="344047"/>
            <a:chExt cx="607069" cy="559040"/>
          </a:xfrm>
          <a:solidFill>
            <a:srgbClr val="0099B4"/>
          </a:solidFill>
        </p:grpSpPr>
        <p:sp>
          <p:nvSpPr>
            <p:cNvPr id="19" name="矩形 18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3311" y="377787"/>
              <a:ext cx="59913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01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21" name="TextBox 4"/>
          <p:cNvSpPr txBox="1"/>
          <p:nvPr/>
        </p:nvSpPr>
        <p:spPr>
          <a:xfrm>
            <a:off x="8696771" y="3472309"/>
            <a:ext cx="3027148" cy="114550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2" name="TextBox 5"/>
          <p:cNvSpPr txBox="1"/>
          <p:nvPr/>
        </p:nvSpPr>
        <p:spPr>
          <a:xfrm>
            <a:off x="4917207" y="1462713"/>
            <a:ext cx="2985346" cy="114550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3" name="TextBox 6"/>
          <p:cNvSpPr txBox="1"/>
          <p:nvPr/>
        </p:nvSpPr>
        <p:spPr>
          <a:xfrm>
            <a:off x="956767" y="3544317"/>
            <a:ext cx="3081196" cy="114550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4" name="TextBox 7"/>
          <p:cNvSpPr txBox="1"/>
          <p:nvPr/>
        </p:nvSpPr>
        <p:spPr>
          <a:xfrm>
            <a:off x="524719" y="5179554"/>
            <a:ext cx="2990858" cy="114550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5" name="TextBox 8"/>
          <p:cNvSpPr txBox="1"/>
          <p:nvPr/>
        </p:nvSpPr>
        <p:spPr>
          <a:xfrm>
            <a:off x="9322593" y="5107546"/>
            <a:ext cx="3155454" cy="114550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6" name="Group 108"/>
          <p:cNvGrpSpPr/>
          <p:nvPr/>
        </p:nvGrpSpPr>
        <p:grpSpPr>
          <a:xfrm>
            <a:off x="3626199" y="5266805"/>
            <a:ext cx="981520" cy="981466"/>
            <a:chOff x="2578630" y="3114898"/>
            <a:chExt cx="697970" cy="697970"/>
          </a:xfrm>
        </p:grpSpPr>
        <p:sp>
          <p:nvSpPr>
            <p:cNvPr id="27" name="Oval 10"/>
            <p:cNvSpPr/>
            <p:nvPr/>
          </p:nvSpPr>
          <p:spPr>
            <a:xfrm rot="16200000">
              <a:off x="2578630" y="3114898"/>
              <a:ext cx="697970" cy="697970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8" name="Freeform 105"/>
            <p:cNvSpPr>
              <a:spLocks noEditPoints="1"/>
            </p:cNvSpPr>
            <p:nvPr/>
          </p:nvSpPr>
          <p:spPr bwMode="auto">
            <a:xfrm>
              <a:off x="2731405" y="3287133"/>
              <a:ext cx="358694" cy="353498"/>
            </a:xfrm>
            <a:custGeom>
              <a:avLst/>
              <a:gdLst/>
              <a:ahLst/>
              <a:cxnLst>
                <a:cxn ang="0">
                  <a:pos x="59" y="63"/>
                </a:cxn>
                <a:cxn ang="0">
                  <a:pos x="55" y="61"/>
                </a:cxn>
                <a:cxn ang="0">
                  <a:pos x="42" y="48"/>
                </a:cxn>
                <a:cxn ang="0">
                  <a:pos x="27" y="53"/>
                </a:cxn>
                <a:cxn ang="0">
                  <a:pos x="0" y="26"/>
                </a:cxn>
                <a:cxn ang="0">
                  <a:pos x="27" y="0"/>
                </a:cxn>
                <a:cxn ang="0">
                  <a:pos x="54" y="26"/>
                </a:cxn>
                <a:cxn ang="0">
                  <a:pos x="49" y="41"/>
                </a:cxn>
                <a:cxn ang="0">
                  <a:pos x="62" y="54"/>
                </a:cxn>
                <a:cxn ang="0">
                  <a:pos x="64" y="58"/>
                </a:cxn>
                <a:cxn ang="0">
                  <a:pos x="59" y="63"/>
                </a:cxn>
                <a:cxn ang="0">
                  <a:pos x="27" y="9"/>
                </a:cxn>
                <a:cxn ang="0">
                  <a:pos x="10" y="26"/>
                </a:cxn>
                <a:cxn ang="0">
                  <a:pos x="27" y="43"/>
                </a:cxn>
                <a:cxn ang="0">
                  <a:pos x="44" y="26"/>
                </a:cxn>
                <a:cxn ang="0">
                  <a:pos x="27" y="9"/>
                </a:cxn>
              </a:cxnLst>
              <a:rect l="0" t="0" r="r" b="b"/>
              <a:pathLst>
                <a:path w="64" h="63">
                  <a:moveTo>
                    <a:pt x="59" y="63"/>
                  </a:moveTo>
                  <a:cubicBezTo>
                    <a:pt x="57" y="63"/>
                    <a:pt x="56" y="62"/>
                    <a:pt x="55" y="61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38" y="51"/>
                    <a:pt x="33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ubicBezTo>
                    <a:pt x="54" y="32"/>
                    <a:pt x="52" y="37"/>
                    <a:pt x="49" y="41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63" y="55"/>
                    <a:pt x="64" y="57"/>
                    <a:pt x="64" y="58"/>
                  </a:cubicBezTo>
                  <a:cubicBezTo>
                    <a:pt x="64" y="61"/>
                    <a:pt x="61" y="63"/>
                    <a:pt x="59" y="63"/>
                  </a:cubicBezTo>
                  <a:close/>
                  <a:moveTo>
                    <a:pt x="27" y="9"/>
                  </a:moveTo>
                  <a:cubicBezTo>
                    <a:pt x="18" y="9"/>
                    <a:pt x="10" y="17"/>
                    <a:pt x="10" y="26"/>
                  </a:cubicBezTo>
                  <a:cubicBezTo>
                    <a:pt x="10" y="36"/>
                    <a:pt x="18" y="43"/>
                    <a:pt x="27" y="43"/>
                  </a:cubicBezTo>
                  <a:cubicBezTo>
                    <a:pt x="37" y="43"/>
                    <a:pt x="44" y="36"/>
                    <a:pt x="44" y="26"/>
                  </a:cubicBezTo>
                  <a:cubicBezTo>
                    <a:pt x="44" y="17"/>
                    <a:pt x="37" y="9"/>
                    <a:pt x="27" y="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solidFill>
                  <a:schemeClr val="accent3">
                    <a:lumMod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9" name="Group 110"/>
          <p:cNvGrpSpPr/>
          <p:nvPr/>
        </p:nvGrpSpPr>
        <p:grpSpPr>
          <a:xfrm>
            <a:off x="4054824" y="3631568"/>
            <a:ext cx="981520" cy="981466"/>
            <a:chOff x="2883430" y="2039822"/>
            <a:chExt cx="697970" cy="697970"/>
          </a:xfrm>
        </p:grpSpPr>
        <p:sp>
          <p:nvSpPr>
            <p:cNvPr id="30" name="Oval 13"/>
            <p:cNvSpPr/>
            <p:nvPr/>
          </p:nvSpPr>
          <p:spPr>
            <a:xfrm rot="16200000">
              <a:off x="2883430" y="2039822"/>
              <a:ext cx="697970" cy="697970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1" name="Freeform 144"/>
            <p:cNvSpPr>
              <a:spLocks noEditPoints="1"/>
            </p:cNvSpPr>
            <p:nvPr/>
          </p:nvSpPr>
          <p:spPr bwMode="auto">
            <a:xfrm>
              <a:off x="3039394" y="2221420"/>
              <a:ext cx="386043" cy="334773"/>
            </a:xfrm>
            <a:custGeom>
              <a:avLst/>
              <a:gdLst/>
              <a:ahLst/>
              <a:cxnLst>
                <a:cxn ang="0">
                  <a:pos x="59" y="26"/>
                </a:cxn>
                <a:cxn ang="0">
                  <a:pos x="57" y="28"/>
                </a:cxn>
                <a:cxn ang="0">
                  <a:pos x="20" y="32"/>
                </a:cxn>
                <a:cxn ang="0">
                  <a:pos x="20" y="35"/>
                </a:cxn>
                <a:cxn ang="0">
                  <a:pos x="19" y="37"/>
                </a:cxn>
                <a:cxn ang="0">
                  <a:pos x="52" y="37"/>
                </a:cxn>
                <a:cxn ang="0">
                  <a:pos x="55" y="39"/>
                </a:cxn>
                <a:cxn ang="0">
                  <a:pos x="52" y="42"/>
                </a:cxn>
                <a:cxn ang="0">
                  <a:pos x="16" y="42"/>
                </a:cxn>
                <a:cxn ang="0">
                  <a:pos x="13" y="39"/>
                </a:cxn>
                <a:cxn ang="0">
                  <a:pos x="16" y="34"/>
                </a:cxn>
                <a:cxn ang="0">
                  <a:pos x="9" y="5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11" y="0"/>
                </a:cxn>
                <a:cxn ang="0">
                  <a:pos x="14" y="5"/>
                </a:cxn>
                <a:cxn ang="0">
                  <a:pos x="57" y="5"/>
                </a:cxn>
                <a:cxn ang="0">
                  <a:pos x="59" y="7"/>
                </a:cxn>
                <a:cxn ang="0">
                  <a:pos x="59" y="26"/>
                </a:cxn>
                <a:cxn ang="0">
                  <a:pos x="18" y="51"/>
                </a:cxn>
                <a:cxn ang="0">
                  <a:pos x="13" y="46"/>
                </a:cxn>
                <a:cxn ang="0">
                  <a:pos x="18" y="42"/>
                </a:cxn>
                <a:cxn ang="0">
                  <a:pos x="23" y="46"/>
                </a:cxn>
                <a:cxn ang="0">
                  <a:pos x="18" y="51"/>
                </a:cxn>
                <a:cxn ang="0">
                  <a:pos x="50" y="51"/>
                </a:cxn>
                <a:cxn ang="0">
                  <a:pos x="45" y="46"/>
                </a:cxn>
                <a:cxn ang="0">
                  <a:pos x="50" y="42"/>
                </a:cxn>
                <a:cxn ang="0">
                  <a:pos x="55" y="46"/>
                </a:cxn>
                <a:cxn ang="0">
                  <a:pos x="50" y="51"/>
                </a:cxn>
              </a:cxnLst>
              <a:rect l="0" t="0" r="r" b="b"/>
              <a:pathLst>
                <a:path w="59" h="51">
                  <a:moveTo>
                    <a:pt x="59" y="26"/>
                  </a:moveTo>
                  <a:cubicBezTo>
                    <a:pt x="59" y="27"/>
                    <a:pt x="58" y="28"/>
                    <a:pt x="57" y="28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33"/>
                    <a:pt x="20" y="34"/>
                    <a:pt x="20" y="35"/>
                  </a:cubicBezTo>
                  <a:cubicBezTo>
                    <a:pt x="20" y="36"/>
                    <a:pt x="20" y="36"/>
                    <a:pt x="19" y="37"/>
                  </a:cubicBezTo>
                  <a:cubicBezTo>
                    <a:pt x="52" y="37"/>
                    <a:pt x="52" y="37"/>
                    <a:pt x="52" y="37"/>
                  </a:cubicBezTo>
                  <a:cubicBezTo>
                    <a:pt x="54" y="37"/>
                    <a:pt x="55" y="38"/>
                    <a:pt x="55" y="39"/>
                  </a:cubicBezTo>
                  <a:cubicBezTo>
                    <a:pt x="55" y="41"/>
                    <a:pt x="54" y="42"/>
                    <a:pt x="52" y="42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5" y="42"/>
                    <a:pt x="13" y="41"/>
                    <a:pt x="13" y="39"/>
                  </a:cubicBezTo>
                  <a:cubicBezTo>
                    <a:pt x="13" y="38"/>
                    <a:pt x="15" y="35"/>
                    <a:pt x="16" y="34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2"/>
                    <a:pt x="1" y="0"/>
                    <a:pt x="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4" y="0"/>
                    <a:pt x="14" y="3"/>
                    <a:pt x="14" y="5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58" y="5"/>
                    <a:pt x="59" y="6"/>
                    <a:pt x="59" y="7"/>
                  </a:cubicBezTo>
                  <a:lnTo>
                    <a:pt x="59" y="26"/>
                  </a:lnTo>
                  <a:close/>
                  <a:moveTo>
                    <a:pt x="18" y="51"/>
                  </a:moveTo>
                  <a:cubicBezTo>
                    <a:pt x="16" y="51"/>
                    <a:pt x="13" y="49"/>
                    <a:pt x="13" y="46"/>
                  </a:cubicBezTo>
                  <a:cubicBezTo>
                    <a:pt x="13" y="44"/>
                    <a:pt x="16" y="42"/>
                    <a:pt x="18" y="42"/>
                  </a:cubicBezTo>
                  <a:cubicBezTo>
                    <a:pt x="21" y="42"/>
                    <a:pt x="23" y="44"/>
                    <a:pt x="23" y="46"/>
                  </a:cubicBezTo>
                  <a:cubicBezTo>
                    <a:pt x="23" y="49"/>
                    <a:pt x="21" y="51"/>
                    <a:pt x="18" y="51"/>
                  </a:cubicBezTo>
                  <a:close/>
                  <a:moveTo>
                    <a:pt x="50" y="51"/>
                  </a:moveTo>
                  <a:cubicBezTo>
                    <a:pt x="47" y="51"/>
                    <a:pt x="45" y="49"/>
                    <a:pt x="45" y="46"/>
                  </a:cubicBezTo>
                  <a:cubicBezTo>
                    <a:pt x="45" y="44"/>
                    <a:pt x="47" y="42"/>
                    <a:pt x="50" y="42"/>
                  </a:cubicBezTo>
                  <a:cubicBezTo>
                    <a:pt x="53" y="42"/>
                    <a:pt x="55" y="44"/>
                    <a:pt x="55" y="46"/>
                  </a:cubicBezTo>
                  <a:cubicBezTo>
                    <a:pt x="55" y="49"/>
                    <a:pt x="53" y="51"/>
                    <a:pt x="50" y="5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2" name="Group 112"/>
          <p:cNvGrpSpPr/>
          <p:nvPr/>
        </p:nvGrpSpPr>
        <p:grpSpPr>
          <a:xfrm>
            <a:off x="5938615" y="2738534"/>
            <a:ext cx="981520" cy="981466"/>
            <a:chOff x="4223015" y="1447400"/>
            <a:chExt cx="697970" cy="697970"/>
          </a:xfrm>
        </p:grpSpPr>
        <p:sp>
          <p:nvSpPr>
            <p:cNvPr id="33" name="Oval 16"/>
            <p:cNvSpPr/>
            <p:nvPr/>
          </p:nvSpPr>
          <p:spPr>
            <a:xfrm rot="16200000">
              <a:off x="4223015" y="1447400"/>
              <a:ext cx="697970" cy="697970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4" name="Freeform 22"/>
            <p:cNvSpPr>
              <a:spLocks noEditPoints="1"/>
            </p:cNvSpPr>
            <p:nvPr/>
          </p:nvSpPr>
          <p:spPr bwMode="auto">
            <a:xfrm>
              <a:off x="4387851" y="1636038"/>
              <a:ext cx="368299" cy="320695"/>
            </a:xfrm>
            <a:custGeom>
              <a:avLst/>
              <a:gdLst/>
              <a:ahLst/>
              <a:cxnLst>
                <a:cxn ang="0">
                  <a:pos x="68" y="24"/>
                </a:cxn>
                <a:cxn ang="0">
                  <a:pos x="64" y="29"/>
                </a:cxn>
                <a:cxn ang="0">
                  <a:pos x="64" y="43"/>
                </a:cxn>
                <a:cxn ang="0">
                  <a:pos x="59" y="48"/>
                </a:cxn>
                <a:cxn ang="0">
                  <a:pos x="28" y="34"/>
                </a:cxn>
                <a:cxn ang="0">
                  <a:pos x="25" y="44"/>
                </a:cxn>
                <a:cxn ang="0">
                  <a:pos x="30" y="54"/>
                </a:cxn>
                <a:cxn ang="0">
                  <a:pos x="14" y="56"/>
                </a:cxn>
                <a:cxn ang="0">
                  <a:pos x="11" y="34"/>
                </a:cxn>
                <a:cxn ang="0">
                  <a:pos x="7" y="34"/>
                </a:cxn>
                <a:cxn ang="0">
                  <a:pos x="0" y="27"/>
                </a:cxn>
                <a:cxn ang="0">
                  <a:pos x="0" y="20"/>
                </a:cxn>
                <a:cxn ang="0">
                  <a:pos x="7" y="14"/>
                </a:cxn>
                <a:cxn ang="0">
                  <a:pos x="25" y="14"/>
                </a:cxn>
                <a:cxn ang="0">
                  <a:pos x="59" y="0"/>
                </a:cxn>
                <a:cxn ang="0">
                  <a:pos x="64" y="4"/>
                </a:cxn>
                <a:cxn ang="0">
                  <a:pos x="64" y="19"/>
                </a:cxn>
                <a:cxn ang="0">
                  <a:pos x="68" y="24"/>
                </a:cxn>
                <a:cxn ang="0">
                  <a:pos x="59" y="6"/>
                </a:cxn>
                <a:cxn ang="0">
                  <a:pos x="30" y="19"/>
                </a:cxn>
                <a:cxn ang="0">
                  <a:pos x="30" y="29"/>
                </a:cxn>
                <a:cxn ang="0">
                  <a:pos x="59" y="42"/>
                </a:cxn>
                <a:cxn ang="0">
                  <a:pos x="59" y="6"/>
                </a:cxn>
              </a:cxnLst>
              <a:rect l="0" t="0" r="r" b="b"/>
              <a:pathLst>
                <a:path w="68" h="59">
                  <a:moveTo>
                    <a:pt x="68" y="24"/>
                  </a:moveTo>
                  <a:cubicBezTo>
                    <a:pt x="68" y="27"/>
                    <a:pt x="66" y="29"/>
                    <a:pt x="64" y="29"/>
                  </a:cubicBezTo>
                  <a:cubicBezTo>
                    <a:pt x="64" y="43"/>
                    <a:pt x="64" y="43"/>
                    <a:pt x="64" y="43"/>
                  </a:cubicBezTo>
                  <a:cubicBezTo>
                    <a:pt x="64" y="46"/>
                    <a:pt x="61" y="48"/>
                    <a:pt x="59" y="48"/>
                  </a:cubicBezTo>
                  <a:cubicBezTo>
                    <a:pt x="52" y="43"/>
                    <a:pt x="41" y="35"/>
                    <a:pt x="28" y="34"/>
                  </a:cubicBezTo>
                  <a:cubicBezTo>
                    <a:pt x="23" y="35"/>
                    <a:pt x="22" y="41"/>
                    <a:pt x="25" y="44"/>
                  </a:cubicBezTo>
                  <a:cubicBezTo>
                    <a:pt x="22" y="48"/>
                    <a:pt x="26" y="51"/>
                    <a:pt x="30" y="54"/>
                  </a:cubicBezTo>
                  <a:cubicBezTo>
                    <a:pt x="27" y="59"/>
                    <a:pt x="17" y="59"/>
                    <a:pt x="14" y="56"/>
                  </a:cubicBezTo>
                  <a:cubicBezTo>
                    <a:pt x="12" y="49"/>
                    <a:pt x="8" y="42"/>
                    <a:pt x="11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3" y="34"/>
                    <a:pt x="0" y="31"/>
                    <a:pt x="0" y="2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7"/>
                    <a:pt x="3" y="14"/>
                    <a:pt x="7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39" y="14"/>
                    <a:pt x="51" y="6"/>
                    <a:pt x="59" y="0"/>
                  </a:cubicBezTo>
                  <a:cubicBezTo>
                    <a:pt x="61" y="0"/>
                    <a:pt x="64" y="2"/>
                    <a:pt x="64" y="4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6" y="19"/>
                    <a:pt x="68" y="21"/>
                    <a:pt x="68" y="24"/>
                  </a:cubicBezTo>
                  <a:close/>
                  <a:moveTo>
                    <a:pt x="59" y="6"/>
                  </a:moveTo>
                  <a:cubicBezTo>
                    <a:pt x="49" y="13"/>
                    <a:pt x="39" y="18"/>
                    <a:pt x="30" y="19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9" y="30"/>
                    <a:pt x="49" y="34"/>
                    <a:pt x="59" y="42"/>
                  </a:cubicBezTo>
                  <a:lnTo>
                    <a:pt x="59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5" name="Group 114"/>
          <p:cNvGrpSpPr/>
          <p:nvPr/>
        </p:nvGrpSpPr>
        <p:grpSpPr>
          <a:xfrm>
            <a:off x="7715250" y="3734873"/>
            <a:ext cx="981520" cy="981466"/>
            <a:chOff x="5486400" y="2039822"/>
            <a:chExt cx="697970" cy="697970"/>
          </a:xfrm>
        </p:grpSpPr>
        <p:sp>
          <p:nvSpPr>
            <p:cNvPr id="36" name="Oval 19"/>
            <p:cNvSpPr/>
            <p:nvPr/>
          </p:nvSpPr>
          <p:spPr>
            <a:xfrm rot="16200000">
              <a:off x="5486400" y="2039822"/>
              <a:ext cx="697970" cy="697970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7" name="Freeform 71"/>
            <p:cNvSpPr>
              <a:spLocks noEditPoints="1"/>
            </p:cNvSpPr>
            <p:nvPr/>
          </p:nvSpPr>
          <p:spPr bwMode="auto">
            <a:xfrm>
              <a:off x="5637741" y="2203612"/>
              <a:ext cx="395288" cy="370388"/>
            </a:xfrm>
            <a:custGeom>
              <a:avLst/>
              <a:gdLst/>
              <a:ahLst/>
              <a:cxnLst>
                <a:cxn ang="0">
                  <a:pos x="65" y="22"/>
                </a:cxn>
                <a:cxn ang="0">
                  <a:pos x="26" y="45"/>
                </a:cxn>
                <a:cxn ang="0">
                  <a:pos x="0" y="26"/>
                </a:cxn>
                <a:cxn ang="0">
                  <a:pos x="39" y="0"/>
                </a:cxn>
                <a:cxn ang="0">
                  <a:pos x="65" y="22"/>
                </a:cxn>
                <a:cxn ang="0">
                  <a:pos x="65" y="69"/>
                </a:cxn>
                <a:cxn ang="0">
                  <a:pos x="39" y="91"/>
                </a:cxn>
                <a:cxn ang="0">
                  <a:pos x="0" y="67"/>
                </a:cxn>
                <a:cxn ang="0">
                  <a:pos x="26" y="45"/>
                </a:cxn>
                <a:cxn ang="0">
                  <a:pos x="65" y="69"/>
                </a:cxn>
                <a:cxn ang="0">
                  <a:pos x="101" y="97"/>
                </a:cxn>
                <a:cxn ang="0">
                  <a:pos x="65" y="119"/>
                </a:cxn>
                <a:cxn ang="0">
                  <a:pos x="65" y="119"/>
                </a:cxn>
                <a:cxn ang="0">
                  <a:pos x="65" y="119"/>
                </a:cxn>
                <a:cxn ang="0">
                  <a:pos x="65" y="119"/>
                </a:cxn>
                <a:cxn ang="0">
                  <a:pos x="65" y="119"/>
                </a:cxn>
                <a:cxn ang="0">
                  <a:pos x="26" y="97"/>
                </a:cxn>
                <a:cxn ang="0">
                  <a:pos x="26" y="89"/>
                </a:cxn>
                <a:cxn ang="0">
                  <a:pos x="39" y="95"/>
                </a:cxn>
                <a:cxn ang="0">
                  <a:pos x="65" y="74"/>
                </a:cxn>
                <a:cxn ang="0">
                  <a:pos x="65" y="74"/>
                </a:cxn>
                <a:cxn ang="0">
                  <a:pos x="65" y="74"/>
                </a:cxn>
                <a:cxn ang="0">
                  <a:pos x="65" y="74"/>
                </a:cxn>
                <a:cxn ang="0">
                  <a:pos x="65" y="74"/>
                </a:cxn>
                <a:cxn ang="0">
                  <a:pos x="91" y="95"/>
                </a:cxn>
                <a:cxn ang="0">
                  <a:pos x="101" y="89"/>
                </a:cxn>
                <a:cxn ang="0">
                  <a:pos x="101" y="97"/>
                </a:cxn>
                <a:cxn ang="0">
                  <a:pos x="127" y="26"/>
                </a:cxn>
                <a:cxn ang="0">
                  <a:pos x="101" y="45"/>
                </a:cxn>
                <a:cxn ang="0">
                  <a:pos x="65" y="22"/>
                </a:cxn>
                <a:cxn ang="0">
                  <a:pos x="91" y="0"/>
                </a:cxn>
                <a:cxn ang="0">
                  <a:pos x="127" y="26"/>
                </a:cxn>
                <a:cxn ang="0">
                  <a:pos x="127" y="67"/>
                </a:cxn>
                <a:cxn ang="0">
                  <a:pos x="91" y="91"/>
                </a:cxn>
                <a:cxn ang="0">
                  <a:pos x="65" y="69"/>
                </a:cxn>
                <a:cxn ang="0">
                  <a:pos x="101" y="45"/>
                </a:cxn>
                <a:cxn ang="0">
                  <a:pos x="127" y="67"/>
                </a:cxn>
              </a:cxnLst>
              <a:rect l="0" t="0" r="r" b="b"/>
              <a:pathLst>
                <a:path w="127" h="119">
                  <a:moveTo>
                    <a:pt x="65" y="22"/>
                  </a:moveTo>
                  <a:lnTo>
                    <a:pt x="26" y="45"/>
                  </a:lnTo>
                  <a:lnTo>
                    <a:pt x="0" y="26"/>
                  </a:lnTo>
                  <a:lnTo>
                    <a:pt x="39" y="0"/>
                  </a:lnTo>
                  <a:lnTo>
                    <a:pt x="65" y="22"/>
                  </a:lnTo>
                  <a:close/>
                  <a:moveTo>
                    <a:pt x="65" y="69"/>
                  </a:moveTo>
                  <a:lnTo>
                    <a:pt x="39" y="91"/>
                  </a:lnTo>
                  <a:lnTo>
                    <a:pt x="0" y="67"/>
                  </a:lnTo>
                  <a:lnTo>
                    <a:pt x="26" y="45"/>
                  </a:lnTo>
                  <a:lnTo>
                    <a:pt x="65" y="69"/>
                  </a:lnTo>
                  <a:close/>
                  <a:moveTo>
                    <a:pt x="101" y="97"/>
                  </a:moveTo>
                  <a:lnTo>
                    <a:pt x="65" y="119"/>
                  </a:lnTo>
                  <a:lnTo>
                    <a:pt x="65" y="119"/>
                  </a:lnTo>
                  <a:lnTo>
                    <a:pt x="65" y="119"/>
                  </a:lnTo>
                  <a:lnTo>
                    <a:pt x="65" y="119"/>
                  </a:lnTo>
                  <a:lnTo>
                    <a:pt x="65" y="119"/>
                  </a:lnTo>
                  <a:lnTo>
                    <a:pt x="26" y="97"/>
                  </a:lnTo>
                  <a:lnTo>
                    <a:pt x="26" y="89"/>
                  </a:lnTo>
                  <a:lnTo>
                    <a:pt x="39" y="95"/>
                  </a:lnTo>
                  <a:lnTo>
                    <a:pt x="65" y="74"/>
                  </a:lnTo>
                  <a:lnTo>
                    <a:pt x="65" y="74"/>
                  </a:lnTo>
                  <a:lnTo>
                    <a:pt x="65" y="74"/>
                  </a:lnTo>
                  <a:lnTo>
                    <a:pt x="65" y="74"/>
                  </a:lnTo>
                  <a:lnTo>
                    <a:pt x="65" y="74"/>
                  </a:lnTo>
                  <a:lnTo>
                    <a:pt x="91" y="95"/>
                  </a:lnTo>
                  <a:lnTo>
                    <a:pt x="101" y="89"/>
                  </a:lnTo>
                  <a:lnTo>
                    <a:pt x="101" y="97"/>
                  </a:lnTo>
                  <a:close/>
                  <a:moveTo>
                    <a:pt x="127" y="26"/>
                  </a:moveTo>
                  <a:lnTo>
                    <a:pt x="101" y="45"/>
                  </a:lnTo>
                  <a:lnTo>
                    <a:pt x="65" y="22"/>
                  </a:lnTo>
                  <a:lnTo>
                    <a:pt x="91" y="0"/>
                  </a:lnTo>
                  <a:lnTo>
                    <a:pt x="127" y="26"/>
                  </a:lnTo>
                  <a:close/>
                  <a:moveTo>
                    <a:pt x="127" y="67"/>
                  </a:moveTo>
                  <a:lnTo>
                    <a:pt x="91" y="91"/>
                  </a:lnTo>
                  <a:lnTo>
                    <a:pt x="65" y="69"/>
                  </a:lnTo>
                  <a:lnTo>
                    <a:pt x="101" y="45"/>
                  </a:lnTo>
                  <a:lnTo>
                    <a:pt x="127" y="6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8" name="Group 116"/>
          <p:cNvGrpSpPr/>
          <p:nvPr/>
        </p:nvGrpSpPr>
        <p:grpSpPr>
          <a:xfrm>
            <a:off x="8310413" y="5266805"/>
            <a:ext cx="981520" cy="981466"/>
            <a:chOff x="5909627" y="3237199"/>
            <a:chExt cx="697970" cy="697970"/>
          </a:xfrm>
        </p:grpSpPr>
        <p:sp>
          <p:nvSpPr>
            <p:cNvPr id="39" name="Oval 22"/>
            <p:cNvSpPr/>
            <p:nvPr/>
          </p:nvSpPr>
          <p:spPr>
            <a:xfrm rot="16200000">
              <a:off x="5909627" y="3237199"/>
              <a:ext cx="697970" cy="697970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0" name="Freeform 122"/>
            <p:cNvSpPr>
              <a:spLocks noEditPoints="1"/>
            </p:cNvSpPr>
            <p:nvPr/>
          </p:nvSpPr>
          <p:spPr bwMode="auto">
            <a:xfrm>
              <a:off x="6104715" y="3450452"/>
              <a:ext cx="345895" cy="271462"/>
            </a:xfrm>
            <a:custGeom>
              <a:avLst/>
              <a:gdLst/>
              <a:ahLst/>
              <a:cxnLst>
                <a:cxn ang="0">
                  <a:pos x="57" y="37"/>
                </a:cxn>
                <a:cxn ang="0">
                  <a:pos x="38" y="56"/>
                </a:cxn>
                <a:cxn ang="0">
                  <a:pos x="34" y="57"/>
                </a:cxn>
                <a:cxn ang="0">
                  <a:pos x="31" y="56"/>
                </a:cxn>
                <a:cxn ang="0">
                  <a:pos x="4" y="28"/>
                </a:cxn>
                <a:cxn ang="0">
                  <a:pos x="0" y="20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21" y="0"/>
                </a:cxn>
                <a:cxn ang="0">
                  <a:pos x="29" y="3"/>
                </a:cxn>
                <a:cxn ang="0">
                  <a:pos x="57" y="30"/>
                </a:cxn>
                <a:cxn ang="0">
                  <a:pos x="58" y="34"/>
                </a:cxn>
                <a:cxn ang="0">
                  <a:pos x="57" y="37"/>
                </a:cxn>
                <a:cxn ang="0">
                  <a:pos x="13" y="7"/>
                </a:cxn>
                <a:cxn ang="0">
                  <a:pos x="8" y="12"/>
                </a:cxn>
                <a:cxn ang="0">
                  <a:pos x="13" y="17"/>
                </a:cxn>
                <a:cxn ang="0">
                  <a:pos x="17" y="12"/>
                </a:cxn>
                <a:cxn ang="0">
                  <a:pos x="13" y="7"/>
                </a:cxn>
                <a:cxn ang="0">
                  <a:pos x="71" y="37"/>
                </a:cxn>
                <a:cxn ang="0">
                  <a:pos x="52" y="56"/>
                </a:cxn>
                <a:cxn ang="0">
                  <a:pos x="49" y="57"/>
                </a:cxn>
                <a:cxn ang="0">
                  <a:pos x="45" y="55"/>
                </a:cxn>
                <a:cxn ang="0">
                  <a:pos x="63" y="37"/>
                </a:cxn>
                <a:cxn ang="0">
                  <a:pos x="64" y="34"/>
                </a:cxn>
                <a:cxn ang="0">
                  <a:pos x="63" y="30"/>
                </a:cxn>
                <a:cxn ang="0">
                  <a:pos x="35" y="3"/>
                </a:cxn>
                <a:cxn ang="0">
                  <a:pos x="27" y="0"/>
                </a:cxn>
                <a:cxn ang="0">
                  <a:pos x="36" y="0"/>
                </a:cxn>
                <a:cxn ang="0">
                  <a:pos x="44" y="3"/>
                </a:cxn>
                <a:cxn ang="0">
                  <a:pos x="71" y="30"/>
                </a:cxn>
                <a:cxn ang="0">
                  <a:pos x="73" y="34"/>
                </a:cxn>
                <a:cxn ang="0">
                  <a:pos x="71" y="37"/>
                </a:cxn>
              </a:cxnLst>
              <a:rect l="0" t="0" r="r" b="b"/>
              <a:pathLst>
                <a:path w="73" h="57">
                  <a:moveTo>
                    <a:pt x="57" y="37"/>
                  </a:moveTo>
                  <a:cubicBezTo>
                    <a:pt x="38" y="56"/>
                    <a:pt x="38" y="56"/>
                    <a:pt x="38" y="56"/>
                  </a:cubicBezTo>
                  <a:cubicBezTo>
                    <a:pt x="37" y="57"/>
                    <a:pt x="36" y="57"/>
                    <a:pt x="34" y="57"/>
                  </a:cubicBezTo>
                  <a:cubicBezTo>
                    <a:pt x="33" y="57"/>
                    <a:pt x="32" y="57"/>
                    <a:pt x="31" y="56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2" y="27"/>
                    <a:pt x="0" y="23"/>
                    <a:pt x="0" y="2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3" y="0"/>
                    <a:pt x="5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4" y="0"/>
                    <a:pt x="27" y="1"/>
                    <a:pt x="29" y="3"/>
                  </a:cubicBezTo>
                  <a:cubicBezTo>
                    <a:pt x="57" y="30"/>
                    <a:pt x="57" y="30"/>
                    <a:pt x="57" y="30"/>
                  </a:cubicBezTo>
                  <a:cubicBezTo>
                    <a:pt x="57" y="31"/>
                    <a:pt x="58" y="32"/>
                    <a:pt x="58" y="34"/>
                  </a:cubicBezTo>
                  <a:cubicBezTo>
                    <a:pt x="58" y="35"/>
                    <a:pt x="57" y="36"/>
                    <a:pt x="57" y="37"/>
                  </a:cubicBezTo>
                  <a:close/>
                  <a:moveTo>
                    <a:pt x="13" y="7"/>
                  </a:moveTo>
                  <a:cubicBezTo>
                    <a:pt x="10" y="7"/>
                    <a:pt x="8" y="9"/>
                    <a:pt x="8" y="12"/>
                  </a:cubicBezTo>
                  <a:cubicBezTo>
                    <a:pt x="8" y="14"/>
                    <a:pt x="10" y="17"/>
                    <a:pt x="13" y="17"/>
                  </a:cubicBezTo>
                  <a:cubicBezTo>
                    <a:pt x="15" y="17"/>
                    <a:pt x="17" y="14"/>
                    <a:pt x="17" y="12"/>
                  </a:cubicBezTo>
                  <a:cubicBezTo>
                    <a:pt x="17" y="9"/>
                    <a:pt x="15" y="7"/>
                    <a:pt x="13" y="7"/>
                  </a:cubicBezTo>
                  <a:close/>
                  <a:moveTo>
                    <a:pt x="71" y="37"/>
                  </a:moveTo>
                  <a:cubicBezTo>
                    <a:pt x="52" y="56"/>
                    <a:pt x="52" y="56"/>
                    <a:pt x="52" y="56"/>
                  </a:cubicBezTo>
                  <a:cubicBezTo>
                    <a:pt x="52" y="57"/>
                    <a:pt x="50" y="57"/>
                    <a:pt x="49" y="57"/>
                  </a:cubicBezTo>
                  <a:cubicBezTo>
                    <a:pt x="47" y="57"/>
                    <a:pt x="46" y="56"/>
                    <a:pt x="45" y="55"/>
                  </a:cubicBezTo>
                  <a:cubicBezTo>
                    <a:pt x="63" y="37"/>
                    <a:pt x="63" y="37"/>
                    <a:pt x="63" y="37"/>
                  </a:cubicBezTo>
                  <a:cubicBezTo>
                    <a:pt x="63" y="36"/>
                    <a:pt x="64" y="35"/>
                    <a:pt x="64" y="34"/>
                  </a:cubicBezTo>
                  <a:cubicBezTo>
                    <a:pt x="64" y="32"/>
                    <a:pt x="63" y="31"/>
                    <a:pt x="63" y="30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1"/>
                    <a:pt x="30" y="0"/>
                    <a:pt x="27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8" y="0"/>
                    <a:pt x="42" y="1"/>
                    <a:pt x="44" y="3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72" y="31"/>
                    <a:pt x="73" y="32"/>
                    <a:pt x="73" y="34"/>
                  </a:cubicBezTo>
                  <a:cubicBezTo>
                    <a:pt x="73" y="35"/>
                    <a:pt x="72" y="36"/>
                    <a:pt x="71" y="37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41" name="Group 89"/>
          <p:cNvGrpSpPr/>
          <p:nvPr/>
        </p:nvGrpSpPr>
        <p:grpSpPr>
          <a:xfrm>
            <a:off x="5271960" y="4067687"/>
            <a:ext cx="2314831" cy="2314704"/>
            <a:chOff x="7044429" y="1510935"/>
            <a:chExt cx="1142254" cy="1142254"/>
          </a:xfrm>
        </p:grpSpPr>
        <p:grpSp>
          <p:nvGrpSpPr>
            <p:cNvPr id="42" name="Group 81"/>
            <p:cNvGrpSpPr/>
            <p:nvPr/>
          </p:nvGrpSpPr>
          <p:grpSpPr>
            <a:xfrm>
              <a:off x="7162804" y="1629310"/>
              <a:ext cx="905504" cy="905504"/>
              <a:chOff x="7281179" y="3488705"/>
              <a:chExt cx="905504" cy="905504"/>
            </a:xfrm>
          </p:grpSpPr>
          <p:sp>
            <p:nvSpPr>
              <p:cNvPr id="44" name="Freeform 27"/>
              <p:cNvSpPr/>
              <p:nvPr/>
            </p:nvSpPr>
            <p:spPr>
              <a:xfrm>
                <a:off x="7281179" y="3488705"/>
                <a:ext cx="905504" cy="905504"/>
              </a:xfrm>
              <a:custGeom>
                <a:avLst/>
                <a:gdLst>
                  <a:gd name="connsiteX0" fmla="*/ 0 w 905504"/>
                  <a:gd name="connsiteY0" fmla="*/ 452752 h 905504"/>
                  <a:gd name="connsiteX1" fmla="*/ 132608 w 905504"/>
                  <a:gd name="connsiteY1" fmla="*/ 132608 h 905504"/>
                  <a:gd name="connsiteX2" fmla="*/ 452752 w 905504"/>
                  <a:gd name="connsiteY2" fmla="*/ 0 h 905504"/>
                  <a:gd name="connsiteX3" fmla="*/ 772896 w 905504"/>
                  <a:gd name="connsiteY3" fmla="*/ 132608 h 905504"/>
                  <a:gd name="connsiteX4" fmla="*/ 905504 w 905504"/>
                  <a:gd name="connsiteY4" fmla="*/ 452752 h 905504"/>
                  <a:gd name="connsiteX5" fmla="*/ 772896 w 905504"/>
                  <a:gd name="connsiteY5" fmla="*/ 772896 h 905504"/>
                  <a:gd name="connsiteX6" fmla="*/ 452752 w 905504"/>
                  <a:gd name="connsiteY6" fmla="*/ 905504 h 905504"/>
                  <a:gd name="connsiteX7" fmla="*/ 132608 w 905504"/>
                  <a:gd name="connsiteY7" fmla="*/ 772896 h 905504"/>
                  <a:gd name="connsiteX8" fmla="*/ 0 w 905504"/>
                  <a:gd name="connsiteY8" fmla="*/ 452752 h 905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5504" h="905504">
                    <a:moveTo>
                      <a:pt x="0" y="452752"/>
                    </a:moveTo>
                    <a:cubicBezTo>
                      <a:pt x="0" y="332675"/>
                      <a:pt x="47701" y="217515"/>
                      <a:pt x="132608" y="132608"/>
                    </a:cubicBezTo>
                    <a:cubicBezTo>
                      <a:pt x="217516" y="47701"/>
                      <a:pt x="332675" y="0"/>
                      <a:pt x="452752" y="0"/>
                    </a:cubicBezTo>
                    <a:cubicBezTo>
                      <a:pt x="572829" y="0"/>
                      <a:pt x="687989" y="47701"/>
                      <a:pt x="772896" y="132608"/>
                    </a:cubicBezTo>
                    <a:cubicBezTo>
                      <a:pt x="857803" y="217516"/>
                      <a:pt x="905504" y="332675"/>
                      <a:pt x="905504" y="452752"/>
                    </a:cubicBezTo>
                    <a:cubicBezTo>
                      <a:pt x="905504" y="572829"/>
                      <a:pt x="857803" y="687989"/>
                      <a:pt x="772896" y="772896"/>
                    </a:cubicBezTo>
                    <a:cubicBezTo>
                      <a:pt x="687988" y="857803"/>
                      <a:pt x="572829" y="905504"/>
                      <a:pt x="452752" y="905504"/>
                    </a:cubicBezTo>
                    <a:cubicBezTo>
                      <a:pt x="332675" y="905504"/>
                      <a:pt x="217515" y="857803"/>
                      <a:pt x="132608" y="772896"/>
                    </a:cubicBezTo>
                    <a:cubicBezTo>
                      <a:pt x="47701" y="687988"/>
                      <a:pt x="0" y="572829"/>
                      <a:pt x="0" y="452752"/>
                    </a:cubicBezTo>
                    <a:close/>
                  </a:path>
                </a:pathLst>
              </a:custGeom>
              <a:solidFill>
                <a:srgbClr val="0099B4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2880" tIns="158008" rIns="158008" bIns="158008" numCol="1" spcCol="1270" anchor="ctr" anchorCtr="0">
                <a:noAutofit/>
              </a:bodyPr>
              <a:lstStyle/>
              <a:p>
                <a:pPr algn="ctr" defTabSz="1250315">
                  <a:lnSpc>
                    <a:spcPct val="90000"/>
                  </a:lnSpc>
                  <a:spcAft>
                    <a:spcPct val="35000"/>
                  </a:spcAft>
                </a:pPr>
                <a:endParaRPr lang="en-US" sz="4500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5" name="Freeform 152"/>
              <p:cNvSpPr>
                <a:spLocks noEditPoints="1"/>
              </p:cNvSpPr>
              <p:nvPr/>
            </p:nvSpPr>
            <p:spPr bwMode="auto">
              <a:xfrm>
                <a:off x="7542869" y="3764890"/>
                <a:ext cx="382124" cy="353134"/>
              </a:xfrm>
              <a:custGeom>
                <a:avLst/>
                <a:gdLst/>
                <a:ahLst/>
                <a:cxnLst>
                  <a:cxn ang="0">
                    <a:pos x="67" y="20"/>
                  </a:cxn>
                  <a:cxn ang="0">
                    <a:pos x="46" y="36"/>
                  </a:cxn>
                  <a:cxn ang="0">
                    <a:pos x="42" y="40"/>
                  </a:cxn>
                  <a:cxn ang="0">
                    <a:pos x="39" y="47"/>
                  </a:cxn>
                  <a:cxn ang="0">
                    <a:pos x="44" y="52"/>
                  </a:cxn>
                  <a:cxn ang="0">
                    <a:pos x="52" y="58"/>
                  </a:cxn>
                  <a:cxn ang="0">
                    <a:pos x="52" y="61"/>
                  </a:cxn>
                  <a:cxn ang="0">
                    <a:pos x="51" y="62"/>
                  </a:cxn>
                  <a:cxn ang="0">
                    <a:pos x="17" y="62"/>
                  </a:cxn>
                  <a:cxn ang="0">
                    <a:pos x="16" y="61"/>
                  </a:cxn>
                  <a:cxn ang="0">
                    <a:pos x="16" y="58"/>
                  </a:cxn>
                  <a:cxn ang="0">
                    <a:pos x="24" y="52"/>
                  </a:cxn>
                  <a:cxn ang="0">
                    <a:pos x="29" y="47"/>
                  </a:cxn>
                  <a:cxn ang="0">
                    <a:pos x="26" y="40"/>
                  </a:cxn>
                  <a:cxn ang="0">
                    <a:pos x="22" y="36"/>
                  </a:cxn>
                  <a:cxn ang="0">
                    <a:pos x="0" y="20"/>
                  </a:cxn>
                  <a:cxn ang="0">
                    <a:pos x="0" y="15"/>
                  </a:cxn>
                  <a:cxn ang="0">
                    <a:pos x="4" y="11"/>
                  </a:cxn>
                  <a:cxn ang="0">
                    <a:pos x="16" y="11"/>
                  </a:cxn>
                  <a:cxn ang="0">
                    <a:pos x="16" y="7"/>
                  </a:cxn>
                  <a:cxn ang="0">
                    <a:pos x="22" y="0"/>
                  </a:cxn>
                  <a:cxn ang="0">
                    <a:pos x="45" y="0"/>
                  </a:cxn>
                  <a:cxn ang="0">
                    <a:pos x="52" y="7"/>
                  </a:cxn>
                  <a:cxn ang="0">
                    <a:pos x="52" y="11"/>
                  </a:cxn>
                  <a:cxn ang="0">
                    <a:pos x="63" y="11"/>
                  </a:cxn>
                  <a:cxn ang="0">
                    <a:pos x="67" y="15"/>
                  </a:cxn>
                  <a:cxn ang="0">
                    <a:pos x="67" y="20"/>
                  </a:cxn>
                  <a:cxn ang="0">
                    <a:pos x="16" y="16"/>
                  </a:cxn>
                  <a:cxn ang="0">
                    <a:pos x="6" y="16"/>
                  </a:cxn>
                  <a:cxn ang="0">
                    <a:pos x="6" y="20"/>
                  </a:cxn>
                  <a:cxn ang="0">
                    <a:pos x="19" y="31"/>
                  </a:cxn>
                  <a:cxn ang="0">
                    <a:pos x="16" y="16"/>
                  </a:cxn>
                  <a:cxn ang="0">
                    <a:pos x="62" y="16"/>
                  </a:cxn>
                  <a:cxn ang="0">
                    <a:pos x="52" y="16"/>
                  </a:cxn>
                  <a:cxn ang="0">
                    <a:pos x="49" y="31"/>
                  </a:cxn>
                  <a:cxn ang="0">
                    <a:pos x="62" y="20"/>
                  </a:cxn>
                  <a:cxn ang="0">
                    <a:pos x="62" y="16"/>
                  </a:cxn>
                </a:cxnLst>
                <a:rect l="0" t="0" r="r" b="b"/>
                <a:pathLst>
                  <a:path w="67" h="62">
                    <a:moveTo>
                      <a:pt x="67" y="20"/>
                    </a:moveTo>
                    <a:cubicBezTo>
                      <a:pt x="67" y="27"/>
                      <a:pt x="58" y="36"/>
                      <a:pt x="46" y="36"/>
                    </a:cubicBezTo>
                    <a:cubicBezTo>
                      <a:pt x="44" y="38"/>
                      <a:pt x="42" y="40"/>
                      <a:pt x="42" y="40"/>
                    </a:cubicBezTo>
                    <a:cubicBezTo>
                      <a:pt x="40" y="42"/>
                      <a:pt x="39" y="44"/>
                      <a:pt x="39" y="47"/>
                    </a:cubicBezTo>
                    <a:cubicBezTo>
                      <a:pt x="39" y="49"/>
                      <a:pt x="40" y="52"/>
                      <a:pt x="44" y="52"/>
                    </a:cubicBezTo>
                    <a:cubicBezTo>
                      <a:pt x="48" y="52"/>
                      <a:pt x="52" y="54"/>
                      <a:pt x="52" y="58"/>
                    </a:cubicBezTo>
                    <a:cubicBezTo>
                      <a:pt x="52" y="61"/>
                      <a:pt x="52" y="61"/>
                      <a:pt x="52" y="61"/>
                    </a:cubicBezTo>
                    <a:cubicBezTo>
                      <a:pt x="52" y="62"/>
                      <a:pt x="51" y="62"/>
                      <a:pt x="51" y="62"/>
                    </a:cubicBezTo>
                    <a:cubicBezTo>
                      <a:pt x="17" y="62"/>
                      <a:pt x="17" y="62"/>
                      <a:pt x="17" y="62"/>
                    </a:cubicBezTo>
                    <a:cubicBezTo>
                      <a:pt x="16" y="62"/>
                      <a:pt x="16" y="62"/>
                      <a:pt x="16" y="61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16" y="54"/>
                      <a:pt x="20" y="52"/>
                      <a:pt x="24" y="52"/>
                    </a:cubicBezTo>
                    <a:cubicBezTo>
                      <a:pt x="27" y="52"/>
                      <a:pt x="29" y="49"/>
                      <a:pt x="29" y="47"/>
                    </a:cubicBezTo>
                    <a:cubicBezTo>
                      <a:pt x="29" y="44"/>
                      <a:pt x="28" y="42"/>
                      <a:pt x="26" y="40"/>
                    </a:cubicBezTo>
                    <a:cubicBezTo>
                      <a:pt x="25" y="40"/>
                      <a:pt x="24" y="38"/>
                      <a:pt x="22" y="36"/>
                    </a:cubicBezTo>
                    <a:cubicBezTo>
                      <a:pt x="10" y="36"/>
                      <a:pt x="0" y="27"/>
                      <a:pt x="0" y="2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2"/>
                      <a:pt x="2" y="11"/>
                      <a:pt x="4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6" y="3"/>
                      <a:pt x="19" y="0"/>
                      <a:pt x="22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9" y="0"/>
                      <a:pt x="52" y="3"/>
                      <a:pt x="52" y="7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66" y="11"/>
                      <a:pt x="67" y="12"/>
                      <a:pt x="67" y="15"/>
                    </a:cubicBezTo>
                    <a:lnTo>
                      <a:pt x="67" y="20"/>
                    </a:lnTo>
                    <a:close/>
                    <a:moveTo>
                      <a:pt x="16" y="16"/>
                    </a:moveTo>
                    <a:cubicBezTo>
                      <a:pt x="6" y="16"/>
                      <a:pt x="6" y="16"/>
                      <a:pt x="6" y="16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24"/>
                      <a:pt x="11" y="29"/>
                      <a:pt x="19" y="31"/>
                    </a:cubicBezTo>
                    <a:cubicBezTo>
                      <a:pt x="17" y="27"/>
                      <a:pt x="16" y="22"/>
                      <a:pt x="16" y="16"/>
                    </a:cubicBezTo>
                    <a:close/>
                    <a:moveTo>
                      <a:pt x="62" y="16"/>
                    </a:moveTo>
                    <a:cubicBezTo>
                      <a:pt x="52" y="16"/>
                      <a:pt x="52" y="16"/>
                      <a:pt x="52" y="16"/>
                    </a:cubicBezTo>
                    <a:cubicBezTo>
                      <a:pt x="52" y="22"/>
                      <a:pt x="51" y="27"/>
                      <a:pt x="49" y="31"/>
                    </a:cubicBezTo>
                    <a:cubicBezTo>
                      <a:pt x="57" y="29"/>
                      <a:pt x="62" y="24"/>
                      <a:pt x="62" y="20"/>
                    </a:cubicBezTo>
                    <a:lnTo>
                      <a:pt x="62" y="1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43" name="Freeform 26"/>
            <p:cNvSpPr/>
            <p:nvPr/>
          </p:nvSpPr>
          <p:spPr>
            <a:xfrm>
              <a:off x="7044429" y="1510935"/>
              <a:ext cx="1142254" cy="1142254"/>
            </a:xfrm>
            <a:custGeom>
              <a:avLst/>
              <a:gdLst>
                <a:gd name="connsiteX0" fmla="*/ 0 w 905504"/>
                <a:gd name="connsiteY0" fmla="*/ 452752 h 905504"/>
                <a:gd name="connsiteX1" fmla="*/ 132608 w 905504"/>
                <a:gd name="connsiteY1" fmla="*/ 132608 h 905504"/>
                <a:gd name="connsiteX2" fmla="*/ 452752 w 905504"/>
                <a:gd name="connsiteY2" fmla="*/ 0 h 905504"/>
                <a:gd name="connsiteX3" fmla="*/ 772896 w 905504"/>
                <a:gd name="connsiteY3" fmla="*/ 132608 h 905504"/>
                <a:gd name="connsiteX4" fmla="*/ 905504 w 905504"/>
                <a:gd name="connsiteY4" fmla="*/ 452752 h 905504"/>
                <a:gd name="connsiteX5" fmla="*/ 772896 w 905504"/>
                <a:gd name="connsiteY5" fmla="*/ 772896 h 905504"/>
                <a:gd name="connsiteX6" fmla="*/ 452752 w 905504"/>
                <a:gd name="connsiteY6" fmla="*/ 905504 h 905504"/>
                <a:gd name="connsiteX7" fmla="*/ 132608 w 905504"/>
                <a:gd name="connsiteY7" fmla="*/ 772896 h 905504"/>
                <a:gd name="connsiteX8" fmla="*/ 0 w 905504"/>
                <a:gd name="connsiteY8" fmla="*/ 452752 h 905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504" h="905504">
                  <a:moveTo>
                    <a:pt x="0" y="452752"/>
                  </a:moveTo>
                  <a:cubicBezTo>
                    <a:pt x="0" y="332675"/>
                    <a:pt x="47701" y="217515"/>
                    <a:pt x="132608" y="132608"/>
                  </a:cubicBezTo>
                  <a:cubicBezTo>
                    <a:pt x="217516" y="47701"/>
                    <a:pt x="332675" y="0"/>
                    <a:pt x="452752" y="0"/>
                  </a:cubicBezTo>
                  <a:cubicBezTo>
                    <a:pt x="572829" y="0"/>
                    <a:pt x="687989" y="47701"/>
                    <a:pt x="772896" y="132608"/>
                  </a:cubicBezTo>
                  <a:cubicBezTo>
                    <a:pt x="857803" y="217516"/>
                    <a:pt x="905504" y="332675"/>
                    <a:pt x="905504" y="452752"/>
                  </a:cubicBezTo>
                  <a:cubicBezTo>
                    <a:pt x="905504" y="572829"/>
                    <a:pt x="857803" y="687989"/>
                    <a:pt x="772896" y="772896"/>
                  </a:cubicBezTo>
                  <a:cubicBezTo>
                    <a:pt x="687988" y="857803"/>
                    <a:pt x="572829" y="905504"/>
                    <a:pt x="452752" y="905504"/>
                  </a:cubicBezTo>
                  <a:cubicBezTo>
                    <a:pt x="332675" y="905504"/>
                    <a:pt x="217515" y="857803"/>
                    <a:pt x="132608" y="772896"/>
                  </a:cubicBezTo>
                  <a:cubicBezTo>
                    <a:pt x="47701" y="687988"/>
                    <a:pt x="0" y="572829"/>
                    <a:pt x="0" y="452752"/>
                  </a:cubicBezTo>
                  <a:close/>
                </a:path>
              </a:pathLst>
            </a:cu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2880" tIns="182880" rIns="158008" bIns="158008" numCol="1" spcCol="1270" anchor="ctr" anchorCtr="0">
              <a:noAutofit/>
            </a:bodyPr>
            <a:lstStyle/>
            <a:p>
              <a:pPr algn="ctr" defTabSz="1250315">
                <a:lnSpc>
                  <a:spcPct val="90000"/>
                </a:lnSpc>
                <a:spcAft>
                  <a:spcPct val="35000"/>
                </a:spcAft>
              </a:pPr>
              <a:endParaRPr lang="en-US" sz="5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3" t="18554" r="11542" b="14588"/>
          <a:stretch>
            <a:fillRect/>
          </a:stretch>
        </p:blipFill>
        <p:spPr>
          <a:xfrm>
            <a:off x="7475625" y="1243569"/>
            <a:ext cx="5410710" cy="475265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 rot="5400000">
            <a:off x="2353719" y="38471"/>
            <a:ext cx="2730247" cy="7437684"/>
          </a:xfrm>
          <a:prstGeom prst="rect">
            <a:avLst/>
          </a:prstGeom>
          <a:solidFill>
            <a:srgbClr val="0099B4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7188" y="2980049"/>
            <a:ext cx="1698366" cy="1651645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en-US" altLang="zh-CN" sz="10100" dirty="0" smtClean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Gisha" panose="020B0502040204020203" pitchFamily="34" charset="-79"/>
                <a:sym typeface="字魂105号-简雅黑" panose="00000500000000000000" pitchFamily="2" charset="-122"/>
              </a:rPr>
              <a:t>02</a:t>
            </a:r>
            <a:endParaRPr lang="zh-CN" altLang="en-US" sz="10100" dirty="0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TextBox 62"/>
          <p:cNvSpPr txBox="1"/>
          <p:nvPr/>
        </p:nvSpPr>
        <p:spPr>
          <a:xfrm>
            <a:off x="2177435" y="3883700"/>
            <a:ext cx="4641393" cy="435928"/>
          </a:xfrm>
          <a:prstGeom prst="rect">
            <a:avLst/>
          </a:prstGeom>
          <a:noFill/>
          <a:effectLst/>
        </p:spPr>
        <p:txBody>
          <a:bodyPr wrap="square" lIns="96433" tIns="48216" rIns="96433" bIns="48216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</a:t>
            </a:r>
            <a:r>
              <a:rPr lang="zh-CN" altLang="en-US" sz="11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粘贴</a:t>
            </a:r>
            <a:r>
              <a:rPr lang="zh-CN" altLang="en-US" sz="11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</a:t>
            </a:r>
            <a:r>
              <a:rPr lang="zh-CN" altLang="en-US" sz="11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粘贴</a:t>
            </a:r>
            <a:r>
              <a:rPr lang="en-US" altLang="zh-CN" sz="11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.</a:t>
            </a:r>
            <a:endParaRPr lang="en-US" altLang="zh-CN" sz="11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92742" y="3059313"/>
            <a:ext cx="4508197" cy="746558"/>
          </a:xfrm>
          <a:prstGeom prst="rect">
            <a:avLst/>
          </a:prstGeom>
        </p:spPr>
        <p:txBody>
          <a:bodyPr wrap="square" lIns="96433" tIns="48216" rIns="96433" bIns="48216">
            <a:spAutoFit/>
          </a:bodyPr>
          <a:lstStyle/>
          <a:p>
            <a:r>
              <a:rPr lang="zh-CN" altLang="en-US" sz="4200" b="1" dirty="0" smtClean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Gisha" panose="020B0502040204020203" pitchFamily="34" charset="-79"/>
                <a:sym typeface="字魂105号-简雅黑" panose="00000500000000000000" pitchFamily="2" charset="-122"/>
              </a:rPr>
              <a:t>添加您的标题</a:t>
            </a:r>
            <a:endParaRPr lang="en-US" altLang="zh-CN" sz="4200" b="1" dirty="0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cs typeface="Gisha" panose="020B0502040204020203" pitchFamily="34" charset="-79"/>
              <a:sym typeface="字魂105号-简雅黑" panose="00000500000000000000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867186" y="3619894"/>
            <a:ext cx="5155059" cy="276880"/>
            <a:chOff x="5444484" y="3347558"/>
            <a:chExt cx="4887760" cy="262538"/>
          </a:xfrm>
        </p:grpSpPr>
        <p:sp>
          <p:nvSpPr>
            <p:cNvPr id="16" name="任意多边形 15"/>
            <p:cNvSpPr/>
            <p:nvPr/>
          </p:nvSpPr>
          <p:spPr>
            <a:xfrm flipV="1">
              <a:off x="5545778" y="3347558"/>
              <a:ext cx="4786466" cy="178129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8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 tmFilter="0,0; .5, 1; 1, 1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6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9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12" grpId="0"/>
          <p:bldP spid="13" grpId="0"/>
          <p:bldP spid="1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8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 tmFilter="0,0; .5, 1; 1, 1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6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9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12" grpId="0"/>
          <p:bldP spid="13" grpId="0"/>
          <p:bldP spid="14" grpId="0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/>
          <p:cNvSpPr txBox="1"/>
          <p:nvPr/>
        </p:nvSpPr>
        <p:spPr>
          <a:xfrm>
            <a:off x="1082726" y="5341787"/>
            <a:ext cx="2656121" cy="1468666"/>
          </a:xfrm>
          <a:prstGeom prst="rect">
            <a:avLst/>
          </a:prstGeom>
          <a:noFill/>
        </p:spPr>
        <p:txBody>
          <a:bodyPr wrap="square" lIns="128566" tIns="64282" rIns="128566" bIns="6428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872838" y="4714244"/>
            <a:ext cx="2656121" cy="1468666"/>
          </a:xfrm>
          <a:prstGeom prst="rect">
            <a:avLst/>
          </a:prstGeom>
          <a:noFill/>
        </p:spPr>
        <p:txBody>
          <a:bodyPr wrap="square" lIns="128566" tIns="64282" rIns="128566" bIns="6428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506443" y="4031212"/>
            <a:ext cx="2656121" cy="1468666"/>
          </a:xfrm>
          <a:prstGeom prst="rect">
            <a:avLst/>
          </a:prstGeom>
          <a:noFill/>
        </p:spPr>
        <p:txBody>
          <a:bodyPr wrap="square" lIns="128566" tIns="64282" rIns="128566" bIns="6428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40049" y="3270880"/>
            <a:ext cx="2656121" cy="1468666"/>
          </a:xfrm>
          <a:prstGeom prst="rect">
            <a:avLst/>
          </a:prstGeom>
          <a:noFill/>
        </p:spPr>
        <p:txBody>
          <a:bodyPr wrap="square" lIns="128566" tIns="64282" rIns="128566" bIns="6428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3472927" y="3576001"/>
            <a:ext cx="2981908" cy="905544"/>
            <a:chOff x="2469637" y="2543073"/>
            <a:chExt cx="2120468" cy="643978"/>
          </a:xfrm>
        </p:grpSpPr>
        <p:sp>
          <p:nvSpPr>
            <p:cNvPr id="41" name="Flowchart: Data 40"/>
            <p:cNvSpPr/>
            <p:nvPr/>
          </p:nvSpPr>
          <p:spPr>
            <a:xfrm rot="16200000" flipH="1" flipV="1">
              <a:off x="4163077" y="2756126"/>
              <a:ext cx="640080" cy="213975"/>
            </a:xfrm>
            <a:prstGeom prst="flowChartInputOutput">
              <a:avLst/>
            </a:prstGeom>
            <a:solidFill>
              <a:srgbClr val="007A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5" name="Group 51"/>
            <p:cNvGrpSpPr/>
            <p:nvPr/>
          </p:nvGrpSpPr>
          <p:grpSpPr>
            <a:xfrm>
              <a:off x="2469637" y="2543073"/>
              <a:ext cx="2120468" cy="643978"/>
              <a:chOff x="2460112" y="2094062"/>
              <a:chExt cx="2120468" cy="643978"/>
            </a:xfrm>
          </p:grpSpPr>
          <p:sp>
            <p:nvSpPr>
              <p:cNvPr id="33" name="Flowchart: Data 32"/>
              <p:cNvSpPr/>
              <p:nvPr/>
            </p:nvSpPr>
            <p:spPr>
              <a:xfrm rot="16200000" flipH="1" flipV="1">
                <a:off x="2247060" y="2307114"/>
                <a:ext cx="640080" cy="213975"/>
              </a:xfrm>
              <a:prstGeom prst="flowChartInputOutput">
                <a:avLst/>
              </a:prstGeom>
              <a:solidFill>
                <a:srgbClr val="007A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2673145" y="2224816"/>
                <a:ext cx="1907435" cy="513224"/>
              </a:xfrm>
              <a:prstGeom prst="rect">
                <a:avLst/>
              </a:prstGeom>
              <a:solidFill>
                <a:srgbClr val="0099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Step Two</a:t>
                </a:r>
                <a:endParaRPr lang="en-US" sz="2000" b="1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29" name="Group 28"/>
          <p:cNvGrpSpPr/>
          <p:nvPr/>
        </p:nvGrpSpPr>
        <p:grpSpPr>
          <a:xfrm>
            <a:off x="8829403" y="2141569"/>
            <a:ext cx="2983234" cy="905543"/>
            <a:chOff x="6278686" y="1246786"/>
            <a:chExt cx="2121411" cy="643977"/>
          </a:xfrm>
        </p:grpSpPr>
        <p:sp>
          <p:nvSpPr>
            <p:cNvPr id="38" name="Flowchart: Data 37"/>
            <p:cNvSpPr/>
            <p:nvPr/>
          </p:nvSpPr>
          <p:spPr>
            <a:xfrm rot="16200000" flipH="1" flipV="1">
              <a:off x="6065634" y="1459838"/>
              <a:ext cx="640080" cy="213975"/>
            </a:xfrm>
            <a:prstGeom prst="flowChartInputOutput">
              <a:avLst/>
            </a:prstGeom>
            <a:solidFill>
              <a:srgbClr val="007A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0" name="Pentagon 39"/>
            <p:cNvSpPr/>
            <p:nvPr/>
          </p:nvSpPr>
          <p:spPr>
            <a:xfrm>
              <a:off x="6492662" y="1377539"/>
              <a:ext cx="1907435" cy="513224"/>
            </a:xfrm>
            <a:prstGeom prst="homePlat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Step Four</a:t>
              </a:r>
              <a:endParaRPr lang="en-US" sz="20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153932" y="2859682"/>
            <a:ext cx="2983234" cy="908991"/>
            <a:chOff x="4376129" y="2033662"/>
            <a:chExt cx="2121411" cy="646429"/>
          </a:xfrm>
        </p:grpSpPr>
        <p:sp>
          <p:nvSpPr>
            <p:cNvPr id="43" name="Flowchart: Data 42"/>
            <p:cNvSpPr/>
            <p:nvPr/>
          </p:nvSpPr>
          <p:spPr>
            <a:xfrm rot="16200000" flipH="1" flipV="1">
              <a:off x="6070512" y="2253063"/>
              <a:ext cx="640080" cy="213975"/>
            </a:xfrm>
            <a:prstGeom prst="flowChartInputOutput">
              <a:avLst/>
            </a:prstGeom>
            <a:solidFill>
              <a:srgbClr val="D77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8" name="Group 52"/>
            <p:cNvGrpSpPr/>
            <p:nvPr/>
          </p:nvGrpSpPr>
          <p:grpSpPr>
            <a:xfrm>
              <a:off x="4376129" y="2033662"/>
              <a:ext cx="2121411" cy="640165"/>
              <a:chOff x="4366604" y="1584651"/>
              <a:chExt cx="2121411" cy="640165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4580580" y="1711592"/>
                <a:ext cx="1907435" cy="513224"/>
              </a:xfrm>
              <a:prstGeom prst="rect">
                <a:avLst/>
              </a:prstGeom>
              <a:solidFill>
                <a:srgbClr val="F6880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Step Three</a:t>
                </a:r>
                <a:endParaRPr lang="en-US" sz="2000" b="1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2" name="Flowchart: Data 41"/>
              <p:cNvSpPr/>
              <p:nvPr/>
            </p:nvSpPr>
            <p:spPr>
              <a:xfrm rot="16200000" flipH="1" flipV="1">
                <a:off x="4153552" y="1797703"/>
                <a:ext cx="640080" cy="213975"/>
              </a:xfrm>
              <a:prstGeom prst="flowChartInputOutput">
                <a:avLst/>
              </a:prstGeom>
              <a:solidFill>
                <a:srgbClr val="D7790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50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31" name="Group 30"/>
          <p:cNvGrpSpPr/>
          <p:nvPr/>
        </p:nvGrpSpPr>
        <p:grpSpPr>
          <a:xfrm>
            <a:off x="1090173" y="4297683"/>
            <a:ext cx="2683657" cy="905544"/>
            <a:chOff x="775234" y="2780107"/>
            <a:chExt cx="1908378" cy="643978"/>
          </a:xfrm>
        </p:grpSpPr>
        <p:sp>
          <p:nvSpPr>
            <p:cNvPr id="27" name="Flowchart: Data 26"/>
            <p:cNvSpPr/>
            <p:nvPr/>
          </p:nvSpPr>
          <p:spPr>
            <a:xfrm rot="16200000" flipH="1" flipV="1">
              <a:off x="2256585" y="2993159"/>
              <a:ext cx="640080" cy="213975"/>
            </a:xfrm>
            <a:prstGeom prst="flowChartInputOutput">
              <a:avLst/>
            </a:prstGeom>
            <a:solidFill>
              <a:srgbClr val="D77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75234" y="2910861"/>
              <a:ext cx="1907435" cy="513224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Step One</a:t>
              </a:r>
              <a:endParaRPr lang="en-US" sz="20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50" name="Rectangle 49"/>
          <p:cNvSpPr/>
          <p:nvPr/>
        </p:nvSpPr>
        <p:spPr>
          <a:xfrm>
            <a:off x="1755252" y="4625993"/>
            <a:ext cx="259742" cy="437614"/>
          </a:xfrm>
          <a:prstGeom prst="rect">
            <a:avLst/>
          </a:prstGeom>
        </p:spPr>
        <p:txBody>
          <a:bodyPr wrap="none" lIns="128566" tIns="64282" rIns="128566" bIns="64282">
            <a:spAutoFit/>
          </a:bodyPr>
          <a:lstStyle/>
          <a:p>
            <a:endParaRPr lang="en-US" sz="2000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" name="Freeform 42"/>
          <p:cNvSpPr>
            <a:spLocks noEditPoints="1"/>
          </p:cNvSpPr>
          <p:nvPr/>
        </p:nvSpPr>
        <p:spPr bwMode="auto">
          <a:xfrm>
            <a:off x="1973834" y="3599669"/>
            <a:ext cx="850684" cy="732193"/>
          </a:xfrm>
          <a:custGeom>
            <a:avLst/>
            <a:gdLst/>
            <a:ahLst/>
            <a:cxnLst>
              <a:cxn ang="0">
                <a:pos x="73" y="47"/>
              </a:cxn>
              <a:cxn ang="0">
                <a:pos x="67" y="53"/>
              </a:cxn>
              <a:cxn ang="0">
                <a:pos x="46" y="53"/>
              </a:cxn>
              <a:cxn ang="0">
                <a:pos x="48" y="60"/>
              </a:cxn>
              <a:cxn ang="0">
                <a:pos x="46" y="63"/>
              </a:cxn>
              <a:cxn ang="0">
                <a:pos x="26" y="63"/>
              </a:cxn>
              <a:cxn ang="0">
                <a:pos x="24" y="60"/>
              </a:cxn>
              <a:cxn ang="0">
                <a:pos x="26" y="53"/>
              </a:cxn>
              <a:cxn ang="0">
                <a:pos x="6" y="53"/>
              </a:cxn>
              <a:cxn ang="0">
                <a:pos x="0" y="47"/>
              </a:cxn>
              <a:cxn ang="0">
                <a:pos x="0" y="6"/>
              </a:cxn>
              <a:cxn ang="0">
                <a:pos x="6" y="0"/>
              </a:cxn>
              <a:cxn ang="0">
                <a:pos x="67" y="0"/>
              </a:cxn>
              <a:cxn ang="0">
                <a:pos x="73" y="6"/>
              </a:cxn>
              <a:cxn ang="0">
                <a:pos x="73" y="47"/>
              </a:cxn>
              <a:cxn ang="0">
                <a:pos x="68" y="6"/>
              </a:cxn>
              <a:cxn ang="0">
                <a:pos x="67" y="5"/>
              </a:cxn>
              <a:cxn ang="0">
                <a:pos x="6" y="5"/>
              </a:cxn>
              <a:cxn ang="0">
                <a:pos x="5" y="6"/>
              </a:cxn>
              <a:cxn ang="0">
                <a:pos x="5" y="37"/>
              </a:cxn>
              <a:cxn ang="0">
                <a:pos x="6" y="39"/>
              </a:cxn>
              <a:cxn ang="0">
                <a:pos x="67" y="39"/>
              </a:cxn>
              <a:cxn ang="0">
                <a:pos x="68" y="37"/>
              </a:cxn>
              <a:cxn ang="0">
                <a:pos x="68" y="6"/>
              </a:cxn>
            </a:cxnLst>
            <a:rect l="0" t="0" r="r" b="b"/>
            <a:pathLst>
              <a:path w="73" h="63">
                <a:moveTo>
                  <a:pt x="73" y="47"/>
                </a:moveTo>
                <a:cubicBezTo>
                  <a:pt x="73" y="50"/>
                  <a:pt x="70" y="53"/>
                  <a:pt x="67" y="53"/>
                </a:cubicBezTo>
                <a:cubicBezTo>
                  <a:pt x="46" y="53"/>
                  <a:pt x="46" y="53"/>
                  <a:pt x="46" y="53"/>
                </a:cubicBezTo>
                <a:cubicBezTo>
                  <a:pt x="46" y="56"/>
                  <a:pt x="48" y="59"/>
                  <a:pt x="48" y="60"/>
                </a:cubicBezTo>
                <a:cubicBezTo>
                  <a:pt x="48" y="62"/>
                  <a:pt x="47" y="63"/>
                  <a:pt x="46" y="63"/>
                </a:cubicBezTo>
                <a:cubicBezTo>
                  <a:pt x="26" y="63"/>
                  <a:pt x="26" y="63"/>
                  <a:pt x="26" y="63"/>
                </a:cubicBezTo>
                <a:cubicBezTo>
                  <a:pt x="25" y="63"/>
                  <a:pt x="24" y="62"/>
                  <a:pt x="24" y="60"/>
                </a:cubicBezTo>
                <a:cubicBezTo>
                  <a:pt x="24" y="59"/>
                  <a:pt x="26" y="56"/>
                  <a:pt x="26" y="53"/>
                </a:cubicBezTo>
                <a:cubicBezTo>
                  <a:pt x="6" y="53"/>
                  <a:pt x="6" y="53"/>
                  <a:pt x="6" y="53"/>
                </a:cubicBezTo>
                <a:cubicBezTo>
                  <a:pt x="2" y="53"/>
                  <a:pt x="0" y="50"/>
                  <a:pt x="0" y="47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2" y="0"/>
                  <a:pt x="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0" y="0"/>
                  <a:pt x="73" y="2"/>
                  <a:pt x="73" y="6"/>
                </a:cubicBezTo>
                <a:lnTo>
                  <a:pt x="73" y="47"/>
                </a:lnTo>
                <a:close/>
                <a:moveTo>
                  <a:pt x="68" y="6"/>
                </a:moveTo>
                <a:cubicBezTo>
                  <a:pt x="68" y="5"/>
                  <a:pt x="67" y="5"/>
                  <a:pt x="67" y="5"/>
                </a:cubicBezTo>
                <a:cubicBezTo>
                  <a:pt x="6" y="5"/>
                  <a:pt x="6" y="5"/>
                  <a:pt x="6" y="5"/>
                </a:cubicBezTo>
                <a:cubicBezTo>
                  <a:pt x="5" y="5"/>
                  <a:pt x="5" y="5"/>
                  <a:pt x="5" y="6"/>
                </a:cubicBezTo>
                <a:cubicBezTo>
                  <a:pt x="5" y="37"/>
                  <a:pt x="5" y="37"/>
                  <a:pt x="5" y="37"/>
                </a:cubicBezTo>
                <a:cubicBezTo>
                  <a:pt x="5" y="38"/>
                  <a:pt x="5" y="39"/>
                  <a:pt x="6" y="39"/>
                </a:cubicBezTo>
                <a:cubicBezTo>
                  <a:pt x="67" y="39"/>
                  <a:pt x="67" y="39"/>
                  <a:pt x="67" y="39"/>
                </a:cubicBezTo>
                <a:cubicBezTo>
                  <a:pt x="67" y="39"/>
                  <a:pt x="68" y="38"/>
                  <a:pt x="68" y="37"/>
                </a:cubicBezTo>
                <a:lnTo>
                  <a:pt x="68" y="6"/>
                </a:lnTo>
                <a:close/>
              </a:path>
            </a:pathLst>
          </a:custGeom>
          <a:solidFill>
            <a:srgbClr val="F68808"/>
          </a:solidFill>
          <a:ln w="9525">
            <a:noFill/>
            <a:round/>
          </a:ln>
        </p:spPr>
        <p:txBody>
          <a:bodyPr vert="horz" wrap="square" lIns="128566" tIns="64282" rIns="128566" bIns="64282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4" name="Freeform 86"/>
          <p:cNvSpPr>
            <a:spLocks noEditPoints="1"/>
          </p:cNvSpPr>
          <p:nvPr/>
        </p:nvSpPr>
        <p:spPr bwMode="auto">
          <a:xfrm>
            <a:off x="4729454" y="2715281"/>
            <a:ext cx="486059" cy="817764"/>
          </a:xfrm>
          <a:custGeom>
            <a:avLst/>
            <a:gdLst/>
            <a:ahLst/>
            <a:cxnLst>
              <a:cxn ang="0">
                <a:pos x="29" y="44"/>
              </a:cxn>
              <a:cxn ang="0">
                <a:pos x="24" y="49"/>
              </a:cxn>
              <a:cxn ang="0">
                <a:pos x="5" y="49"/>
              </a:cxn>
              <a:cxn ang="0">
                <a:pos x="0" y="44"/>
              </a:cxn>
              <a:cxn ang="0">
                <a:pos x="0" y="5"/>
              </a:cxn>
              <a:cxn ang="0">
                <a:pos x="5" y="0"/>
              </a:cxn>
              <a:cxn ang="0">
                <a:pos x="24" y="0"/>
              </a:cxn>
              <a:cxn ang="0">
                <a:pos x="29" y="5"/>
              </a:cxn>
              <a:cxn ang="0">
                <a:pos x="29" y="44"/>
              </a:cxn>
              <a:cxn ang="0">
                <a:pos x="25" y="11"/>
              </a:cxn>
              <a:cxn ang="0">
                <a:pos x="24" y="10"/>
              </a:cxn>
              <a:cxn ang="0">
                <a:pos x="5" y="10"/>
              </a:cxn>
              <a:cxn ang="0">
                <a:pos x="3" y="11"/>
              </a:cxn>
              <a:cxn ang="0">
                <a:pos x="3" y="38"/>
              </a:cxn>
              <a:cxn ang="0">
                <a:pos x="5" y="39"/>
              </a:cxn>
              <a:cxn ang="0">
                <a:pos x="24" y="39"/>
              </a:cxn>
              <a:cxn ang="0">
                <a:pos x="25" y="38"/>
              </a:cxn>
              <a:cxn ang="0">
                <a:pos x="25" y="11"/>
              </a:cxn>
              <a:cxn ang="0">
                <a:pos x="17" y="5"/>
              </a:cxn>
              <a:cxn ang="0">
                <a:pos x="11" y="5"/>
              </a:cxn>
              <a:cxn ang="0">
                <a:pos x="11" y="6"/>
              </a:cxn>
              <a:cxn ang="0">
                <a:pos x="11" y="6"/>
              </a:cxn>
              <a:cxn ang="0">
                <a:pos x="17" y="6"/>
              </a:cxn>
              <a:cxn ang="0">
                <a:pos x="18" y="6"/>
              </a:cxn>
              <a:cxn ang="0">
                <a:pos x="17" y="5"/>
              </a:cxn>
              <a:cxn ang="0">
                <a:pos x="14" y="41"/>
              </a:cxn>
              <a:cxn ang="0">
                <a:pos x="11" y="44"/>
              </a:cxn>
              <a:cxn ang="0">
                <a:pos x="14" y="47"/>
              </a:cxn>
              <a:cxn ang="0">
                <a:pos x="17" y="44"/>
              </a:cxn>
              <a:cxn ang="0">
                <a:pos x="14" y="41"/>
              </a:cxn>
            </a:cxnLst>
            <a:rect l="0" t="0" r="r" b="b"/>
            <a:pathLst>
              <a:path w="29" h="49">
                <a:moveTo>
                  <a:pt x="29" y="44"/>
                </a:moveTo>
                <a:cubicBezTo>
                  <a:pt x="29" y="47"/>
                  <a:pt x="27" y="49"/>
                  <a:pt x="24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2" y="0"/>
                  <a:pt x="5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7" y="0"/>
                  <a:pt x="29" y="3"/>
                  <a:pt x="29" y="5"/>
                </a:cubicBezTo>
                <a:lnTo>
                  <a:pt x="29" y="44"/>
                </a:lnTo>
                <a:close/>
                <a:moveTo>
                  <a:pt x="25" y="11"/>
                </a:moveTo>
                <a:cubicBezTo>
                  <a:pt x="25" y="11"/>
                  <a:pt x="25" y="10"/>
                  <a:pt x="24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4" y="10"/>
                  <a:pt x="3" y="11"/>
                  <a:pt x="3" y="11"/>
                </a:cubicBezTo>
                <a:cubicBezTo>
                  <a:pt x="3" y="38"/>
                  <a:pt x="3" y="38"/>
                  <a:pt x="3" y="38"/>
                </a:cubicBezTo>
                <a:cubicBezTo>
                  <a:pt x="3" y="39"/>
                  <a:pt x="4" y="39"/>
                  <a:pt x="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5" y="39"/>
                  <a:pt x="25" y="39"/>
                  <a:pt x="25" y="38"/>
                </a:cubicBezTo>
                <a:lnTo>
                  <a:pt x="25" y="11"/>
                </a:lnTo>
                <a:close/>
                <a:moveTo>
                  <a:pt x="17" y="5"/>
                </a:move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1" y="6"/>
                  <a:pt x="11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6"/>
                  <a:pt x="18" y="5"/>
                  <a:pt x="17" y="5"/>
                </a:cubicBezTo>
                <a:close/>
                <a:moveTo>
                  <a:pt x="14" y="41"/>
                </a:moveTo>
                <a:cubicBezTo>
                  <a:pt x="13" y="41"/>
                  <a:pt x="11" y="42"/>
                  <a:pt x="11" y="44"/>
                </a:cubicBezTo>
                <a:cubicBezTo>
                  <a:pt x="11" y="46"/>
                  <a:pt x="13" y="47"/>
                  <a:pt x="14" y="47"/>
                </a:cubicBezTo>
                <a:cubicBezTo>
                  <a:pt x="16" y="47"/>
                  <a:pt x="17" y="46"/>
                  <a:pt x="17" y="44"/>
                </a:cubicBezTo>
                <a:cubicBezTo>
                  <a:pt x="17" y="42"/>
                  <a:pt x="16" y="41"/>
                  <a:pt x="14" y="41"/>
                </a:cubicBezTo>
                <a:close/>
              </a:path>
            </a:pathLst>
          </a:custGeom>
          <a:solidFill>
            <a:srgbClr val="0099B4"/>
          </a:solidFill>
          <a:ln w="9525">
            <a:noFill/>
            <a:round/>
          </a:ln>
        </p:spPr>
        <p:txBody>
          <a:bodyPr vert="horz" wrap="square" lIns="128566" tIns="64282" rIns="128566" bIns="64282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" name="Freeform 57"/>
          <p:cNvSpPr>
            <a:spLocks noEditPoints="1"/>
          </p:cNvSpPr>
          <p:nvPr/>
        </p:nvSpPr>
        <p:spPr bwMode="auto">
          <a:xfrm>
            <a:off x="7383635" y="2215110"/>
            <a:ext cx="648079" cy="574506"/>
          </a:xfrm>
          <a:custGeom>
            <a:avLst/>
            <a:gdLst/>
            <a:ahLst/>
            <a:cxnLst>
              <a:cxn ang="0">
                <a:pos x="7" y="9"/>
              </a:cxn>
              <a:cxn ang="0">
                <a:pos x="7" y="57"/>
              </a:cxn>
              <a:cxn ang="0">
                <a:pos x="6" y="58"/>
              </a:cxn>
              <a:cxn ang="0">
                <a:pos x="4" y="58"/>
              </a:cxn>
              <a:cxn ang="0">
                <a:pos x="2" y="57"/>
              </a:cxn>
              <a:cxn ang="0">
                <a:pos x="2" y="9"/>
              </a:cxn>
              <a:cxn ang="0">
                <a:pos x="0" y="4"/>
              </a:cxn>
              <a:cxn ang="0">
                <a:pos x="5" y="0"/>
              </a:cxn>
              <a:cxn ang="0">
                <a:pos x="10" y="4"/>
              </a:cxn>
              <a:cxn ang="0">
                <a:pos x="7" y="9"/>
              </a:cxn>
              <a:cxn ang="0">
                <a:pos x="65" y="36"/>
              </a:cxn>
              <a:cxn ang="0">
                <a:pos x="63" y="38"/>
              </a:cxn>
              <a:cxn ang="0">
                <a:pos x="49" y="43"/>
              </a:cxn>
              <a:cxn ang="0">
                <a:pos x="31" y="37"/>
              </a:cxn>
              <a:cxn ang="0">
                <a:pos x="13" y="43"/>
              </a:cxn>
              <a:cxn ang="0">
                <a:pos x="12" y="43"/>
              </a:cxn>
              <a:cxn ang="0">
                <a:pos x="10" y="41"/>
              </a:cxn>
              <a:cxn ang="0">
                <a:pos x="10" y="13"/>
              </a:cxn>
              <a:cxn ang="0">
                <a:pos x="11" y="11"/>
              </a:cxn>
              <a:cxn ang="0">
                <a:pos x="14" y="9"/>
              </a:cxn>
              <a:cxn ang="0">
                <a:pos x="30" y="4"/>
              </a:cxn>
              <a:cxn ang="0">
                <a:pos x="46" y="9"/>
              </a:cxn>
              <a:cxn ang="0">
                <a:pos x="49" y="10"/>
              </a:cxn>
              <a:cxn ang="0">
                <a:pos x="63" y="4"/>
              </a:cxn>
              <a:cxn ang="0">
                <a:pos x="65" y="7"/>
              </a:cxn>
              <a:cxn ang="0">
                <a:pos x="65" y="36"/>
              </a:cxn>
            </a:cxnLst>
            <a:rect l="0" t="0" r="r" b="b"/>
            <a:pathLst>
              <a:path w="65" h="58">
                <a:moveTo>
                  <a:pt x="7" y="9"/>
                </a:moveTo>
                <a:cubicBezTo>
                  <a:pt x="7" y="57"/>
                  <a:pt x="7" y="57"/>
                  <a:pt x="7" y="57"/>
                </a:cubicBezTo>
                <a:cubicBezTo>
                  <a:pt x="7" y="57"/>
                  <a:pt x="7" y="58"/>
                  <a:pt x="6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3" y="58"/>
                  <a:pt x="2" y="57"/>
                  <a:pt x="2" y="57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0" y="6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7" y="0"/>
                  <a:pt x="10" y="2"/>
                  <a:pt x="10" y="4"/>
                </a:cubicBezTo>
                <a:cubicBezTo>
                  <a:pt x="10" y="6"/>
                  <a:pt x="9" y="8"/>
                  <a:pt x="7" y="9"/>
                </a:cubicBezTo>
                <a:close/>
                <a:moveTo>
                  <a:pt x="65" y="36"/>
                </a:moveTo>
                <a:cubicBezTo>
                  <a:pt x="65" y="37"/>
                  <a:pt x="65" y="38"/>
                  <a:pt x="63" y="38"/>
                </a:cubicBezTo>
                <a:cubicBezTo>
                  <a:pt x="59" y="41"/>
                  <a:pt x="54" y="43"/>
                  <a:pt x="49" y="43"/>
                </a:cubicBezTo>
                <a:cubicBezTo>
                  <a:pt x="43" y="43"/>
                  <a:pt x="39" y="37"/>
                  <a:pt x="31" y="37"/>
                </a:cubicBezTo>
                <a:cubicBezTo>
                  <a:pt x="25" y="37"/>
                  <a:pt x="19" y="40"/>
                  <a:pt x="13" y="43"/>
                </a:cubicBezTo>
                <a:cubicBezTo>
                  <a:pt x="13" y="43"/>
                  <a:pt x="12" y="43"/>
                  <a:pt x="12" y="43"/>
                </a:cubicBezTo>
                <a:cubicBezTo>
                  <a:pt x="11" y="43"/>
                  <a:pt x="10" y="42"/>
                  <a:pt x="10" y="41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2"/>
                  <a:pt x="10" y="11"/>
                  <a:pt x="11" y="11"/>
                </a:cubicBezTo>
                <a:cubicBezTo>
                  <a:pt x="12" y="10"/>
                  <a:pt x="13" y="9"/>
                  <a:pt x="14" y="9"/>
                </a:cubicBezTo>
                <a:cubicBezTo>
                  <a:pt x="19" y="7"/>
                  <a:pt x="24" y="4"/>
                  <a:pt x="30" y="4"/>
                </a:cubicBezTo>
                <a:cubicBezTo>
                  <a:pt x="36" y="4"/>
                  <a:pt x="40" y="6"/>
                  <a:pt x="46" y="9"/>
                </a:cubicBezTo>
                <a:cubicBezTo>
                  <a:pt x="47" y="9"/>
                  <a:pt x="48" y="10"/>
                  <a:pt x="49" y="10"/>
                </a:cubicBezTo>
                <a:cubicBezTo>
                  <a:pt x="55" y="10"/>
                  <a:pt x="61" y="4"/>
                  <a:pt x="63" y="4"/>
                </a:cubicBezTo>
                <a:cubicBezTo>
                  <a:pt x="64" y="4"/>
                  <a:pt x="65" y="6"/>
                  <a:pt x="65" y="7"/>
                </a:cubicBezTo>
                <a:lnTo>
                  <a:pt x="65" y="36"/>
                </a:lnTo>
                <a:close/>
              </a:path>
            </a:pathLst>
          </a:custGeom>
          <a:solidFill>
            <a:srgbClr val="F68808"/>
          </a:solidFill>
          <a:ln w="9525">
            <a:noFill/>
            <a:round/>
          </a:ln>
        </p:spPr>
        <p:txBody>
          <a:bodyPr vert="horz" wrap="square" lIns="128566" tIns="64282" rIns="128566" bIns="64282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" name="Freeform 152"/>
          <p:cNvSpPr>
            <a:spLocks noEditPoints="1"/>
          </p:cNvSpPr>
          <p:nvPr/>
        </p:nvSpPr>
        <p:spPr bwMode="auto">
          <a:xfrm>
            <a:off x="9956162" y="1541725"/>
            <a:ext cx="728703" cy="673384"/>
          </a:xfrm>
          <a:custGeom>
            <a:avLst/>
            <a:gdLst/>
            <a:ahLst/>
            <a:cxnLst>
              <a:cxn ang="0">
                <a:pos x="67" y="20"/>
              </a:cxn>
              <a:cxn ang="0">
                <a:pos x="46" y="36"/>
              </a:cxn>
              <a:cxn ang="0">
                <a:pos x="42" y="40"/>
              </a:cxn>
              <a:cxn ang="0">
                <a:pos x="39" y="47"/>
              </a:cxn>
              <a:cxn ang="0">
                <a:pos x="44" y="52"/>
              </a:cxn>
              <a:cxn ang="0">
                <a:pos x="52" y="58"/>
              </a:cxn>
              <a:cxn ang="0">
                <a:pos x="52" y="61"/>
              </a:cxn>
              <a:cxn ang="0">
                <a:pos x="51" y="62"/>
              </a:cxn>
              <a:cxn ang="0">
                <a:pos x="17" y="62"/>
              </a:cxn>
              <a:cxn ang="0">
                <a:pos x="16" y="61"/>
              </a:cxn>
              <a:cxn ang="0">
                <a:pos x="16" y="58"/>
              </a:cxn>
              <a:cxn ang="0">
                <a:pos x="24" y="52"/>
              </a:cxn>
              <a:cxn ang="0">
                <a:pos x="29" y="47"/>
              </a:cxn>
              <a:cxn ang="0">
                <a:pos x="26" y="40"/>
              </a:cxn>
              <a:cxn ang="0">
                <a:pos x="22" y="36"/>
              </a:cxn>
              <a:cxn ang="0">
                <a:pos x="0" y="20"/>
              </a:cxn>
              <a:cxn ang="0">
                <a:pos x="0" y="15"/>
              </a:cxn>
              <a:cxn ang="0">
                <a:pos x="4" y="11"/>
              </a:cxn>
              <a:cxn ang="0">
                <a:pos x="16" y="11"/>
              </a:cxn>
              <a:cxn ang="0">
                <a:pos x="16" y="7"/>
              </a:cxn>
              <a:cxn ang="0">
                <a:pos x="22" y="0"/>
              </a:cxn>
              <a:cxn ang="0">
                <a:pos x="45" y="0"/>
              </a:cxn>
              <a:cxn ang="0">
                <a:pos x="52" y="7"/>
              </a:cxn>
              <a:cxn ang="0">
                <a:pos x="52" y="11"/>
              </a:cxn>
              <a:cxn ang="0">
                <a:pos x="63" y="11"/>
              </a:cxn>
              <a:cxn ang="0">
                <a:pos x="67" y="15"/>
              </a:cxn>
              <a:cxn ang="0">
                <a:pos x="67" y="20"/>
              </a:cxn>
              <a:cxn ang="0">
                <a:pos x="16" y="16"/>
              </a:cxn>
              <a:cxn ang="0">
                <a:pos x="6" y="16"/>
              </a:cxn>
              <a:cxn ang="0">
                <a:pos x="6" y="20"/>
              </a:cxn>
              <a:cxn ang="0">
                <a:pos x="19" y="31"/>
              </a:cxn>
              <a:cxn ang="0">
                <a:pos x="16" y="16"/>
              </a:cxn>
              <a:cxn ang="0">
                <a:pos x="62" y="16"/>
              </a:cxn>
              <a:cxn ang="0">
                <a:pos x="52" y="16"/>
              </a:cxn>
              <a:cxn ang="0">
                <a:pos x="49" y="31"/>
              </a:cxn>
              <a:cxn ang="0">
                <a:pos x="62" y="20"/>
              </a:cxn>
              <a:cxn ang="0">
                <a:pos x="62" y="16"/>
              </a:cxn>
            </a:cxnLst>
            <a:rect l="0" t="0" r="r" b="b"/>
            <a:pathLst>
              <a:path w="67" h="62">
                <a:moveTo>
                  <a:pt x="67" y="20"/>
                </a:moveTo>
                <a:cubicBezTo>
                  <a:pt x="67" y="27"/>
                  <a:pt x="58" y="36"/>
                  <a:pt x="46" y="36"/>
                </a:cubicBezTo>
                <a:cubicBezTo>
                  <a:pt x="44" y="38"/>
                  <a:pt x="42" y="40"/>
                  <a:pt x="42" y="40"/>
                </a:cubicBezTo>
                <a:cubicBezTo>
                  <a:pt x="40" y="42"/>
                  <a:pt x="39" y="44"/>
                  <a:pt x="39" y="47"/>
                </a:cubicBezTo>
                <a:cubicBezTo>
                  <a:pt x="39" y="49"/>
                  <a:pt x="40" y="52"/>
                  <a:pt x="44" y="52"/>
                </a:cubicBezTo>
                <a:cubicBezTo>
                  <a:pt x="48" y="52"/>
                  <a:pt x="52" y="54"/>
                  <a:pt x="52" y="58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2"/>
                  <a:pt x="51" y="62"/>
                  <a:pt x="51" y="62"/>
                </a:cubicBezTo>
                <a:cubicBezTo>
                  <a:pt x="17" y="62"/>
                  <a:pt x="17" y="62"/>
                  <a:pt x="17" y="62"/>
                </a:cubicBezTo>
                <a:cubicBezTo>
                  <a:pt x="16" y="62"/>
                  <a:pt x="16" y="62"/>
                  <a:pt x="16" y="61"/>
                </a:cubicBezTo>
                <a:cubicBezTo>
                  <a:pt x="16" y="58"/>
                  <a:pt x="16" y="58"/>
                  <a:pt x="16" y="58"/>
                </a:cubicBezTo>
                <a:cubicBezTo>
                  <a:pt x="16" y="54"/>
                  <a:pt x="20" y="52"/>
                  <a:pt x="24" y="52"/>
                </a:cubicBezTo>
                <a:cubicBezTo>
                  <a:pt x="27" y="52"/>
                  <a:pt x="29" y="49"/>
                  <a:pt x="29" y="47"/>
                </a:cubicBezTo>
                <a:cubicBezTo>
                  <a:pt x="29" y="44"/>
                  <a:pt x="28" y="42"/>
                  <a:pt x="26" y="40"/>
                </a:cubicBezTo>
                <a:cubicBezTo>
                  <a:pt x="25" y="40"/>
                  <a:pt x="24" y="38"/>
                  <a:pt x="22" y="36"/>
                </a:cubicBezTo>
                <a:cubicBezTo>
                  <a:pt x="10" y="36"/>
                  <a:pt x="0" y="27"/>
                  <a:pt x="0" y="2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2" y="11"/>
                  <a:pt x="4" y="11"/>
                </a:cubicBezTo>
                <a:cubicBezTo>
                  <a:pt x="16" y="11"/>
                  <a:pt x="16" y="11"/>
                  <a:pt x="16" y="11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3"/>
                  <a:pt x="19" y="0"/>
                  <a:pt x="22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9" y="0"/>
                  <a:pt x="52" y="3"/>
                  <a:pt x="52" y="7"/>
                </a:cubicBezTo>
                <a:cubicBezTo>
                  <a:pt x="52" y="11"/>
                  <a:pt x="52" y="11"/>
                  <a:pt x="52" y="11"/>
                </a:cubicBezTo>
                <a:cubicBezTo>
                  <a:pt x="63" y="11"/>
                  <a:pt x="63" y="11"/>
                  <a:pt x="63" y="11"/>
                </a:cubicBezTo>
                <a:cubicBezTo>
                  <a:pt x="66" y="11"/>
                  <a:pt x="67" y="12"/>
                  <a:pt x="67" y="15"/>
                </a:cubicBezTo>
                <a:lnTo>
                  <a:pt x="67" y="20"/>
                </a:lnTo>
                <a:close/>
                <a:moveTo>
                  <a:pt x="16" y="16"/>
                </a:moveTo>
                <a:cubicBezTo>
                  <a:pt x="6" y="16"/>
                  <a:pt x="6" y="16"/>
                  <a:pt x="6" y="16"/>
                </a:cubicBezTo>
                <a:cubicBezTo>
                  <a:pt x="6" y="20"/>
                  <a:pt x="6" y="20"/>
                  <a:pt x="6" y="20"/>
                </a:cubicBezTo>
                <a:cubicBezTo>
                  <a:pt x="6" y="24"/>
                  <a:pt x="11" y="29"/>
                  <a:pt x="19" y="31"/>
                </a:cubicBezTo>
                <a:cubicBezTo>
                  <a:pt x="17" y="27"/>
                  <a:pt x="16" y="22"/>
                  <a:pt x="16" y="16"/>
                </a:cubicBezTo>
                <a:close/>
                <a:moveTo>
                  <a:pt x="62" y="16"/>
                </a:moveTo>
                <a:cubicBezTo>
                  <a:pt x="52" y="16"/>
                  <a:pt x="52" y="16"/>
                  <a:pt x="52" y="16"/>
                </a:cubicBezTo>
                <a:cubicBezTo>
                  <a:pt x="52" y="22"/>
                  <a:pt x="51" y="27"/>
                  <a:pt x="49" y="31"/>
                </a:cubicBezTo>
                <a:cubicBezTo>
                  <a:pt x="57" y="29"/>
                  <a:pt x="62" y="24"/>
                  <a:pt x="62" y="20"/>
                </a:cubicBezTo>
                <a:lnTo>
                  <a:pt x="62" y="16"/>
                </a:lnTo>
                <a:close/>
              </a:path>
            </a:pathLst>
          </a:custGeom>
          <a:solidFill>
            <a:srgbClr val="0099B4"/>
          </a:solidFill>
          <a:ln w="9525">
            <a:noFill/>
            <a:round/>
          </a:ln>
        </p:spPr>
        <p:txBody>
          <a:bodyPr vert="horz" wrap="square" lIns="128566" tIns="64282" rIns="128566" bIns="64282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37" name="任意多边形 36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009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535620" y="333508"/>
            <a:ext cx="2791629" cy="616721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362842"/>
            <a:ext cx="640269" cy="589581"/>
            <a:chOff x="445380" y="344047"/>
            <a:chExt cx="607069" cy="559040"/>
          </a:xfrm>
          <a:solidFill>
            <a:srgbClr val="F68808"/>
          </a:solidFill>
        </p:grpSpPr>
        <p:sp>
          <p:nvSpPr>
            <p:cNvPr id="51" name="矩形 50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53311" y="377787"/>
              <a:ext cx="59913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  <p:bldP spid="32" grpId="0" animBg="1"/>
      <p:bldP spid="34" grpId="0" animBg="1"/>
      <p:bldP spid="36" grpId="0" animBg="1"/>
      <p:bldP spid="3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37" name="任意多边形 36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009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535620" y="333508"/>
            <a:ext cx="2791629" cy="616721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362842"/>
            <a:ext cx="640269" cy="589581"/>
            <a:chOff x="445380" y="344047"/>
            <a:chExt cx="607069" cy="559040"/>
          </a:xfrm>
          <a:solidFill>
            <a:srgbClr val="F68808"/>
          </a:solidFill>
        </p:grpSpPr>
        <p:sp>
          <p:nvSpPr>
            <p:cNvPr id="51" name="矩形 50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53311" y="377787"/>
              <a:ext cx="59913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" name="Group 4"/>
          <p:cNvGrpSpPr/>
          <p:nvPr/>
        </p:nvGrpSpPr>
        <p:grpSpPr>
          <a:xfrm>
            <a:off x="1787242" y="3130230"/>
            <a:ext cx="2996003" cy="587103"/>
            <a:chOff x="1429463" y="2730700"/>
            <a:chExt cx="2840655" cy="556691"/>
          </a:xfrm>
        </p:grpSpPr>
        <p:cxnSp>
          <p:nvCxnSpPr>
            <p:cNvPr id="10" name="Straight Connector 5"/>
            <p:cNvCxnSpPr/>
            <p:nvPr/>
          </p:nvCxnSpPr>
          <p:spPr>
            <a:xfrm>
              <a:off x="3742122" y="2730700"/>
              <a:ext cx="527996" cy="556691"/>
            </a:xfrm>
            <a:prstGeom prst="line">
              <a:avLst/>
            </a:prstGeom>
            <a:ln w="19050">
              <a:solidFill>
                <a:srgbClr val="F688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"/>
            <p:cNvCxnSpPr/>
            <p:nvPr/>
          </p:nvCxnSpPr>
          <p:spPr>
            <a:xfrm>
              <a:off x="1429463" y="2730700"/>
              <a:ext cx="2312659" cy="0"/>
            </a:xfrm>
            <a:prstGeom prst="line">
              <a:avLst/>
            </a:prstGeom>
            <a:ln w="19050">
              <a:solidFill>
                <a:srgbClr val="F688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7"/>
          <p:cNvGrpSpPr/>
          <p:nvPr/>
        </p:nvGrpSpPr>
        <p:grpSpPr>
          <a:xfrm>
            <a:off x="1857818" y="2518804"/>
            <a:ext cx="2618413" cy="1146393"/>
            <a:chOff x="6325107" y="3228728"/>
            <a:chExt cx="2482643" cy="1087010"/>
          </a:xfrm>
        </p:grpSpPr>
        <p:sp>
          <p:nvSpPr>
            <p:cNvPr id="13" name="AutoShape 112"/>
            <p:cNvSpPr/>
            <p:nvPr/>
          </p:nvSpPr>
          <p:spPr bwMode="auto">
            <a:xfrm>
              <a:off x="6450679" y="3228728"/>
              <a:ext cx="509379" cy="510250"/>
            </a:xfrm>
            <a:custGeom>
              <a:avLst/>
              <a:gdLst>
                <a:gd name="T0" fmla="*/ 10510 w 21020"/>
                <a:gd name="T1" fmla="*/ 10800 h 21600"/>
                <a:gd name="T2" fmla="*/ 10510 w 21020"/>
                <a:gd name="T3" fmla="*/ 10800 h 21600"/>
                <a:gd name="T4" fmla="*/ 10510 w 21020"/>
                <a:gd name="T5" fmla="*/ 10800 h 21600"/>
                <a:gd name="T6" fmla="*/ 10510 w 2102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020" h="21600">
                  <a:moveTo>
                    <a:pt x="18846" y="7946"/>
                  </a:moveTo>
                  <a:lnTo>
                    <a:pt x="17740" y="9091"/>
                  </a:lnTo>
                  <a:cubicBezTo>
                    <a:pt x="17740" y="8939"/>
                    <a:pt x="17758" y="8792"/>
                    <a:pt x="17744" y="8636"/>
                  </a:cubicBezTo>
                  <a:cubicBezTo>
                    <a:pt x="17629" y="7331"/>
                    <a:pt x="17036" y="6068"/>
                    <a:pt x="16074" y="5080"/>
                  </a:cubicBezTo>
                  <a:cubicBezTo>
                    <a:pt x="15004" y="3980"/>
                    <a:pt x="13585" y="3348"/>
                    <a:pt x="12180" y="3345"/>
                  </a:cubicBezTo>
                  <a:lnTo>
                    <a:pt x="13268" y="2218"/>
                  </a:lnTo>
                  <a:cubicBezTo>
                    <a:pt x="13812" y="1659"/>
                    <a:pt x="14572" y="1350"/>
                    <a:pt x="15403" y="1350"/>
                  </a:cubicBezTo>
                  <a:cubicBezTo>
                    <a:pt x="16460" y="1350"/>
                    <a:pt x="17546" y="1840"/>
                    <a:pt x="18381" y="2696"/>
                  </a:cubicBezTo>
                  <a:cubicBezTo>
                    <a:pt x="19165" y="3500"/>
                    <a:pt x="19631" y="4499"/>
                    <a:pt x="19698" y="5510"/>
                  </a:cubicBezTo>
                  <a:cubicBezTo>
                    <a:pt x="19760" y="6453"/>
                    <a:pt x="19457" y="7317"/>
                    <a:pt x="18846" y="7946"/>
                  </a:cubicBezTo>
                  <a:moveTo>
                    <a:pt x="5828" y="19329"/>
                  </a:moveTo>
                  <a:cubicBezTo>
                    <a:pt x="5813" y="18424"/>
                    <a:pt x="5454" y="17481"/>
                    <a:pt x="4730" y="16739"/>
                  </a:cubicBezTo>
                  <a:cubicBezTo>
                    <a:pt x="4046" y="16034"/>
                    <a:pt x="3150" y="15628"/>
                    <a:pt x="2257" y="15592"/>
                  </a:cubicBezTo>
                  <a:lnTo>
                    <a:pt x="2911" y="13157"/>
                  </a:lnTo>
                  <a:cubicBezTo>
                    <a:pt x="2959" y="12995"/>
                    <a:pt x="3052" y="12835"/>
                    <a:pt x="3168" y="12695"/>
                  </a:cubicBezTo>
                  <a:cubicBezTo>
                    <a:pt x="4485" y="11726"/>
                    <a:pt x="6512" y="12012"/>
                    <a:pt x="7920" y="13460"/>
                  </a:cubicBezTo>
                  <a:cubicBezTo>
                    <a:pt x="9409" y="14990"/>
                    <a:pt x="9639" y="17230"/>
                    <a:pt x="8492" y="18568"/>
                  </a:cubicBezTo>
                  <a:cubicBezTo>
                    <a:pt x="8416" y="18609"/>
                    <a:pt x="8339" y="18648"/>
                    <a:pt x="8256" y="18675"/>
                  </a:cubicBezTo>
                  <a:cubicBezTo>
                    <a:pt x="8256" y="18675"/>
                    <a:pt x="5828" y="19329"/>
                    <a:pt x="5828" y="19329"/>
                  </a:cubicBezTo>
                  <a:close/>
                  <a:moveTo>
                    <a:pt x="2737" y="20164"/>
                  </a:moveTo>
                  <a:cubicBezTo>
                    <a:pt x="2665" y="20181"/>
                    <a:pt x="2443" y="20239"/>
                    <a:pt x="2291" y="20249"/>
                  </a:cubicBezTo>
                  <a:cubicBezTo>
                    <a:pt x="1751" y="20244"/>
                    <a:pt x="1313" y="19792"/>
                    <a:pt x="1313" y="19237"/>
                  </a:cubicBezTo>
                  <a:cubicBezTo>
                    <a:pt x="1321" y="19124"/>
                    <a:pt x="1365" y="18929"/>
                    <a:pt x="1380" y="18857"/>
                  </a:cubicBezTo>
                  <a:lnTo>
                    <a:pt x="2071" y="16283"/>
                  </a:lnTo>
                  <a:cubicBezTo>
                    <a:pt x="2822" y="16261"/>
                    <a:pt x="3630" y="16562"/>
                    <a:pt x="4265" y="17215"/>
                  </a:cubicBezTo>
                  <a:cubicBezTo>
                    <a:pt x="4911" y="17878"/>
                    <a:pt x="5214" y="18725"/>
                    <a:pt x="5181" y="19504"/>
                  </a:cubicBezTo>
                  <a:cubicBezTo>
                    <a:pt x="5181" y="19504"/>
                    <a:pt x="2737" y="20164"/>
                    <a:pt x="2737" y="20164"/>
                  </a:cubicBezTo>
                  <a:close/>
                  <a:moveTo>
                    <a:pt x="6888" y="11179"/>
                  </a:moveTo>
                  <a:cubicBezTo>
                    <a:pt x="6280" y="10927"/>
                    <a:pt x="5642" y="10783"/>
                    <a:pt x="5004" y="10774"/>
                  </a:cubicBezTo>
                  <a:lnTo>
                    <a:pt x="10063" y="5536"/>
                  </a:lnTo>
                  <a:cubicBezTo>
                    <a:pt x="10838" y="4759"/>
                    <a:pt x="11966" y="4536"/>
                    <a:pt x="13077" y="4819"/>
                  </a:cubicBezTo>
                  <a:cubicBezTo>
                    <a:pt x="13077" y="4819"/>
                    <a:pt x="6888" y="11179"/>
                    <a:pt x="6888" y="11179"/>
                  </a:cubicBezTo>
                  <a:close/>
                  <a:moveTo>
                    <a:pt x="9717" y="13672"/>
                  </a:moveTo>
                  <a:cubicBezTo>
                    <a:pt x="9473" y="13258"/>
                    <a:pt x="9194" y="12859"/>
                    <a:pt x="8848" y="12505"/>
                  </a:cubicBezTo>
                  <a:cubicBezTo>
                    <a:pt x="8447" y="12093"/>
                    <a:pt x="7986" y="11770"/>
                    <a:pt x="7507" y="11498"/>
                  </a:cubicBezTo>
                  <a:lnTo>
                    <a:pt x="13767" y="5064"/>
                  </a:lnTo>
                  <a:cubicBezTo>
                    <a:pt x="14259" y="5288"/>
                    <a:pt x="14729" y="5607"/>
                    <a:pt x="15145" y="6035"/>
                  </a:cubicBezTo>
                  <a:cubicBezTo>
                    <a:pt x="15500" y="6398"/>
                    <a:pt x="15775" y="6806"/>
                    <a:pt x="15987" y="7229"/>
                  </a:cubicBezTo>
                  <a:cubicBezTo>
                    <a:pt x="15987" y="7229"/>
                    <a:pt x="9717" y="13672"/>
                    <a:pt x="9717" y="13672"/>
                  </a:cubicBezTo>
                  <a:close/>
                  <a:moveTo>
                    <a:pt x="10519" y="16061"/>
                  </a:moveTo>
                  <a:cubicBezTo>
                    <a:pt x="10465" y="15452"/>
                    <a:pt x="10298" y="14854"/>
                    <a:pt x="10047" y="14288"/>
                  </a:cubicBezTo>
                  <a:lnTo>
                    <a:pt x="16257" y="7906"/>
                  </a:lnTo>
                  <a:cubicBezTo>
                    <a:pt x="16637" y="9140"/>
                    <a:pt x="16442" y="10429"/>
                    <a:pt x="15610" y="11284"/>
                  </a:cubicBezTo>
                  <a:cubicBezTo>
                    <a:pt x="15604" y="11290"/>
                    <a:pt x="15598" y="11293"/>
                    <a:pt x="15593" y="11298"/>
                  </a:cubicBezTo>
                  <a:lnTo>
                    <a:pt x="15602" y="11306"/>
                  </a:lnTo>
                  <a:lnTo>
                    <a:pt x="10525" y="16565"/>
                  </a:lnTo>
                  <a:cubicBezTo>
                    <a:pt x="10527" y="16397"/>
                    <a:pt x="10534" y="16232"/>
                    <a:pt x="10519" y="16061"/>
                  </a:cubicBezTo>
                  <a:moveTo>
                    <a:pt x="19308" y="1741"/>
                  </a:moveTo>
                  <a:cubicBezTo>
                    <a:pt x="18228" y="632"/>
                    <a:pt x="16805" y="0"/>
                    <a:pt x="15403" y="0"/>
                  </a:cubicBezTo>
                  <a:cubicBezTo>
                    <a:pt x="14220" y="0"/>
                    <a:pt x="13131" y="450"/>
                    <a:pt x="12335" y="1266"/>
                  </a:cubicBezTo>
                  <a:lnTo>
                    <a:pt x="9138" y="4577"/>
                  </a:lnTo>
                  <a:cubicBezTo>
                    <a:pt x="9129" y="4585"/>
                    <a:pt x="9118" y="4592"/>
                    <a:pt x="9108" y="4602"/>
                  </a:cubicBezTo>
                  <a:cubicBezTo>
                    <a:pt x="9103" y="4608"/>
                    <a:pt x="9100" y="4614"/>
                    <a:pt x="9095" y="4620"/>
                  </a:cubicBezTo>
                  <a:lnTo>
                    <a:pt x="9096" y="4621"/>
                  </a:lnTo>
                  <a:lnTo>
                    <a:pt x="2310" y="11647"/>
                  </a:lnTo>
                  <a:cubicBezTo>
                    <a:pt x="1998" y="11966"/>
                    <a:pt x="1771" y="12364"/>
                    <a:pt x="1645" y="12797"/>
                  </a:cubicBezTo>
                  <a:lnTo>
                    <a:pt x="102" y="18541"/>
                  </a:lnTo>
                  <a:cubicBezTo>
                    <a:pt x="100" y="18557"/>
                    <a:pt x="0" y="19008"/>
                    <a:pt x="0" y="19237"/>
                  </a:cubicBezTo>
                  <a:cubicBezTo>
                    <a:pt x="0" y="20541"/>
                    <a:pt x="1030" y="21599"/>
                    <a:pt x="2302" y="21599"/>
                  </a:cubicBezTo>
                  <a:cubicBezTo>
                    <a:pt x="2554" y="21599"/>
                    <a:pt x="3044" y="21475"/>
                    <a:pt x="3062" y="21473"/>
                  </a:cubicBezTo>
                  <a:lnTo>
                    <a:pt x="8630" y="19969"/>
                  </a:lnTo>
                  <a:cubicBezTo>
                    <a:pt x="9054" y="19839"/>
                    <a:pt x="9439" y="19604"/>
                    <a:pt x="9750" y="19283"/>
                  </a:cubicBezTo>
                  <a:lnTo>
                    <a:pt x="19776" y="8899"/>
                  </a:lnTo>
                  <a:cubicBezTo>
                    <a:pt x="21600" y="7023"/>
                    <a:pt x="21394" y="3881"/>
                    <a:pt x="19308" y="1741"/>
                  </a:cubicBezTo>
                </a:path>
              </a:pathLst>
            </a:custGeom>
            <a:solidFill>
              <a:srgbClr val="F6880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81965"/>
              <a:endParaRPr lang="en-US" sz="3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4" name="Rectangle 9"/>
            <p:cNvSpPr/>
            <p:nvPr/>
          </p:nvSpPr>
          <p:spPr>
            <a:xfrm>
              <a:off x="6972811" y="3407863"/>
              <a:ext cx="1342361" cy="3210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5" name="TextBox 10"/>
            <p:cNvSpPr txBox="1"/>
            <p:nvPr/>
          </p:nvSpPr>
          <p:spPr>
            <a:xfrm>
              <a:off x="6325107" y="3877987"/>
              <a:ext cx="2482643" cy="437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6" name="Group 11"/>
          <p:cNvGrpSpPr/>
          <p:nvPr/>
        </p:nvGrpSpPr>
        <p:grpSpPr>
          <a:xfrm>
            <a:off x="7832172" y="3019115"/>
            <a:ext cx="3206781" cy="739220"/>
            <a:chOff x="7160952" y="2625341"/>
            <a:chExt cx="3040503" cy="700929"/>
          </a:xfrm>
        </p:grpSpPr>
        <p:cxnSp>
          <p:nvCxnSpPr>
            <p:cNvPr id="17" name="Straight Connector 12"/>
            <p:cNvCxnSpPr/>
            <p:nvPr/>
          </p:nvCxnSpPr>
          <p:spPr>
            <a:xfrm flipH="1">
              <a:off x="7160952" y="2625341"/>
              <a:ext cx="732463" cy="700929"/>
            </a:xfrm>
            <a:prstGeom prst="line">
              <a:avLst/>
            </a:prstGeom>
            <a:ln w="19050">
              <a:solidFill>
                <a:srgbClr val="0099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3"/>
            <p:cNvCxnSpPr/>
            <p:nvPr/>
          </p:nvCxnSpPr>
          <p:spPr>
            <a:xfrm>
              <a:off x="7888796" y="2625341"/>
              <a:ext cx="2312659" cy="0"/>
            </a:xfrm>
            <a:prstGeom prst="line">
              <a:avLst/>
            </a:prstGeom>
            <a:ln w="19050">
              <a:solidFill>
                <a:srgbClr val="0099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4"/>
          <p:cNvGrpSpPr/>
          <p:nvPr/>
        </p:nvGrpSpPr>
        <p:grpSpPr>
          <a:xfrm>
            <a:off x="8783601" y="2506227"/>
            <a:ext cx="2634028" cy="1030295"/>
            <a:chOff x="8487381" y="1710506"/>
            <a:chExt cx="2497449" cy="976926"/>
          </a:xfrm>
        </p:grpSpPr>
        <p:grpSp>
          <p:nvGrpSpPr>
            <p:cNvPr id="20" name="Group 15"/>
            <p:cNvGrpSpPr/>
            <p:nvPr/>
          </p:nvGrpSpPr>
          <p:grpSpPr>
            <a:xfrm>
              <a:off x="8502187" y="1817633"/>
              <a:ext cx="2482643" cy="869799"/>
              <a:chOff x="9072890" y="1981322"/>
              <a:chExt cx="2482643" cy="869799"/>
            </a:xfrm>
          </p:grpSpPr>
          <p:sp>
            <p:nvSpPr>
              <p:cNvPr id="22" name="Rectangle 17"/>
              <p:cNvSpPr/>
              <p:nvPr/>
            </p:nvSpPr>
            <p:spPr>
              <a:xfrm>
                <a:off x="9585396" y="1981322"/>
                <a:ext cx="1342362" cy="3210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 defTabSz="1285875">
                  <a:spcBef>
                    <a:spcPct val="20000"/>
                  </a:spcBef>
                  <a:defRPr/>
                </a:pPr>
                <a:r>
                  <a:rPr lang="zh-CN" altLang="en-US" sz="1600" dirty="0">
                    <a:solidFill>
                      <a:srgbClr val="0099B4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此处添加标题</a:t>
                </a:r>
                <a:endParaRPr lang="en-US" altLang="zh-CN" sz="1600" b="1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3" name="TextBox 18"/>
              <p:cNvSpPr txBox="1"/>
              <p:nvPr/>
            </p:nvSpPr>
            <p:spPr>
              <a:xfrm>
                <a:off x="9072890" y="2413370"/>
                <a:ext cx="2482643" cy="437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285875">
                  <a:spcBef>
                    <a:spcPct val="20000"/>
                  </a:spcBef>
                  <a:defRPr/>
                </a:pPr>
                <a:r>
                  <a:rPr lang="zh-CN" alt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您的内容打在这里，或者通过复制您的文本后，在此框中选择粘贴。</a:t>
                </a:r>
                <a:endPara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21" name="AutoShape 117"/>
            <p:cNvSpPr/>
            <p:nvPr/>
          </p:nvSpPr>
          <p:spPr bwMode="auto">
            <a:xfrm>
              <a:off x="8487381" y="1710506"/>
              <a:ext cx="538065" cy="403777"/>
            </a:xfrm>
            <a:custGeom>
              <a:avLst/>
              <a:gdLst>
                <a:gd name="T0" fmla="+- 0 10799 1"/>
                <a:gd name="T1" fmla="*/ T0 w 21596"/>
                <a:gd name="T2" fmla="*/ 10800 h 21600"/>
                <a:gd name="T3" fmla="+- 0 10799 1"/>
                <a:gd name="T4" fmla="*/ T3 w 21596"/>
                <a:gd name="T5" fmla="*/ 10800 h 21600"/>
                <a:gd name="T6" fmla="+- 0 10799 1"/>
                <a:gd name="T7" fmla="*/ T6 w 21596"/>
                <a:gd name="T8" fmla="*/ 10800 h 21600"/>
                <a:gd name="T9" fmla="+- 0 10799 1"/>
                <a:gd name="T10" fmla="*/ T9 w 21596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96" h="21600">
                  <a:moveTo>
                    <a:pt x="4511" y="2151"/>
                  </a:moveTo>
                  <a:lnTo>
                    <a:pt x="6064" y="3877"/>
                  </a:lnTo>
                  <a:lnTo>
                    <a:pt x="4246" y="6302"/>
                  </a:lnTo>
                  <a:lnTo>
                    <a:pt x="1353" y="6302"/>
                  </a:lnTo>
                  <a:cubicBezTo>
                    <a:pt x="1353" y="6302"/>
                    <a:pt x="4511" y="2151"/>
                    <a:pt x="4511" y="2151"/>
                  </a:cubicBezTo>
                  <a:close/>
                  <a:moveTo>
                    <a:pt x="17348" y="6302"/>
                  </a:moveTo>
                  <a:lnTo>
                    <a:pt x="15531" y="3877"/>
                  </a:lnTo>
                  <a:lnTo>
                    <a:pt x="17082" y="2153"/>
                  </a:lnTo>
                  <a:lnTo>
                    <a:pt x="20191" y="6302"/>
                  </a:lnTo>
                  <a:cubicBezTo>
                    <a:pt x="20191" y="6302"/>
                    <a:pt x="17348" y="6302"/>
                    <a:pt x="17348" y="6302"/>
                  </a:cubicBezTo>
                  <a:close/>
                  <a:moveTo>
                    <a:pt x="17264" y="7202"/>
                  </a:moveTo>
                  <a:lnTo>
                    <a:pt x="19663" y="7202"/>
                  </a:lnTo>
                  <a:lnTo>
                    <a:pt x="13021" y="16638"/>
                  </a:lnTo>
                  <a:cubicBezTo>
                    <a:pt x="13021" y="16638"/>
                    <a:pt x="17264" y="7202"/>
                    <a:pt x="17264" y="7202"/>
                  </a:cubicBezTo>
                  <a:close/>
                  <a:moveTo>
                    <a:pt x="8574" y="16637"/>
                  </a:moveTo>
                  <a:lnTo>
                    <a:pt x="1933" y="7202"/>
                  </a:lnTo>
                  <a:lnTo>
                    <a:pt x="4330" y="7202"/>
                  </a:lnTo>
                  <a:cubicBezTo>
                    <a:pt x="4330" y="7202"/>
                    <a:pt x="8574" y="16637"/>
                    <a:pt x="8574" y="16637"/>
                  </a:cubicBezTo>
                  <a:close/>
                  <a:moveTo>
                    <a:pt x="8429" y="7202"/>
                  </a:moveTo>
                  <a:lnTo>
                    <a:pt x="10084" y="18249"/>
                  </a:lnTo>
                  <a:lnTo>
                    <a:pt x="5117" y="7202"/>
                  </a:lnTo>
                  <a:cubicBezTo>
                    <a:pt x="5117" y="7202"/>
                    <a:pt x="8429" y="7202"/>
                    <a:pt x="8429" y="7202"/>
                  </a:cubicBezTo>
                  <a:close/>
                  <a:moveTo>
                    <a:pt x="6584" y="4456"/>
                  </a:moveTo>
                  <a:lnTo>
                    <a:pt x="8246" y="6302"/>
                  </a:lnTo>
                  <a:lnTo>
                    <a:pt x="5200" y="6302"/>
                  </a:lnTo>
                  <a:cubicBezTo>
                    <a:pt x="5200" y="6302"/>
                    <a:pt x="6584" y="4456"/>
                    <a:pt x="6584" y="4456"/>
                  </a:cubicBezTo>
                  <a:close/>
                  <a:moveTo>
                    <a:pt x="6543" y="3238"/>
                  </a:moveTo>
                  <a:lnTo>
                    <a:pt x="5250" y="1800"/>
                  </a:lnTo>
                  <a:lnTo>
                    <a:pt x="7621" y="1800"/>
                  </a:lnTo>
                  <a:cubicBezTo>
                    <a:pt x="7621" y="1800"/>
                    <a:pt x="6543" y="3238"/>
                    <a:pt x="6543" y="3238"/>
                  </a:cubicBezTo>
                  <a:close/>
                  <a:moveTo>
                    <a:pt x="10797" y="3466"/>
                  </a:moveTo>
                  <a:lnTo>
                    <a:pt x="9299" y="1800"/>
                  </a:lnTo>
                  <a:lnTo>
                    <a:pt x="12296" y="1800"/>
                  </a:lnTo>
                  <a:cubicBezTo>
                    <a:pt x="12296" y="1800"/>
                    <a:pt x="10797" y="3466"/>
                    <a:pt x="10797" y="3466"/>
                  </a:cubicBezTo>
                  <a:close/>
                  <a:moveTo>
                    <a:pt x="13974" y="1800"/>
                  </a:moveTo>
                  <a:lnTo>
                    <a:pt x="16345" y="1800"/>
                  </a:lnTo>
                  <a:lnTo>
                    <a:pt x="15052" y="3238"/>
                  </a:lnTo>
                  <a:cubicBezTo>
                    <a:pt x="15052" y="3238"/>
                    <a:pt x="13974" y="1800"/>
                    <a:pt x="13974" y="1800"/>
                  </a:cubicBezTo>
                  <a:close/>
                  <a:moveTo>
                    <a:pt x="13349" y="6302"/>
                  </a:moveTo>
                  <a:lnTo>
                    <a:pt x="15011" y="4456"/>
                  </a:lnTo>
                  <a:lnTo>
                    <a:pt x="16394" y="6302"/>
                  </a:lnTo>
                  <a:cubicBezTo>
                    <a:pt x="16394" y="6302"/>
                    <a:pt x="13349" y="6302"/>
                    <a:pt x="13349" y="6302"/>
                  </a:cubicBezTo>
                  <a:close/>
                  <a:moveTo>
                    <a:pt x="13166" y="7202"/>
                  </a:moveTo>
                  <a:lnTo>
                    <a:pt x="16478" y="7202"/>
                  </a:lnTo>
                  <a:lnTo>
                    <a:pt x="11511" y="18249"/>
                  </a:lnTo>
                  <a:cubicBezTo>
                    <a:pt x="11511" y="18249"/>
                    <a:pt x="13166" y="7202"/>
                    <a:pt x="13166" y="7202"/>
                  </a:cubicBezTo>
                  <a:close/>
                  <a:moveTo>
                    <a:pt x="12478" y="7202"/>
                  </a:moveTo>
                  <a:lnTo>
                    <a:pt x="10797" y="18414"/>
                  </a:lnTo>
                  <a:lnTo>
                    <a:pt x="9117" y="7202"/>
                  </a:lnTo>
                  <a:cubicBezTo>
                    <a:pt x="9117" y="7202"/>
                    <a:pt x="12478" y="7202"/>
                    <a:pt x="12478" y="7202"/>
                  </a:cubicBezTo>
                  <a:close/>
                  <a:moveTo>
                    <a:pt x="8773" y="5716"/>
                  </a:moveTo>
                  <a:lnTo>
                    <a:pt x="7064" y="3817"/>
                  </a:lnTo>
                  <a:lnTo>
                    <a:pt x="8426" y="2000"/>
                  </a:lnTo>
                  <a:lnTo>
                    <a:pt x="10270" y="4051"/>
                  </a:lnTo>
                  <a:cubicBezTo>
                    <a:pt x="10270" y="4051"/>
                    <a:pt x="8773" y="5716"/>
                    <a:pt x="8773" y="5716"/>
                  </a:cubicBezTo>
                  <a:close/>
                  <a:moveTo>
                    <a:pt x="11325" y="4051"/>
                  </a:moveTo>
                  <a:lnTo>
                    <a:pt x="13169" y="2000"/>
                  </a:lnTo>
                  <a:lnTo>
                    <a:pt x="14531" y="3817"/>
                  </a:lnTo>
                  <a:lnTo>
                    <a:pt x="12822" y="5716"/>
                  </a:lnTo>
                  <a:cubicBezTo>
                    <a:pt x="12822" y="5716"/>
                    <a:pt x="11325" y="4051"/>
                    <a:pt x="11325" y="4051"/>
                  </a:cubicBezTo>
                  <a:close/>
                  <a:moveTo>
                    <a:pt x="12296" y="6302"/>
                  </a:moveTo>
                  <a:lnTo>
                    <a:pt x="9299" y="6302"/>
                  </a:lnTo>
                  <a:lnTo>
                    <a:pt x="10797" y="4638"/>
                  </a:lnTo>
                  <a:cubicBezTo>
                    <a:pt x="10797" y="4638"/>
                    <a:pt x="12296" y="6302"/>
                    <a:pt x="12296" y="6302"/>
                  </a:cubicBezTo>
                  <a:close/>
                  <a:moveTo>
                    <a:pt x="21200" y="5102"/>
                  </a:moveTo>
                  <a:lnTo>
                    <a:pt x="17771" y="527"/>
                  </a:lnTo>
                  <a:cubicBezTo>
                    <a:pt x="17518" y="189"/>
                    <a:pt x="17176" y="0"/>
                    <a:pt x="16817" y="0"/>
                  </a:cubicBezTo>
                  <a:lnTo>
                    <a:pt x="4779" y="0"/>
                  </a:lnTo>
                  <a:cubicBezTo>
                    <a:pt x="4420" y="0"/>
                    <a:pt x="4077" y="189"/>
                    <a:pt x="3824" y="527"/>
                  </a:cubicBezTo>
                  <a:lnTo>
                    <a:pt x="395" y="5102"/>
                  </a:lnTo>
                  <a:cubicBezTo>
                    <a:pt x="131" y="5455"/>
                    <a:pt x="-1" y="5921"/>
                    <a:pt x="-1" y="6387"/>
                  </a:cubicBezTo>
                  <a:cubicBezTo>
                    <a:pt x="1" y="6810"/>
                    <a:pt x="114" y="7233"/>
                    <a:pt x="341" y="7573"/>
                  </a:cubicBezTo>
                  <a:lnTo>
                    <a:pt x="9788" y="20995"/>
                  </a:lnTo>
                  <a:cubicBezTo>
                    <a:pt x="10045" y="21379"/>
                    <a:pt x="10412" y="21599"/>
                    <a:pt x="10797" y="21599"/>
                  </a:cubicBezTo>
                  <a:cubicBezTo>
                    <a:pt x="11183" y="21599"/>
                    <a:pt x="11550" y="21379"/>
                    <a:pt x="11807" y="20995"/>
                  </a:cubicBezTo>
                  <a:lnTo>
                    <a:pt x="21255" y="7573"/>
                  </a:lnTo>
                  <a:cubicBezTo>
                    <a:pt x="21485" y="7226"/>
                    <a:pt x="21598" y="6791"/>
                    <a:pt x="21595" y="6359"/>
                  </a:cubicBezTo>
                  <a:cubicBezTo>
                    <a:pt x="21593" y="5902"/>
                    <a:pt x="21459" y="5449"/>
                    <a:pt x="21200" y="5102"/>
                  </a:cubicBezTo>
                </a:path>
              </a:pathLst>
            </a:custGeom>
            <a:solidFill>
              <a:srgbClr val="0099B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algn="ctr" defTabSz="241300" hangingPunct="0"/>
              <a:endParaRPr lang="en-US" sz="16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4" name="Group 19"/>
          <p:cNvGrpSpPr/>
          <p:nvPr/>
        </p:nvGrpSpPr>
        <p:grpSpPr>
          <a:xfrm>
            <a:off x="8035902" y="5745395"/>
            <a:ext cx="3092691" cy="531592"/>
            <a:chOff x="7354118" y="5210400"/>
            <a:chExt cx="2932329" cy="504056"/>
          </a:xfrm>
        </p:grpSpPr>
        <p:cxnSp>
          <p:nvCxnSpPr>
            <p:cNvPr id="25" name="Straight Connector 20"/>
            <p:cNvCxnSpPr/>
            <p:nvPr/>
          </p:nvCxnSpPr>
          <p:spPr>
            <a:xfrm>
              <a:off x="7354118" y="5210400"/>
              <a:ext cx="507117" cy="504056"/>
            </a:xfrm>
            <a:prstGeom prst="line">
              <a:avLst/>
            </a:prstGeom>
            <a:ln w="19050">
              <a:solidFill>
                <a:srgbClr val="0099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1"/>
            <p:cNvCxnSpPr/>
            <p:nvPr/>
          </p:nvCxnSpPr>
          <p:spPr>
            <a:xfrm flipV="1">
              <a:off x="7861235" y="5695656"/>
              <a:ext cx="2425212" cy="18800"/>
            </a:xfrm>
            <a:prstGeom prst="line">
              <a:avLst/>
            </a:prstGeom>
            <a:ln w="19050">
              <a:solidFill>
                <a:srgbClr val="0099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2"/>
          <p:cNvGrpSpPr/>
          <p:nvPr/>
        </p:nvGrpSpPr>
        <p:grpSpPr>
          <a:xfrm>
            <a:off x="8799216" y="5618417"/>
            <a:ext cx="2618413" cy="1140063"/>
            <a:chOff x="6450679" y="3146292"/>
            <a:chExt cx="2482643" cy="1081008"/>
          </a:xfrm>
        </p:grpSpPr>
        <p:sp>
          <p:nvSpPr>
            <p:cNvPr id="29" name="AutoShape 112"/>
            <p:cNvSpPr/>
            <p:nvPr/>
          </p:nvSpPr>
          <p:spPr bwMode="auto">
            <a:xfrm>
              <a:off x="6450679" y="3146292"/>
              <a:ext cx="509379" cy="510250"/>
            </a:xfrm>
            <a:custGeom>
              <a:avLst/>
              <a:gdLst>
                <a:gd name="T0" fmla="*/ 10510 w 21020"/>
                <a:gd name="T1" fmla="*/ 10800 h 21600"/>
                <a:gd name="T2" fmla="*/ 10510 w 21020"/>
                <a:gd name="T3" fmla="*/ 10800 h 21600"/>
                <a:gd name="T4" fmla="*/ 10510 w 21020"/>
                <a:gd name="T5" fmla="*/ 10800 h 21600"/>
                <a:gd name="T6" fmla="*/ 10510 w 2102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020" h="21600">
                  <a:moveTo>
                    <a:pt x="18846" y="7946"/>
                  </a:moveTo>
                  <a:lnTo>
                    <a:pt x="17740" y="9091"/>
                  </a:lnTo>
                  <a:cubicBezTo>
                    <a:pt x="17740" y="8939"/>
                    <a:pt x="17758" y="8792"/>
                    <a:pt x="17744" y="8636"/>
                  </a:cubicBezTo>
                  <a:cubicBezTo>
                    <a:pt x="17629" y="7331"/>
                    <a:pt x="17036" y="6068"/>
                    <a:pt x="16074" y="5080"/>
                  </a:cubicBezTo>
                  <a:cubicBezTo>
                    <a:pt x="15004" y="3980"/>
                    <a:pt x="13585" y="3348"/>
                    <a:pt x="12180" y="3345"/>
                  </a:cubicBezTo>
                  <a:lnTo>
                    <a:pt x="13268" y="2218"/>
                  </a:lnTo>
                  <a:cubicBezTo>
                    <a:pt x="13812" y="1659"/>
                    <a:pt x="14572" y="1350"/>
                    <a:pt x="15403" y="1350"/>
                  </a:cubicBezTo>
                  <a:cubicBezTo>
                    <a:pt x="16460" y="1350"/>
                    <a:pt x="17546" y="1840"/>
                    <a:pt x="18381" y="2696"/>
                  </a:cubicBezTo>
                  <a:cubicBezTo>
                    <a:pt x="19165" y="3500"/>
                    <a:pt x="19631" y="4499"/>
                    <a:pt x="19698" y="5510"/>
                  </a:cubicBezTo>
                  <a:cubicBezTo>
                    <a:pt x="19760" y="6453"/>
                    <a:pt x="19457" y="7317"/>
                    <a:pt x="18846" y="7946"/>
                  </a:cubicBezTo>
                  <a:moveTo>
                    <a:pt x="5828" y="19329"/>
                  </a:moveTo>
                  <a:cubicBezTo>
                    <a:pt x="5813" y="18424"/>
                    <a:pt x="5454" y="17481"/>
                    <a:pt x="4730" y="16739"/>
                  </a:cubicBezTo>
                  <a:cubicBezTo>
                    <a:pt x="4046" y="16034"/>
                    <a:pt x="3150" y="15628"/>
                    <a:pt x="2257" y="15592"/>
                  </a:cubicBezTo>
                  <a:lnTo>
                    <a:pt x="2911" y="13157"/>
                  </a:lnTo>
                  <a:cubicBezTo>
                    <a:pt x="2959" y="12995"/>
                    <a:pt x="3052" y="12835"/>
                    <a:pt x="3168" y="12695"/>
                  </a:cubicBezTo>
                  <a:cubicBezTo>
                    <a:pt x="4485" y="11726"/>
                    <a:pt x="6512" y="12012"/>
                    <a:pt x="7920" y="13460"/>
                  </a:cubicBezTo>
                  <a:cubicBezTo>
                    <a:pt x="9409" y="14990"/>
                    <a:pt x="9639" y="17230"/>
                    <a:pt x="8492" y="18568"/>
                  </a:cubicBezTo>
                  <a:cubicBezTo>
                    <a:pt x="8416" y="18609"/>
                    <a:pt x="8339" y="18648"/>
                    <a:pt x="8256" y="18675"/>
                  </a:cubicBezTo>
                  <a:cubicBezTo>
                    <a:pt x="8256" y="18675"/>
                    <a:pt x="5828" y="19329"/>
                    <a:pt x="5828" y="19329"/>
                  </a:cubicBezTo>
                  <a:close/>
                  <a:moveTo>
                    <a:pt x="2737" y="20164"/>
                  </a:moveTo>
                  <a:cubicBezTo>
                    <a:pt x="2665" y="20181"/>
                    <a:pt x="2443" y="20239"/>
                    <a:pt x="2291" y="20249"/>
                  </a:cubicBezTo>
                  <a:cubicBezTo>
                    <a:pt x="1751" y="20244"/>
                    <a:pt x="1313" y="19792"/>
                    <a:pt x="1313" y="19237"/>
                  </a:cubicBezTo>
                  <a:cubicBezTo>
                    <a:pt x="1321" y="19124"/>
                    <a:pt x="1365" y="18929"/>
                    <a:pt x="1380" y="18857"/>
                  </a:cubicBezTo>
                  <a:lnTo>
                    <a:pt x="2071" y="16283"/>
                  </a:lnTo>
                  <a:cubicBezTo>
                    <a:pt x="2822" y="16261"/>
                    <a:pt x="3630" y="16562"/>
                    <a:pt x="4265" y="17215"/>
                  </a:cubicBezTo>
                  <a:cubicBezTo>
                    <a:pt x="4911" y="17878"/>
                    <a:pt x="5214" y="18725"/>
                    <a:pt x="5181" y="19504"/>
                  </a:cubicBezTo>
                  <a:cubicBezTo>
                    <a:pt x="5181" y="19504"/>
                    <a:pt x="2737" y="20164"/>
                    <a:pt x="2737" y="20164"/>
                  </a:cubicBezTo>
                  <a:close/>
                  <a:moveTo>
                    <a:pt x="6888" y="11179"/>
                  </a:moveTo>
                  <a:cubicBezTo>
                    <a:pt x="6280" y="10927"/>
                    <a:pt x="5642" y="10783"/>
                    <a:pt x="5004" y="10774"/>
                  </a:cubicBezTo>
                  <a:lnTo>
                    <a:pt x="10063" y="5536"/>
                  </a:lnTo>
                  <a:cubicBezTo>
                    <a:pt x="10838" y="4759"/>
                    <a:pt x="11966" y="4536"/>
                    <a:pt x="13077" y="4819"/>
                  </a:cubicBezTo>
                  <a:cubicBezTo>
                    <a:pt x="13077" y="4819"/>
                    <a:pt x="6888" y="11179"/>
                    <a:pt x="6888" y="11179"/>
                  </a:cubicBezTo>
                  <a:close/>
                  <a:moveTo>
                    <a:pt x="9717" y="13672"/>
                  </a:moveTo>
                  <a:cubicBezTo>
                    <a:pt x="9473" y="13258"/>
                    <a:pt x="9194" y="12859"/>
                    <a:pt x="8848" y="12505"/>
                  </a:cubicBezTo>
                  <a:cubicBezTo>
                    <a:pt x="8447" y="12093"/>
                    <a:pt x="7986" y="11770"/>
                    <a:pt x="7507" y="11498"/>
                  </a:cubicBezTo>
                  <a:lnTo>
                    <a:pt x="13767" y="5064"/>
                  </a:lnTo>
                  <a:cubicBezTo>
                    <a:pt x="14259" y="5288"/>
                    <a:pt x="14729" y="5607"/>
                    <a:pt x="15145" y="6035"/>
                  </a:cubicBezTo>
                  <a:cubicBezTo>
                    <a:pt x="15500" y="6398"/>
                    <a:pt x="15775" y="6806"/>
                    <a:pt x="15987" y="7229"/>
                  </a:cubicBezTo>
                  <a:cubicBezTo>
                    <a:pt x="15987" y="7229"/>
                    <a:pt x="9717" y="13672"/>
                    <a:pt x="9717" y="13672"/>
                  </a:cubicBezTo>
                  <a:close/>
                  <a:moveTo>
                    <a:pt x="10519" y="16061"/>
                  </a:moveTo>
                  <a:cubicBezTo>
                    <a:pt x="10465" y="15452"/>
                    <a:pt x="10298" y="14854"/>
                    <a:pt x="10047" y="14288"/>
                  </a:cubicBezTo>
                  <a:lnTo>
                    <a:pt x="16257" y="7906"/>
                  </a:lnTo>
                  <a:cubicBezTo>
                    <a:pt x="16637" y="9140"/>
                    <a:pt x="16442" y="10429"/>
                    <a:pt x="15610" y="11284"/>
                  </a:cubicBezTo>
                  <a:cubicBezTo>
                    <a:pt x="15604" y="11290"/>
                    <a:pt x="15598" y="11293"/>
                    <a:pt x="15593" y="11298"/>
                  </a:cubicBezTo>
                  <a:lnTo>
                    <a:pt x="15602" y="11306"/>
                  </a:lnTo>
                  <a:lnTo>
                    <a:pt x="10525" y="16565"/>
                  </a:lnTo>
                  <a:cubicBezTo>
                    <a:pt x="10527" y="16397"/>
                    <a:pt x="10534" y="16232"/>
                    <a:pt x="10519" y="16061"/>
                  </a:cubicBezTo>
                  <a:moveTo>
                    <a:pt x="19308" y="1741"/>
                  </a:moveTo>
                  <a:cubicBezTo>
                    <a:pt x="18228" y="632"/>
                    <a:pt x="16805" y="0"/>
                    <a:pt x="15403" y="0"/>
                  </a:cubicBezTo>
                  <a:cubicBezTo>
                    <a:pt x="14220" y="0"/>
                    <a:pt x="13131" y="450"/>
                    <a:pt x="12335" y="1266"/>
                  </a:cubicBezTo>
                  <a:lnTo>
                    <a:pt x="9138" y="4577"/>
                  </a:lnTo>
                  <a:cubicBezTo>
                    <a:pt x="9129" y="4585"/>
                    <a:pt x="9118" y="4592"/>
                    <a:pt x="9108" y="4602"/>
                  </a:cubicBezTo>
                  <a:cubicBezTo>
                    <a:pt x="9103" y="4608"/>
                    <a:pt x="9100" y="4614"/>
                    <a:pt x="9095" y="4620"/>
                  </a:cubicBezTo>
                  <a:lnTo>
                    <a:pt x="9096" y="4621"/>
                  </a:lnTo>
                  <a:lnTo>
                    <a:pt x="2310" y="11647"/>
                  </a:lnTo>
                  <a:cubicBezTo>
                    <a:pt x="1998" y="11966"/>
                    <a:pt x="1771" y="12364"/>
                    <a:pt x="1645" y="12797"/>
                  </a:cubicBezTo>
                  <a:lnTo>
                    <a:pt x="102" y="18541"/>
                  </a:lnTo>
                  <a:cubicBezTo>
                    <a:pt x="100" y="18557"/>
                    <a:pt x="0" y="19008"/>
                    <a:pt x="0" y="19237"/>
                  </a:cubicBezTo>
                  <a:cubicBezTo>
                    <a:pt x="0" y="20541"/>
                    <a:pt x="1030" y="21599"/>
                    <a:pt x="2302" y="21599"/>
                  </a:cubicBezTo>
                  <a:cubicBezTo>
                    <a:pt x="2554" y="21599"/>
                    <a:pt x="3044" y="21475"/>
                    <a:pt x="3062" y="21473"/>
                  </a:cubicBezTo>
                  <a:lnTo>
                    <a:pt x="8630" y="19969"/>
                  </a:lnTo>
                  <a:cubicBezTo>
                    <a:pt x="9054" y="19839"/>
                    <a:pt x="9439" y="19604"/>
                    <a:pt x="9750" y="19283"/>
                  </a:cubicBezTo>
                  <a:lnTo>
                    <a:pt x="19776" y="8899"/>
                  </a:lnTo>
                  <a:cubicBezTo>
                    <a:pt x="21600" y="7023"/>
                    <a:pt x="21394" y="3881"/>
                    <a:pt x="19308" y="1741"/>
                  </a:cubicBezTo>
                </a:path>
              </a:pathLst>
            </a:custGeom>
            <a:solidFill>
              <a:srgbClr val="0099B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81965"/>
              <a:endParaRPr lang="en-US" sz="32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0" name="Rectangle 24"/>
            <p:cNvSpPr/>
            <p:nvPr/>
          </p:nvSpPr>
          <p:spPr>
            <a:xfrm>
              <a:off x="7010061" y="3401417"/>
              <a:ext cx="1342361" cy="3210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 defTabSz="1285875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1" name="TextBox 25"/>
            <p:cNvSpPr txBox="1"/>
            <p:nvPr/>
          </p:nvSpPr>
          <p:spPr>
            <a:xfrm>
              <a:off x="6450679" y="3789549"/>
              <a:ext cx="2482643" cy="437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2" name="Group 26"/>
          <p:cNvGrpSpPr/>
          <p:nvPr/>
        </p:nvGrpSpPr>
        <p:grpSpPr>
          <a:xfrm>
            <a:off x="2774539" y="5436932"/>
            <a:ext cx="2618413" cy="1129624"/>
            <a:chOff x="6386005" y="1784653"/>
            <a:chExt cx="2482643" cy="1071110"/>
          </a:xfrm>
        </p:grpSpPr>
        <p:grpSp>
          <p:nvGrpSpPr>
            <p:cNvPr id="33" name="Group 27"/>
            <p:cNvGrpSpPr/>
            <p:nvPr/>
          </p:nvGrpSpPr>
          <p:grpSpPr>
            <a:xfrm>
              <a:off x="6582333" y="1784653"/>
              <a:ext cx="510250" cy="509379"/>
              <a:chOff x="5162550" y="5164138"/>
              <a:chExt cx="930275" cy="928687"/>
            </a:xfrm>
            <a:solidFill>
              <a:schemeClr val="accent1"/>
            </a:solidFill>
          </p:grpSpPr>
          <p:sp>
            <p:nvSpPr>
              <p:cNvPr id="36" name="AutoShape 128"/>
              <p:cNvSpPr/>
              <p:nvPr/>
            </p:nvSpPr>
            <p:spPr bwMode="auto">
              <a:xfrm>
                <a:off x="5162550" y="5164138"/>
                <a:ext cx="930275" cy="928687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850" y="12150"/>
                    </a:moveTo>
                    <a:cubicBezTo>
                      <a:pt x="13851" y="12150"/>
                      <a:pt x="12926" y="11859"/>
                      <a:pt x="12124" y="11386"/>
                    </a:cubicBezTo>
                    <a:lnTo>
                      <a:pt x="11892" y="11618"/>
                    </a:lnTo>
                    <a:lnTo>
                      <a:pt x="11132" y="12377"/>
                    </a:lnTo>
                    <a:lnTo>
                      <a:pt x="9846" y="13663"/>
                    </a:lnTo>
                    <a:cubicBezTo>
                      <a:pt x="9593" y="13916"/>
                      <a:pt x="9451" y="14260"/>
                      <a:pt x="9451" y="14617"/>
                    </a:cubicBezTo>
                    <a:lnTo>
                      <a:pt x="9451" y="16200"/>
                    </a:lnTo>
                    <a:lnTo>
                      <a:pt x="8101" y="16200"/>
                    </a:lnTo>
                    <a:cubicBezTo>
                      <a:pt x="7356" y="16200"/>
                      <a:pt x="6751" y="16804"/>
                      <a:pt x="6751" y="17549"/>
                    </a:cubicBezTo>
                    <a:lnTo>
                      <a:pt x="6751" y="18900"/>
                    </a:lnTo>
                    <a:lnTo>
                      <a:pt x="5170" y="18900"/>
                    </a:lnTo>
                    <a:cubicBezTo>
                      <a:pt x="4812" y="18900"/>
                      <a:pt x="4469" y="19042"/>
                      <a:pt x="4216" y="19295"/>
                    </a:cubicBezTo>
                    <a:lnTo>
                      <a:pt x="3259" y="20252"/>
                    </a:lnTo>
                    <a:lnTo>
                      <a:pt x="1352" y="20249"/>
                    </a:lnTo>
                    <a:lnTo>
                      <a:pt x="1350" y="18326"/>
                    </a:lnTo>
                    <a:lnTo>
                      <a:pt x="9223" y="10467"/>
                    </a:lnTo>
                    <a:cubicBezTo>
                      <a:pt x="9223" y="10467"/>
                      <a:pt x="9223" y="10467"/>
                      <a:pt x="9224" y="10468"/>
                    </a:cubicBezTo>
                    <a:lnTo>
                      <a:pt x="10215" y="9477"/>
                    </a:lnTo>
                    <a:cubicBezTo>
                      <a:pt x="9741" y="8674"/>
                      <a:pt x="9451" y="7748"/>
                      <a:pt x="9451" y="6750"/>
                    </a:cubicBezTo>
                    <a:cubicBezTo>
                      <a:pt x="9451" y="3767"/>
                      <a:pt x="11869" y="1350"/>
                      <a:pt x="14850" y="1350"/>
                    </a:cubicBezTo>
                    <a:cubicBezTo>
                      <a:pt x="17832" y="1350"/>
                      <a:pt x="20250" y="3767"/>
                      <a:pt x="20250" y="6750"/>
                    </a:cubicBezTo>
                    <a:cubicBezTo>
                      <a:pt x="20250" y="9732"/>
                      <a:pt x="17832" y="12150"/>
                      <a:pt x="14850" y="12150"/>
                    </a:cubicBezTo>
                    <a:moveTo>
                      <a:pt x="14850" y="0"/>
                    </a:moveTo>
                    <a:cubicBezTo>
                      <a:pt x="11123" y="0"/>
                      <a:pt x="8101" y="3022"/>
                      <a:pt x="8101" y="6750"/>
                    </a:cubicBezTo>
                    <a:cubicBezTo>
                      <a:pt x="8101" y="7617"/>
                      <a:pt x="8283" y="8438"/>
                      <a:pt x="8582" y="9199"/>
                    </a:cubicBezTo>
                    <a:lnTo>
                      <a:pt x="383" y="17400"/>
                    </a:lnTo>
                    <a:cubicBezTo>
                      <a:pt x="146" y="17637"/>
                      <a:pt x="0" y="17863"/>
                      <a:pt x="0" y="18225"/>
                    </a:cubicBezTo>
                    <a:lnTo>
                      <a:pt x="0" y="20249"/>
                    </a:lnTo>
                    <a:cubicBezTo>
                      <a:pt x="0" y="20972"/>
                      <a:pt x="626" y="21599"/>
                      <a:pt x="1349" y="21599"/>
                    </a:cubicBezTo>
                    <a:lnTo>
                      <a:pt x="3374" y="21599"/>
                    </a:lnTo>
                    <a:cubicBezTo>
                      <a:pt x="3736" y="21599"/>
                      <a:pt x="3965" y="21455"/>
                      <a:pt x="4202" y="21219"/>
                    </a:cubicBezTo>
                    <a:lnTo>
                      <a:pt x="5170" y="20249"/>
                    </a:lnTo>
                    <a:lnTo>
                      <a:pt x="6751" y="20249"/>
                    </a:lnTo>
                    <a:cubicBezTo>
                      <a:pt x="7496" y="20249"/>
                      <a:pt x="8101" y="19645"/>
                      <a:pt x="8101" y="18900"/>
                    </a:cubicBezTo>
                    <a:lnTo>
                      <a:pt x="8101" y="17549"/>
                    </a:lnTo>
                    <a:lnTo>
                      <a:pt x="9451" y="17549"/>
                    </a:lnTo>
                    <a:cubicBezTo>
                      <a:pt x="10196" y="17549"/>
                      <a:pt x="10801" y="16945"/>
                      <a:pt x="10801" y="16200"/>
                    </a:cubicBezTo>
                    <a:lnTo>
                      <a:pt x="10801" y="14617"/>
                    </a:lnTo>
                    <a:lnTo>
                      <a:pt x="12400" y="13018"/>
                    </a:lnTo>
                    <a:cubicBezTo>
                      <a:pt x="13162" y="13317"/>
                      <a:pt x="13982" y="13500"/>
                      <a:pt x="14850" y="13500"/>
                    </a:cubicBezTo>
                    <a:cubicBezTo>
                      <a:pt x="18577" y="13500"/>
                      <a:pt x="21599" y="10477"/>
                      <a:pt x="21599" y="6750"/>
                    </a:cubicBezTo>
                    <a:cubicBezTo>
                      <a:pt x="21599" y="3022"/>
                      <a:pt x="18577" y="0"/>
                      <a:pt x="14850" y="0"/>
                    </a:cubicBezTo>
                  </a:path>
                </a:pathLst>
              </a:custGeom>
              <a:solidFill>
                <a:srgbClr val="F6880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/>
              <a:p>
                <a:pPr defTabSz="481965"/>
                <a:endParaRPr lang="en-US" sz="32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8" name="AutoShape 129"/>
              <p:cNvSpPr/>
              <p:nvPr/>
            </p:nvSpPr>
            <p:spPr bwMode="auto">
              <a:xfrm>
                <a:off x="5743575" y="5280025"/>
                <a:ext cx="231775" cy="231775"/>
              </a:xfrm>
              <a:custGeom>
                <a:avLst/>
                <a:gdLst>
                  <a:gd name="T0" fmla="*/ 10800 w 21600"/>
                  <a:gd name="T1" fmla="+- 0 10800 134"/>
                  <a:gd name="T2" fmla="*/ 10800 h 21333"/>
                  <a:gd name="T3" fmla="*/ 10800 w 21600"/>
                  <a:gd name="T4" fmla="+- 0 10800 134"/>
                  <a:gd name="T5" fmla="*/ 10800 h 21333"/>
                  <a:gd name="T6" fmla="*/ 10800 w 21600"/>
                  <a:gd name="T7" fmla="+- 0 10800 134"/>
                  <a:gd name="T8" fmla="*/ 10800 h 21333"/>
                  <a:gd name="T9" fmla="*/ 10800 w 21600"/>
                  <a:gd name="T10" fmla="+- 0 10800 134"/>
                  <a:gd name="T11" fmla="*/ 10800 h 21333"/>
                </a:gdLst>
                <a:ahLst/>
                <a:cxnLst>
                  <a:cxn ang="0">
                    <a:pos x="T0" y="T2"/>
                  </a:cxn>
                  <a:cxn ang="0">
                    <a:pos x="T3" y="T5"/>
                  </a:cxn>
                  <a:cxn ang="0">
                    <a:pos x="T6" y="T8"/>
                  </a:cxn>
                  <a:cxn ang="0">
                    <a:pos x="T9" y="T11"/>
                  </a:cxn>
                </a:cxnLst>
                <a:rect l="0" t="0" r="r" b="b"/>
                <a:pathLst>
                  <a:path w="21600" h="21333">
                    <a:moveTo>
                      <a:pt x="13008" y="18684"/>
                    </a:moveTo>
                    <a:cubicBezTo>
                      <a:pt x="9017" y="15850"/>
                      <a:pt x="5542" y="12415"/>
                      <a:pt x="2694" y="8570"/>
                    </a:cubicBezTo>
                    <a:cubicBezTo>
                      <a:pt x="3736" y="5628"/>
                      <a:pt x="5693" y="3697"/>
                      <a:pt x="8585" y="2647"/>
                    </a:cubicBezTo>
                    <a:cubicBezTo>
                      <a:pt x="12578" y="5489"/>
                      <a:pt x="16048" y="8911"/>
                      <a:pt x="18889" y="12809"/>
                    </a:cubicBezTo>
                    <a:cubicBezTo>
                      <a:pt x="17836" y="15730"/>
                      <a:pt x="15883" y="17647"/>
                      <a:pt x="13008" y="18684"/>
                    </a:cubicBezTo>
                    <a:moveTo>
                      <a:pt x="21110" y="11295"/>
                    </a:moveTo>
                    <a:cubicBezTo>
                      <a:pt x="18081" y="7130"/>
                      <a:pt x="14396" y="3496"/>
                      <a:pt x="10161" y="484"/>
                    </a:cubicBezTo>
                    <a:cubicBezTo>
                      <a:pt x="9468" y="-8"/>
                      <a:pt x="8579" y="-134"/>
                      <a:pt x="7778" y="145"/>
                    </a:cubicBezTo>
                    <a:cubicBezTo>
                      <a:pt x="4027" y="1450"/>
                      <a:pt x="1463" y="3983"/>
                      <a:pt x="145" y="7687"/>
                    </a:cubicBezTo>
                    <a:cubicBezTo>
                      <a:pt x="46" y="7962"/>
                      <a:pt x="0" y="8252"/>
                      <a:pt x="0" y="8537"/>
                    </a:cubicBezTo>
                    <a:cubicBezTo>
                      <a:pt x="0" y="9071"/>
                      <a:pt x="167" y="9596"/>
                      <a:pt x="487" y="10041"/>
                    </a:cubicBezTo>
                    <a:cubicBezTo>
                      <a:pt x="3525" y="14213"/>
                      <a:pt x="7211" y="17850"/>
                      <a:pt x="11431" y="20850"/>
                    </a:cubicBezTo>
                    <a:cubicBezTo>
                      <a:pt x="12122" y="21338"/>
                      <a:pt x="13010" y="21466"/>
                      <a:pt x="13812" y="21188"/>
                    </a:cubicBezTo>
                    <a:cubicBezTo>
                      <a:pt x="17563" y="19893"/>
                      <a:pt x="20133" y="17356"/>
                      <a:pt x="21451" y="13647"/>
                    </a:cubicBezTo>
                    <a:cubicBezTo>
                      <a:pt x="21551" y="13372"/>
                      <a:pt x="21600" y="13081"/>
                      <a:pt x="21600" y="12796"/>
                    </a:cubicBezTo>
                    <a:cubicBezTo>
                      <a:pt x="21600" y="12265"/>
                      <a:pt x="21429" y="11740"/>
                      <a:pt x="21110" y="11295"/>
                    </a:cubicBezTo>
                  </a:path>
                </a:pathLst>
              </a:custGeom>
              <a:solidFill>
                <a:srgbClr val="F6880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/>
              <a:p>
                <a:pPr defTabSz="481965"/>
                <a:endParaRPr lang="en-US" sz="32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34" name="TextBox 28"/>
            <p:cNvSpPr txBox="1"/>
            <p:nvPr/>
          </p:nvSpPr>
          <p:spPr>
            <a:xfrm>
              <a:off x="6386005" y="2418012"/>
              <a:ext cx="2482643" cy="437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5" name="Rectangle 29"/>
            <p:cNvSpPr/>
            <p:nvPr/>
          </p:nvSpPr>
          <p:spPr>
            <a:xfrm>
              <a:off x="7074101" y="2032036"/>
              <a:ext cx="1342361" cy="3210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9" name="Group 32"/>
          <p:cNvGrpSpPr/>
          <p:nvPr/>
        </p:nvGrpSpPr>
        <p:grpSpPr>
          <a:xfrm>
            <a:off x="2670718" y="5480204"/>
            <a:ext cx="3196973" cy="602029"/>
            <a:chOff x="2267129" y="4958946"/>
            <a:chExt cx="3031204" cy="570844"/>
          </a:xfrm>
        </p:grpSpPr>
        <p:cxnSp>
          <p:nvCxnSpPr>
            <p:cNvPr id="40" name="Straight Connector 33"/>
            <p:cNvCxnSpPr/>
            <p:nvPr/>
          </p:nvCxnSpPr>
          <p:spPr>
            <a:xfrm flipH="1">
              <a:off x="4746979" y="4958946"/>
              <a:ext cx="551354" cy="570844"/>
            </a:xfrm>
            <a:prstGeom prst="line">
              <a:avLst/>
            </a:prstGeom>
            <a:ln w="19050">
              <a:solidFill>
                <a:srgbClr val="F688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34"/>
            <p:cNvCxnSpPr/>
            <p:nvPr/>
          </p:nvCxnSpPr>
          <p:spPr>
            <a:xfrm flipH="1">
              <a:off x="2267129" y="5529790"/>
              <a:ext cx="2479850" cy="0"/>
            </a:xfrm>
            <a:prstGeom prst="line">
              <a:avLst/>
            </a:prstGeom>
            <a:ln w="19050">
              <a:solidFill>
                <a:srgbClr val="F688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35"/>
          <p:cNvSpPr txBox="1"/>
          <p:nvPr/>
        </p:nvSpPr>
        <p:spPr>
          <a:xfrm>
            <a:off x="3033700" y="1600101"/>
            <a:ext cx="6783127" cy="885282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spcBef>
                <a:spcPct val="20000"/>
              </a:spcBef>
              <a:defRPr/>
            </a:pPr>
            <a:r>
              <a:rPr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    您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的内容打在这里，或者通过复制您的文本后，在此框中选择粘贴</a:t>
            </a:r>
            <a:r>
              <a:rPr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。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defTabSz="1285875">
              <a:spcBef>
                <a:spcPct val="20000"/>
              </a:spcBef>
              <a:defRPr/>
            </a:pP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3" name="Group 331"/>
          <p:cNvGrpSpPr/>
          <p:nvPr/>
        </p:nvGrpSpPr>
        <p:grpSpPr bwMode="auto">
          <a:xfrm>
            <a:off x="4292079" y="3109892"/>
            <a:ext cx="4191361" cy="2878276"/>
            <a:chOff x="273" y="381"/>
            <a:chExt cx="5208" cy="3570"/>
          </a:xfrm>
        </p:grpSpPr>
        <p:sp>
          <p:nvSpPr>
            <p:cNvPr id="44" name="Freeform 333"/>
            <p:cNvSpPr/>
            <p:nvPr/>
          </p:nvSpPr>
          <p:spPr bwMode="gray">
            <a:xfrm>
              <a:off x="273" y="429"/>
              <a:ext cx="2342" cy="2514"/>
            </a:xfrm>
            <a:custGeom>
              <a:avLst/>
              <a:gdLst/>
              <a:ahLst/>
              <a:cxnLst>
                <a:cxn ang="0">
                  <a:pos x="372" y="1044"/>
                </a:cxn>
                <a:cxn ang="0">
                  <a:pos x="293" y="1112"/>
                </a:cxn>
                <a:cxn ang="0">
                  <a:pos x="185" y="1233"/>
                </a:cxn>
                <a:cxn ang="0">
                  <a:pos x="81" y="1416"/>
                </a:cxn>
                <a:cxn ang="0">
                  <a:pos x="12" y="1662"/>
                </a:cxn>
                <a:cxn ang="0">
                  <a:pos x="11" y="1976"/>
                </a:cxn>
                <a:cxn ang="0">
                  <a:pos x="84" y="2247"/>
                </a:cxn>
                <a:cxn ang="0">
                  <a:pos x="218" y="2406"/>
                </a:cxn>
                <a:cxn ang="0">
                  <a:pos x="390" y="2490"/>
                </a:cxn>
                <a:cxn ang="0">
                  <a:pos x="581" y="2514"/>
                </a:cxn>
                <a:cxn ang="0">
                  <a:pos x="767" y="2501"/>
                </a:cxn>
                <a:cxn ang="0">
                  <a:pos x="927" y="2466"/>
                </a:cxn>
                <a:cxn ang="0">
                  <a:pos x="1038" y="2432"/>
                </a:cxn>
                <a:cxn ang="0">
                  <a:pos x="1082" y="2417"/>
                </a:cxn>
                <a:cxn ang="0">
                  <a:pos x="1026" y="2297"/>
                </a:cxn>
                <a:cxn ang="0">
                  <a:pos x="1053" y="2297"/>
                </a:cxn>
                <a:cxn ang="0">
                  <a:pos x="1101" y="2363"/>
                </a:cxn>
                <a:cxn ang="0">
                  <a:pos x="1137" y="2421"/>
                </a:cxn>
                <a:cxn ang="0">
                  <a:pos x="1163" y="2442"/>
                </a:cxn>
                <a:cxn ang="0">
                  <a:pos x="1253" y="2477"/>
                </a:cxn>
                <a:cxn ang="0">
                  <a:pos x="1398" y="2444"/>
                </a:cxn>
                <a:cxn ang="0">
                  <a:pos x="1538" y="2331"/>
                </a:cxn>
                <a:cxn ang="0">
                  <a:pos x="1698" y="2157"/>
                </a:cxn>
                <a:cxn ang="0">
                  <a:pos x="1833" y="1959"/>
                </a:cxn>
                <a:cxn ang="0">
                  <a:pos x="1899" y="1781"/>
                </a:cxn>
                <a:cxn ang="0">
                  <a:pos x="1863" y="1605"/>
                </a:cxn>
                <a:cxn ang="0">
                  <a:pos x="1761" y="1446"/>
                </a:cxn>
                <a:cxn ang="0">
                  <a:pos x="1658" y="1278"/>
                </a:cxn>
                <a:cxn ang="0">
                  <a:pos x="1604" y="1103"/>
                </a:cxn>
                <a:cxn ang="0">
                  <a:pos x="1586" y="915"/>
                </a:cxn>
                <a:cxn ang="0">
                  <a:pos x="1631" y="734"/>
                </a:cxn>
                <a:cxn ang="0">
                  <a:pos x="1775" y="587"/>
                </a:cxn>
                <a:cxn ang="0">
                  <a:pos x="1977" y="477"/>
                </a:cxn>
                <a:cxn ang="0">
                  <a:pos x="2168" y="374"/>
                </a:cxn>
                <a:cxn ang="0">
                  <a:pos x="2304" y="261"/>
                </a:cxn>
                <a:cxn ang="0">
                  <a:pos x="2339" y="129"/>
                </a:cxn>
                <a:cxn ang="0">
                  <a:pos x="2253" y="44"/>
                </a:cxn>
                <a:cxn ang="0">
                  <a:pos x="2078" y="5"/>
                </a:cxn>
                <a:cxn ang="0">
                  <a:pos x="1857" y="5"/>
                </a:cxn>
                <a:cxn ang="0">
                  <a:pos x="1637" y="36"/>
                </a:cxn>
                <a:cxn ang="0">
                  <a:pos x="1461" y="90"/>
                </a:cxn>
                <a:cxn ang="0">
                  <a:pos x="1290" y="201"/>
                </a:cxn>
                <a:cxn ang="0">
                  <a:pos x="1172" y="305"/>
                </a:cxn>
                <a:cxn ang="0">
                  <a:pos x="1133" y="348"/>
                </a:cxn>
                <a:cxn ang="0">
                  <a:pos x="1190" y="413"/>
                </a:cxn>
                <a:cxn ang="0">
                  <a:pos x="1161" y="426"/>
                </a:cxn>
                <a:cxn ang="0">
                  <a:pos x="1085" y="371"/>
                </a:cxn>
                <a:cxn ang="0">
                  <a:pos x="989" y="378"/>
                </a:cxn>
                <a:cxn ang="0">
                  <a:pos x="821" y="428"/>
                </a:cxn>
                <a:cxn ang="0">
                  <a:pos x="647" y="555"/>
                </a:cxn>
                <a:cxn ang="0">
                  <a:pos x="521" y="753"/>
                </a:cxn>
                <a:cxn ang="0">
                  <a:pos x="462" y="921"/>
                </a:cxn>
                <a:cxn ang="0">
                  <a:pos x="447" y="992"/>
                </a:cxn>
                <a:cxn ang="0">
                  <a:pos x="564" y="1014"/>
                </a:cxn>
                <a:cxn ang="0">
                  <a:pos x="576" y="1022"/>
                </a:cxn>
                <a:cxn ang="0">
                  <a:pos x="564" y="1041"/>
                </a:cxn>
                <a:cxn ang="0">
                  <a:pos x="393" y="1031"/>
                </a:cxn>
              </a:cxnLst>
              <a:rect l="0" t="0" r="r" b="b"/>
              <a:pathLst>
                <a:path w="2342" h="2514">
                  <a:moveTo>
                    <a:pt x="393" y="1031"/>
                  </a:moveTo>
                  <a:lnTo>
                    <a:pt x="392" y="1032"/>
                  </a:lnTo>
                  <a:lnTo>
                    <a:pt x="384" y="1037"/>
                  </a:lnTo>
                  <a:lnTo>
                    <a:pt x="372" y="1044"/>
                  </a:lnTo>
                  <a:lnTo>
                    <a:pt x="357" y="1056"/>
                  </a:lnTo>
                  <a:lnTo>
                    <a:pt x="338" y="1071"/>
                  </a:lnTo>
                  <a:lnTo>
                    <a:pt x="317" y="1089"/>
                  </a:lnTo>
                  <a:lnTo>
                    <a:pt x="293" y="1112"/>
                  </a:lnTo>
                  <a:lnTo>
                    <a:pt x="267" y="1136"/>
                  </a:lnTo>
                  <a:lnTo>
                    <a:pt x="240" y="1166"/>
                  </a:lnTo>
                  <a:lnTo>
                    <a:pt x="213" y="1197"/>
                  </a:lnTo>
                  <a:lnTo>
                    <a:pt x="185" y="1233"/>
                  </a:lnTo>
                  <a:lnTo>
                    <a:pt x="158" y="1274"/>
                  </a:lnTo>
                  <a:lnTo>
                    <a:pt x="131" y="1317"/>
                  </a:lnTo>
                  <a:lnTo>
                    <a:pt x="105" y="1365"/>
                  </a:lnTo>
                  <a:lnTo>
                    <a:pt x="81" y="1416"/>
                  </a:lnTo>
                  <a:lnTo>
                    <a:pt x="59" y="1472"/>
                  </a:lnTo>
                  <a:lnTo>
                    <a:pt x="39" y="1532"/>
                  </a:lnTo>
                  <a:lnTo>
                    <a:pt x="24" y="1595"/>
                  </a:lnTo>
                  <a:lnTo>
                    <a:pt x="12" y="1662"/>
                  </a:lnTo>
                  <a:lnTo>
                    <a:pt x="3" y="1734"/>
                  </a:lnTo>
                  <a:lnTo>
                    <a:pt x="0" y="1811"/>
                  </a:lnTo>
                  <a:lnTo>
                    <a:pt x="3" y="1890"/>
                  </a:lnTo>
                  <a:lnTo>
                    <a:pt x="11" y="1976"/>
                  </a:lnTo>
                  <a:lnTo>
                    <a:pt x="24" y="2064"/>
                  </a:lnTo>
                  <a:lnTo>
                    <a:pt x="39" y="2132"/>
                  </a:lnTo>
                  <a:lnTo>
                    <a:pt x="60" y="2193"/>
                  </a:lnTo>
                  <a:lnTo>
                    <a:pt x="84" y="2247"/>
                  </a:lnTo>
                  <a:lnTo>
                    <a:pt x="113" y="2295"/>
                  </a:lnTo>
                  <a:lnTo>
                    <a:pt x="144" y="2337"/>
                  </a:lnTo>
                  <a:lnTo>
                    <a:pt x="180" y="2375"/>
                  </a:lnTo>
                  <a:lnTo>
                    <a:pt x="218" y="2406"/>
                  </a:lnTo>
                  <a:lnTo>
                    <a:pt x="258" y="2433"/>
                  </a:lnTo>
                  <a:lnTo>
                    <a:pt x="300" y="2457"/>
                  </a:lnTo>
                  <a:lnTo>
                    <a:pt x="344" y="2475"/>
                  </a:lnTo>
                  <a:lnTo>
                    <a:pt x="390" y="2490"/>
                  </a:lnTo>
                  <a:lnTo>
                    <a:pt x="437" y="2501"/>
                  </a:lnTo>
                  <a:lnTo>
                    <a:pt x="485" y="2508"/>
                  </a:lnTo>
                  <a:lnTo>
                    <a:pt x="533" y="2513"/>
                  </a:lnTo>
                  <a:lnTo>
                    <a:pt x="581" y="2514"/>
                  </a:lnTo>
                  <a:lnTo>
                    <a:pt x="629" y="2514"/>
                  </a:lnTo>
                  <a:lnTo>
                    <a:pt x="675" y="2511"/>
                  </a:lnTo>
                  <a:lnTo>
                    <a:pt x="722" y="2507"/>
                  </a:lnTo>
                  <a:lnTo>
                    <a:pt x="767" y="2501"/>
                  </a:lnTo>
                  <a:lnTo>
                    <a:pt x="810" y="2493"/>
                  </a:lnTo>
                  <a:lnTo>
                    <a:pt x="851" y="2484"/>
                  </a:lnTo>
                  <a:lnTo>
                    <a:pt x="890" y="2475"/>
                  </a:lnTo>
                  <a:lnTo>
                    <a:pt x="927" y="2466"/>
                  </a:lnTo>
                  <a:lnTo>
                    <a:pt x="960" y="2457"/>
                  </a:lnTo>
                  <a:lnTo>
                    <a:pt x="990" y="2448"/>
                  </a:lnTo>
                  <a:lnTo>
                    <a:pt x="1017" y="2439"/>
                  </a:lnTo>
                  <a:lnTo>
                    <a:pt x="1038" y="2432"/>
                  </a:lnTo>
                  <a:lnTo>
                    <a:pt x="1056" y="2426"/>
                  </a:lnTo>
                  <a:lnTo>
                    <a:pt x="1070" y="2421"/>
                  </a:lnTo>
                  <a:lnTo>
                    <a:pt x="1079" y="2417"/>
                  </a:lnTo>
                  <a:lnTo>
                    <a:pt x="1082" y="2417"/>
                  </a:lnTo>
                  <a:lnTo>
                    <a:pt x="1026" y="2313"/>
                  </a:lnTo>
                  <a:lnTo>
                    <a:pt x="1026" y="2310"/>
                  </a:lnTo>
                  <a:lnTo>
                    <a:pt x="1025" y="2304"/>
                  </a:lnTo>
                  <a:lnTo>
                    <a:pt x="1026" y="2297"/>
                  </a:lnTo>
                  <a:lnTo>
                    <a:pt x="1031" y="2291"/>
                  </a:lnTo>
                  <a:lnTo>
                    <a:pt x="1038" y="2285"/>
                  </a:lnTo>
                  <a:lnTo>
                    <a:pt x="1044" y="2288"/>
                  </a:lnTo>
                  <a:lnTo>
                    <a:pt x="1053" y="2297"/>
                  </a:lnTo>
                  <a:lnTo>
                    <a:pt x="1065" y="2309"/>
                  </a:lnTo>
                  <a:lnTo>
                    <a:pt x="1077" y="2325"/>
                  </a:lnTo>
                  <a:lnTo>
                    <a:pt x="1089" y="2345"/>
                  </a:lnTo>
                  <a:lnTo>
                    <a:pt x="1101" y="2363"/>
                  </a:lnTo>
                  <a:lnTo>
                    <a:pt x="1113" y="2382"/>
                  </a:lnTo>
                  <a:lnTo>
                    <a:pt x="1124" y="2399"/>
                  </a:lnTo>
                  <a:lnTo>
                    <a:pt x="1133" y="2412"/>
                  </a:lnTo>
                  <a:lnTo>
                    <a:pt x="1137" y="2421"/>
                  </a:lnTo>
                  <a:lnTo>
                    <a:pt x="1140" y="2426"/>
                  </a:lnTo>
                  <a:lnTo>
                    <a:pt x="1142" y="2427"/>
                  </a:lnTo>
                  <a:lnTo>
                    <a:pt x="1149" y="2433"/>
                  </a:lnTo>
                  <a:lnTo>
                    <a:pt x="1163" y="2442"/>
                  </a:lnTo>
                  <a:lnTo>
                    <a:pt x="1179" y="2453"/>
                  </a:lnTo>
                  <a:lnTo>
                    <a:pt x="1200" y="2463"/>
                  </a:lnTo>
                  <a:lnTo>
                    <a:pt x="1224" y="2471"/>
                  </a:lnTo>
                  <a:lnTo>
                    <a:pt x="1253" y="2477"/>
                  </a:lnTo>
                  <a:lnTo>
                    <a:pt x="1286" y="2478"/>
                  </a:lnTo>
                  <a:lnTo>
                    <a:pt x="1320" y="2474"/>
                  </a:lnTo>
                  <a:lnTo>
                    <a:pt x="1358" y="2463"/>
                  </a:lnTo>
                  <a:lnTo>
                    <a:pt x="1398" y="2444"/>
                  </a:lnTo>
                  <a:lnTo>
                    <a:pt x="1430" y="2424"/>
                  </a:lnTo>
                  <a:lnTo>
                    <a:pt x="1463" y="2399"/>
                  </a:lnTo>
                  <a:lnTo>
                    <a:pt x="1500" y="2367"/>
                  </a:lnTo>
                  <a:lnTo>
                    <a:pt x="1538" y="2331"/>
                  </a:lnTo>
                  <a:lnTo>
                    <a:pt x="1578" y="2292"/>
                  </a:lnTo>
                  <a:lnTo>
                    <a:pt x="1619" y="2250"/>
                  </a:lnTo>
                  <a:lnTo>
                    <a:pt x="1659" y="2204"/>
                  </a:lnTo>
                  <a:lnTo>
                    <a:pt x="1698" y="2157"/>
                  </a:lnTo>
                  <a:lnTo>
                    <a:pt x="1736" y="2108"/>
                  </a:lnTo>
                  <a:lnTo>
                    <a:pt x="1772" y="2058"/>
                  </a:lnTo>
                  <a:lnTo>
                    <a:pt x="1803" y="2009"/>
                  </a:lnTo>
                  <a:lnTo>
                    <a:pt x="1833" y="1959"/>
                  </a:lnTo>
                  <a:lnTo>
                    <a:pt x="1857" y="1911"/>
                  </a:lnTo>
                  <a:lnTo>
                    <a:pt x="1877" y="1865"/>
                  </a:lnTo>
                  <a:lnTo>
                    <a:pt x="1892" y="1821"/>
                  </a:lnTo>
                  <a:lnTo>
                    <a:pt x="1899" y="1781"/>
                  </a:lnTo>
                  <a:lnTo>
                    <a:pt x="1899" y="1734"/>
                  </a:lnTo>
                  <a:lnTo>
                    <a:pt x="1893" y="1689"/>
                  </a:lnTo>
                  <a:lnTo>
                    <a:pt x="1881" y="1647"/>
                  </a:lnTo>
                  <a:lnTo>
                    <a:pt x="1863" y="1605"/>
                  </a:lnTo>
                  <a:lnTo>
                    <a:pt x="1842" y="1565"/>
                  </a:lnTo>
                  <a:lnTo>
                    <a:pt x="1817" y="1526"/>
                  </a:lnTo>
                  <a:lnTo>
                    <a:pt x="1790" y="1485"/>
                  </a:lnTo>
                  <a:lnTo>
                    <a:pt x="1761" y="1446"/>
                  </a:lnTo>
                  <a:lnTo>
                    <a:pt x="1733" y="1406"/>
                  </a:lnTo>
                  <a:lnTo>
                    <a:pt x="1706" y="1365"/>
                  </a:lnTo>
                  <a:lnTo>
                    <a:pt x="1680" y="1323"/>
                  </a:lnTo>
                  <a:lnTo>
                    <a:pt x="1658" y="1278"/>
                  </a:lnTo>
                  <a:lnTo>
                    <a:pt x="1640" y="1233"/>
                  </a:lnTo>
                  <a:lnTo>
                    <a:pt x="1626" y="1191"/>
                  </a:lnTo>
                  <a:lnTo>
                    <a:pt x="1614" y="1148"/>
                  </a:lnTo>
                  <a:lnTo>
                    <a:pt x="1604" y="1103"/>
                  </a:lnTo>
                  <a:lnTo>
                    <a:pt x="1595" y="1056"/>
                  </a:lnTo>
                  <a:lnTo>
                    <a:pt x="1589" y="1010"/>
                  </a:lnTo>
                  <a:lnTo>
                    <a:pt x="1584" y="962"/>
                  </a:lnTo>
                  <a:lnTo>
                    <a:pt x="1586" y="915"/>
                  </a:lnTo>
                  <a:lnTo>
                    <a:pt x="1589" y="867"/>
                  </a:lnTo>
                  <a:lnTo>
                    <a:pt x="1598" y="822"/>
                  </a:lnTo>
                  <a:lnTo>
                    <a:pt x="1611" y="777"/>
                  </a:lnTo>
                  <a:lnTo>
                    <a:pt x="1631" y="734"/>
                  </a:lnTo>
                  <a:lnTo>
                    <a:pt x="1656" y="693"/>
                  </a:lnTo>
                  <a:lnTo>
                    <a:pt x="1689" y="654"/>
                  </a:lnTo>
                  <a:lnTo>
                    <a:pt x="1728" y="618"/>
                  </a:lnTo>
                  <a:lnTo>
                    <a:pt x="1775" y="587"/>
                  </a:lnTo>
                  <a:lnTo>
                    <a:pt x="1824" y="558"/>
                  </a:lnTo>
                  <a:lnTo>
                    <a:pt x="1874" y="531"/>
                  </a:lnTo>
                  <a:lnTo>
                    <a:pt x="1925" y="504"/>
                  </a:lnTo>
                  <a:lnTo>
                    <a:pt x="1977" y="477"/>
                  </a:lnTo>
                  <a:lnTo>
                    <a:pt x="2027" y="452"/>
                  </a:lnTo>
                  <a:lnTo>
                    <a:pt x="2076" y="426"/>
                  </a:lnTo>
                  <a:lnTo>
                    <a:pt x="2124" y="401"/>
                  </a:lnTo>
                  <a:lnTo>
                    <a:pt x="2168" y="374"/>
                  </a:lnTo>
                  <a:lnTo>
                    <a:pt x="2210" y="347"/>
                  </a:lnTo>
                  <a:lnTo>
                    <a:pt x="2246" y="320"/>
                  </a:lnTo>
                  <a:lnTo>
                    <a:pt x="2279" y="291"/>
                  </a:lnTo>
                  <a:lnTo>
                    <a:pt x="2304" y="261"/>
                  </a:lnTo>
                  <a:lnTo>
                    <a:pt x="2324" y="231"/>
                  </a:lnTo>
                  <a:lnTo>
                    <a:pt x="2337" y="198"/>
                  </a:lnTo>
                  <a:lnTo>
                    <a:pt x="2342" y="165"/>
                  </a:lnTo>
                  <a:lnTo>
                    <a:pt x="2339" y="129"/>
                  </a:lnTo>
                  <a:lnTo>
                    <a:pt x="2328" y="102"/>
                  </a:lnTo>
                  <a:lnTo>
                    <a:pt x="2310" y="80"/>
                  </a:lnTo>
                  <a:lnTo>
                    <a:pt x="2285" y="60"/>
                  </a:lnTo>
                  <a:lnTo>
                    <a:pt x="2253" y="44"/>
                  </a:lnTo>
                  <a:lnTo>
                    <a:pt x="2216" y="29"/>
                  </a:lnTo>
                  <a:lnTo>
                    <a:pt x="2174" y="18"/>
                  </a:lnTo>
                  <a:lnTo>
                    <a:pt x="2129" y="11"/>
                  </a:lnTo>
                  <a:lnTo>
                    <a:pt x="2078" y="5"/>
                  </a:lnTo>
                  <a:lnTo>
                    <a:pt x="2025" y="0"/>
                  </a:lnTo>
                  <a:lnTo>
                    <a:pt x="1971" y="0"/>
                  </a:lnTo>
                  <a:lnTo>
                    <a:pt x="1914" y="2"/>
                  </a:lnTo>
                  <a:lnTo>
                    <a:pt x="1857" y="5"/>
                  </a:lnTo>
                  <a:lnTo>
                    <a:pt x="1800" y="9"/>
                  </a:lnTo>
                  <a:lnTo>
                    <a:pt x="1745" y="17"/>
                  </a:lnTo>
                  <a:lnTo>
                    <a:pt x="1689" y="26"/>
                  </a:lnTo>
                  <a:lnTo>
                    <a:pt x="1637" y="36"/>
                  </a:lnTo>
                  <a:lnTo>
                    <a:pt x="1587" y="48"/>
                  </a:lnTo>
                  <a:lnTo>
                    <a:pt x="1541" y="60"/>
                  </a:lnTo>
                  <a:lnTo>
                    <a:pt x="1499" y="75"/>
                  </a:lnTo>
                  <a:lnTo>
                    <a:pt x="1461" y="90"/>
                  </a:lnTo>
                  <a:lnTo>
                    <a:pt x="1430" y="107"/>
                  </a:lnTo>
                  <a:lnTo>
                    <a:pt x="1379" y="138"/>
                  </a:lnTo>
                  <a:lnTo>
                    <a:pt x="1332" y="170"/>
                  </a:lnTo>
                  <a:lnTo>
                    <a:pt x="1290" y="201"/>
                  </a:lnTo>
                  <a:lnTo>
                    <a:pt x="1253" y="231"/>
                  </a:lnTo>
                  <a:lnTo>
                    <a:pt x="1221" y="258"/>
                  </a:lnTo>
                  <a:lnTo>
                    <a:pt x="1194" y="284"/>
                  </a:lnTo>
                  <a:lnTo>
                    <a:pt x="1172" y="305"/>
                  </a:lnTo>
                  <a:lnTo>
                    <a:pt x="1155" y="323"/>
                  </a:lnTo>
                  <a:lnTo>
                    <a:pt x="1143" y="336"/>
                  </a:lnTo>
                  <a:lnTo>
                    <a:pt x="1136" y="345"/>
                  </a:lnTo>
                  <a:lnTo>
                    <a:pt x="1133" y="348"/>
                  </a:lnTo>
                  <a:lnTo>
                    <a:pt x="1187" y="399"/>
                  </a:lnTo>
                  <a:lnTo>
                    <a:pt x="1188" y="401"/>
                  </a:lnTo>
                  <a:lnTo>
                    <a:pt x="1190" y="407"/>
                  </a:lnTo>
                  <a:lnTo>
                    <a:pt x="1190" y="413"/>
                  </a:lnTo>
                  <a:lnTo>
                    <a:pt x="1188" y="419"/>
                  </a:lnTo>
                  <a:lnTo>
                    <a:pt x="1182" y="425"/>
                  </a:lnTo>
                  <a:lnTo>
                    <a:pt x="1172" y="426"/>
                  </a:lnTo>
                  <a:lnTo>
                    <a:pt x="1161" y="426"/>
                  </a:lnTo>
                  <a:lnTo>
                    <a:pt x="1154" y="423"/>
                  </a:lnTo>
                  <a:lnTo>
                    <a:pt x="1151" y="422"/>
                  </a:lnTo>
                  <a:lnTo>
                    <a:pt x="1091" y="371"/>
                  </a:lnTo>
                  <a:lnTo>
                    <a:pt x="1085" y="371"/>
                  </a:lnTo>
                  <a:lnTo>
                    <a:pt x="1071" y="371"/>
                  </a:lnTo>
                  <a:lnTo>
                    <a:pt x="1050" y="372"/>
                  </a:lnTo>
                  <a:lnTo>
                    <a:pt x="1023" y="374"/>
                  </a:lnTo>
                  <a:lnTo>
                    <a:pt x="989" y="378"/>
                  </a:lnTo>
                  <a:lnTo>
                    <a:pt x="951" y="386"/>
                  </a:lnTo>
                  <a:lnTo>
                    <a:pt x="909" y="396"/>
                  </a:lnTo>
                  <a:lnTo>
                    <a:pt x="866" y="410"/>
                  </a:lnTo>
                  <a:lnTo>
                    <a:pt x="821" y="428"/>
                  </a:lnTo>
                  <a:lnTo>
                    <a:pt x="774" y="452"/>
                  </a:lnTo>
                  <a:lnTo>
                    <a:pt x="729" y="480"/>
                  </a:lnTo>
                  <a:lnTo>
                    <a:pt x="686" y="515"/>
                  </a:lnTo>
                  <a:lnTo>
                    <a:pt x="647" y="555"/>
                  </a:lnTo>
                  <a:lnTo>
                    <a:pt x="608" y="603"/>
                  </a:lnTo>
                  <a:lnTo>
                    <a:pt x="573" y="654"/>
                  </a:lnTo>
                  <a:lnTo>
                    <a:pt x="545" y="704"/>
                  </a:lnTo>
                  <a:lnTo>
                    <a:pt x="521" y="753"/>
                  </a:lnTo>
                  <a:lnTo>
                    <a:pt x="501" y="801"/>
                  </a:lnTo>
                  <a:lnTo>
                    <a:pt x="485" y="845"/>
                  </a:lnTo>
                  <a:lnTo>
                    <a:pt x="471" y="885"/>
                  </a:lnTo>
                  <a:lnTo>
                    <a:pt x="462" y="921"/>
                  </a:lnTo>
                  <a:lnTo>
                    <a:pt x="455" y="951"/>
                  </a:lnTo>
                  <a:lnTo>
                    <a:pt x="452" y="974"/>
                  </a:lnTo>
                  <a:lnTo>
                    <a:pt x="449" y="987"/>
                  </a:lnTo>
                  <a:lnTo>
                    <a:pt x="447" y="992"/>
                  </a:lnTo>
                  <a:lnTo>
                    <a:pt x="558" y="1013"/>
                  </a:lnTo>
                  <a:lnTo>
                    <a:pt x="560" y="1013"/>
                  </a:lnTo>
                  <a:lnTo>
                    <a:pt x="561" y="1013"/>
                  </a:lnTo>
                  <a:lnTo>
                    <a:pt x="564" y="1014"/>
                  </a:lnTo>
                  <a:lnTo>
                    <a:pt x="567" y="1016"/>
                  </a:lnTo>
                  <a:lnTo>
                    <a:pt x="570" y="1017"/>
                  </a:lnTo>
                  <a:lnTo>
                    <a:pt x="573" y="1020"/>
                  </a:lnTo>
                  <a:lnTo>
                    <a:pt x="576" y="1022"/>
                  </a:lnTo>
                  <a:lnTo>
                    <a:pt x="576" y="1025"/>
                  </a:lnTo>
                  <a:lnTo>
                    <a:pt x="576" y="1029"/>
                  </a:lnTo>
                  <a:lnTo>
                    <a:pt x="575" y="1032"/>
                  </a:lnTo>
                  <a:lnTo>
                    <a:pt x="564" y="1041"/>
                  </a:lnTo>
                  <a:lnTo>
                    <a:pt x="552" y="1046"/>
                  </a:lnTo>
                  <a:lnTo>
                    <a:pt x="545" y="1047"/>
                  </a:lnTo>
                  <a:lnTo>
                    <a:pt x="540" y="1049"/>
                  </a:lnTo>
                  <a:lnTo>
                    <a:pt x="393" y="1031"/>
                  </a:lnTo>
                  <a:close/>
                </a:path>
              </a:pathLst>
            </a:custGeom>
            <a:solidFill>
              <a:srgbClr val="F68808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5" name="Freeform 334"/>
            <p:cNvSpPr/>
            <p:nvPr/>
          </p:nvSpPr>
          <p:spPr bwMode="gray">
            <a:xfrm>
              <a:off x="1935" y="381"/>
              <a:ext cx="2883" cy="1731"/>
            </a:xfrm>
            <a:custGeom>
              <a:avLst/>
              <a:gdLst/>
              <a:ahLst/>
              <a:cxnLst>
                <a:cxn ang="0">
                  <a:pos x="744" y="368"/>
                </a:cxn>
                <a:cxn ang="0">
                  <a:pos x="732" y="275"/>
                </a:cxn>
                <a:cxn ang="0">
                  <a:pos x="768" y="161"/>
                </a:cxn>
                <a:cxn ang="0">
                  <a:pos x="915" y="60"/>
                </a:cxn>
                <a:cxn ang="0">
                  <a:pos x="1164" y="5"/>
                </a:cxn>
                <a:cxn ang="0">
                  <a:pos x="1448" y="14"/>
                </a:cxn>
                <a:cxn ang="0">
                  <a:pos x="1686" y="86"/>
                </a:cxn>
                <a:cxn ang="0">
                  <a:pos x="1835" y="171"/>
                </a:cxn>
                <a:cxn ang="0">
                  <a:pos x="1898" y="224"/>
                </a:cxn>
                <a:cxn ang="0">
                  <a:pos x="1893" y="338"/>
                </a:cxn>
                <a:cxn ang="0">
                  <a:pos x="1898" y="350"/>
                </a:cxn>
                <a:cxn ang="0">
                  <a:pos x="1913" y="354"/>
                </a:cxn>
                <a:cxn ang="0">
                  <a:pos x="1937" y="326"/>
                </a:cxn>
                <a:cxn ang="0">
                  <a:pos x="1965" y="221"/>
                </a:cxn>
                <a:cxn ang="0">
                  <a:pos x="2093" y="213"/>
                </a:cxn>
                <a:cxn ang="0">
                  <a:pos x="2298" y="239"/>
                </a:cxn>
                <a:cxn ang="0">
                  <a:pos x="2534" y="342"/>
                </a:cxn>
                <a:cxn ang="0">
                  <a:pos x="2742" y="522"/>
                </a:cxn>
                <a:cxn ang="0">
                  <a:pos x="2859" y="738"/>
                </a:cxn>
                <a:cxn ang="0">
                  <a:pos x="2879" y="1005"/>
                </a:cxn>
                <a:cxn ang="0">
                  <a:pos x="2802" y="1325"/>
                </a:cxn>
                <a:cxn ang="0">
                  <a:pos x="2669" y="1584"/>
                </a:cxn>
                <a:cxn ang="0">
                  <a:pos x="2505" y="1722"/>
                </a:cxn>
                <a:cxn ang="0">
                  <a:pos x="2373" y="1710"/>
                </a:cxn>
                <a:cxn ang="0">
                  <a:pos x="2270" y="1614"/>
                </a:cxn>
                <a:cxn ang="0">
                  <a:pos x="2162" y="1500"/>
                </a:cxn>
                <a:cxn ang="0">
                  <a:pos x="2025" y="1433"/>
                </a:cxn>
                <a:cxn ang="0">
                  <a:pos x="1767" y="1422"/>
                </a:cxn>
                <a:cxn ang="0">
                  <a:pos x="1476" y="1443"/>
                </a:cxn>
                <a:cxn ang="0">
                  <a:pos x="1226" y="1467"/>
                </a:cxn>
                <a:cxn ang="0">
                  <a:pos x="1070" y="1457"/>
                </a:cxn>
                <a:cxn ang="0">
                  <a:pos x="1001" y="1434"/>
                </a:cxn>
                <a:cxn ang="0">
                  <a:pos x="969" y="1293"/>
                </a:cxn>
                <a:cxn ang="0">
                  <a:pos x="950" y="1271"/>
                </a:cxn>
                <a:cxn ang="0">
                  <a:pos x="924" y="1292"/>
                </a:cxn>
                <a:cxn ang="0">
                  <a:pos x="944" y="1445"/>
                </a:cxn>
                <a:cxn ang="0">
                  <a:pos x="905" y="1488"/>
                </a:cxn>
                <a:cxn ang="0">
                  <a:pos x="789" y="1586"/>
                </a:cxn>
                <a:cxn ang="0">
                  <a:pos x="599" y="1677"/>
                </a:cxn>
                <a:cxn ang="0">
                  <a:pos x="426" y="1694"/>
                </a:cxn>
                <a:cxn ang="0">
                  <a:pos x="303" y="1605"/>
                </a:cxn>
                <a:cxn ang="0">
                  <a:pos x="173" y="1448"/>
                </a:cxn>
                <a:cxn ang="0">
                  <a:pos x="65" y="1253"/>
                </a:cxn>
                <a:cxn ang="0">
                  <a:pos x="3" y="1052"/>
                </a:cxn>
                <a:cxn ang="0">
                  <a:pos x="20" y="876"/>
                </a:cxn>
                <a:cxn ang="0">
                  <a:pos x="150" y="722"/>
                </a:cxn>
                <a:cxn ang="0">
                  <a:pos x="342" y="594"/>
                </a:cxn>
                <a:cxn ang="0">
                  <a:pos x="537" y="503"/>
                </a:cxn>
                <a:cxn ang="0">
                  <a:pos x="678" y="452"/>
                </a:cxn>
                <a:cxn ang="0">
                  <a:pos x="893" y="455"/>
                </a:cxn>
                <a:cxn ang="0">
                  <a:pos x="914" y="455"/>
                </a:cxn>
                <a:cxn ang="0">
                  <a:pos x="905" y="413"/>
                </a:cxn>
                <a:cxn ang="0">
                  <a:pos x="753" y="393"/>
                </a:cxn>
              </a:cxnLst>
              <a:rect l="0" t="0" r="r" b="b"/>
              <a:pathLst>
                <a:path w="2883" h="1731">
                  <a:moveTo>
                    <a:pt x="753" y="393"/>
                  </a:moveTo>
                  <a:lnTo>
                    <a:pt x="752" y="390"/>
                  </a:lnTo>
                  <a:lnTo>
                    <a:pt x="749" y="381"/>
                  </a:lnTo>
                  <a:lnTo>
                    <a:pt x="744" y="368"/>
                  </a:lnTo>
                  <a:lnTo>
                    <a:pt x="740" y="350"/>
                  </a:lnTo>
                  <a:lnTo>
                    <a:pt x="735" y="327"/>
                  </a:lnTo>
                  <a:lnTo>
                    <a:pt x="732" y="302"/>
                  </a:lnTo>
                  <a:lnTo>
                    <a:pt x="732" y="275"/>
                  </a:lnTo>
                  <a:lnTo>
                    <a:pt x="734" y="246"/>
                  </a:lnTo>
                  <a:lnTo>
                    <a:pt x="741" y="218"/>
                  </a:lnTo>
                  <a:lnTo>
                    <a:pt x="752" y="189"/>
                  </a:lnTo>
                  <a:lnTo>
                    <a:pt x="768" y="161"/>
                  </a:lnTo>
                  <a:lnTo>
                    <a:pt x="791" y="134"/>
                  </a:lnTo>
                  <a:lnTo>
                    <a:pt x="822" y="108"/>
                  </a:lnTo>
                  <a:lnTo>
                    <a:pt x="866" y="83"/>
                  </a:lnTo>
                  <a:lnTo>
                    <a:pt x="915" y="60"/>
                  </a:lnTo>
                  <a:lnTo>
                    <a:pt x="972" y="41"/>
                  </a:lnTo>
                  <a:lnTo>
                    <a:pt x="1032" y="24"/>
                  </a:lnTo>
                  <a:lnTo>
                    <a:pt x="1097" y="12"/>
                  </a:lnTo>
                  <a:lnTo>
                    <a:pt x="1164" y="5"/>
                  </a:lnTo>
                  <a:lnTo>
                    <a:pt x="1233" y="0"/>
                  </a:lnTo>
                  <a:lnTo>
                    <a:pt x="1305" y="0"/>
                  </a:lnTo>
                  <a:lnTo>
                    <a:pt x="1376" y="5"/>
                  </a:lnTo>
                  <a:lnTo>
                    <a:pt x="1448" y="14"/>
                  </a:lnTo>
                  <a:lnTo>
                    <a:pt x="1518" y="29"/>
                  </a:lnTo>
                  <a:lnTo>
                    <a:pt x="1580" y="45"/>
                  </a:lnTo>
                  <a:lnTo>
                    <a:pt x="1637" y="65"/>
                  </a:lnTo>
                  <a:lnTo>
                    <a:pt x="1686" y="86"/>
                  </a:lnTo>
                  <a:lnTo>
                    <a:pt x="1731" y="107"/>
                  </a:lnTo>
                  <a:lnTo>
                    <a:pt x="1772" y="129"/>
                  </a:lnTo>
                  <a:lnTo>
                    <a:pt x="1806" y="150"/>
                  </a:lnTo>
                  <a:lnTo>
                    <a:pt x="1835" y="171"/>
                  </a:lnTo>
                  <a:lnTo>
                    <a:pt x="1859" y="189"/>
                  </a:lnTo>
                  <a:lnTo>
                    <a:pt x="1877" y="204"/>
                  </a:lnTo>
                  <a:lnTo>
                    <a:pt x="1890" y="216"/>
                  </a:lnTo>
                  <a:lnTo>
                    <a:pt x="1898" y="224"/>
                  </a:lnTo>
                  <a:lnTo>
                    <a:pt x="1901" y="227"/>
                  </a:lnTo>
                  <a:lnTo>
                    <a:pt x="1893" y="335"/>
                  </a:lnTo>
                  <a:lnTo>
                    <a:pt x="1893" y="335"/>
                  </a:lnTo>
                  <a:lnTo>
                    <a:pt x="1893" y="338"/>
                  </a:lnTo>
                  <a:lnTo>
                    <a:pt x="1895" y="339"/>
                  </a:lnTo>
                  <a:lnTo>
                    <a:pt x="1895" y="342"/>
                  </a:lnTo>
                  <a:lnTo>
                    <a:pt x="1896" y="345"/>
                  </a:lnTo>
                  <a:lnTo>
                    <a:pt x="1898" y="350"/>
                  </a:lnTo>
                  <a:lnTo>
                    <a:pt x="1901" y="351"/>
                  </a:lnTo>
                  <a:lnTo>
                    <a:pt x="1904" y="353"/>
                  </a:lnTo>
                  <a:lnTo>
                    <a:pt x="1908" y="354"/>
                  </a:lnTo>
                  <a:lnTo>
                    <a:pt x="1913" y="354"/>
                  </a:lnTo>
                  <a:lnTo>
                    <a:pt x="1922" y="348"/>
                  </a:lnTo>
                  <a:lnTo>
                    <a:pt x="1928" y="341"/>
                  </a:lnTo>
                  <a:lnTo>
                    <a:pt x="1934" y="332"/>
                  </a:lnTo>
                  <a:lnTo>
                    <a:pt x="1937" y="326"/>
                  </a:lnTo>
                  <a:lnTo>
                    <a:pt x="1938" y="323"/>
                  </a:lnTo>
                  <a:lnTo>
                    <a:pt x="1947" y="224"/>
                  </a:lnTo>
                  <a:lnTo>
                    <a:pt x="1952" y="224"/>
                  </a:lnTo>
                  <a:lnTo>
                    <a:pt x="1965" y="221"/>
                  </a:lnTo>
                  <a:lnTo>
                    <a:pt x="1988" y="218"/>
                  </a:lnTo>
                  <a:lnTo>
                    <a:pt x="2016" y="216"/>
                  </a:lnTo>
                  <a:lnTo>
                    <a:pt x="2051" y="213"/>
                  </a:lnTo>
                  <a:lnTo>
                    <a:pt x="2093" y="213"/>
                  </a:lnTo>
                  <a:lnTo>
                    <a:pt x="2138" y="215"/>
                  </a:lnTo>
                  <a:lnTo>
                    <a:pt x="2189" y="219"/>
                  </a:lnTo>
                  <a:lnTo>
                    <a:pt x="2241" y="227"/>
                  </a:lnTo>
                  <a:lnTo>
                    <a:pt x="2298" y="239"/>
                  </a:lnTo>
                  <a:lnTo>
                    <a:pt x="2357" y="255"/>
                  </a:lnTo>
                  <a:lnTo>
                    <a:pt x="2415" y="278"/>
                  </a:lnTo>
                  <a:lnTo>
                    <a:pt x="2475" y="306"/>
                  </a:lnTo>
                  <a:lnTo>
                    <a:pt x="2534" y="342"/>
                  </a:lnTo>
                  <a:lnTo>
                    <a:pt x="2594" y="384"/>
                  </a:lnTo>
                  <a:lnTo>
                    <a:pt x="2649" y="428"/>
                  </a:lnTo>
                  <a:lnTo>
                    <a:pt x="2699" y="474"/>
                  </a:lnTo>
                  <a:lnTo>
                    <a:pt x="2742" y="522"/>
                  </a:lnTo>
                  <a:lnTo>
                    <a:pt x="2780" y="572"/>
                  </a:lnTo>
                  <a:lnTo>
                    <a:pt x="2813" y="624"/>
                  </a:lnTo>
                  <a:lnTo>
                    <a:pt x="2838" y="680"/>
                  </a:lnTo>
                  <a:lnTo>
                    <a:pt x="2859" y="738"/>
                  </a:lnTo>
                  <a:lnTo>
                    <a:pt x="2874" y="798"/>
                  </a:lnTo>
                  <a:lnTo>
                    <a:pt x="2882" y="864"/>
                  </a:lnTo>
                  <a:lnTo>
                    <a:pt x="2883" y="932"/>
                  </a:lnTo>
                  <a:lnTo>
                    <a:pt x="2879" y="1005"/>
                  </a:lnTo>
                  <a:lnTo>
                    <a:pt x="2868" y="1082"/>
                  </a:lnTo>
                  <a:lnTo>
                    <a:pt x="2850" y="1166"/>
                  </a:lnTo>
                  <a:lnTo>
                    <a:pt x="2829" y="1247"/>
                  </a:lnTo>
                  <a:lnTo>
                    <a:pt x="2802" y="1325"/>
                  </a:lnTo>
                  <a:lnTo>
                    <a:pt x="2774" y="1398"/>
                  </a:lnTo>
                  <a:lnTo>
                    <a:pt x="2741" y="1466"/>
                  </a:lnTo>
                  <a:lnTo>
                    <a:pt x="2706" y="1529"/>
                  </a:lnTo>
                  <a:lnTo>
                    <a:pt x="2669" y="1584"/>
                  </a:lnTo>
                  <a:lnTo>
                    <a:pt x="2628" y="1631"/>
                  </a:lnTo>
                  <a:lnTo>
                    <a:pt x="2588" y="1671"/>
                  </a:lnTo>
                  <a:lnTo>
                    <a:pt x="2547" y="1701"/>
                  </a:lnTo>
                  <a:lnTo>
                    <a:pt x="2505" y="1722"/>
                  </a:lnTo>
                  <a:lnTo>
                    <a:pt x="2463" y="1731"/>
                  </a:lnTo>
                  <a:lnTo>
                    <a:pt x="2432" y="1731"/>
                  </a:lnTo>
                  <a:lnTo>
                    <a:pt x="2400" y="1724"/>
                  </a:lnTo>
                  <a:lnTo>
                    <a:pt x="2373" y="1710"/>
                  </a:lnTo>
                  <a:lnTo>
                    <a:pt x="2346" y="1691"/>
                  </a:lnTo>
                  <a:lnTo>
                    <a:pt x="2319" y="1668"/>
                  </a:lnTo>
                  <a:lnTo>
                    <a:pt x="2294" y="1643"/>
                  </a:lnTo>
                  <a:lnTo>
                    <a:pt x="2270" y="1614"/>
                  </a:lnTo>
                  <a:lnTo>
                    <a:pt x="2244" y="1584"/>
                  </a:lnTo>
                  <a:lnTo>
                    <a:pt x="2217" y="1556"/>
                  </a:lnTo>
                  <a:lnTo>
                    <a:pt x="2190" y="1527"/>
                  </a:lnTo>
                  <a:lnTo>
                    <a:pt x="2162" y="1500"/>
                  </a:lnTo>
                  <a:lnTo>
                    <a:pt x="2132" y="1476"/>
                  </a:lnTo>
                  <a:lnTo>
                    <a:pt x="2099" y="1457"/>
                  </a:lnTo>
                  <a:lnTo>
                    <a:pt x="2064" y="1442"/>
                  </a:lnTo>
                  <a:lnTo>
                    <a:pt x="2025" y="1433"/>
                  </a:lnTo>
                  <a:lnTo>
                    <a:pt x="1968" y="1425"/>
                  </a:lnTo>
                  <a:lnTo>
                    <a:pt x="1904" y="1422"/>
                  </a:lnTo>
                  <a:lnTo>
                    <a:pt x="1838" y="1421"/>
                  </a:lnTo>
                  <a:lnTo>
                    <a:pt x="1767" y="1422"/>
                  </a:lnTo>
                  <a:lnTo>
                    <a:pt x="1694" y="1425"/>
                  </a:lnTo>
                  <a:lnTo>
                    <a:pt x="1622" y="1430"/>
                  </a:lnTo>
                  <a:lnTo>
                    <a:pt x="1548" y="1436"/>
                  </a:lnTo>
                  <a:lnTo>
                    <a:pt x="1476" y="1443"/>
                  </a:lnTo>
                  <a:lnTo>
                    <a:pt x="1407" y="1449"/>
                  </a:lnTo>
                  <a:lnTo>
                    <a:pt x="1341" y="1457"/>
                  </a:lnTo>
                  <a:lnTo>
                    <a:pt x="1281" y="1463"/>
                  </a:lnTo>
                  <a:lnTo>
                    <a:pt x="1226" y="1467"/>
                  </a:lnTo>
                  <a:lnTo>
                    <a:pt x="1178" y="1467"/>
                  </a:lnTo>
                  <a:lnTo>
                    <a:pt x="1136" y="1466"/>
                  </a:lnTo>
                  <a:lnTo>
                    <a:pt x="1100" y="1463"/>
                  </a:lnTo>
                  <a:lnTo>
                    <a:pt x="1070" y="1457"/>
                  </a:lnTo>
                  <a:lnTo>
                    <a:pt x="1046" y="1451"/>
                  </a:lnTo>
                  <a:lnTo>
                    <a:pt x="1026" y="1445"/>
                  </a:lnTo>
                  <a:lnTo>
                    <a:pt x="1011" y="1439"/>
                  </a:lnTo>
                  <a:lnTo>
                    <a:pt x="1001" y="1434"/>
                  </a:lnTo>
                  <a:lnTo>
                    <a:pt x="996" y="1431"/>
                  </a:lnTo>
                  <a:lnTo>
                    <a:pt x="993" y="1430"/>
                  </a:lnTo>
                  <a:lnTo>
                    <a:pt x="971" y="1296"/>
                  </a:lnTo>
                  <a:lnTo>
                    <a:pt x="969" y="1293"/>
                  </a:lnTo>
                  <a:lnTo>
                    <a:pt x="968" y="1289"/>
                  </a:lnTo>
                  <a:lnTo>
                    <a:pt x="963" y="1281"/>
                  </a:lnTo>
                  <a:lnTo>
                    <a:pt x="957" y="1275"/>
                  </a:lnTo>
                  <a:lnTo>
                    <a:pt x="950" y="1271"/>
                  </a:lnTo>
                  <a:lnTo>
                    <a:pt x="939" y="1272"/>
                  </a:lnTo>
                  <a:lnTo>
                    <a:pt x="930" y="1277"/>
                  </a:lnTo>
                  <a:lnTo>
                    <a:pt x="926" y="1284"/>
                  </a:lnTo>
                  <a:lnTo>
                    <a:pt x="924" y="1292"/>
                  </a:lnTo>
                  <a:lnTo>
                    <a:pt x="924" y="1298"/>
                  </a:lnTo>
                  <a:lnTo>
                    <a:pt x="924" y="1304"/>
                  </a:lnTo>
                  <a:lnTo>
                    <a:pt x="926" y="1305"/>
                  </a:lnTo>
                  <a:lnTo>
                    <a:pt x="944" y="1445"/>
                  </a:lnTo>
                  <a:lnTo>
                    <a:pt x="942" y="1448"/>
                  </a:lnTo>
                  <a:lnTo>
                    <a:pt x="935" y="1457"/>
                  </a:lnTo>
                  <a:lnTo>
                    <a:pt x="923" y="1470"/>
                  </a:lnTo>
                  <a:lnTo>
                    <a:pt x="905" y="1488"/>
                  </a:lnTo>
                  <a:lnTo>
                    <a:pt x="884" y="1511"/>
                  </a:lnTo>
                  <a:lnTo>
                    <a:pt x="857" y="1535"/>
                  </a:lnTo>
                  <a:lnTo>
                    <a:pt x="825" y="1560"/>
                  </a:lnTo>
                  <a:lnTo>
                    <a:pt x="789" y="1586"/>
                  </a:lnTo>
                  <a:lnTo>
                    <a:pt x="749" y="1611"/>
                  </a:lnTo>
                  <a:lnTo>
                    <a:pt x="704" y="1635"/>
                  </a:lnTo>
                  <a:lnTo>
                    <a:pt x="654" y="1658"/>
                  </a:lnTo>
                  <a:lnTo>
                    <a:pt x="599" y="1677"/>
                  </a:lnTo>
                  <a:lnTo>
                    <a:pt x="540" y="1692"/>
                  </a:lnTo>
                  <a:lnTo>
                    <a:pt x="477" y="1703"/>
                  </a:lnTo>
                  <a:lnTo>
                    <a:pt x="453" y="1701"/>
                  </a:lnTo>
                  <a:lnTo>
                    <a:pt x="426" y="1694"/>
                  </a:lnTo>
                  <a:lnTo>
                    <a:pt x="398" y="1680"/>
                  </a:lnTo>
                  <a:lnTo>
                    <a:pt x="368" y="1661"/>
                  </a:lnTo>
                  <a:lnTo>
                    <a:pt x="335" y="1635"/>
                  </a:lnTo>
                  <a:lnTo>
                    <a:pt x="303" y="1605"/>
                  </a:lnTo>
                  <a:lnTo>
                    <a:pt x="270" y="1571"/>
                  </a:lnTo>
                  <a:lnTo>
                    <a:pt x="237" y="1533"/>
                  </a:lnTo>
                  <a:lnTo>
                    <a:pt x="204" y="1491"/>
                  </a:lnTo>
                  <a:lnTo>
                    <a:pt x="173" y="1448"/>
                  </a:lnTo>
                  <a:lnTo>
                    <a:pt x="143" y="1401"/>
                  </a:lnTo>
                  <a:lnTo>
                    <a:pt x="114" y="1352"/>
                  </a:lnTo>
                  <a:lnTo>
                    <a:pt x="87" y="1302"/>
                  </a:lnTo>
                  <a:lnTo>
                    <a:pt x="65" y="1253"/>
                  </a:lnTo>
                  <a:lnTo>
                    <a:pt x="44" y="1202"/>
                  </a:lnTo>
                  <a:lnTo>
                    <a:pt x="26" y="1151"/>
                  </a:lnTo>
                  <a:lnTo>
                    <a:pt x="12" y="1100"/>
                  </a:lnTo>
                  <a:lnTo>
                    <a:pt x="3" y="1052"/>
                  </a:lnTo>
                  <a:lnTo>
                    <a:pt x="0" y="1004"/>
                  </a:lnTo>
                  <a:lnTo>
                    <a:pt x="0" y="959"/>
                  </a:lnTo>
                  <a:lnTo>
                    <a:pt x="8" y="917"/>
                  </a:lnTo>
                  <a:lnTo>
                    <a:pt x="20" y="876"/>
                  </a:lnTo>
                  <a:lnTo>
                    <a:pt x="39" y="842"/>
                  </a:lnTo>
                  <a:lnTo>
                    <a:pt x="72" y="800"/>
                  </a:lnTo>
                  <a:lnTo>
                    <a:pt x="108" y="759"/>
                  </a:lnTo>
                  <a:lnTo>
                    <a:pt x="150" y="722"/>
                  </a:lnTo>
                  <a:lnTo>
                    <a:pt x="195" y="686"/>
                  </a:lnTo>
                  <a:lnTo>
                    <a:pt x="243" y="653"/>
                  </a:lnTo>
                  <a:lnTo>
                    <a:pt x="293" y="623"/>
                  </a:lnTo>
                  <a:lnTo>
                    <a:pt x="342" y="594"/>
                  </a:lnTo>
                  <a:lnTo>
                    <a:pt x="393" y="567"/>
                  </a:lnTo>
                  <a:lnTo>
                    <a:pt x="443" y="543"/>
                  </a:lnTo>
                  <a:lnTo>
                    <a:pt x="491" y="522"/>
                  </a:lnTo>
                  <a:lnTo>
                    <a:pt x="537" y="503"/>
                  </a:lnTo>
                  <a:lnTo>
                    <a:pt x="579" y="486"/>
                  </a:lnTo>
                  <a:lnTo>
                    <a:pt x="617" y="473"/>
                  </a:lnTo>
                  <a:lnTo>
                    <a:pt x="650" y="461"/>
                  </a:lnTo>
                  <a:lnTo>
                    <a:pt x="678" y="452"/>
                  </a:lnTo>
                  <a:lnTo>
                    <a:pt x="698" y="446"/>
                  </a:lnTo>
                  <a:lnTo>
                    <a:pt x="711" y="443"/>
                  </a:lnTo>
                  <a:lnTo>
                    <a:pt x="716" y="441"/>
                  </a:lnTo>
                  <a:lnTo>
                    <a:pt x="893" y="455"/>
                  </a:lnTo>
                  <a:lnTo>
                    <a:pt x="894" y="455"/>
                  </a:lnTo>
                  <a:lnTo>
                    <a:pt x="900" y="456"/>
                  </a:lnTo>
                  <a:lnTo>
                    <a:pt x="908" y="456"/>
                  </a:lnTo>
                  <a:lnTo>
                    <a:pt x="914" y="455"/>
                  </a:lnTo>
                  <a:lnTo>
                    <a:pt x="918" y="449"/>
                  </a:lnTo>
                  <a:lnTo>
                    <a:pt x="918" y="438"/>
                  </a:lnTo>
                  <a:lnTo>
                    <a:pt x="914" y="425"/>
                  </a:lnTo>
                  <a:lnTo>
                    <a:pt x="905" y="413"/>
                  </a:lnTo>
                  <a:lnTo>
                    <a:pt x="897" y="405"/>
                  </a:lnTo>
                  <a:lnTo>
                    <a:pt x="890" y="401"/>
                  </a:lnTo>
                  <a:lnTo>
                    <a:pt x="888" y="398"/>
                  </a:lnTo>
                  <a:lnTo>
                    <a:pt x="753" y="393"/>
                  </a:lnTo>
                  <a:close/>
                </a:path>
              </a:pathLst>
            </a:custGeom>
            <a:solidFill>
              <a:srgbClr val="0099B4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6" name="Freeform 335"/>
            <p:cNvSpPr/>
            <p:nvPr/>
          </p:nvSpPr>
          <p:spPr bwMode="gray">
            <a:xfrm>
              <a:off x="1749" y="1887"/>
              <a:ext cx="2454" cy="1659"/>
            </a:xfrm>
            <a:custGeom>
              <a:avLst/>
              <a:gdLst/>
              <a:ahLst/>
              <a:cxnLst>
                <a:cxn ang="0">
                  <a:pos x="216" y="1196"/>
                </a:cxn>
                <a:cxn ang="0">
                  <a:pos x="222" y="1184"/>
                </a:cxn>
                <a:cxn ang="0">
                  <a:pos x="243" y="1184"/>
                </a:cxn>
                <a:cxn ang="0">
                  <a:pos x="258" y="1220"/>
                </a:cxn>
                <a:cxn ang="0">
                  <a:pos x="243" y="1386"/>
                </a:cxn>
                <a:cxn ang="0">
                  <a:pos x="317" y="1491"/>
                </a:cxn>
                <a:cxn ang="0">
                  <a:pos x="464" y="1601"/>
                </a:cxn>
                <a:cxn ang="0">
                  <a:pos x="738" y="1659"/>
                </a:cxn>
                <a:cxn ang="0">
                  <a:pos x="1070" y="1617"/>
                </a:cxn>
                <a:cxn ang="0">
                  <a:pos x="1370" y="1493"/>
                </a:cxn>
                <a:cxn ang="0">
                  <a:pos x="1538" y="1388"/>
                </a:cxn>
                <a:cxn ang="0">
                  <a:pos x="1605" y="1332"/>
                </a:cxn>
                <a:cxn ang="0">
                  <a:pos x="1643" y="1337"/>
                </a:cxn>
                <a:cxn ang="0">
                  <a:pos x="1772" y="1364"/>
                </a:cxn>
                <a:cxn ang="0">
                  <a:pos x="1944" y="1386"/>
                </a:cxn>
                <a:cxn ang="0">
                  <a:pos x="2130" y="1389"/>
                </a:cxn>
                <a:cxn ang="0">
                  <a:pos x="2258" y="1353"/>
                </a:cxn>
                <a:cxn ang="0">
                  <a:pos x="2295" y="1250"/>
                </a:cxn>
                <a:cxn ang="0">
                  <a:pos x="2237" y="1140"/>
                </a:cxn>
                <a:cxn ang="0">
                  <a:pos x="2118" y="1083"/>
                </a:cxn>
                <a:cxn ang="0">
                  <a:pos x="2027" y="1071"/>
                </a:cxn>
                <a:cxn ang="0">
                  <a:pos x="1964" y="1173"/>
                </a:cxn>
                <a:cxn ang="0">
                  <a:pos x="1932" y="1175"/>
                </a:cxn>
                <a:cxn ang="0">
                  <a:pos x="1943" y="1119"/>
                </a:cxn>
                <a:cxn ang="0">
                  <a:pos x="1976" y="1050"/>
                </a:cxn>
                <a:cxn ang="0">
                  <a:pos x="1983" y="1019"/>
                </a:cxn>
                <a:cxn ang="0">
                  <a:pos x="1965" y="908"/>
                </a:cxn>
                <a:cxn ang="0">
                  <a:pos x="1881" y="794"/>
                </a:cxn>
                <a:cxn ang="0">
                  <a:pos x="1830" y="762"/>
                </a:cxn>
                <a:cxn ang="0">
                  <a:pos x="1676" y="753"/>
                </a:cxn>
                <a:cxn ang="0">
                  <a:pos x="1676" y="713"/>
                </a:cxn>
                <a:cxn ang="0">
                  <a:pos x="1878" y="708"/>
                </a:cxn>
                <a:cxn ang="0">
                  <a:pos x="1908" y="699"/>
                </a:cxn>
                <a:cxn ang="0">
                  <a:pos x="2012" y="659"/>
                </a:cxn>
                <a:cxn ang="0">
                  <a:pos x="2174" y="585"/>
                </a:cxn>
                <a:cxn ang="0">
                  <a:pos x="2322" y="501"/>
                </a:cxn>
                <a:cxn ang="0">
                  <a:pos x="2429" y="390"/>
                </a:cxn>
                <a:cxn ang="0">
                  <a:pos x="2447" y="242"/>
                </a:cxn>
                <a:cxn ang="0">
                  <a:pos x="2373" y="114"/>
                </a:cxn>
                <a:cxn ang="0">
                  <a:pos x="2220" y="30"/>
                </a:cxn>
                <a:cxn ang="0">
                  <a:pos x="1980" y="0"/>
                </a:cxn>
                <a:cxn ang="0">
                  <a:pos x="1640" y="32"/>
                </a:cxn>
                <a:cxn ang="0">
                  <a:pos x="1185" y="128"/>
                </a:cxn>
                <a:cxn ang="0">
                  <a:pos x="849" y="246"/>
                </a:cxn>
                <a:cxn ang="0">
                  <a:pos x="608" y="390"/>
                </a:cxn>
                <a:cxn ang="0">
                  <a:pos x="498" y="489"/>
                </a:cxn>
                <a:cxn ang="0">
                  <a:pos x="470" y="542"/>
                </a:cxn>
                <a:cxn ang="0">
                  <a:pos x="477" y="560"/>
                </a:cxn>
                <a:cxn ang="0">
                  <a:pos x="587" y="558"/>
                </a:cxn>
                <a:cxn ang="0">
                  <a:pos x="600" y="564"/>
                </a:cxn>
                <a:cxn ang="0">
                  <a:pos x="609" y="575"/>
                </a:cxn>
                <a:cxn ang="0">
                  <a:pos x="582" y="596"/>
                </a:cxn>
                <a:cxn ang="0">
                  <a:pos x="483" y="606"/>
                </a:cxn>
                <a:cxn ang="0">
                  <a:pos x="435" y="639"/>
                </a:cxn>
                <a:cxn ang="0">
                  <a:pos x="321" y="723"/>
                </a:cxn>
                <a:cxn ang="0">
                  <a:pos x="182" y="843"/>
                </a:cxn>
                <a:cxn ang="0">
                  <a:pos x="59" y="980"/>
                </a:cxn>
                <a:cxn ang="0">
                  <a:pos x="0" y="1121"/>
                </a:cxn>
                <a:cxn ang="0">
                  <a:pos x="30" y="1217"/>
                </a:cxn>
                <a:cxn ang="0">
                  <a:pos x="102" y="1274"/>
                </a:cxn>
                <a:cxn ang="0">
                  <a:pos x="170" y="1302"/>
                </a:cxn>
              </a:cxnLst>
              <a:rect l="0" t="0" r="r" b="b"/>
              <a:pathLst>
                <a:path w="2454" h="1659">
                  <a:moveTo>
                    <a:pt x="191" y="1307"/>
                  </a:moveTo>
                  <a:lnTo>
                    <a:pt x="216" y="1199"/>
                  </a:lnTo>
                  <a:lnTo>
                    <a:pt x="216" y="1199"/>
                  </a:lnTo>
                  <a:lnTo>
                    <a:pt x="216" y="1196"/>
                  </a:lnTo>
                  <a:lnTo>
                    <a:pt x="218" y="1193"/>
                  </a:lnTo>
                  <a:lnTo>
                    <a:pt x="219" y="1190"/>
                  </a:lnTo>
                  <a:lnTo>
                    <a:pt x="221" y="1187"/>
                  </a:lnTo>
                  <a:lnTo>
                    <a:pt x="222" y="1184"/>
                  </a:lnTo>
                  <a:lnTo>
                    <a:pt x="225" y="1181"/>
                  </a:lnTo>
                  <a:lnTo>
                    <a:pt x="230" y="1179"/>
                  </a:lnTo>
                  <a:lnTo>
                    <a:pt x="234" y="1179"/>
                  </a:lnTo>
                  <a:lnTo>
                    <a:pt x="243" y="1184"/>
                  </a:lnTo>
                  <a:lnTo>
                    <a:pt x="251" y="1194"/>
                  </a:lnTo>
                  <a:lnTo>
                    <a:pt x="255" y="1206"/>
                  </a:lnTo>
                  <a:lnTo>
                    <a:pt x="258" y="1215"/>
                  </a:lnTo>
                  <a:lnTo>
                    <a:pt x="258" y="1220"/>
                  </a:lnTo>
                  <a:lnTo>
                    <a:pt x="228" y="1355"/>
                  </a:lnTo>
                  <a:lnTo>
                    <a:pt x="230" y="1359"/>
                  </a:lnTo>
                  <a:lnTo>
                    <a:pt x="234" y="1370"/>
                  </a:lnTo>
                  <a:lnTo>
                    <a:pt x="243" y="1386"/>
                  </a:lnTo>
                  <a:lnTo>
                    <a:pt x="255" y="1409"/>
                  </a:lnTo>
                  <a:lnTo>
                    <a:pt x="272" y="1434"/>
                  </a:lnTo>
                  <a:lnTo>
                    <a:pt x="291" y="1463"/>
                  </a:lnTo>
                  <a:lnTo>
                    <a:pt x="317" y="1491"/>
                  </a:lnTo>
                  <a:lnTo>
                    <a:pt x="345" y="1521"/>
                  </a:lnTo>
                  <a:lnTo>
                    <a:pt x="380" y="1550"/>
                  </a:lnTo>
                  <a:lnTo>
                    <a:pt x="419" y="1577"/>
                  </a:lnTo>
                  <a:lnTo>
                    <a:pt x="464" y="1601"/>
                  </a:lnTo>
                  <a:lnTo>
                    <a:pt x="513" y="1620"/>
                  </a:lnTo>
                  <a:lnTo>
                    <a:pt x="585" y="1640"/>
                  </a:lnTo>
                  <a:lnTo>
                    <a:pt x="660" y="1653"/>
                  </a:lnTo>
                  <a:lnTo>
                    <a:pt x="738" y="1659"/>
                  </a:lnTo>
                  <a:lnTo>
                    <a:pt x="819" y="1659"/>
                  </a:lnTo>
                  <a:lnTo>
                    <a:pt x="900" y="1652"/>
                  </a:lnTo>
                  <a:lnTo>
                    <a:pt x="984" y="1638"/>
                  </a:lnTo>
                  <a:lnTo>
                    <a:pt x="1070" y="1617"/>
                  </a:lnTo>
                  <a:lnTo>
                    <a:pt x="1157" y="1589"/>
                  </a:lnTo>
                  <a:lnTo>
                    <a:pt x="1242" y="1554"/>
                  </a:lnTo>
                  <a:lnTo>
                    <a:pt x="1310" y="1523"/>
                  </a:lnTo>
                  <a:lnTo>
                    <a:pt x="1370" y="1493"/>
                  </a:lnTo>
                  <a:lnTo>
                    <a:pt x="1422" y="1463"/>
                  </a:lnTo>
                  <a:lnTo>
                    <a:pt x="1467" y="1436"/>
                  </a:lnTo>
                  <a:lnTo>
                    <a:pt x="1506" y="1410"/>
                  </a:lnTo>
                  <a:lnTo>
                    <a:pt x="1538" y="1388"/>
                  </a:lnTo>
                  <a:lnTo>
                    <a:pt x="1563" y="1368"/>
                  </a:lnTo>
                  <a:lnTo>
                    <a:pt x="1583" y="1352"/>
                  </a:lnTo>
                  <a:lnTo>
                    <a:pt x="1596" y="1340"/>
                  </a:lnTo>
                  <a:lnTo>
                    <a:pt x="1605" y="1332"/>
                  </a:lnTo>
                  <a:lnTo>
                    <a:pt x="1607" y="1329"/>
                  </a:lnTo>
                  <a:lnTo>
                    <a:pt x="1611" y="1331"/>
                  </a:lnTo>
                  <a:lnTo>
                    <a:pt x="1623" y="1334"/>
                  </a:lnTo>
                  <a:lnTo>
                    <a:pt x="1643" y="1337"/>
                  </a:lnTo>
                  <a:lnTo>
                    <a:pt x="1668" y="1343"/>
                  </a:lnTo>
                  <a:lnTo>
                    <a:pt x="1698" y="1349"/>
                  </a:lnTo>
                  <a:lnTo>
                    <a:pt x="1733" y="1356"/>
                  </a:lnTo>
                  <a:lnTo>
                    <a:pt x="1772" y="1364"/>
                  </a:lnTo>
                  <a:lnTo>
                    <a:pt x="1812" y="1370"/>
                  </a:lnTo>
                  <a:lnTo>
                    <a:pt x="1856" y="1376"/>
                  </a:lnTo>
                  <a:lnTo>
                    <a:pt x="1899" y="1382"/>
                  </a:lnTo>
                  <a:lnTo>
                    <a:pt x="1944" y="1386"/>
                  </a:lnTo>
                  <a:lnTo>
                    <a:pt x="1989" y="1389"/>
                  </a:lnTo>
                  <a:lnTo>
                    <a:pt x="2039" y="1392"/>
                  </a:lnTo>
                  <a:lnTo>
                    <a:pt x="2087" y="1392"/>
                  </a:lnTo>
                  <a:lnTo>
                    <a:pt x="2130" y="1389"/>
                  </a:lnTo>
                  <a:lnTo>
                    <a:pt x="2169" y="1385"/>
                  </a:lnTo>
                  <a:lnTo>
                    <a:pt x="2204" y="1377"/>
                  </a:lnTo>
                  <a:lnTo>
                    <a:pt x="2234" y="1367"/>
                  </a:lnTo>
                  <a:lnTo>
                    <a:pt x="2258" y="1353"/>
                  </a:lnTo>
                  <a:lnTo>
                    <a:pt x="2276" y="1335"/>
                  </a:lnTo>
                  <a:lnTo>
                    <a:pt x="2289" y="1313"/>
                  </a:lnTo>
                  <a:lnTo>
                    <a:pt x="2295" y="1286"/>
                  </a:lnTo>
                  <a:lnTo>
                    <a:pt x="2295" y="1250"/>
                  </a:lnTo>
                  <a:lnTo>
                    <a:pt x="2288" y="1217"/>
                  </a:lnTo>
                  <a:lnTo>
                    <a:pt x="2276" y="1188"/>
                  </a:lnTo>
                  <a:lnTo>
                    <a:pt x="2258" y="1163"/>
                  </a:lnTo>
                  <a:lnTo>
                    <a:pt x="2237" y="1140"/>
                  </a:lnTo>
                  <a:lnTo>
                    <a:pt x="2211" y="1121"/>
                  </a:lnTo>
                  <a:lnTo>
                    <a:pt x="2184" y="1106"/>
                  </a:lnTo>
                  <a:lnTo>
                    <a:pt x="2156" y="1095"/>
                  </a:lnTo>
                  <a:lnTo>
                    <a:pt x="2118" y="1083"/>
                  </a:lnTo>
                  <a:lnTo>
                    <a:pt x="2085" y="1077"/>
                  </a:lnTo>
                  <a:lnTo>
                    <a:pt x="2058" y="1073"/>
                  </a:lnTo>
                  <a:lnTo>
                    <a:pt x="2039" y="1071"/>
                  </a:lnTo>
                  <a:lnTo>
                    <a:pt x="2027" y="1071"/>
                  </a:lnTo>
                  <a:lnTo>
                    <a:pt x="2022" y="1071"/>
                  </a:lnTo>
                  <a:lnTo>
                    <a:pt x="1970" y="1166"/>
                  </a:lnTo>
                  <a:lnTo>
                    <a:pt x="1968" y="1169"/>
                  </a:lnTo>
                  <a:lnTo>
                    <a:pt x="1964" y="1173"/>
                  </a:lnTo>
                  <a:lnTo>
                    <a:pt x="1958" y="1178"/>
                  </a:lnTo>
                  <a:lnTo>
                    <a:pt x="1949" y="1181"/>
                  </a:lnTo>
                  <a:lnTo>
                    <a:pt x="1940" y="1181"/>
                  </a:lnTo>
                  <a:lnTo>
                    <a:pt x="1932" y="1175"/>
                  </a:lnTo>
                  <a:lnTo>
                    <a:pt x="1929" y="1167"/>
                  </a:lnTo>
                  <a:lnTo>
                    <a:pt x="1931" y="1154"/>
                  </a:lnTo>
                  <a:lnTo>
                    <a:pt x="1935" y="1137"/>
                  </a:lnTo>
                  <a:lnTo>
                    <a:pt x="1943" y="1119"/>
                  </a:lnTo>
                  <a:lnTo>
                    <a:pt x="1952" y="1100"/>
                  </a:lnTo>
                  <a:lnTo>
                    <a:pt x="1961" y="1080"/>
                  </a:lnTo>
                  <a:lnTo>
                    <a:pt x="1968" y="1064"/>
                  </a:lnTo>
                  <a:lnTo>
                    <a:pt x="1976" y="1050"/>
                  </a:lnTo>
                  <a:lnTo>
                    <a:pt x="1982" y="1041"/>
                  </a:lnTo>
                  <a:lnTo>
                    <a:pt x="1983" y="1038"/>
                  </a:lnTo>
                  <a:lnTo>
                    <a:pt x="1983" y="1032"/>
                  </a:lnTo>
                  <a:lnTo>
                    <a:pt x="1983" y="1019"/>
                  </a:lnTo>
                  <a:lnTo>
                    <a:pt x="1982" y="996"/>
                  </a:lnTo>
                  <a:lnTo>
                    <a:pt x="1980" y="969"/>
                  </a:lnTo>
                  <a:lnTo>
                    <a:pt x="1974" y="939"/>
                  </a:lnTo>
                  <a:lnTo>
                    <a:pt x="1965" y="908"/>
                  </a:lnTo>
                  <a:lnTo>
                    <a:pt x="1952" y="876"/>
                  </a:lnTo>
                  <a:lnTo>
                    <a:pt x="1934" y="848"/>
                  </a:lnTo>
                  <a:lnTo>
                    <a:pt x="1907" y="816"/>
                  </a:lnTo>
                  <a:lnTo>
                    <a:pt x="1881" y="794"/>
                  </a:lnTo>
                  <a:lnTo>
                    <a:pt x="1860" y="779"/>
                  </a:lnTo>
                  <a:lnTo>
                    <a:pt x="1845" y="768"/>
                  </a:lnTo>
                  <a:lnTo>
                    <a:pt x="1835" y="764"/>
                  </a:lnTo>
                  <a:lnTo>
                    <a:pt x="1830" y="762"/>
                  </a:lnTo>
                  <a:lnTo>
                    <a:pt x="1692" y="761"/>
                  </a:lnTo>
                  <a:lnTo>
                    <a:pt x="1689" y="761"/>
                  </a:lnTo>
                  <a:lnTo>
                    <a:pt x="1683" y="758"/>
                  </a:lnTo>
                  <a:lnTo>
                    <a:pt x="1676" y="753"/>
                  </a:lnTo>
                  <a:lnTo>
                    <a:pt x="1670" y="744"/>
                  </a:lnTo>
                  <a:lnTo>
                    <a:pt x="1668" y="734"/>
                  </a:lnTo>
                  <a:lnTo>
                    <a:pt x="1670" y="722"/>
                  </a:lnTo>
                  <a:lnTo>
                    <a:pt x="1676" y="713"/>
                  </a:lnTo>
                  <a:lnTo>
                    <a:pt x="1682" y="707"/>
                  </a:lnTo>
                  <a:lnTo>
                    <a:pt x="1688" y="704"/>
                  </a:lnTo>
                  <a:lnTo>
                    <a:pt x="1689" y="702"/>
                  </a:lnTo>
                  <a:lnTo>
                    <a:pt x="1878" y="708"/>
                  </a:lnTo>
                  <a:lnTo>
                    <a:pt x="1880" y="708"/>
                  </a:lnTo>
                  <a:lnTo>
                    <a:pt x="1886" y="707"/>
                  </a:lnTo>
                  <a:lnTo>
                    <a:pt x="1895" y="704"/>
                  </a:lnTo>
                  <a:lnTo>
                    <a:pt x="1908" y="699"/>
                  </a:lnTo>
                  <a:lnTo>
                    <a:pt x="1926" y="693"/>
                  </a:lnTo>
                  <a:lnTo>
                    <a:pt x="1949" y="684"/>
                  </a:lnTo>
                  <a:lnTo>
                    <a:pt x="1977" y="672"/>
                  </a:lnTo>
                  <a:lnTo>
                    <a:pt x="2012" y="659"/>
                  </a:lnTo>
                  <a:lnTo>
                    <a:pt x="2052" y="641"/>
                  </a:lnTo>
                  <a:lnTo>
                    <a:pt x="2099" y="620"/>
                  </a:lnTo>
                  <a:lnTo>
                    <a:pt x="2135" y="603"/>
                  </a:lnTo>
                  <a:lnTo>
                    <a:pt x="2174" y="585"/>
                  </a:lnTo>
                  <a:lnTo>
                    <a:pt x="2211" y="566"/>
                  </a:lnTo>
                  <a:lnTo>
                    <a:pt x="2249" y="546"/>
                  </a:lnTo>
                  <a:lnTo>
                    <a:pt x="2286" y="525"/>
                  </a:lnTo>
                  <a:lnTo>
                    <a:pt x="2322" y="501"/>
                  </a:lnTo>
                  <a:lnTo>
                    <a:pt x="2354" y="477"/>
                  </a:lnTo>
                  <a:lnTo>
                    <a:pt x="2384" y="450"/>
                  </a:lnTo>
                  <a:lnTo>
                    <a:pt x="2409" y="422"/>
                  </a:lnTo>
                  <a:lnTo>
                    <a:pt x="2429" y="390"/>
                  </a:lnTo>
                  <a:lnTo>
                    <a:pt x="2444" y="357"/>
                  </a:lnTo>
                  <a:lnTo>
                    <a:pt x="2453" y="321"/>
                  </a:lnTo>
                  <a:lnTo>
                    <a:pt x="2454" y="284"/>
                  </a:lnTo>
                  <a:lnTo>
                    <a:pt x="2447" y="242"/>
                  </a:lnTo>
                  <a:lnTo>
                    <a:pt x="2435" y="207"/>
                  </a:lnTo>
                  <a:lnTo>
                    <a:pt x="2418" y="173"/>
                  </a:lnTo>
                  <a:lnTo>
                    <a:pt x="2399" y="141"/>
                  </a:lnTo>
                  <a:lnTo>
                    <a:pt x="2373" y="114"/>
                  </a:lnTo>
                  <a:lnTo>
                    <a:pt x="2343" y="89"/>
                  </a:lnTo>
                  <a:lnTo>
                    <a:pt x="2307" y="66"/>
                  </a:lnTo>
                  <a:lnTo>
                    <a:pt x="2267" y="47"/>
                  </a:lnTo>
                  <a:lnTo>
                    <a:pt x="2220" y="30"/>
                  </a:lnTo>
                  <a:lnTo>
                    <a:pt x="2169" y="17"/>
                  </a:lnTo>
                  <a:lnTo>
                    <a:pt x="2112" y="8"/>
                  </a:lnTo>
                  <a:lnTo>
                    <a:pt x="2049" y="2"/>
                  </a:lnTo>
                  <a:lnTo>
                    <a:pt x="1980" y="0"/>
                  </a:lnTo>
                  <a:lnTo>
                    <a:pt x="1905" y="2"/>
                  </a:lnTo>
                  <a:lnTo>
                    <a:pt x="1823" y="8"/>
                  </a:lnTo>
                  <a:lnTo>
                    <a:pt x="1736" y="17"/>
                  </a:lnTo>
                  <a:lnTo>
                    <a:pt x="1640" y="32"/>
                  </a:lnTo>
                  <a:lnTo>
                    <a:pt x="1514" y="54"/>
                  </a:lnTo>
                  <a:lnTo>
                    <a:pt x="1397" y="78"/>
                  </a:lnTo>
                  <a:lnTo>
                    <a:pt x="1287" y="102"/>
                  </a:lnTo>
                  <a:lnTo>
                    <a:pt x="1185" y="128"/>
                  </a:lnTo>
                  <a:lnTo>
                    <a:pt x="1091" y="156"/>
                  </a:lnTo>
                  <a:lnTo>
                    <a:pt x="1004" y="185"/>
                  </a:lnTo>
                  <a:lnTo>
                    <a:pt x="923" y="215"/>
                  </a:lnTo>
                  <a:lnTo>
                    <a:pt x="849" y="246"/>
                  </a:lnTo>
                  <a:lnTo>
                    <a:pt x="780" y="279"/>
                  </a:lnTo>
                  <a:lnTo>
                    <a:pt x="719" y="314"/>
                  </a:lnTo>
                  <a:lnTo>
                    <a:pt x="660" y="351"/>
                  </a:lnTo>
                  <a:lnTo>
                    <a:pt x="608" y="390"/>
                  </a:lnTo>
                  <a:lnTo>
                    <a:pt x="570" y="420"/>
                  </a:lnTo>
                  <a:lnTo>
                    <a:pt x="540" y="446"/>
                  </a:lnTo>
                  <a:lnTo>
                    <a:pt x="516" y="470"/>
                  </a:lnTo>
                  <a:lnTo>
                    <a:pt x="498" y="489"/>
                  </a:lnTo>
                  <a:lnTo>
                    <a:pt x="486" y="506"/>
                  </a:lnTo>
                  <a:lnTo>
                    <a:pt x="477" y="521"/>
                  </a:lnTo>
                  <a:lnTo>
                    <a:pt x="471" y="531"/>
                  </a:lnTo>
                  <a:lnTo>
                    <a:pt x="470" y="542"/>
                  </a:lnTo>
                  <a:lnTo>
                    <a:pt x="470" y="549"/>
                  </a:lnTo>
                  <a:lnTo>
                    <a:pt x="471" y="554"/>
                  </a:lnTo>
                  <a:lnTo>
                    <a:pt x="474" y="558"/>
                  </a:lnTo>
                  <a:lnTo>
                    <a:pt x="477" y="560"/>
                  </a:lnTo>
                  <a:lnTo>
                    <a:pt x="479" y="561"/>
                  </a:lnTo>
                  <a:lnTo>
                    <a:pt x="480" y="563"/>
                  </a:lnTo>
                  <a:lnTo>
                    <a:pt x="587" y="558"/>
                  </a:lnTo>
                  <a:lnTo>
                    <a:pt x="587" y="558"/>
                  </a:lnTo>
                  <a:lnTo>
                    <a:pt x="590" y="560"/>
                  </a:lnTo>
                  <a:lnTo>
                    <a:pt x="593" y="560"/>
                  </a:lnTo>
                  <a:lnTo>
                    <a:pt x="596" y="561"/>
                  </a:lnTo>
                  <a:lnTo>
                    <a:pt x="600" y="564"/>
                  </a:lnTo>
                  <a:lnTo>
                    <a:pt x="603" y="566"/>
                  </a:lnTo>
                  <a:lnTo>
                    <a:pt x="606" y="569"/>
                  </a:lnTo>
                  <a:lnTo>
                    <a:pt x="608" y="572"/>
                  </a:lnTo>
                  <a:lnTo>
                    <a:pt x="609" y="575"/>
                  </a:lnTo>
                  <a:lnTo>
                    <a:pt x="608" y="578"/>
                  </a:lnTo>
                  <a:lnTo>
                    <a:pt x="605" y="582"/>
                  </a:lnTo>
                  <a:lnTo>
                    <a:pt x="594" y="590"/>
                  </a:lnTo>
                  <a:lnTo>
                    <a:pt x="582" y="596"/>
                  </a:lnTo>
                  <a:lnTo>
                    <a:pt x="572" y="600"/>
                  </a:lnTo>
                  <a:lnTo>
                    <a:pt x="566" y="603"/>
                  </a:lnTo>
                  <a:lnTo>
                    <a:pt x="563" y="605"/>
                  </a:lnTo>
                  <a:lnTo>
                    <a:pt x="483" y="606"/>
                  </a:lnTo>
                  <a:lnTo>
                    <a:pt x="480" y="609"/>
                  </a:lnTo>
                  <a:lnTo>
                    <a:pt x="471" y="615"/>
                  </a:lnTo>
                  <a:lnTo>
                    <a:pt x="456" y="626"/>
                  </a:lnTo>
                  <a:lnTo>
                    <a:pt x="435" y="639"/>
                  </a:lnTo>
                  <a:lnTo>
                    <a:pt x="411" y="656"/>
                  </a:lnTo>
                  <a:lnTo>
                    <a:pt x="384" y="677"/>
                  </a:lnTo>
                  <a:lnTo>
                    <a:pt x="353" y="699"/>
                  </a:lnTo>
                  <a:lnTo>
                    <a:pt x="321" y="723"/>
                  </a:lnTo>
                  <a:lnTo>
                    <a:pt x="287" y="752"/>
                  </a:lnTo>
                  <a:lnTo>
                    <a:pt x="251" y="780"/>
                  </a:lnTo>
                  <a:lnTo>
                    <a:pt x="216" y="812"/>
                  </a:lnTo>
                  <a:lnTo>
                    <a:pt x="182" y="843"/>
                  </a:lnTo>
                  <a:lnTo>
                    <a:pt x="147" y="876"/>
                  </a:lnTo>
                  <a:lnTo>
                    <a:pt x="116" y="911"/>
                  </a:lnTo>
                  <a:lnTo>
                    <a:pt x="86" y="945"/>
                  </a:lnTo>
                  <a:lnTo>
                    <a:pt x="59" y="980"/>
                  </a:lnTo>
                  <a:lnTo>
                    <a:pt x="33" y="1019"/>
                  </a:lnTo>
                  <a:lnTo>
                    <a:pt x="15" y="1056"/>
                  </a:lnTo>
                  <a:lnTo>
                    <a:pt x="5" y="1089"/>
                  </a:lnTo>
                  <a:lnTo>
                    <a:pt x="0" y="1121"/>
                  </a:lnTo>
                  <a:lnTo>
                    <a:pt x="2" y="1148"/>
                  </a:lnTo>
                  <a:lnTo>
                    <a:pt x="6" y="1173"/>
                  </a:lnTo>
                  <a:lnTo>
                    <a:pt x="17" y="1196"/>
                  </a:lnTo>
                  <a:lnTo>
                    <a:pt x="30" y="1217"/>
                  </a:lnTo>
                  <a:lnTo>
                    <a:pt x="45" y="1235"/>
                  </a:lnTo>
                  <a:lnTo>
                    <a:pt x="63" y="1250"/>
                  </a:lnTo>
                  <a:lnTo>
                    <a:pt x="83" y="1263"/>
                  </a:lnTo>
                  <a:lnTo>
                    <a:pt x="102" y="1274"/>
                  </a:lnTo>
                  <a:lnTo>
                    <a:pt x="122" y="1284"/>
                  </a:lnTo>
                  <a:lnTo>
                    <a:pt x="140" y="1292"/>
                  </a:lnTo>
                  <a:lnTo>
                    <a:pt x="156" y="1298"/>
                  </a:lnTo>
                  <a:lnTo>
                    <a:pt x="170" y="1302"/>
                  </a:lnTo>
                  <a:lnTo>
                    <a:pt x="182" y="1305"/>
                  </a:lnTo>
                  <a:lnTo>
                    <a:pt x="188" y="1307"/>
                  </a:lnTo>
                  <a:lnTo>
                    <a:pt x="191" y="1307"/>
                  </a:lnTo>
                  <a:close/>
                </a:path>
              </a:pathLst>
            </a:custGeom>
            <a:solidFill>
              <a:srgbClr val="F68808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0" name="Freeform 336"/>
            <p:cNvSpPr/>
            <p:nvPr/>
          </p:nvSpPr>
          <p:spPr bwMode="gray">
            <a:xfrm>
              <a:off x="3764" y="1421"/>
              <a:ext cx="1717" cy="1632"/>
            </a:xfrm>
            <a:custGeom>
              <a:avLst/>
              <a:gdLst/>
              <a:ahLst/>
              <a:cxnLst>
                <a:cxn ang="0">
                  <a:pos x="508" y="813"/>
                </a:cxn>
                <a:cxn ang="0">
                  <a:pos x="487" y="880"/>
                </a:cxn>
                <a:cxn ang="0">
                  <a:pos x="438" y="972"/>
                </a:cxn>
                <a:cxn ang="0">
                  <a:pos x="349" y="1051"/>
                </a:cxn>
                <a:cxn ang="0">
                  <a:pos x="253" y="1092"/>
                </a:cxn>
                <a:cxn ang="0">
                  <a:pos x="154" y="1122"/>
                </a:cxn>
                <a:cxn ang="0">
                  <a:pos x="67" y="1158"/>
                </a:cxn>
                <a:cxn ang="0">
                  <a:pos x="12" y="1212"/>
                </a:cxn>
                <a:cxn ang="0">
                  <a:pos x="3" y="1302"/>
                </a:cxn>
                <a:cxn ang="0">
                  <a:pos x="49" y="1405"/>
                </a:cxn>
                <a:cxn ang="0">
                  <a:pos x="162" y="1498"/>
                </a:cxn>
                <a:cxn ang="0">
                  <a:pos x="345" y="1576"/>
                </a:cxn>
                <a:cxn ang="0">
                  <a:pos x="577" y="1627"/>
                </a:cxn>
                <a:cxn ang="0">
                  <a:pos x="751" y="1626"/>
                </a:cxn>
                <a:cxn ang="0">
                  <a:pos x="886" y="1588"/>
                </a:cxn>
                <a:cxn ang="0">
                  <a:pos x="984" y="1537"/>
                </a:cxn>
                <a:cxn ang="0">
                  <a:pos x="1041" y="1492"/>
                </a:cxn>
                <a:cxn ang="0">
                  <a:pos x="1060" y="1473"/>
                </a:cxn>
                <a:cxn ang="0">
                  <a:pos x="1135" y="1353"/>
                </a:cxn>
                <a:cxn ang="0">
                  <a:pos x="1155" y="1347"/>
                </a:cxn>
                <a:cxn ang="0">
                  <a:pos x="1167" y="1377"/>
                </a:cxn>
                <a:cxn ang="0">
                  <a:pos x="1114" y="1485"/>
                </a:cxn>
                <a:cxn ang="0">
                  <a:pos x="1152" y="1491"/>
                </a:cxn>
                <a:cxn ang="0">
                  <a:pos x="1248" y="1492"/>
                </a:cxn>
                <a:cxn ang="0">
                  <a:pos x="1386" y="1465"/>
                </a:cxn>
                <a:cxn ang="0">
                  <a:pos x="1534" y="1392"/>
                </a:cxn>
                <a:cxn ang="0">
                  <a:pos x="1639" y="1264"/>
                </a:cxn>
                <a:cxn ang="0">
                  <a:pos x="1699" y="1084"/>
                </a:cxn>
                <a:cxn ang="0">
                  <a:pos x="1717" y="876"/>
                </a:cxn>
                <a:cxn ang="0">
                  <a:pos x="1680" y="679"/>
                </a:cxn>
                <a:cxn ang="0">
                  <a:pos x="1597" y="471"/>
                </a:cxn>
                <a:cxn ang="0">
                  <a:pos x="1486" y="277"/>
                </a:cxn>
                <a:cxn ang="0">
                  <a:pos x="1366" y="121"/>
                </a:cxn>
                <a:cxn ang="0">
                  <a:pos x="1263" y="31"/>
                </a:cxn>
                <a:cxn ang="0">
                  <a:pos x="1195" y="0"/>
                </a:cxn>
                <a:cxn ang="0">
                  <a:pos x="1149" y="12"/>
                </a:cxn>
                <a:cxn ang="0">
                  <a:pos x="1119" y="55"/>
                </a:cxn>
                <a:cxn ang="0">
                  <a:pos x="1099" y="118"/>
                </a:cxn>
                <a:cxn ang="0">
                  <a:pos x="1078" y="208"/>
                </a:cxn>
                <a:cxn ang="0">
                  <a:pos x="1039" y="349"/>
                </a:cxn>
                <a:cxn ang="0">
                  <a:pos x="979" y="498"/>
                </a:cxn>
                <a:cxn ang="0">
                  <a:pos x="882" y="628"/>
                </a:cxn>
                <a:cxn ang="0">
                  <a:pos x="768" y="708"/>
                </a:cxn>
                <a:cxn ang="0">
                  <a:pos x="646" y="760"/>
                </a:cxn>
                <a:cxn ang="0">
                  <a:pos x="550" y="789"/>
                </a:cxn>
                <a:cxn ang="0">
                  <a:pos x="511" y="796"/>
                </a:cxn>
              </a:cxnLst>
              <a:rect l="0" t="0" r="r" b="b"/>
              <a:pathLst>
                <a:path w="1717" h="1632">
                  <a:moveTo>
                    <a:pt x="511" y="796"/>
                  </a:moveTo>
                  <a:lnTo>
                    <a:pt x="511" y="801"/>
                  </a:lnTo>
                  <a:lnTo>
                    <a:pt x="508" y="813"/>
                  </a:lnTo>
                  <a:lnTo>
                    <a:pt x="504" y="831"/>
                  </a:lnTo>
                  <a:lnTo>
                    <a:pt x="498" y="855"/>
                  </a:lnTo>
                  <a:lnTo>
                    <a:pt x="487" y="880"/>
                  </a:lnTo>
                  <a:lnTo>
                    <a:pt x="475" y="910"/>
                  </a:lnTo>
                  <a:lnTo>
                    <a:pt x="459" y="942"/>
                  </a:lnTo>
                  <a:lnTo>
                    <a:pt x="438" y="972"/>
                  </a:lnTo>
                  <a:lnTo>
                    <a:pt x="414" y="1002"/>
                  </a:lnTo>
                  <a:lnTo>
                    <a:pt x="384" y="1029"/>
                  </a:lnTo>
                  <a:lnTo>
                    <a:pt x="349" y="1051"/>
                  </a:lnTo>
                  <a:lnTo>
                    <a:pt x="318" y="1068"/>
                  </a:lnTo>
                  <a:lnTo>
                    <a:pt x="286" y="1080"/>
                  </a:lnTo>
                  <a:lnTo>
                    <a:pt x="253" y="1092"/>
                  </a:lnTo>
                  <a:lnTo>
                    <a:pt x="220" y="1102"/>
                  </a:lnTo>
                  <a:lnTo>
                    <a:pt x="186" y="1113"/>
                  </a:lnTo>
                  <a:lnTo>
                    <a:pt x="154" y="1122"/>
                  </a:lnTo>
                  <a:lnTo>
                    <a:pt x="123" y="1132"/>
                  </a:lnTo>
                  <a:lnTo>
                    <a:pt x="94" y="1144"/>
                  </a:lnTo>
                  <a:lnTo>
                    <a:pt x="67" y="1158"/>
                  </a:lnTo>
                  <a:lnTo>
                    <a:pt x="45" y="1173"/>
                  </a:lnTo>
                  <a:lnTo>
                    <a:pt x="27" y="1191"/>
                  </a:lnTo>
                  <a:lnTo>
                    <a:pt x="12" y="1212"/>
                  </a:lnTo>
                  <a:lnTo>
                    <a:pt x="3" y="1236"/>
                  </a:lnTo>
                  <a:lnTo>
                    <a:pt x="0" y="1266"/>
                  </a:lnTo>
                  <a:lnTo>
                    <a:pt x="3" y="1302"/>
                  </a:lnTo>
                  <a:lnTo>
                    <a:pt x="12" y="1338"/>
                  </a:lnTo>
                  <a:lnTo>
                    <a:pt x="27" y="1372"/>
                  </a:lnTo>
                  <a:lnTo>
                    <a:pt x="49" y="1405"/>
                  </a:lnTo>
                  <a:lnTo>
                    <a:pt x="79" y="1438"/>
                  </a:lnTo>
                  <a:lnTo>
                    <a:pt x="117" y="1470"/>
                  </a:lnTo>
                  <a:lnTo>
                    <a:pt x="162" y="1498"/>
                  </a:lnTo>
                  <a:lnTo>
                    <a:pt x="214" y="1527"/>
                  </a:lnTo>
                  <a:lnTo>
                    <a:pt x="276" y="1552"/>
                  </a:lnTo>
                  <a:lnTo>
                    <a:pt x="345" y="1576"/>
                  </a:lnTo>
                  <a:lnTo>
                    <a:pt x="423" y="1599"/>
                  </a:lnTo>
                  <a:lnTo>
                    <a:pt x="511" y="1618"/>
                  </a:lnTo>
                  <a:lnTo>
                    <a:pt x="577" y="1627"/>
                  </a:lnTo>
                  <a:lnTo>
                    <a:pt x="639" y="1632"/>
                  </a:lnTo>
                  <a:lnTo>
                    <a:pt x="697" y="1630"/>
                  </a:lnTo>
                  <a:lnTo>
                    <a:pt x="751" y="1626"/>
                  </a:lnTo>
                  <a:lnTo>
                    <a:pt x="801" y="1615"/>
                  </a:lnTo>
                  <a:lnTo>
                    <a:pt x="846" y="1603"/>
                  </a:lnTo>
                  <a:lnTo>
                    <a:pt x="886" y="1588"/>
                  </a:lnTo>
                  <a:lnTo>
                    <a:pt x="922" y="1572"/>
                  </a:lnTo>
                  <a:lnTo>
                    <a:pt x="955" y="1555"/>
                  </a:lnTo>
                  <a:lnTo>
                    <a:pt x="984" y="1537"/>
                  </a:lnTo>
                  <a:lnTo>
                    <a:pt x="1006" y="1521"/>
                  </a:lnTo>
                  <a:lnTo>
                    <a:pt x="1026" y="1506"/>
                  </a:lnTo>
                  <a:lnTo>
                    <a:pt x="1041" y="1492"/>
                  </a:lnTo>
                  <a:lnTo>
                    <a:pt x="1051" y="1482"/>
                  </a:lnTo>
                  <a:lnTo>
                    <a:pt x="1059" y="1476"/>
                  </a:lnTo>
                  <a:lnTo>
                    <a:pt x="1060" y="1473"/>
                  </a:lnTo>
                  <a:lnTo>
                    <a:pt x="1129" y="1359"/>
                  </a:lnTo>
                  <a:lnTo>
                    <a:pt x="1131" y="1357"/>
                  </a:lnTo>
                  <a:lnTo>
                    <a:pt x="1135" y="1353"/>
                  </a:lnTo>
                  <a:lnTo>
                    <a:pt x="1141" y="1350"/>
                  </a:lnTo>
                  <a:lnTo>
                    <a:pt x="1149" y="1347"/>
                  </a:lnTo>
                  <a:lnTo>
                    <a:pt x="1155" y="1347"/>
                  </a:lnTo>
                  <a:lnTo>
                    <a:pt x="1161" y="1353"/>
                  </a:lnTo>
                  <a:lnTo>
                    <a:pt x="1165" y="1365"/>
                  </a:lnTo>
                  <a:lnTo>
                    <a:pt x="1167" y="1377"/>
                  </a:lnTo>
                  <a:lnTo>
                    <a:pt x="1165" y="1386"/>
                  </a:lnTo>
                  <a:lnTo>
                    <a:pt x="1165" y="1389"/>
                  </a:lnTo>
                  <a:lnTo>
                    <a:pt x="1114" y="1485"/>
                  </a:lnTo>
                  <a:lnTo>
                    <a:pt x="1119" y="1485"/>
                  </a:lnTo>
                  <a:lnTo>
                    <a:pt x="1132" y="1488"/>
                  </a:lnTo>
                  <a:lnTo>
                    <a:pt x="1152" y="1491"/>
                  </a:lnTo>
                  <a:lnTo>
                    <a:pt x="1177" y="1492"/>
                  </a:lnTo>
                  <a:lnTo>
                    <a:pt x="1210" y="1494"/>
                  </a:lnTo>
                  <a:lnTo>
                    <a:pt x="1248" y="1492"/>
                  </a:lnTo>
                  <a:lnTo>
                    <a:pt x="1290" y="1488"/>
                  </a:lnTo>
                  <a:lnTo>
                    <a:pt x="1336" y="1479"/>
                  </a:lnTo>
                  <a:lnTo>
                    <a:pt x="1386" y="1465"/>
                  </a:lnTo>
                  <a:lnTo>
                    <a:pt x="1438" y="1447"/>
                  </a:lnTo>
                  <a:lnTo>
                    <a:pt x="1489" y="1422"/>
                  </a:lnTo>
                  <a:lnTo>
                    <a:pt x="1534" y="1392"/>
                  </a:lnTo>
                  <a:lnTo>
                    <a:pt x="1575" y="1356"/>
                  </a:lnTo>
                  <a:lnTo>
                    <a:pt x="1609" y="1312"/>
                  </a:lnTo>
                  <a:lnTo>
                    <a:pt x="1639" y="1264"/>
                  </a:lnTo>
                  <a:lnTo>
                    <a:pt x="1663" y="1210"/>
                  </a:lnTo>
                  <a:lnTo>
                    <a:pt x="1684" y="1150"/>
                  </a:lnTo>
                  <a:lnTo>
                    <a:pt x="1699" y="1084"/>
                  </a:lnTo>
                  <a:lnTo>
                    <a:pt x="1711" y="1014"/>
                  </a:lnTo>
                  <a:lnTo>
                    <a:pt x="1717" y="936"/>
                  </a:lnTo>
                  <a:lnTo>
                    <a:pt x="1717" y="876"/>
                  </a:lnTo>
                  <a:lnTo>
                    <a:pt x="1711" y="813"/>
                  </a:lnTo>
                  <a:lnTo>
                    <a:pt x="1698" y="747"/>
                  </a:lnTo>
                  <a:lnTo>
                    <a:pt x="1680" y="679"/>
                  </a:lnTo>
                  <a:lnTo>
                    <a:pt x="1656" y="609"/>
                  </a:lnTo>
                  <a:lnTo>
                    <a:pt x="1629" y="540"/>
                  </a:lnTo>
                  <a:lnTo>
                    <a:pt x="1597" y="471"/>
                  </a:lnTo>
                  <a:lnTo>
                    <a:pt x="1563" y="403"/>
                  </a:lnTo>
                  <a:lnTo>
                    <a:pt x="1525" y="339"/>
                  </a:lnTo>
                  <a:lnTo>
                    <a:pt x="1486" y="277"/>
                  </a:lnTo>
                  <a:lnTo>
                    <a:pt x="1447" y="219"/>
                  </a:lnTo>
                  <a:lnTo>
                    <a:pt x="1407" y="166"/>
                  </a:lnTo>
                  <a:lnTo>
                    <a:pt x="1366" y="121"/>
                  </a:lnTo>
                  <a:lnTo>
                    <a:pt x="1326" y="81"/>
                  </a:lnTo>
                  <a:lnTo>
                    <a:pt x="1293" y="52"/>
                  </a:lnTo>
                  <a:lnTo>
                    <a:pt x="1263" y="31"/>
                  </a:lnTo>
                  <a:lnTo>
                    <a:pt x="1237" y="15"/>
                  </a:lnTo>
                  <a:lnTo>
                    <a:pt x="1215" y="6"/>
                  </a:lnTo>
                  <a:lnTo>
                    <a:pt x="1195" y="0"/>
                  </a:lnTo>
                  <a:lnTo>
                    <a:pt x="1177" y="0"/>
                  </a:lnTo>
                  <a:lnTo>
                    <a:pt x="1162" y="4"/>
                  </a:lnTo>
                  <a:lnTo>
                    <a:pt x="1149" y="12"/>
                  </a:lnTo>
                  <a:lnTo>
                    <a:pt x="1137" y="24"/>
                  </a:lnTo>
                  <a:lnTo>
                    <a:pt x="1128" y="39"/>
                  </a:lnTo>
                  <a:lnTo>
                    <a:pt x="1119" y="55"/>
                  </a:lnTo>
                  <a:lnTo>
                    <a:pt x="1111" y="75"/>
                  </a:lnTo>
                  <a:lnTo>
                    <a:pt x="1105" y="96"/>
                  </a:lnTo>
                  <a:lnTo>
                    <a:pt x="1099" y="118"/>
                  </a:lnTo>
                  <a:lnTo>
                    <a:pt x="1093" y="142"/>
                  </a:lnTo>
                  <a:lnTo>
                    <a:pt x="1087" y="166"/>
                  </a:lnTo>
                  <a:lnTo>
                    <a:pt x="1078" y="208"/>
                  </a:lnTo>
                  <a:lnTo>
                    <a:pt x="1066" y="253"/>
                  </a:lnTo>
                  <a:lnTo>
                    <a:pt x="1054" y="300"/>
                  </a:lnTo>
                  <a:lnTo>
                    <a:pt x="1039" y="349"/>
                  </a:lnTo>
                  <a:lnTo>
                    <a:pt x="1023" y="399"/>
                  </a:lnTo>
                  <a:lnTo>
                    <a:pt x="1003" y="448"/>
                  </a:lnTo>
                  <a:lnTo>
                    <a:pt x="979" y="498"/>
                  </a:lnTo>
                  <a:lnTo>
                    <a:pt x="951" y="544"/>
                  </a:lnTo>
                  <a:lnTo>
                    <a:pt x="919" y="588"/>
                  </a:lnTo>
                  <a:lnTo>
                    <a:pt x="882" y="628"/>
                  </a:lnTo>
                  <a:lnTo>
                    <a:pt x="846" y="658"/>
                  </a:lnTo>
                  <a:lnTo>
                    <a:pt x="808" y="684"/>
                  </a:lnTo>
                  <a:lnTo>
                    <a:pt x="768" y="708"/>
                  </a:lnTo>
                  <a:lnTo>
                    <a:pt x="726" y="727"/>
                  </a:lnTo>
                  <a:lnTo>
                    <a:pt x="685" y="745"/>
                  </a:lnTo>
                  <a:lnTo>
                    <a:pt x="646" y="760"/>
                  </a:lnTo>
                  <a:lnTo>
                    <a:pt x="610" y="772"/>
                  </a:lnTo>
                  <a:lnTo>
                    <a:pt x="579" y="781"/>
                  </a:lnTo>
                  <a:lnTo>
                    <a:pt x="550" y="789"/>
                  </a:lnTo>
                  <a:lnTo>
                    <a:pt x="531" y="793"/>
                  </a:lnTo>
                  <a:lnTo>
                    <a:pt x="517" y="796"/>
                  </a:lnTo>
                  <a:lnTo>
                    <a:pt x="511" y="796"/>
                  </a:lnTo>
                  <a:close/>
                </a:path>
              </a:pathLst>
            </a:custGeom>
            <a:solidFill>
              <a:srgbClr val="F68808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3" name="Freeform 337"/>
            <p:cNvSpPr/>
            <p:nvPr/>
          </p:nvSpPr>
          <p:spPr bwMode="gray">
            <a:xfrm>
              <a:off x="3488" y="2988"/>
              <a:ext cx="1636" cy="963"/>
            </a:xfrm>
            <a:custGeom>
              <a:avLst/>
              <a:gdLst/>
              <a:ahLst/>
              <a:cxnLst>
                <a:cxn ang="0">
                  <a:pos x="13" y="348"/>
                </a:cxn>
                <a:cxn ang="0">
                  <a:pos x="42" y="359"/>
                </a:cxn>
                <a:cxn ang="0">
                  <a:pos x="96" y="374"/>
                </a:cxn>
                <a:cxn ang="0">
                  <a:pos x="174" y="389"/>
                </a:cxn>
                <a:cxn ang="0">
                  <a:pos x="268" y="398"/>
                </a:cxn>
                <a:cxn ang="0">
                  <a:pos x="378" y="396"/>
                </a:cxn>
                <a:cxn ang="0">
                  <a:pos x="481" y="380"/>
                </a:cxn>
                <a:cxn ang="0">
                  <a:pos x="546" y="356"/>
                </a:cxn>
                <a:cxn ang="0">
                  <a:pos x="586" y="326"/>
                </a:cxn>
                <a:cxn ang="0">
                  <a:pos x="610" y="290"/>
                </a:cxn>
                <a:cxn ang="0">
                  <a:pos x="628" y="254"/>
                </a:cxn>
                <a:cxn ang="0">
                  <a:pos x="646" y="218"/>
                </a:cxn>
                <a:cxn ang="0">
                  <a:pos x="675" y="186"/>
                </a:cxn>
                <a:cxn ang="0">
                  <a:pos x="723" y="159"/>
                </a:cxn>
                <a:cxn ang="0">
                  <a:pos x="813" y="140"/>
                </a:cxn>
                <a:cxn ang="0">
                  <a:pos x="909" y="138"/>
                </a:cxn>
                <a:cxn ang="0">
                  <a:pos x="1011" y="140"/>
                </a:cxn>
                <a:cxn ang="0">
                  <a:pos x="1116" y="131"/>
                </a:cxn>
                <a:cxn ang="0">
                  <a:pos x="1227" y="98"/>
                </a:cxn>
                <a:cxn ang="0">
                  <a:pos x="1339" y="51"/>
                </a:cxn>
                <a:cxn ang="0">
                  <a:pos x="1426" y="23"/>
                </a:cxn>
                <a:cxn ang="0">
                  <a:pos x="1486" y="6"/>
                </a:cxn>
                <a:cxn ang="0">
                  <a:pos x="1518" y="2"/>
                </a:cxn>
                <a:cxn ang="0">
                  <a:pos x="1524" y="3"/>
                </a:cxn>
                <a:cxn ang="0">
                  <a:pos x="1540" y="29"/>
                </a:cxn>
                <a:cxn ang="0">
                  <a:pos x="1567" y="77"/>
                </a:cxn>
                <a:cxn ang="0">
                  <a:pos x="1597" y="146"/>
                </a:cxn>
                <a:cxn ang="0">
                  <a:pos x="1623" y="233"/>
                </a:cxn>
                <a:cxn ang="0">
                  <a:pos x="1636" y="335"/>
                </a:cxn>
                <a:cxn ang="0">
                  <a:pos x="1632" y="444"/>
                </a:cxn>
                <a:cxn ang="0">
                  <a:pos x="1615" y="540"/>
                </a:cxn>
                <a:cxn ang="0">
                  <a:pos x="1585" y="620"/>
                </a:cxn>
                <a:cxn ang="0">
                  <a:pos x="1533" y="690"/>
                </a:cxn>
                <a:cxn ang="0">
                  <a:pos x="1456" y="758"/>
                </a:cxn>
                <a:cxn ang="0">
                  <a:pos x="1350" y="825"/>
                </a:cxn>
                <a:cxn ang="0">
                  <a:pos x="1206" y="897"/>
                </a:cxn>
                <a:cxn ang="0">
                  <a:pos x="1047" y="945"/>
                </a:cxn>
                <a:cxn ang="0">
                  <a:pos x="885" y="963"/>
                </a:cxn>
                <a:cxn ang="0">
                  <a:pos x="721" y="956"/>
                </a:cxn>
                <a:cxn ang="0">
                  <a:pos x="559" y="924"/>
                </a:cxn>
                <a:cxn ang="0">
                  <a:pos x="402" y="875"/>
                </a:cxn>
                <a:cxn ang="0">
                  <a:pos x="274" y="818"/>
                </a:cxn>
                <a:cxn ang="0">
                  <a:pos x="178" y="755"/>
                </a:cxn>
                <a:cxn ang="0">
                  <a:pos x="108" y="689"/>
                </a:cxn>
                <a:cxn ang="0">
                  <a:pos x="58" y="623"/>
                </a:cxn>
                <a:cxn ang="0">
                  <a:pos x="27" y="561"/>
                </a:cxn>
                <a:cxn ang="0">
                  <a:pos x="10" y="507"/>
                </a:cxn>
                <a:cxn ang="0">
                  <a:pos x="0" y="434"/>
                </a:cxn>
                <a:cxn ang="0">
                  <a:pos x="3" y="380"/>
                </a:cxn>
                <a:cxn ang="0">
                  <a:pos x="7" y="351"/>
                </a:cxn>
              </a:cxnLst>
              <a:rect l="0" t="0" r="r" b="b"/>
              <a:pathLst>
                <a:path w="1636" h="963">
                  <a:moveTo>
                    <a:pt x="9" y="347"/>
                  </a:moveTo>
                  <a:lnTo>
                    <a:pt x="13" y="348"/>
                  </a:lnTo>
                  <a:lnTo>
                    <a:pt x="24" y="353"/>
                  </a:lnTo>
                  <a:lnTo>
                    <a:pt x="42" y="359"/>
                  </a:lnTo>
                  <a:lnTo>
                    <a:pt x="66" y="366"/>
                  </a:lnTo>
                  <a:lnTo>
                    <a:pt x="96" y="374"/>
                  </a:lnTo>
                  <a:lnTo>
                    <a:pt x="132" y="381"/>
                  </a:lnTo>
                  <a:lnTo>
                    <a:pt x="174" y="389"/>
                  </a:lnTo>
                  <a:lnTo>
                    <a:pt x="219" y="395"/>
                  </a:lnTo>
                  <a:lnTo>
                    <a:pt x="268" y="398"/>
                  </a:lnTo>
                  <a:lnTo>
                    <a:pt x="321" y="398"/>
                  </a:lnTo>
                  <a:lnTo>
                    <a:pt x="378" y="396"/>
                  </a:lnTo>
                  <a:lnTo>
                    <a:pt x="438" y="389"/>
                  </a:lnTo>
                  <a:lnTo>
                    <a:pt x="481" y="380"/>
                  </a:lnTo>
                  <a:lnTo>
                    <a:pt x="517" y="369"/>
                  </a:lnTo>
                  <a:lnTo>
                    <a:pt x="546" y="356"/>
                  </a:lnTo>
                  <a:lnTo>
                    <a:pt x="568" y="341"/>
                  </a:lnTo>
                  <a:lnTo>
                    <a:pt x="586" y="326"/>
                  </a:lnTo>
                  <a:lnTo>
                    <a:pt x="600" y="308"/>
                  </a:lnTo>
                  <a:lnTo>
                    <a:pt x="610" y="290"/>
                  </a:lnTo>
                  <a:lnTo>
                    <a:pt x="619" y="272"/>
                  </a:lnTo>
                  <a:lnTo>
                    <a:pt x="628" y="254"/>
                  </a:lnTo>
                  <a:lnTo>
                    <a:pt x="636" y="236"/>
                  </a:lnTo>
                  <a:lnTo>
                    <a:pt x="646" y="218"/>
                  </a:lnTo>
                  <a:lnTo>
                    <a:pt x="660" y="201"/>
                  </a:lnTo>
                  <a:lnTo>
                    <a:pt x="675" y="186"/>
                  </a:lnTo>
                  <a:lnTo>
                    <a:pt x="696" y="171"/>
                  </a:lnTo>
                  <a:lnTo>
                    <a:pt x="723" y="159"/>
                  </a:lnTo>
                  <a:lnTo>
                    <a:pt x="766" y="146"/>
                  </a:lnTo>
                  <a:lnTo>
                    <a:pt x="813" y="140"/>
                  </a:lnTo>
                  <a:lnTo>
                    <a:pt x="861" y="137"/>
                  </a:lnTo>
                  <a:lnTo>
                    <a:pt x="909" y="138"/>
                  </a:lnTo>
                  <a:lnTo>
                    <a:pt x="960" y="140"/>
                  </a:lnTo>
                  <a:lnTo>
                    <a:pt x="1011" y="140"/>
                  </a:lnTo>
                  <a:lnTo>
                    <a:pt x="1062" y="138"/>
                  </a:lnTo>
                  <a:lnTo>
                    <a:pt x="1116" y="131"/>
                  </a:lnTo>
                  <a:lnTo>
                    <a:pt x="1170" y="119"/>
                  </a:lnTo>
                  <a:lnTo>
                    <a:pt x="1227" y="98"/>
                  </a:lnTo>
                  <a:lnTo>
                    <a:pt x="1285" y="72"/>
                  </a:lnTo>
                  <a:lnTo>
                    <a:pt x="1339" y="51"/>
                  </a:lnTo>
                  <a:lnTo>
                    <a:pt x="1386" y="35"/>
                  </a:lnTo>
                  <a:lnTo>
                    <a:pt x="1426" y="23"/>
                  </a:lnTo>
                  <a:lnTo>
                    <a:pt x="1459" y="14"/>
                  </a:lnTo>
                  <a:lnTo>
                    <a:pt x="1486" y="6"/>
                  </a:lnTo>
                  <a:lnTo>
                    <a:pt x="1506" y="3"/>
                  </a:lnTo>
                  <a:lnTo>
                    <a:pt x="1518" y="2"/>
                  </a:lnTo>
                  <a:lnTo>
                    <a:pt x="1521" y="0"/>
                  </a:lnTo>
                  <a:lnTo>
                    <a:pt x="1524" y="3"/>
                  </a:lnTo>
                  <a:lnTo>
                    <a:pt x="1531" y="14"/>
                  </a:lnTo>
                  <a:lnTo>
                    <a:pt x="1540" y="29"/>
                  </a:lnTo>
                  <a:lnTo>
                    <a:pt x="1554" y="51"/>
                  </a:lnTo>
                  <a:lnTo>
                    <a:pt x="1567" y="77"/>
                  </a:lnTo>
                  <a:lnTo>
                    <a:pt x="1582" y="110"/>
                  </a:lnTo>
                  <a:lnTo>
                    <a:pt x="1597" y="146"/>
                  </a:lnTo>
                  <a:lnTo>
                    <a:pt x="1611" y="188"/>
                  </a:lnTo>
                  <a:lnTo>
                    <a:pt x="1623" y="233"/>
                  </a:lnTo>
                  <a:lnTo>
                    <a:pt x="1632" y="282"/>
                  </a:lnTo>
                  <a:lnTo>
                    <a:pt x="1636" y="335"/>
                  </a:lnTo>
                  <a:lnTo>
                    <a:pt x="1636" y="390"/>
                  </a:lnTo>
                  <a:lnTo>
                    <a:pt x="1632" y="444"/>
                  </a:lnTo>
                  <a:lnTo>
                    <a:pt x="1626" y="494"/>
                  </a:lnTo>
                  <a:lnTo>
                    <a:pt x="1615" y="540"/>
                  </a:lnTo>
                  <a:lnTo>
                    <a:pt x="1602" y="581"/>
                  </a:lnTo>
                  <a:lnTo>
                    <a:pt x="1585" y="620"/>
                  </a:lnTo>
                  <a:lnTo>
                    <a:pt x="1561" y="656"/>
                  </a:lnTo>
                  <a:lnTo>
                    <a:pt x="1533" y="690"/>
                  </a:lnTo>
                  <a:lnTo>
                    <a:pt x="1498" y="725"/>
                  </a:lnTo>
                  <a:lnTo>
                    <a:pt x="1456" y="758"/>
                  </a:lnTo>
                  <a:lnTo>
                    <a:pt x="1407" y="791"/>
                  </a:lnTo>
                  <a:lnTo>
                    <a:pt x="1350" y="825"/>
                  </a:lnTo>
                  <a:lnTo>
                    <a:pt x="1284" y="861"/>
                  </a:lnTo>
                  <a:lnTo>
                    <a:pt x="1206" y="897"/>
                  </a:lnTo>
                  <a:lnTo>
                    <a:pt x="1126" y="924"/>
                  </a:lnTo>
                  <a:lnTo>
                    <a:pt x="1047" y="945"/>
                  </a:lnTo>
                  <a:lnTo>
                    <a:pt x="966" y="957"/>
                  </a:lnTo>
                  <a:lnTo>
                    <a:pt x="885" y="963"/>
                  </a:lnTo>
                  <a:lnTo>
                    <a:pt x="802" y="962"/>
                  </a:lnTo>
                  <a:lnTo>
                    <a:pt x="721" y="956"/>
                  </a:lnTo>
                  <a:lnTo>
                    <a:pt x="640" y="942"/>
                  </a:lnTo>
                  <a:lnTo>
                    <a:pt x="559" y="924"/>
                  </a:lnTo>
                  <a:lnTo>
                    <a:pt x="480" y="902"/>
                  </a:lnTo>
                  <a:lnTo>
                    <a:pt x="402" y="875"/>
                  </a:lnTo>
                  <a:lnTo>
                    <a:pt x="334" y="848"/>
                  </a:lnTo>
                  <a:lnTo>
                    <a:pt x="274" y="818"/>
                  </a:lnTo>
                  <a:lnTo>
                    <a:pt x="223" y="786"/>
                  </a:lnTo>
                  <a:lnTo>
                    <a:pt x="178" y="755"/>
                  </a:lnTo>
                  <a:lnTo>
                    <a:pt x="139" y="722"/>
                  </a:lnTo>
                  <a:lnTo>
                    <a:pt x="108" y="689"/>
                  </a:lnTo>
                  <a:lnTo>
                    <a:pt x="81" y="656"/>
                  </a:lnTo>
                  <a:lnTo>
                    <a:pt x="58" y="623"/>
                  </a:lnTo>
                  <a:lnTo>
                    <a:pt x="40" y="591"/>
                  </a:lnTo>
                  <a:lnTo>
                    <a:pt x="27" y="561"/>
                  </a:lnTo>
                  <a:lnTo>
                    <a:pt x="18" y="533"/>
                  </a:lnTo>
                  <a:lnTo>
                    <a:pt x="10" y="507"/>
                  </a:lnTo>
                  <a:lnTo>
                    <a:pt x="3" y="468"/>
                  </a:lnTo>
                  <a:lnTo>
                    <a:pt x="0" y="434"/>
                  </a:lnTo>
                  <a:lnTo>
                    <a:pt x="0" y="404"/>
                  </a:lnTo>
                  <a:lnTo>
                    <a:pt x="3" y="380"/>
                  </a:lnTo>
                  <a:lnTo>
                    <a:pt x="6" y="362"/>
                  </a:lnTo>
                  <a:lnTo>
                    <a:pt x="7" y="351"/>
                  </a:lnTo>
                  <a:lnTo>
                    <a:pt x="9" y="347"/>
                  </a:lnTo>
                  <a:close/>
                </a:path>
              </a:pathLst>
            </a:custGeom>
            <a:solidFill>
              <a:srgbClr val="0099B4"/>
            </a:solidFill>
            <a:ln w="0">
              <a:noFill/>
              <a:prstDash val="solid"/>
              <a:round/>
            </a:ln>
          </p:spPr>
          <p:txBody>
            <a:bodyPr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37" name="任意多边形 36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009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535620" y="333508"/>
            <a:ext cx="2791629" cy="616721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362842"/>
            <a:ext cx="640269" cy="589581"/>
            <a:chOff x="445380" y="344047"/>
            <a:chExt cx="607069" cy="559040"/>
          </a:xfrm>
          <a:solidFill>
            <a:srgbClr val="F68808"/>
          </a:solidFill>
        </p:grpSpPr>
        <p:sp>
          <p:nvSpPr>
            <p:cNvPr id="51" name="矩形 50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53311" y="377787"/>
              <a:ext cx="59913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53" name="Group 8"/>
          <p:cNvGrpSpPr/>
          <p:nvPr/>
        </p:nvGrpSpPr>
        <p:grpSpPr>
          <a:xfrm>
            <a:off x="9159035" y="2346098"/>
            <a:ext cx="1063404" cy="2052156"/>
            <a:chOff x="8684121" y="2224570"/>
            <a:chExt cx="1008265" cy="1945855"/>
          </a:xfrm>
        </p:grpSpPr>
        <p:sp>
          <p:nvSpPr>
            <p:cNvPr id="58" name="Freeform 121"/>
            <p:cNvSpPr/>
            <p:nvPr/>
          </p:nvSpPr>
          <p:spPr bwMode="auto">
            <a:xfrm>
              <a:off x="8684121" y="2923815"/>
              <a:ext cx="853379" cy="1246610"/>
            </a:xfrm>
            <a:custGeom>
              <a:avLst/>
              <a:gdLst>
                <a:gd name="T0" fmla="*/ 173 w 695"/>
                <a:gd name="T1" fmla="*/ 1015 h 1015"/>
                <a:gd name="T2" fmla="*/ 0 w 695"/>
                <a:gd name="T3" fmla="*/ 1015 h 1015"/>
                <a:gd name="T4" fmla="*/ 0 w 695"/>
                <a:gd name="T5" fmla="*/ 624 h 1015"/>
                <a:gd name="T6" fmla="*/ 144 w 695"/>
                <a:gd name="T7" fmla="*/ 480 h 1015"/>
                <a:gd name="T8" fmla="*/ 523 w 695"/>
                <a:gd name="T9" fmla="*/ 480 h 1015"/>
                <a:gd name="T10" fmla="*/ 520 w 695"/>
                <a:gd name="T11" fmla="*/ 0 h 1015"/>
                <a:gd name="T12" fmla="*/ 693 w 695"/>
                <a:gd name="T13" fmla="*/ 0 h 1015"/>
                <a:gd name="T14" fmla="*/ 695 w 695"/>
                <a:gd name="T15" fmla="*/ 509 h 1015"/>
                <a:gd name="T16" fmla="*/ 653 w 695"/>
                <a:gd name="T17" fmla="*/ 610 h 1015"/>
                <a:gd name="T18" fmla="*/ 552 w 695"/>
                <a:gd name="T19" fmla="*/ 653 h 1015"/>
                <a:gd name="T20" fmla="*/ 173 w 695"/>
                <a:gd name="T21" fmla="*/ 653 h 1015"/>
                <a:gd name="T22" fmla="*/ 173 w 695"/>
                <a:gd name="T23" fmla="*/ 1015 h 1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95" h="1015">
                  <a:moveTo>
                    <a:pt x="173" y="1015"/>
                  </a:moveTo>
                  <a:cubicBezTo>
                    <a:pt x="0" y="1015"/>
                    <a:pt x="0" y="1015"/>
                    <a:pt x="0" y="1015"/>
                  </a:cubicBezTo>
                  <a:cubicBezTo>
                    <a:pt x="0" y="624"/>
                    <a:pt x="0" y="624"/>
                    <a:pt x="0" y="624"/>
                  </a:cubicBezTo>
                  <a:cubicBezTo>
                    <a:pt x="0" y="545"/>
                    <a:pt x="65" y="480"/>
                    <a:pt x="144" y="480"/>
                  </a:cubicBezTo>
                  <a:cubicBezTo>
                    <a:pt x="523" y="480"/>
                    <a:pt x="523" y="480"/>
                    <a:pt x="523" y="480"/>
                  </a:cubicBezTo>
                  <a:cubicBezTo>
                    <a:pt x="520" y="0"/>
                    <a:pt x="520" y="0"/>
                    <a:pt x="520" y="0"/>
                  </a:cubicBezTo>
                  <a:cubicBezTo>
                    <a:pt x="693" y="0"/>
                    <a:pt x="693" y="0"/>
                    <a:pt x="693" y="0"/>
                  </a:cubicBezTo>
                  <a:cubicBezTo>
                    <a:pt x="695" y="509"/>
                    <a:pt x="695" y="509"/>
                    <a:pt x="695" y="509"/>
                  </a:cubicBezTo>
                  <a:cubicBezTo>
                    <a:pt x="695" y="547"/>
                    <a:pt x="680" y="583"/>
                    <a:pt x="653" y="610"/>
                  </a:cubicBezTo>
                  <a:cubicBezTo>
                    <a:pt x="626" y="638"/>
                    <a:pt x="590" y="653"/>
                    <a:pt x="552" y="653"/>
                  </a:cubicBezTo>
                  <a:cubicBezTo>
                    <a:pt x="173" y="653"/>
                    <a:pt x="173" y="653"/>
                    <a:pt x="173" y="653"/>
                  </a:cubicBezTo>
                  <a:lnTo>
                    <a:pt x="173" y="1015"/>
                  </a:ln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9" name="Freeform 122"/>
            <p:cNvSpPr/>
            <p:nvPr/>
          </p:nvSpPr>
          <p:spPr bwMode="auto">
            <a:xfrm>
              <a:off x="9195396" y="2224570"/>
              <a:ext cx="496990" cy="641350"/>
            </a:xfrm>
            <a:custGeom>
              <a:avLst/>
              <a:gdLst>
                <a:gd name="T0" fmla="*/ 297 w 405"/>
                <a:gd name="T1" fmla="*/ 78 h 522"/>
                <a:gd name="T2" fmla="*/ 82 w 405"/>
                <a:gd name="T3" fmla="*/ 81 h 522"/>
                <a:gd name="T4" fmla="*/ 6 w 405"/>
                <a:gd name="T5" fmla="*/ 220 h 522"/>
                <a:gd name="T6" fmla="*/ 57 w 405"/>
                <a:gd name="T7" fmla="*/ 383 h 522"/>
                <a:gd name="T8" fmla="*/ 73 w 405"/>
                <a:gd name="T9" fmla="*/ 413 h 522"/>
                <a:gd name="T10" fmla="*/ 85 w 405"/>
                <a:gd name="T11" fmla="*/ 451 h 522"/>
                <a:gd name="T12" fmla="*/ 101 w 405"/>
                <a:gd name="T13" fmla="*/ 515 h 522"/>
                <a:gd name="T14" fmla="*/ 107 w 405"/>
                <a:gd name="T15" fmla="*/ 522 h 522"/>
                <a:gd name="T16" fmla="*/ 281 w 405"/>
                <a:gd name="T17" fmla="*/ 522 h 522"/>
                <a:gd name="T18" fmla="*/ 298 w 405"/>
                <a:gd name="T19" fmla="*/ 461 h 522"/>
                <a:gd name="T20" fmla="*/ 327 w 405"/>
                <a:gd name="T21" fmla="*/ 387 h 522"/>
                <a:gd name="T22" fmla="*/ 370 w 405"/>
                <a:gd name="T23" fmla="*/ 297 h 522"/>
                <a:gd name="T24" fmla="*/ 297 w 405"/>
                <a:gd name="T25" fmla="*/ 78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5" h="522">
                  <a:moveTo>
                    <a:pt x="297" y="78"/>
                  </a:moveTo>
                  <a:cubicBezTo>
                    <a:pt x="189" y="0"/>
                    <a:pt x="93" y="73"/>
                    <a:pt x="82" y="81"/>
                  </a:cubicBezTo>
                  <a:cubicBezTo>
                    <a:pt x="71" y="90"/>
                    <a:pt x="11" y="137"/>
                    <a:pt x="6" y="220"/>
                  </a:cubicBezTo>
                  <a:cubicBezTo>
                    <a:pt x="0" y="302"/>
                    <a:pt x="57" y="383"/>
                    <a:pt x="57" y="383"/>
                  </a:cubicBezTo>
                  <a:cubicBezTo>
                    <a:pt x="73" y="413"/>
                    <a:pt x="73" y="413"/>
                    <a:pt x="73" y="413"/>
                  </a:cubicBezTo>
                  <a:cubicBezTo>
                    <a:pt x="79" y="425"/>
                    <a:pt x="82" y="439"/>
                    <a:pt x="85" y="451"/>
                  </a:cubicBezTo>
                  <a:cubicBezTo>
                    <a:pt x="90" y="472"/>
                    <a:pt x="90" y="496"/>
                    <a:pt x="101" y="515"/>
                  </a:cubicBezTo>
                  <a:cubicBezTo>
                    <a:pt x="103" y="517"/>
                    <a:pt x="105" y="520"/>
                    <a:pt x="107" y="522"/>
                  </a:cubicBezTo>
                  <a:cubicBezTo>
                    <a:pt x="281" y="522"/>
                    <a:pt x="281" y="522"/>
                    <a:pt x="281" y="522"/>
                  </a:cubicBezTo>
                  <a:cubicBezTo>
                    <a:pt x="295" y="503"/>
                    <a:pt x="294" y="484"/>
                    <a:pt x="298" y="461"/>
                  </a:cubicBezTo>
                  <a:cubicBezTo>
                    <a:pt x="302" y="434"/>
                    <a:pt x="314" y="410"/>
                    <a:pt x="327" y="387"/>
                  </a:cubicBezTo>
                  <a:cubicBezTo>
                    <a:pt x="331" y="380"/>
                    <a:pt x="363" y="316"/>
                    <a:pt x="370" y="297"/>
                  </a:cubicBezTo>
                  <a:cubicBezTo>
                    <a:pt x="377" y="277"/>
                    <a:pt x="405" y="157"/>
                    <a:pt x="297" y="78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0" name="Freeform 123"/>
            <p:cNvSpPr/>
            <p:nvPr/>
          </p:nvSpPr>
          <p:spPr bwMode="auto">
            <a:xfrm>
              <a:off x="9345019" y="2518554"/>
              <a:ext cx="172180" cy="347367"/>
            </a:xfrm>
            <a:custGeom>
              <a:avLst/>
              <a:gdLst>
                <a:gd name="T0" fmla="*/ 26 w 140"/>
                <a:gd name="T1" fmla="*/ 282 h 283"/>
                <a:gd name="T2" fmla="*/ 11 w 140"/>
                <a:gd name="T3" fmla="*/ 29 h 283"/>
                <a:gd name="T4" fmla="*/ 27 w 140"/>
                <a:gd name="T5" fmla="*/ 58 h 283"/>
                <a:gd name="T6" fmla="*/ 31 w 140"/>
                <a:gd name="T7" fmla="*/ 60 h 283"/>
                <a:gd name="T8" fmla="*/ 35 w 140"/>
                <a:gd name="T9" fmla="*/ 57 h 283"/>
                <a:gd name="T10" fmla="*/ 51 w 140"/>
                <a:gd name="T11" fmla="*/ 20 h 283"/>
                <a:gd name="T12" fmla="*/ 68 w 140"/>
                <a:gd name="T13" fmla="*/ 59 h 283"/>
                <a:gd name="T14" fmla="*/ 73 w 140"/>
                <a:gd name="T15" fmla="*/ 62 h 283"/>
                <a:gd name="T16" fmla="*/ 77 w 140"/>
                <a:gd name="T17" fmla="*/ 59 h 283"/>
                <a:gd name="T18" fmla="*/ 94 w 140"/>
                <a:gd name="T19" fmla="*/ 21 h 283"/>
                <a:gd name="T20" fmla="*/ 106 w 140"/>
                <a:gd name="T21" fmla="*/ 56 h 283"/>
                <a:gd name="T22" fmla="*/ 110 w 140"/>
                <a:gd name="T23" fmla="*/ 60 h 283"/>
                <a:gd name="T24" fmla="*/ 115 w 140"/>
                <a:gd name="T25" fmla="*/ 57 h 283"/>
                <a:gd name="T26" fmla="*/ 129 w 140"/>
                <a:gd name="T27" fmla="*/ 31 h 283"/>
                <a:gd name="T28" fmla="*/ 112 w 140"/>
                <a:gd name="T29" fmla="*/ 283 h 283"/>
                <a:gd name="T30" fmla="*/ 122 w 140"/>
                <a:gd name="T31" fmla="*/ 283 h 283"/>
                <a:gd name="T32" fmla="*/ 140 w 140"/>
                <a:gd name="T33" fmla="*/ 8 h 283"/>
                <a:gd name="T34" fmla="*/ 137 w 140"/>
                <a:gd name="T35" fmla="*/ 1 h 283"/>
                <a:gd name="T36" fmla="*/ 131 w 140"/>
                <a:gd name="T37" fmla="*/ 4 h 283"/>
                <a:gd name="T38" fmla="*/ 111 w 140"/>
                <a:gd name="T39" fmla="*/ 41 h 283"/>
                <a:gd name="T40" fmla="*/ 99 w 140"/>
                <a:gd name="T41" fmla="*/ 5 h 283"/>
                <a:gd name="T42" fmla="*/ 95 w 140"/>
                <a:gd name="T43" fmla="*/ 1 h 283"/>
                <a:gd name="T44" fmla="*/ 90 w 140"/>
                <a:gd name="T45" fmla="*/ 4 h 283"/>
                <a:gd name="T46" fmla="*/ 73 w 140"/>
                <a:gd name="T47" fmla="*/ 43 h 283"/>
                <a:gd name="T48" fmla="*/ 56 w 140"/>
                <a:gd name="T49" fmla="*/ 4 h 283"/>
                <a:gd name="T50" fmla="*/ 51 w 140"/>
                <a:gd name="T51" fmla="*/ 1 h 283"/>
                <a:gd name="T52" fmla="*/ 47 w 140"/>
                <a:gd name="T53" fmla="*/ 4 h 283"/>
                <a:gd name="T54" fmla="*/ 30 w 140"/>
                <a:gd name="T55" fmla="*/ 42 h 283"/>
                <a:gd name="T56" fmla="*/ 9 w 140"/>
                <a:gd name="T57" fmla="*/ 3 h 283"/>
                <a:gd name="T58" fmla="*/ 3 w 140"/>
                <a:gd name="T59" fmla="*/ 1 h 283"/>
                <a:gd name="T60" fmla="*/ 0 w 140"/>
                <a:gd name="T61" fmla="*/ 8 h 283"/>
                <a:gd name="T62" fmla="*/ 16 w 140"/>
                <a:gd name="T63" fmla="*/ 282 h 283"/>
                <a:gd name="T64" fmla="*/ 26 w 140"/>
                <a:gd name="T65" fmla="*/ 28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0" h="283">
                  <a:moveTo>
                    <a:pt x="26" y="282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8" y="59"/>
                    <a:pt x="29" y="60"/>
                    <a:pt x="31" y="60"/>
                  </a:cubicBezTo>
                  <a:cubicBezTo>
                    <a:pt x="32" y="60"/>
                    <a:pt x="34" y="59"/>
                    <a:pt x="35" y="57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69" y="61"/>
                    <a:pt x="71" y="62"/>
                    <a:pt x="73" y="62"/>
                  </a:cubicBezTo>
                  <a:cubicBezTo>
                    <a:pt x="74" y="62"/>
                    <a:pt x="76" y="61"/>
                    <a:pt x="77" y="59"/>
                  </a:cubicBezTo>
                  <a:cubicBezTo>
                    <a:pt x="94" y="21"/>
                    <a:pt x="94" y="21"/>
                    <a:pt x="94" y="21"/>
                  </a:cubicBezTo>
                  <a:cubicBezTo>
                    <a:pt x="106" y="56"/>
                    <a:pt x="106" y="56"/>
                    <a:pt x="106" y="56"/>
                  </a:cubicBezTo>
                  <a:cubicBezTo>
                    <a:pt x="107" y="58"/>
                    <a:pt x="108" y="60"/>
                    <a:pt x="110" y="60"/>
                  </a:cubicBezTo>
                  <a:cubicBezTo>
                    <a:pt x="112" y="60"/>
                    <a:pt x="114" y="59"/>
                    <a:pt x="115" y="57"/>
                  </a:cubicBezTo>
                  <a:cubicBezTo>
                    <a:pt x="129" y="31"/>
                    <a:pt x="129" y="31"/>
                    <a:pt x="129" y="31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40" y="8"/>
                    <a:pt x="140" y="8"/>
                    <a:pt x="140" y="8"/>
                  </a:cubicBezTo>
                  <a:cubicBezTo>
                    <a:pt x="140" y="5"/>
                    <a:pt x="139" y="2"/>
                    <a:pt x="137" y="1"/>
                  </a:cubicBezTo>
                  <a:cubicBezTo>
                    <a:pt x="135" y="0"/>
                    <a:pt x="132" y="1"/>
                    <a:pt x="131" y="4"/>
                  </a:cubicBezTo>
                  <a:cubicBezTo>
                    <a:pt x="111" y="41"/>
                    <a:pt x="111" y="41"/>
                    <a:pt x="111" y="41"/>
                  </a:cubicBezTo>
                  <a:cubicBezTo>
                    <a:pt x="99" y="5"/>
                    <a:pt x="99" y="5"/>
                    <a:pt x="99" y="5"/>
                  </a:cubicBezTo>
                  <a:cubicBezTo>
                    <a:pt x="98" y="2"/>
                    <a:pt x="97" y="1"/>
                    <a:pt x="95" y="1"/>
                  </a:cubicBezTo>
                  <a:cubicBezTo>
                    <a:pt x="93" y="1"/>
                    <a:pt x="91" y="2"/>
                    <a:pt x="90" y="4"/>
                  </a:cubicBezTo>
                  <a:cubicBezTo>
                    <a:pt x="73" y="43"/>
                    <a:pt x="73" y="43"/>
                    <a:pt x="73" y="43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5" y="2"/>
                    <a:pt x="53" y="1"/>
                    <a:pt x="51" y="1"/>
                  </a:cubicBezTo>
                  <a:cubicBezTo>
                    <a:pt x="49" y="1"/>
                    <a:pt x="48" y="2"/>
                    <a:pt x="47" y="4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1"/>
                    <a:pt x="5" y="0"/>
                    <a:pt x="3" y="1"/>
                  </a:cubicBezTo>
                  <a:cubicBezTo>
                    <a:pt x="1" y="2"/>
                    <a:pt x="0" y="5"/>
                    <a:pt x="0" y="8"/>
                  </a:cubicBezTo>
                  <a:cubicBezTo>
                    <a:pt x="16" y="282"/>
                    <a:pt x="16" y="282"/>
                    <a:pt x="16" y="282"/>
                  </a:cubicBezTo>
                  <a:lnTo>
                    <a:pt x="26" y="28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1" name="Rectangle 124"/>
            <p:cNvSpPr>
              <a:spLocks noChangeArrowheads="1"/>
            </p:cNvSpPr>
            <p:nvPr/>
          </p:nvSpPr>
          <p:spPr bwMode="auto">
            <a:xfrm>
              <a:off x="9325470" y="2880958"/>
              <a:ext cx="211277" cy="30075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2" name="Group 5"/>
          <p:cNvGrpSpPr/>
          <p:nvPr/>
        </p:nvGrpSpPr>
        <p:grpSpPr>
          <a:xfrm>
            <a:off x="7082976" y="2449974"/>
            <a:ext cx="1759654" cy="1948278"/>
            <a:chOff x="6715710" y="2323066"/>
            <a:chExt cx="1668413" cy="1847358"/>
          </a:xfrm>
        </p:grpSpPr>
        <p:sp>
          <p:nvSpPr>
            <p:cNvPr id="63" name="Freeform 125"/>
            <p:cNvSpPr/>
            <p:nvPr/>
          </p:nvSpPr>
          <p:spPr bwMode="auto">
            <a:xfrm>
              <a:off x="6846537" y="3024566"/>
              <a:ext cx="1537586" cy="1145858"/>
            </a:xfrm>
            <a:custGeom>
              <a:avLst/>
              <a:gdLst>
                <a:gd name="T0" fmla="*/ 1252 w 1252"/>
                <a:gd name="T1" fmla="*/ 933 h 933"/>
                <a:gd name="T2" fmla="*/ 1080 w 1252"/>
                <a:gd name="T3" fmla="*/ 933 h 933"/>
                <a:gd name="T4" fmla="*/ 1080 w 1252"/>
                <a:gd name="T5" fmla="*/ 494 h 933"/>
                <a:gd name="T6" fmla="*/ 143 w 1252"/>
                <a:gd name="T7" fmla="*/ 489 h 933"/>
                <a:gd name="T8" fmla="*/ 0 w 1252"/>
                <a:gd name="T9" fmla="*/ 346 h 933"/>
                <a:gd name="T10" fmla="*/ 0 w 1252"/>
                <a:gd name="T11" fmla="*/ 0 h 933"/>
                <a:gd name="T12" fmla="*/ 172 w 1252"/>
                <a:gd name="T13" fmla="*/ 0 h 933"/>
                <a:gd name="T14" fmla="*/ 172 w 1252"/>
                <a:gd name="T15" fmla="*/ 317 h 933"/>
                <a:gd name="T16" fmla="*/ 1109 w 1252"/>
                <a:gd name="T17" fmla="*/ 322 h 933"/>
                <a:gd name="T18" fmla="*/ 1252 w 1252"/>
                <a:gd name="T19" fmla="*/ 466 h 933"/>
                <a:gd name="T20" fmla="*/ 1252 w 1252"/>
                <a:gd name="T21" fmla="*/ 933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52" h="933">
                  <a:moveTo>
                    <a:pt x="1252" y="933"/>
                  </a:moveTo>
                  <a:cubicBezTo>
                    <a:pt x="1080" y="933"/>
                    <a:pt x="1080" y="933"/>
                    <a:pt x="1080" y="933"/>
                  </a:cubicBezTo>
                  <a:cubicBezTo>
                    <a:pt x="1080" y="494"/>
                    <a:pt x="1080" y="494"/>
                    <a:pt x="1080" y="494"/>
                  </a:cubicBezTo>
                  <a:cubicBezTo>
                    <a:pt x="143" y="489"/>
                    <a:pt x="143" y="489"/>
                    <a:pt x="143" y="489"/>
                  </a:cubicBezTo>
                  <a:cubicBezTo>
                    <a:pt x="64" y="489"/>
                    <a:pt x="0" y="425"/>
                    <a:pt x="0" y="34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2" y="317"/>
                    <a:pt x="172" y="317"/>
                    <a:pt x="172" y="317"/>
                  </a:cubicBezTo>
                  <a:cubicBezTo>
                    <a:pt x="1109" y="322"/>
                    <a:pt x="1109" y="322"/>
                    <a:pt x="1109" y="322"/>
                  </a:cubicBezTo>
                  <a:cubicBezTo>
                    <a:pt x="1188" y="323"/>
                    <a:pt x="1252" y="387"/>
                    <a:pt x="1252" y="466"/>
                  </a:cubicBezTo>
                  <a:lnTo>
                    <a:pt x="1252" y="933"/>
                  </a:ln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4" name="Freeform 126"/>
            <p:cNvSpPr/>
            <p:nvPr/>
          </p:nvSpPr>
          <p:spPr bwMode="auto">
            <a:xfrm>
              <a:off x="6715710" y="2323066"/>
              <a:ext cx="497742" cy="641350"/>
            </a:xfrm>
            <a:custGeom>
              <a:avLst/>
              <a:gdLst>
                <a:gd name="T0" fmla="*/ 297 w 405"/>
                <a:gd name="T1" fmla="*/ 79 h 522"/>
                <a:gd name="T2" fmla="*/ 82 w 405"/>
                <a:gd name="T3" fmla="*/ 82 h 522"/>
                <a:gd name="T4" fmla="*/ 5 w 405"/>
                <a:gd name="T5" fmla="*/ 220 h 522"/>
                <a:gd name="T6" fmla="*/ 57 w 405"/>
                <a:gd name="T7" fmla="*/ 383 h 522"/>
                <a:gd name="T8" fmla="*/ 73 w 405"/>
                <a:gd name="T9" fmla="*/ 414 h 522"/>
                <a:gd name="T10" fmla="*/ 85 w 405"/>
                <a:gd name="T11" fmla="*/ 452 h 522"/>
                <a:gd name="T12" fmla="*/ 101 w 405"/>
                <a:gd name="T13" fmla="*/ 515 h 522"/>
                <a:gd name="T14" fmla="*/ 107 w 405"/>
                <a:gd name="T15" fmla="*/ 522 h 522"/>
                <a:gd name="T16" fmla="*/ 281 w 405"/>
                <a:gd name="T17" fmla="*/ 522 h 522"/>
                <a:gd name="T18" fmla="*/ 298 w 405"/>
                <a:gd name="T19" fmla="*/ 461 h 522"/>
                <a:gd name="T20" fmla="*/ 327 w 405"/>
                <a:gd name="T21" fmla="*/ 387 h 522"/>
                <a:gd name="T22" fmla="*/ 370 w 405"/>
                <a:gd name="T23" fmla="*/ 297 h 522"/>
                <a:gd name="T24" fmla="*/ 297 w 405"/>
                <a:gd name="T25" fmla="*/ 79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5" h="522">
                  <a:moveTo>
                    <a:pt x="297" y="79"/>
                  </a:moveTo>
                  <a:cubicBezTo>
                    <a:pt x="189" y="0"/>
                    <a:pt x="93" y="73"/>
                    <a:pt x="82" y="82"/>
                  </a:cubicBezTo>
                  <a:cubicBezTo>
                    <a:pt x="71" y="90"/>
                    <a:pt x="11" y="138"/>
                    <a:pt x="5" y="220"/>
                  </a:cubicBezTo>
                  <a:cubicBezTo>
                    <a:pt x="0" y="303"/>
                    <a:pt x="57" y="383"/>
                    <a:pt x="57" y="383"/>
                  </a:cubicBezTo>
                  <a:cubicBezTo>
                    <a:pt x="73" y="414"/>
                    <a:pt x="73" y="414"/>
                    <a:pt x="73" y="414"/>
                  </a:cubicBezTo>
                  <a:cubicBezTo>
                    <a:pt x="79" y="425"/>
                    <a:pt x="82" y="439"/>
                    <a:pt x="85" y="452"/>
                  </a:cubicBezTo>
                  <a:cubicBezTo>
                    <a:pt x="89" y="473"/>
                    <a:pt x="90" y="497"/>
                    <a:pt x="101" y="515"/>
                  </a:cubicBezTo>
                  <a:cubicBezTo>
                    <a:pt x="103" y="518"/>
                    <a:pt x="105" y="520"/>
                    <a:pt x="107" y="522"/>
                  </a:cubicBezTo>
                  <a:cubicBezTo>
                    <a:pt x="281" y="522"/>
                    <a:pt x="281" y="522"/>
                    <a:pt x="281" y="522"/>
                  </a:cubicBezTo>
                  <a:cubicBezTo>
                    <a:pt x="295" y="503"/>
                    <a:pt x="294" y="484"/>
                    <a:pt x="298" y="461"/>
                  </a:cubicBezTo>
                  <a:cubicBezTo>
                    <a:pt x="302" y="435"/>
                    <a:pt x="314" y="410"/>
                    <a:pt x="327" y="387"/>
                  </a:cubicBezTo>
                  <a:cubicBezTo>
                    <a:pt x="331" y="380"/>
                    <a:pt x="363" y="316"/>
                    <a:pt x="370" y="297"/>
                  </a:cubicBezTo>
                  <a:cubicBezTo>
                    <a:pt x="377" y="278"/>
                    <a:pt x="405" y="157"/>
                    <a:pt x="297" y="79"/>
                  </a:cubicBez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5" name="Freeform 127"/>
            <p:cNvSpPr/>
            <p:nvPr/>
          </p:nvSpPr>
          <p:spPr bwMode="auto">
            <a:xfrm>
              <a:off x="6866085" y="2617801"/>
              <a:ext cx="172180" cy="346615"/>
            </a:xfrm>
            <a:custGeom>
              <a:avLst/>
              <a:gdLst>
                <a:gd name="T0" fmla="*/ 26 w 140"/>
                <a:gd name="T1" fmla="*/ 282 h 282"/>
                <a:gd name="T2" fmla="*/ 11 w 140"/>
                <a:gd name="T3" fmla="*/ 29 h 282"/>
                <a:gd name="T4" fmla="*/ 26 w 140"/>
                <a:gd name="T5" fmla="*/ 57 h 282"/>
                <a:gd name="T6" fmla="*/ 31 w 140"/>
                <a:gd name="T7" fmla="*/ 60 h 282"/>
                <a:gd name="T8" fmla="*/ 35 w 140"/>
                <a:gd name="T9" fmla="*/ 56 h 282"/>
                <a:gd name="T10" fmla="*/ 51 w 140"/>
                <a:gd name="T11" fmla="*/ 19 h 282"/>
                <a:gd name="T12" fmla="*/ 68 w 140"/>
                <a:gd name="T13" fmla="*/ 59 h 282"/>
                <a:gd name="T14" fmla="*/ 72 w 140"/>
                <a:gd name="T15" fmla="*/ 62 h 282"/>
                <a:gd name="T16" fmla="*/ 77 w 140"/>
                <a:gd name="T17" fmla="*/ 59 h 282"/>
                <a:gd name="T18" fmla="*/ 94 w 140"/>
                <a:gd name="T19" fmla="*/ 21 h 282"/>
                <a:gd name="T20" fmla="*/ 106 w 140"/>
                <a:gd name="T21" fmla="*/ 55 h 282"/>
                <a:gd name="T22" fmla="*/ 110 w 140"/>
                <a:gd name="T23" fmla="*/ 59 h 282"/>
                <a:gd name="T24" fmla="*/ 114 w 140"/>
                <a:gd name="T25" fmla="*/ 57 h 282"/>
                <a:gd name="T26" fmla="*/ 129 w 140"/>
                <a:gd name="T27" fmla="*/ 30 h 282"/>
                <a:gd name="T28" fmla="*/ 112 w 140"/>
                <a:gd name="T29" fmla="*/ 282 h 282"/>
                <a:gd name="T30" fmla="*/ 122 w 140"/>
                <a:gd name="T31" fmla="*/ 282 h 282"/>
                <a:gd name="T32" fmla="*/ 140 w 140"/>
                <a:gd name="T33" fmla="*/ 7 h 282"/>
                <a:gd name="T34" fmla="*/ 137 w 140"/>
                <a:gd name="T35" fmla="*/ 1 h 282"/>
                <a:gd name="T36" fmla="*/ 131 w 140"/>
                <a:gd name="T37" fmla="*/ 3 h 282"/>
                <a:gd name="T38" fmla="*/ 111 w 140"/>
                <a:gd name="T39" fmla="*/ 40 h 282"/>
                <a:gd name="T40" fmla="*/ 99 w 140"/>
                <a:gd name="T41" fmla="*/ 4 h 282"/>
                <a:gd name="T42" fmla="*/ 95 w 140"/>
                <a:gd name="T43" fmla="*/ 0 h 282"/>
                <a:gd name="T44" fmla="*/ 90 w 140"/>
                <a:gd name="T45" fmla="*/ 3 h 282"/>
                <a:gd name="T46" fmla="*/ 73 w 140"/>
                <a:gd name="T47" fmla="*/ 43 h 282"/>
                <a:gd name="T48" fmla="*/ 55 w 140"/>
                <a:gd name="T49" fmla="*/ 3 h 282"/>
                <a:gd name="T50" fmla="*/ 51 w 140"/>
                <a:gd name="T51" fmla="*/ 0 h 282"/>
                <a:gd name="T52" fmla="*/ 47 w 140"/>
                <a:gd name="T53" fmla="*/ 3 h 282"/>
                <a:gd name="T54" fmla="*/ 30 w 140"/>
                <a:gd name="T55" fmla="*/ 42 h 282"/>
                <a:gd name="T56" fmla="*/ 9 w 140"/>
                <a:gd name="T57" fmla="*/ 3 h 282"/>
                <a:gd name="T58" fmla="*/ 3 w 140"/>
                <a:gd name="T59" fmla="*/ 0 h 282"/>
                <a:gd name="T60" fmla="*/ 0 w 140"/>
                <a:gd name="T61" fmla="*/ 7 h 282"/>
                <a:gd name="T62" fmla="*/ 16 w 140"/>
                <a:gd name="T63" fmla="*/ 282 h 282"/>
                <a:gd name="T64" fmla="*/ 26 w 140"/>
                <a:gd name="T65" fmla="*/ 28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0" h="282">
                  <a:moveTo>
                    <a:pt x="26" y="282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7" y="59"/>
                    <a:pt x="29" y="60"/>
                    <a:pt x="31" y="60"/>
                  </a:cubicBezTo>
                  <a:cubicBezTo>
                    <a:pt x="32" y="60"/>
                    <a:pt x="34" y="58"/>
                    <a:pt x="35" y="56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69" y="61"/>
                    <a:pt x="71" y="62"/>
                    <a:pt x="72" y="62"/>
                  </a:cubicBezTo>
                  <a:cubicBezTo>
                    <a:pt x="74" y="62"/>
                    <a:pt x="76" y="61"/>
                    <a:pt x="77" y="59"/>
                  </a:cubicBezTo>
                  <a:cubicBezTo>
                    <a:pt x="94" y="21"/>
                    <a:pt x="94" y="21"/>
                    <a:pt x="94" y="21"/>
                  </a:cubicBezTo>
                  <a:cubicBezTo>
                    <a:pt x="106" y="55"/>
                    <a:pt x="106" y="55"/>
                    <a:pt x="106" y="55"/>
                  </a:cubicBezTo>
                  <a:cubicBezTo>
                    <a:pt x="107" y="58"/>
                    <a:pt x="108" y="59"/>
                    <a:pt x="110" y="59"/>
                  </a:cubicBezTo>
                  <a:cubicBezTo>
                    <a:pt x="112" y="59"/>
                    <a:pt x="113" y="58"/>
                    <a:pt x="114" y="57"/>
                  </a:cubicBezTo>
                  <a:cubicBezTo>
                    <a:pt x="129" y="30"/>
                    <a:pt x="129" y="30"/>
                    <a:pt x="129" y="30"/>
                  </a:cubicBezTo>
                  <a:cubicBezTo>
                    <a:pt x="112" y="282"/>
                    <a:pt x="112" y="282"/>
                    <a:pt x="112" y="282"/>
                  </a:cubicBezTo>
                  <a:cubicBezTo>
                    <a:pt x="122" y="282"/>
                    <a:pt x="122" y="282"/>
                    <a:pt x="122" y="282"/>
                  </a:cubicBezTo>
                  <a:cubicBezTo>
                    <a:pt x="140" y="7"/>
                    <a:pt x="140" y="7"/>
                    <a:pt x="140" y="7"/>
                  </a:cubicBezTo>
                  <a:cubicBezTo>
                    <a:pt x="140" y="4"/>
                    <a:pt x="139" y="2"/>
                    <a:pt x="137" y="1"/>
                  </a:cubicBezTo>
                  <a:cubicBezTo>
                    <a:pt x="135" y="0"/>
                    <a:pt x="132" y="1"/>
                    <a:pt x="131" y="3"/>
                  </a:cubicBezTo>
                  <a:cubicBezTo>
                    <a:pt x="111" y="40"/>
                    <a:pt x="111" y="40"/>
                    <a:pt x="111" y="40"/>
                  </a:cubicBezTo>
                  <a:cubicBezTo>
                    <a:pt x="99" y="4"/>
                    <a:pt x="99" y="4"/>
                    <a:pt x="99" y="4"/>
                  </a:cubicBezTo>
                  <a:cubicBezTo>
                    <a:pt x="98" y="2"/>
                    <a:pt x="97" y="0"/>
                    <a:pt x="95" y="0"/>
                  </a:cubicBezTo>
                  <a:cubicBezTo>
                    <a:pt x="93" y="0"/>
                    <a:pt x="91" y="1"/>
                    <a:pt x="90" y="3"/>
                  </a:cubicBezTo>
                  <a:cubicBezTo>
                    <a:pt x="73" y="43"/>
                    <a:pt x="73" y="43"/>
                    <a:pt x="73" y="43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5" y="1"/>
                    <a:pt x="53" y="0"/>
                    <a:pt x="51" y="0"/>
                  </a:cubicBezTo>
                  <a:cubicBezTo>
                    <a:pt x="49" y="0"/>
                    <a:pt x="48" y="1"/>
                    <a:pt x="47" y="3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7" y="0"/>
                    <a:pt x="5" y="0"/>
                    <a:pt x="3" y="0"/>
                  </a:cubicBezTo>
                  <a:cubicBezTo>
                    <a:pt x="1" y="1"/>
                    <a:pt x="0" y="4"/>
                    <a:pt x="0" y="7"/>
                  </a:cubicBezTo>
                  <a:cubicBezTo>
                    <a:pt x="16" y="282"/>
                    <a:pt x="16" y="282"/>
                    <a:pt x="16" y="282"/>
                  </a:cubicBezTo>
                  <a:lnTo>
                    <a:pt x="26" y="28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6" name="Rectangle 128"/>
            <p:cNvSpPr>
              <a:spLocks noChangeArrowheads="1"/>
            </p:cNvSpPr>
            <p:nvPr/>
          </p:nvSpPr>
          <p:spPr bwMode="auto">
            <a:xfrm>
              <a:off x="6846537" y="2980205"/>
              <a:ext cx="211277" cy="30827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7" name="Group 6"/>
          <p:cNvGrpSpPr/>
          <p:nvPr/>
        </p:nvGrpSpPr>
        <p:grpSpPr>
          <a:xfrm>
            <a:off x="7845044" y="2346098"/>
            <a:ext cx="1176802" cy="2052156"/>
            <a:chOff x="7438263" y="2224570"/>
            <a:chExt cx="1115783" cy="1945855"/>
          </a:xfrm>
        </p:grpSpPr>
        <p:sp>
          <p:nvSpPr>
            <p:cNvPr id="68" name="Freeform 129"/>
            <p:cNvSpPr/>
            <p:nvPr/>
          </p:nvSpPr>
          <p:spPr bwMode="auto">
            <a:xfrm>
              <a:off x="7569841" y="2923815"/>
              <a:ext cx="984205" cy="1246610"/>
            </a:xfrm>
            <a:custGeom>
              <a:avLst/>
              <a:gdLst>
                <a:gd name="T0" fmla="*/ 801 w 801"/>
                <a:gd name="T1" fmla="*/ 1015 h 1015"/>
                <a:gd name="T2" fmla="*/ 629 w 801"/>
                <a:gd name="T3" fmla="*/ 1015 h 1015"/>
                <a:gd name="T4" fmla="*/ 629 w 801"/>
                <a:gd name="T5" fmla="*/ 785 h 1015"/>
                <a:gd name="T6" fmla="*/ 143 w 801"/>
                <a:gd name="T7" fmla="*/ 785 h 1015"/>
                <a:gd name="T8" fmla="*/ 0 w 801"/>
                <a:gd name="T9" fmla="*/ 642 h 1015"/>
                <a:gd name="T10" fmla="*/ 0 w 801"/>
                <a:gd name="T11" fmla="*/ 0 h 1015"/>
                <a:gd name="T12" fmla="*/ 172 w 801"/>
                <a:gd name="T13" fmla="*/ 0 h 1015"/>
                <a:gd name="T14" fmla="*/ 172 w 801"/>
                <a:gd name="T15" fmla="*/ 613 h 1015"/>
                <a:gd name="T16" fmla="*/ 658 w 801"/>
                <a:gd name="T17" fmla="*/ 613 h 1015"/>
                <a:gd name="T18" fmla="*/ 801 w 801"/>
                <a:gd name="T19" fmla="*/ 757 h 1015"/>
                <a:gd name="T20" fmla="*/ 801 w 801"/>
                <a:gd name="T21" fmla="*/ 1015 h 1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01" h="1015">
                  <a:moveTo>
                    <a:pt x="801" y="1015"/>
                  </a:moveTo>
                  <a:cubicBezTo>
                    <a:pt x="629" y="1015"/>
                    <a:pt x="629" y="1015"/>
                    <a:pt x="629" y="1015"/>
                  </a:cubicBezTo>
                  <a:cubicBezTo>
                    <a:pt x="629" y="785"/>
                    <a:pt x="629" y="785"/>
                    <a:pt x="629" y="785"/>
                  </a:cubicBezTo>
                  <a:cubicBezTo>
                    <a:pt x="143" y="785"/>
                    <a:pt x="143" y="785"/>
                    <a:pt x="143" y="785"/>
                  </a:cubicBezTo>
                  <a:cubicBezTo>
                    <a:pt x="64" y="785"/>
                    <a:pt x="0" y="721"/>
                    <a:pt x="0" y="6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2" y="613"/>
                    <a:pt x="172" y="613"/>
                    <a:pt x="172" y="613"/>
                  </a:cubicBezTo>
                  <a:cubicBezTo>
                    <a:pt x="658" y="613"/>
                    <a:pt x="658" y="613"/>
                    <a:pt x="658" y="613"/>
                  </a:cubicBezTo>
                  <a:cubicBezTo>
                    <a:pt x="737" y="613"/>
                    <a:pt x="801" y="677"/>
                    <a:pt x="801" y="757"/>
                  </a:cubicBezTo>
                  <a:lnTo>
                    <a:pt x="801" y="1015"/>
                  </a:ln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9" name="Freeform 130"/>
            <p:cNvSpPr/>
            <p:nvPr/>
          </p:nvSpPr>
          <p:spPr bwMode="auto">
            <a:xfrm>
              <a:off x="7438263" y="2224570"/>
              <a:ext cx="499245" cy="641350"/>
            </a:xfrm>
            <a:custGeom>
              <a:avLst/>
              <a:gdLst>
                <a:gd name="T0" fmla="*/ 298 w 406"/>
                <a:gd name="T1" fmla="*/ 78 h 522"/>
                <a:gd name="T2" fmla="*/ 82 w 406"/>
                <a:gd name="T3" fmla="*/ 81 h 522"/>
                <a:gd name="T4" fmla="*/ 6 w 406"/>
                <a:gd name="T5" fmla="*/ 220 h 522"/>
                <a:gd name="T6" fmla="*/ 57 w 406"/>
                <a:gd name="T7" fmla="*/ 383 h 522"/>
                <a:gd name="T8" fmla="*/ 73 w 406"/>
                <a:gd name="T9" fmla="*/ 413 h 522"/>
                <a:gd name="T10" fmla="*/ 85 w 406"/>
                <a:gd name="T11" fmla="*/ 451 h 522"/>
                <a:gd name="T12" fmla="*/ 102 w 406"/>
                <a:gd name="T13" fmla="*/ 515 h 522"/>
                <a:gd name="T14" fmla="*/ 107 w 406"/>
                <a:gd name="T15" fmla="*/ 522 h 522"/>
                <a:gd name="T16" fmla="*/ 282 w 406"/>
                <a:gd name="T17" fmla="*/ 522 h 522"/>
                <a:gd name="T18" fmla="*/ 298 w 406"/>
                <a:gd name="T19" fmla="*/ 461 h 522"/>
                <a:gd name="T20" fmla="*/ 328 w 406"/>
                <a:gd name="T21" fmla="*/ 387 h 522"/>
                <a:gd name="T22" fmla="*/ 371 w 406"/>
                <a:gd name="T23" fmla="*/ 297 h 522"/>
                <a:gd name="T24" fmla="*/ 298 w 406"/>
                <a:gd name="T25" fmla="*/ 78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6" h="522">
                  <a:moveTo>
                    <a:pt x="298" y="78"/>
                  </a:moveTo>
                  <a:cubicBezTo>
                    <a:pt x="190" y="0"/>
                    <a:pt x="93" y="73"/>
                    <a:pt x="82" y="81"/>
                  </a:cubicBezTo>
                  <a:cubicBezTo>
                    <a:pt x="71" y="90"/>
                    <a:pt x="12" y="137"/>
                    <a:pt x="6" y="220"/>
                  </a:cubicBezTo>
                  <a:cubicBezTo>
                    <a:pt x="0" y="302"/>
                    <a:pt x="57" y="383"/>
                    <a:pt x="57" y="383"/>
                  </a:cubicBezTo>
                  <a:cubicBezTo>
                    <a:pt x="73" y="413"/>
                    <a:pt x="73" y="413"/>
                    <a:pt x="73" y="413"/>
                  </a:cubicBezTo>
                  <a:cubicBezTo>
                    <a:pt x="79" y="425"/>
                    <a:pt x="83" y="439"/>
                    <a:pt x="85" y="451"/>
                  </a:cubicBezTo>
                  <a:cubicBezTo>
                    <a:pt x="90" y="472"/>
                    <a:pt x="90" y="496"/>
                    <a:pt x="102" y="515"/>
                  </a:cubicBezTo>
                  <a:cubicBezTo>
                    <a:pt x="104" y="517"/>
                    <a:pt x="105" y="520"/>
                    <a:pt x="107" y="522"/>
                  </a:cubicBezTo>
                  <a:cubicBezTo>
                    <a:pt x="282" y="522"/>
                    <a:pt x="282" y="522"/>
                    <a:pt x="282" y="522"/>
                  </a:cubicBezTo>
                  <a:cubicBezTo>
                    <a:pt x="296" y="503"/>
                    <a:pt x="295" y="484"/>
                    <a:pt x="298" y="461"/>
                  </a:cubicBezTo>
                  <a:cubicBezTo>
                    <a:pt x="303" y="434"/>
                    <a:pt x="315" y="410"/>
                    <a:pt x="328" y="387"/>
                  </a:cubicBezTo>
                  <a:cubicBezTo>
                    <a:pt x="331" y="380"/>
                    <a:pt x="364" y="316"/>
                    <a:pt x="371" y="297"/>
                  </a:cubicBezTo>
                  <a:cubicBezTo>
                    <a:pt x="378" y="277"/>
                    <a:pt x="406" y="157"/>
                    <a:pt x="298" y="78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0" name="Freeform 131"/>
            <p:cNvSpPr/>
            <p:nvPr/>
          </p:nvSpPr>
          <p:spPr bwMode="auto">
            <a:xfrm>
              <a:off x="7587886" y="2518554"/>
              <a:ext cx="173683" cy="347367"/>
            </a:xfrm>
            <a:custGeom>
              <a:avLst/>
              <a:gdLst>
                <a:gd name="T0" fmla="*/ 26 w 141"/>
                <a:gd name="T1" fmla="*/ 282 h 283"/>
                <a:gd name="T2" fmla="*/ 12 w 141"/>
                <a:gd name="T3" fmla="*/ 29 h 283"/>
                <a:gd name="T4" fmla="*/ 27 w 141"/>
                <a:gd name="T5" fmla="*/ 58 h 283"/>
                <a:gd name="T6" fmla="*/ 31 w 141"/>
                <a:gd name="T7" fmla="*/ 60 h 283"/>
                <a:gd name="T8" fmla="*/ 35 w 141"/>
                <a:gd name="T9" fmla="*/ 57 h 283"/>
                <a:gd name="T10" fmla="*/ 52 w 141"/>
                <a:gd name="T11" fmla="*/ 20 h 283"/>
                <a:gd name="T12" fmla="*/ 69 w 141"/>
                <a:gd name="T13" fmla="*/ 59 h 283"/>
                <a:gd name="T14" fmla="*/ 73 w 141"/>
                <a:gd name="T15" fmla="*/ 62 h 283"/>
                <a:gd name="T16" fmla="*/ 77 w 141"/>
                <a:gd name="T17" fmla="*/ 59 h 283"/>
                <a:gd name="T18" fmla="*/ 95 w 141"/>
                <a:gd name="T19" fmla="*/ 21 h 283"/>
                <a:gd name="T20" fmla="*/ 107 w 141"/>
                <a:gd name="T21" fmla="*/ 56 h 283"/>
                <a:gd name="T22" fmla="*/ 111 w 141"/>
                <a:gd name="T23" fmla="*/ 60 h 283"/>
                <a:gd name="T24" fmla="*/ 115 w 141"/>
                <a:gd name="T25" fmla="*/ 57 h 283"/>
                <a:gd name="T26" fmla="*/ 129 w 141"/>
                <a:gd name="T27" fmla="*/ 31 h 283"/>
                <a:gd name="T28" fmla="*/ 113 w 141"/>
                <a:gd name="T29" fmla="*/ 283 h 283"/>
                <a:gd name="T30" fmla="*/ 123 w 141"/>
                <a:gd name="T31" fmla="*/ 283 h 283"/>
                <a:gd name="T32" fmla="*/ 141 w 141"/>
                <a:gd name="T33" fmla="*/ 8 h 283"/>
                <a:gd name="T34" fmla="*/ 137 w 141"/>
                <a:gd name="T35" fmla="*/ 1 h 283"/>
                <a:gd name="T36" fmla="*/ 132 w 141"/>
                <a:gd name="T37" fmla="*/ 4 h 283"/>
                <a:gd name="T38" fmla="*/ 112 w 141"/>
                <a:gd name="T39" fmla="*/ 41 h 283"/>
                <a:gd name="T40" fmla="*/ 100 w 141"/>
                <a:gd name="T41" fmla="*/ 5 h 283"/>
                <a:gd name="T42" fmla="*/ 96 w 141"/>
                <a:gd name="T43" fmla="*/ 1 h 283"/>
                <a:gd name="T44" fmla="*/ 91 w 141"/>
                <a:gd name="T45" fmla="*/ 4 h 283"/>
                <a:gd name="T46" fmla="*/ 73 w 141"/>
                <a:gd name="T47" fmla="*/ 43 h 283"/>
                <a:gd name="T48" fmla="*/ 56 w 141"/>
                <a:gd name="T49" fmla="*/ 4 h 283"/>
                <a:gd name="T50" fmla="*/ 52 w 141"/>
                <a:gd name="T51" fmla="*/ 1 h 283"/>
                <a:gd name="T52" fmla="*/ 48 w 141"/>
                <a:gd name="T53" fmla="*/ 4 h 283"/>
                <a:gd name="T54" fmla="*/ 31 w 141"/>
                <a:gd name="T55" fmla="*/ 42 h 283"/>
                <a:gd name="T56" fmla="*/ 9 w 141"/>
                <a:gd name="T57" fmla="*/ 3 h 283"/>
                <a:gd name="T58" fmla="*/ 4 w 141"/>
                <a:gd name="T59" fmla="*/ 1 h 283"/>
                <a:gd name="T60" fmla="*/ 1 w 141"/>
                <a:gd name="T61" fmla="*/ 8 h 283"/>
                <a:gd name="T62" fmla="*/ 17 w 141"/>
                <a:gd name="T63" fmla="*/ 282 h 283"/>
                <a:gd name="T64" fmla="*/ 26 w 141"/>
                <a:gd name="T65" fmla="*/ 28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1" h="283">
                  <a:moveTo>
                    <a:pt x="26" y="282"/>
                  </a:moveTo>
                  <a:cubicBezTo>
                    <a:pt x="12" y="29"/>
                    <a:pt x="12" y="29"/>
                    <a:pt x="12" y="29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8" y="59"/>
                    <a:pt x="30" y="60"/>
                    <a:pt x="31" y="60"/>
                  </a:cubicBezTo>
                  <a:cubicBezTo>
                    <a:pt x="33" y="60"/>
                    <a:pt x="35" y="59"/>
                    <a:pt x="35" y="57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70" y="61"/>
                    <a:pt x="71" y="62"/>
                    <a:pt x="73" y="62"/>
                  </a:cubicBezTo>
                  <a:cubicBezTo>
                    <a:pt x="75" y="62"/>
                    <a:pt x="77" y="61"/>
                    <a:pt x="77" y="59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107" y="56"/>
                    <a:pt x="107" y="56"/>
                    <a:pt x="107" y="56"/>
                  </a:cubicBezTo>
                  <a:cubicBezTo>
                    <a:pt x="107" y="58"/>
                    <a:pt x="109" y="60"/>
                    <a:pt x="111" y="60"/>
                  </a:cubicBezTo>
                  <a:cubicBezTo>
                    <a:pt x="112" y="60"/>
                    <a:pt x="114" y="59"/>
                    <a:pt x="115" y="57"/>
                  </a:cubicBezTo>
                  <a:cubicBezTo>
                    <a:pt x="129" y="31"/>
                    <a:pt x="129" y="31"/>
                    <a:pt x="129" y="31"/>
                  </a:cubicBezTo>
                  <a:cubicBezTo>
                    <a:pt x="113" y="283"/>
                    <a:pt x="113" y="283"/>
                    <a:pt x="113" y="283"/>
                  </a:cubicBezTo>
                  <a:cubicBezTo>
                    <a:pt x="123" y="283"/>
                    <a:pt x="123" y="283"/>
                    <a:pt x="123" y="283"/>
                  </a:cubicBezTo>
                  <a:cubicBezTo>
                    <a:pt x="141" y="8"/>
                    <a:pt x="141" y="8"/>
                    <a:pt x="141" y="8"/>
                  </a:cubicBezTo>
                  <a:cubicBezTo>
                    <a:pt x="141" y="5"/>
                    <a:pt x="140" y="2"/>
                    <a:pt x="137" y="1"/>
                  </a:cubicBezTo>
                  <a:cubicBezTo>
                    <a:pt x="135" y="0"/>
                    <a:pt x="133" y="1"/>
                    <a:pt x="132" y="4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99" y="2"/>
                    <a:pt x="97" y="1"/>
                    <a:pt x="96" y="1"/>
                  </a:cubicBezTo>
                  <a:cubicBezTo>
                    <a:pt x="94" y="1"/>
                    <a:pt x="92" y="2"/>
                    <a:pt x="91" y="4"/>
                  </a:cubicBezTo>
                  <a:cubicBezTo>
                    <a:pt x="73" y="43"/>
                    <a:pt x="73" y="43"/>
                    <a:pt x="73" y="43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9" y="2"/>
                    <a:pt x="48" y="4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1"/>
                    <a:pt x="6" y="0"/>
                    <a:pt x="4" y="1"/>
                  </a:cubicBezTo>
                  <a:cubicBezTo>
                    <a:pt x="2" y="2"/>
                    <a:pt x="0" y="5"/>
                    <a:pt x="1" y="8"/>
                  </a:cubicBezTo>
                  <a:cubicBezTo>
                    <a:pt x="17" y="282"/>
                    <a:pt x="17" y="282"/>
                    <a:pt x="17" y="282"/>
                  </a:cubicBezTo>
                  <a:lnTo>
                    <a:pt x="26" y="28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1" name="Rectangle 132"/>
            <p:cNvSpPr>
              <a:spLocks noChangeArrowheads="1"/>
            </p:cNvSpPr>
            <p:nvPr/>
          </p:nvSpPr>
          <p:spPr bwMode="auto">
            <a:xfrm>
              <a:off x="7568337" y="2880958"/>
              <a:ext cx="212781" cy="30075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2" name="Group 7"/>
          <p:cNvGrpSpPr/>
          <p:nvPr/>
        </p:nvGrpSpPr>
        <p:grpSpPr>
          <a:xfrm>
            <a:off x="8668171" y="2147861"/>
            <a:ext cx="899255" cy="2250392"/>
            <a:chOff x="8218710" y="2036602"/>
            <a:chExt cx="852627" cy="2133822"/>
          </a:xfrm>
        </p:grpSpPr>
        <p:sp>
          <p:nvSpPr>
            <p:cNvPr id="73" name="Freeform 133"/>
            <p:cNvSpPr/>
            <p:nvPr/>
          </p:nvSpPr>
          <p:spPr bwMode="auto">
            <a:xfrm>
              <a:off x="8349536" y="2738101"/>
              <a:ext cx="721801" cy="1432323"/>
            </a:xfrm>
            <a:custGeom>
              <a:avLst/>
              <a:gdLst>
                <a:gd name="T0" fmla="*/ 587 w 587"/>
                <a:gd name="T1" fmla="*/ 1166 h 1166"/>
                <a:gd name="T2" fmla="*/ 414 w 587"/>
                <a:gd name="T3" fmla="*/ 1166 h 1166"/>
                <a:gd name="T4" fmla="*/ 414 w 587"/>
                <a:gd name="T5" fmla="*/ 675 h 1166"/>
                <a:gd name="T6" fmla="*/ 144 w 587"/>
                <a:gd name="T7" fmla="*/ 675 h 1166"/>
                <a:gd name="T8" fmla="*/ 1 w 587"/>
                <a:gd name="T9" fmla="*/ 532 h 1166"/>
                <a:gd name="T10" fmla="*/ 0 w 587"/>
                <a:gd name="T11" fmla="*/ 0 h 1166"/>
                <a:gd name="T12" fmla="*/ 173 w 587"/>
                <a:gd name="T13" fmla="*/ 0 h 1166"/>
                <a:gd name="T14" fmla="*/ 173 w 587"/>
                <a:gd name="T15" fmla="*/ 503 h 1166"/>
                <a:gd name="T16" fmla="*/ 443 w 587"/>
                <a:gd name="T17" fmla="*/ 503 h 1166"/>
                <a:gd name="T18" fmla="*/ 587 w 587"/>
                <a:gd name="T19" fmla="*/ 647 h 1166"/>
                <a:gd name="T20" fmla="*/ 587 w 587"/>
                <a:gd name="T21" fmla="*/ 1166 h 1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7" h="1166">
                  <a:moveTo>
                    <a:pt x="587" y="1166"/>
                  </a:moveTo>
                  <a:cubicBezTo>
                    <a:pt x="414" y="1166"/>
                    <a:pt x="414" y="1166"/>
                    <a:pt x="414" y="1166"/>
                  </a:cubicBezTo>
                  <a:cubicBezTo>
                    <a:pt x="414" y="675"/>
                    <a:pt x="414" y="675"/>
                    <a:pt x="414" y="675"/>
                  </a:cubicBezTo>
                  <a:cubicBezTo>
                    <a:pt x="144" y="675"/>
                    <a:pt x="144" y="675"/>
                    <a:pt x="144" y="675"/>
                  </a:cubicBezTo>
                  <a:cubicBezTo>
                    <a:pt x="65" y="675"/>
                    <a:pt x="1" y="611"/>
                    <a:pt x="1" y="5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3" y="0"/>
                    <a:pt x="173" y="0"/>
                    <a:pt x="173" y="0"/>
                  </a:cubicBezTo>
                  <a:cubicBezTo>
                    <a:pt x="173" y="503"/>
                    <a:pt x="173" y="503"/>
                    <a:pt x="173" y="503"/>
                  </a:cubicBezTo>
                  <a:cubicBezTo>
                    <a:pt x="443" y="503"/>
                    <a:pt x="443" y="503"/>
                    <a:pt x="443" y="503"/>
                  </a:cubicBezTo>
                  <a:cubicBezTo>
                    <a:pt x="522" y="503"/>
                    <a:pt x="587" y="567"/>
                    <a:pt x="587" y="647"/>
                  </a:cubicBezTo>
                  <a:lnTo>
                    <a:pt x="587" y="1166"/>
                  </a:ln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4" name="Freeform 134"/>
            <p:cNvSpPr/>
            <p:nvPr/>
          </p:nvSpPr>
          <p:spPr bwMode="auto">
            <a:xfrm>
              <a:off x="8218710" y="2036602"/>
              <a:ext cx="498494" cy="639846"/>
            </a:xfrm>
            <a:custGeom>
              <a:avLst/>
              <a:gdLst>
                <a:gd name="T0" fmla="*/ 298 w 406"/>
                <a:gd name="T1" fmla="*/ 78 h 521"/>
                <a:gd name="T2" fmla="*/ 82 w 406"/>
                <a:gd name="T3" fmla="*/ 81 h 521"/>
                <a:gd name="T4" fmla="*/ 6 w 406"/>
                <a:gd name="T5" fmla="*/ 220 h 521"/>
                <a:gd name="T6" fmla="*/ 57 w 406"/>
                <a:gd name="T7" fmla="*/ 383 h 521"/>
                <a:gd name="T8" fmla="*/ 73 w 406"/>
                <a:gd name="T9" fmla="*/ 413 h 521"/>
                <a:gd name="T10" fmla="*/ 85 w 406"/>
                <a:gd name="T11" fmla="*/ 451 h 521"/>
                <a:gd name="T12" fmla="*/ 102 w 406"/>
                <a:gd name="T13" fmla="*/ 515 h 521"/>
                <a:gd name="T14" fmla="*/ 107 w 406"/>
                <a:gd name="T15" fmla="*/ 521 h 521"/>
                <a:gd name="T16" fmla="*/ 282 w 406"/>
                <a:gd name="T17" fmla="*/ 521 h 521"/>
                <a:gd name="T18" fmla="*/ 298 w 406"/>
                <a:gd name="T19" fmla="*/ 461 h 521"/>
                <a:gd name="T20" fmla="*/ 328 w 406"/>
                <a:gd name="T21" fmla="*/ 387 h 521"/>
                <a:gd name="T22" fmla="*/ 371 w 406"/>
                <a:gd name="T23" fmla="*/ 297 h 521"/>
                <a:gd name="T24" fmla="*/ 298 w 406"/>
                <a:gd name="T25" fmla="*/ 78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6" h="521">
                  <a:moveTo>
                    <a:pt x="298" y="78"/>
                  </a:moveTo>
                  <a:cubicBezTo>
                    <a:pt x="190" y="0"/>
                    <a:pt x="93" y="73"/>
                    <a:pt x="82" y="81"/>
                  </a:cubicBezTo>
                  <a:cubicBezTo>
                    <a:pt x="71" y="90"/>
                    <a:pt x="12" y="137"/>
                    <a:pt x="6" y="220"/>
                  </a:cubicBezTo>
                  <a:cubicBezTo>
                    <a:pt x="0" y="302"/>
                    <a:pt x="57" y="383"/>
                    <a:pt x="57" y="383"/>
                  </a:cubicBezTo>
                  <a:cubicBezTo>
                    <a:pt x="73" y="413"/>
                    <a:pt x="73" y="413"/>
                    <a:pt x="73" y="413"/>
                  </a:cubicBezTo>
                  <a:cubicBezTo>
                    <a:pt x="79" y="424"/>
                    <a:pt x="83" y="439"/>
                    <a:pt x="85" y="451"/>
                  </a:cubicBezTo>
                  <a:cubicBezTo>
                    <a:pt x="90" y="472"/>
                    <a:pt x="90" y="496"/>
                    <a:pt x="102" y="515"/>
                  </a:cubicBezTo>
                  <a:cubicBezTo>
                    <a:pt x="104" y="517"/>
                    <a:pt x="105" y="520"/>
                    <a:pt x="107" y="521"/>
                  </a:cubicBezTo>
                  <a:cubicBezTo>
                    <a:pt x="282" y="521"/>
                    <a:pt x="282" y="521"/>
                    <a:pt x="282" y="521"/>
                  </a:cubicBezTo>
                  <a:cubicBezTo>
                    <a:pt x="296" y="503"/>
                    <a:pt x="295" y="484"/>
                    <a:pt x="298" y="461"/>
                  </a:cubicBezTo>
                  <a:cubicBezTo>
                    <a:pt x="302" y="434"/>
                    <a:pt x="315" y="410"/>
                    <a:pt x="328" y="387"/>
                  </a:cubicBezTo>
                  <a:cubicBezTo>
                    <a:pt x="331" y="380"/>
                    <a:pt x="364" y="316"/>
                    <a:pt x="371" y="297"/>
                  </a:cubicBezTo>
                  <a:cubicBezTo>
                    <a:pt x="378" y="277"/>
                    <a:pt x="406" y="157"/>
                    <a:pt x="298" y="78"/>
                  </a:cubicBez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5" name="Freeform 135"/>
            <p:cNvSpPr/>
            <p:nvPr/>
          </p:nvSpPr>
          <p:spPr bwMode="auto">
            <a:xfrm>
              <a:off x="8368333" y="2330585"/>
              <a:ext cx="172931" cy="347367"/>
            </a:xfrm>
            <a:custGeom>
              <a:avLst/>
              <a:gdLst>
                <a:gd name="T0" fmla="*/ 26 w 141"/>
                <a:gd name="T1" fmla="*/ 282 h 283"/>
                <a:gd name="T2" fmla="*/ 12 w 141"/>
                <a:gd name="T3" fmla="*/ 29 h 283"/>
                <a:gd name="T4" fmla="*/ 27 w 141"/>
                <a:gd name="T5" fmla="*/ 58 h 283"/>
                <a:gd name="T6" fmla="*/ 31 w 141"/>
                <a:gd name="T7" fmla="*/ 60 h 283"/>
                <a:gd name="T8" fmla="*/ 35 w 141"/>
                <a:gd name="T9" fmla="*/ 57 h 283"/>
                <a:gd name="T10" fmla="*/ 52 w 141"/>
                <a:gd name="T11" fmla="*/ 20 h 283"/>
                <a:gd name="T12" fmla="*/ 69 w 141"/>
                <a:gd name="T13" fmla="*/ 59 h 283"/>
                <a:gd name="T14" fmla="*/ 73 w 141"/>
                <a:gd name="T15" fmla="*/ 62 h 283"/>
                <a:gd name="T16" fmla="*/ 77 w 141"/>
                <a:gd name="T17" fmla="*/ 59 h 283"/>
                <a:gd name="T18" fmla="*/ 95 w 141"/>
                <a:gd name="T19" fmla="*/ 21 h 283"/>
                <a:gd name="T20" fmla="*/ 107 w 141"/>
                <a:gd name="T21" fmla="*/ 56 h 283"/>
                <a:gd name="T22" fmla="*/ 111 w 141"/>
                <a:gd name="T23" fmla="*/ 60 h 283"/>
                <a:gd name="T24" fmla="*/ 115 w 141"/>
                <a:gd name="T25" fmla="*/ 57 h 283"/>
                <a:gd name="T26" fmla="*/ 129 w 141"/>
                <a:gd name="T27" fmla="*/ 31 h 283"/>
                <a:gd name="T28" fmla="*/ 113 w 141"/>
                <a:gd name="T29" fmla="*/ 283 h 283"/>
                <a:gd name="T30" fmla="*/ 123 w 141"/>
                <a:gd name="T31" fmla="*/ 283 h 283"/>
                <a:gd name="T32" fmla="*/ 141 w 141"/>
                <a:gd name="T33" fmla="*/ 8 h 283"/>
                <a:gd name="T34" fmla="*/ 137 w 141"/>
                <a:gd name="T35" fmla="*/ 1 h 283"/>
                <a:gd name="T36" fmla="*/ 132 w 141"/>
                <a:gd name="T37" fmla="*/ 4 h 283"/>
                <a:gd name="T38" fmla="*/ 112 w 141"/>
                <a:gd name="T39" fmla="*/ 40 h 283"/>
                <a:gd name="T40" fmla="*/ 100 w 141"/>
                <a:gd name="T41" fmla="*/ 5 h 283"/>
                <a:gd name="T42" fmla="*/ 96 w 141"/>
                <a:gd name="T43" fmla="*/ 1 h 283"/>
                <a:gd name="T44" fmla="*/ 91 w 141"/>
                <a:gd name="T45" fmla="*/ 4 h 283"/>
                <a:gd name="T46" fmla="*/ 73 w 141"/>
                <a:gd name="T47" fmla="*/ 43 h 283"/>
                <a:gd name="T48" fmla="*/ 56 w 141"/>
                <a:gd name="T49" fmla="*/ 4 h 283"/>
                <a:gd name="T50" fmla="*/ 52 w 141"/>
                <a:gd name="T51" fmla="*/ 1 h 283"/>
                <a:gd name="T52" fmla="*/ 48 w 141"/>
                <a:gd name="T53" fmla="*/ 4 h 283"/>
                <a:gd name="T54" fmla="*/ 31 w 141"/>
                <a:gd name="T55" fmla="*/ 42 h 283"/>
                <a:gd name="T56" fmla="*/ 9 w 141"/>
                <a:gd name="T57" fmla="*/ 3 h 283"/>
                <a:gd name="T58" fmla="*/ 4 w 141"/>
                <a:gd name="T59" fmla="*/ 1 h 283"/>
                <a:gd name="T60" fmla="*/ 1 w 141"/>
                <a:gd name="T61" fmla="*/ 7 h 283"/>
                <a:gd name="T62" fmla="*/ 16 w 141"/>
                <a:gd name="T63" fmla="*/ 282 h 283"/>
                <a:gd name="T64" fmla="*/ 26 w 141"/>
                <a:gd name="T65" fmla="*/ 282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1" h="283">
                  <a:moveTo>
                    <a:pt x="26" y="282"/>
                  </a:moveTo>
                  <a:cubicBezTo>
                    <a:pt x="12" y="29"/>
                    <a:pt x="12" y="29"/>
                    <a:pt x="12" y="29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8" y="59"/>
                    <a:pt x="30" y="60"/>
                    <a:pt x="31" y="60"/>
                  </a:cubicBezTo>
                  <a:cubicBezTo>
                    <a:pt x="33" y="60"/>
                    <a:pt x="35" y="59"/>
                    <a:pt x="35" y="57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70" y="61"/>
                    <a:pt x="71" y="62"/>
                    <a:pt x="73" y="62"/>
                  </a:cubicBezTo>
                  <a:cubicBezTo>
                    <a:pt x="75" y="62"/>
                    <a:pt x="77" y="61"/>
                    <a:pt x="77" y="59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107" y="56"/>
                    <a:pt x="107" y="56"/>
                    <a:pt x="107" y="56"/>
                  </a:cubicBezTo>
                  <a:cubicBezTo>
                    <a:pt x="107" y="58"/>
                    <a:pt x="109" y="59"/>
                    <a:pt x="111" y="60"/>
                  </a:cubicBezTo>
                  <a:cubicBezTo>
                    <a:pt x="112" y="60"/>
                    <a:pt x="114" y="59"/>
                    <a:pt x="115" y="57"/>
                  </a:cubicBezTo>
                  <a:cubicBezTo>
                    <a:pt x="129" y="31"/>
                    <a:pt x="129" y="31"/>
                    <a:pt x="129" y="31"/>
                  </a:cubicBezTo>
                  <a:cubicBezTo>
                    <a:pt x="113" y="283"/>
                    <a:pt x="113" y="283"/>
                    <a:pt x="113" y="283"/>
                  </a:cubicBezTo>
                  <a:cubicBezTo>
                    <a:pt x="123" y="283"/>
                    <a:pt x="123" y="283"/>
                    <a:pt x="123" y="283"/>
                  </a:cubicBezTo>
                  <a:cubicBezTo>
                    <a:pt x="141" y="8"/>
                    <a:pt x="141" y="8"/>
                    <a:pt x="141" y="8"/>
                  </a:cubicBezTo>
                  <a:cubicBezTo>
                    <a:pt x="141" y="5"/>
                    <a:pt x="140" y="2"/>
                    <a:pt x="137" y="1"/>
                  </a:cubicBezTo>
                  <a:cubicBezTo>
                    <a:pt x="135" y="0"/>
                    <a:pt x="133" y="1"/>
                    <a:pt x="132" y="4"/>
                  </a:cubicBezTo>
                  <a:cubicBezTo>
                    <a:pt x="112" y="40"/>
                    <a:pt x="112" y="40"/>
                    <a:pt x="112" y="40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99" y="2"/>
                    <a:pt x="97" y="1"/>
                    <a:pt x="96" y="1"/>
                  </a:cubicBezTo>
                  <a:cubicBezTo>
                    <a:pt x="94" y="1"/>
                    <a:pt x="92" y="2"/>
                    <a:pt x="91" y="4"/>
                  </a:cubicBezTo>
                  <a:cubicBezTo>
                    <a:pt x="73" y="43"/>
                    <a:pt x="73" y="43"/>
                    <a:pt x="73" y="43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9" y="2"/>
                    <a:pt x="48" y="4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8" y="1"/>
                    <a:pt x="6" y="0"/>
                    <a:pt x="4" y="1"/>
                  </a:cubicBezTo>
                  <a:cubicBezTo>
                    <a:pt x="2" y="2"/>
                    <a:pt x="0" y="5"/>
                    <a:pt x="1" y="7"/>
                  </a:cubicBezTo>
                  <a:cubicBezTo>
                    <a:pt x="16" y="282"/>
                    <a:pt x="16" y="282"/>
                    <a:pt x="16" y="282"/>
                  </a:cubicBezTo>
                  <a:lnTo>
                    <a:pt x="26" y="28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6" name="Rectangle 136"/>
            <p:cNvSpPr>
              <a:spLocks noChangeArrowheads="1"/>
            </p:cNvSpPr>
            <p:nvPr/>
          </p:nvSpPr>
          <p:spPr bwMode="auto">
            <a:xfrm>
              <a:off x="8348784" y="2692989"/>
              <a:ext cx="212029" cy="30827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7" name="Group 9"/>
          <p:cNvGrpSpPr/>
          <p:nvPr/>
        </p:nvGrpSpPr>
        <p:grpSpPr>
          <a:xfrm>
            <a:off x="8982988" y="2368301"/>
            <a:ext cx="2183906" cy="2029953"/>
            <a:chOff x="8517204" y="2245623"/>
            <a:chExt cx="2070666" cy="1924802"/>
          </a:xfrm>
        </p:grpSpPr>
        <p:sp>
          <p:nvSpPr>
            <p:cNvPr id="78" name="Freeform 137"/>
            <p:cNvSpPr/>
            <p:nvPr/>
          </p:nvSpPr>
          <p:spPr bwMode="auto">
            <a:xfrm>
              <a:off x="8517204" y="2947875"/>
              <a:ext cx="1913523" cy="1222550"/>
            </a:xfrm>
            <a:custGeom>
              <a:avLst/>
              <a:gdLst>
                <a:gd name="T0" fmla="*/ 173 w 1558"/>
                <a:gd name="T1" fmla="*/ 995 h 995"/>
                <a:gd name="T2" fmla="*/ 0 w 1558"/>
                <a:gd name="T3" fmla="*/ 995 h 995"/>
                <a:gd name="T4" fmla="*/ 0 w 1558"/>
                <a:gd name="T5" fmla="*/ 372 h 995"/>
                <a:gd name="T6" fmla="*/ 144 w 1558"/>
                <a:gd name="T7" fmla="*/ 228 h 995"/>
                <a:gd name="T8" fmla="*/ 1386 w 1558"/>
                <a:gd name="T9" fmla="*/ 228 h 995"/>
                <a:gd name="T10" fmla="*/ 1386 w 1558"/>
                <a:gd name="T11" fmla="*/ 0 h 995"/>
                <a:gd name="T12" fmla="*/ 1558 w 1558"/>
                <a:gd name="T13" fmla="*/ 0 h 995"/>
                <a:gd name="T14" fmla="*/ 1558 w 1558"/>
                <a:gd name="T15" fmla="*/ 257 h 995"/>
                <a:gd name="T16" fmla="*/ 1415 w 1558"/>
                <a:gd name="T17" fmla="*/ 401 h 995"/>
                <a:gd name="T18" fmla="*/ 173 w 1558"/>
                <a:gd name="T19" fmla="*/ 401 h 995"/>
                <a:gd name="T20" fmla="*/ 173 w 1558"/>
                <a:gd name="T21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58" h="995">
                  <a:moveTo>
                    <a:pt x="173" y="995"/>
                  </a:moveTo>
                  <a:cubicBezTo>
                    <a:pt x="0" y="995"/>
                    <a:pt x="0" y="995"/>
                    <a:pt x="0" y="995"/>
                  </a:cubicBezTo>
                  <a:cubicBezTo>
                    <a:pt x="0" y="372"/>
                    <a:pt x="0" y="372"/>
                    <a:pt x="0" y="372"/>
                  </a:cubicBezTo>
                  <a:cubicBezTo>
                    <a:pt x="0" y="293"/>
                    <a:pt x="65" y="228"/>
                    <a:pt x="144" y="228"/>
                  </a:cubicBezTo>
                  <a:cubicBezTo>
                    <a:pt x="1386" y="228"/>
                    <a:pt x="1386" y="228"/>
                    <a:pt x="1386" y="228"/>
                  </a:cubicBezTo>
                  <a:cubicBezTo>
                    <a:pt x="1386" y="0"/>
                    <a:pt x="1386" y="0"/>
                    <a:pt x="1386" y="0"/>
                  </a:cubicBezTo>
                  <a:cubicBezTo>
                    <a:pt x="1558" y="0"/>
                    <a:pt x="1558" y="0"/>
                    <a:pt x="1558" y="0"/>
                  </a:cubicBezTo>
                  <a:cubicBezTo>
                    <a:pt x="1558" y="257"/>
                    <a:pt x="1558" y="257"/>
                    <a:pt x="1558" y="257"/>
                  </a:cubicBezTo>
                  <a:cubicBezTo>
                    <a:pt x="1558" y="336"/>
                    <a:pt x="1494" y="401"/>
                    <a:pt x="1415" y="401"/>
                  </a:cubicBezTo>
                  <a:cubicBezTo>
                    <a:pt x="173" y="401"/>
                    <a:pt x="173" y="401"/>
                    <a:pt x="173" y="401"/>
                  </a:cubicBezTo>
                  <a:lnTo>
                    <a:pt x="173" y="995"/>
                  </a:ln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9" name="Freeform 138"/>
            <p:cNvSpPr/>
            <p:nvPr/>
          </p:nvSpPr>
          <p:spPr bwMode="auto">
            <a:xfrm>
              <a:off x="10089376" y="2245623"/>
              <a:ext cx="498494" cy="641350"/>
            </a:xfrm>
            <a:custGeom>
              <a:avLst/>
              <a:gdLst>
                <a:gd name="T0" fmla="*/ 297 w 406"/>
                <a:gd name="T1" fmla="*/ 79 h 522"/>
                <a:gd name="T2" fmla="*/ 82 w 406"/>
                <a:gd name="T3" fmla="*/ 82 h 522"/>
                <a:gd name="T4" fmla="*/ 6 w 406"/>
                <a:gd name="T5" fmla="*/ 220 h 522"/>
                <a:gd name="T6" fmla="*/ 57 w 406"/>
                <a:gd name="T7" fmla="*/ 383 h 522"/>
                <a:gd name="T8" fmla="*/ 73 w 406"/>
                <a:gd name="T9" fmla="*/ 414 h 522"/>
                <a:gd name="T10" fmla="*/ 85 w 406"/>
                <a:gd name="T11" fmla="*/ 452 h 522"/>
                <a:gd name="T12" fmla="*/ 101 w 406"/>
                <a:gd name="T13" fmla="*/ 515 h 522"/>
                <a:gd name="T14" fmla="*/ 107 w 406"/>
                <a:gd name="T15" fmla="*/ 522 h 522"/>
                <a:gd name="T16" fmla="*/ 282 w 406"/>
                <a:gd name="T17" fmla="*/ 522 h 522"/>
                <a:gd name="T18" fmla="*/ 298 w 406"/>
                <a:gd name="T19" fmla="*/ 461 h 522"/>
                <a:gd name="T20" fmla="*/ 327 w 406"/>
                <a:gd name="T21" fmla="*/ 387 h 522"/>
                <a:gd name="T22" fmla="*/ 370 w 406"/>
                <a:gd name="T23" fmla="*/ 297 h 522"/>
                <a:gd name="T24" fmla="*/ 297 w 406"/>
                <a:gd name="T25" fmla="*/ 79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6" h="522">
                  <a:moveTo>
                    <a:pt x="297" y="79"/>
                  </a:moveTo>
                  <a:cubicBezTo>
                    <a:pt x="189" y="0"/>
                    <a:pt x="93" y="73"/>
                    <a:pt x="82" y="82"/>
                  </a:cubicBezTo>
                  <a:cubicBezTo>
                    <a:pt x="71" y="90"/>
                    <a:pt x="11" y="138"/>
                    <a:pt x="6" y="220"/>
                  </a:cubicBezTo>
                  <a:cubicBezTo>
                    <a:pt x="0" y="302"/>
                    <a:pt x="57" y="383"/>
                    <a:pt x="57" y="383"/>
                  </a:cubicBezTo>
                  <a:cubicBezTo>
                    <a:pt x="73" y="414"/>
                    <a:pt x="73" y="414"/>
                    <a:pt x="73" y="414"/>
                  </a:cubicBezTo>
                  <a:cubicBezTo>
                    <a:pt x="79" y="425"/>
                    <a:pt x="82" y="439"/>
                    <a:pt x="85" y="452"/>
                  </a:cubicBezTo>
                  <a:cubicBezTo>
                    <a:pt x="90" y="472"/>
                    <a:pt x="90" y="497"/>
                    <a:pt x="101" y="515"/>
                  </a:cubicBezTo>
                  <a:cubicBezTo>
                    <a:pt x="103" y="518"/>
                    <a:pt x="105" y="520"/>
                    <a:pt x="107" y="522"/>
                  </a:cubicBezTo>
                  <a:cubicBezTo>
                    <a:pt x="282" y="522"/>
                    <a:pt x="282" y="522"/>
                    <a:pt x="282" y="522"/>
                  </a:cubicBezTo>
                  <a:cubicBezTo>
                    <a:pt x="295" y="503"/>
                    <a:pt x="294" y="484"/>
                    <a:pt x="298" y="461"/>
                  </a:cubicBezTo>
                  <a:cubicBezTo>
                    <a:pt x="302" y="434"/>
                    <a:pt x="314" y="410"/>
                    <a:pt x="327" y="387"/>
                  </a:cubicBezTo>
                  <a:cubicBezTo>
                    <a:pt x="331" y="380"/>
                    <a:pt x="363" y="316"/>
                    <a:pt x="370" y="297"/>
                  </a:cubicBezTo>
                  <a:cubicBezTo>
                    <a:pt x="378" y="278"/>
                    <a:pt x="406" y="157"/>
                    <a:pt x="297" y="79"/>
                  </a:cubicBez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0" name="Freeform 139"/>
            <p:cNvSpPr/>
            <p:nvPr/>
          </p:nvSpPr>
          <p:spPr bwMode="auto">
            <a:xfrm>
              <a:off x="10238999" y="2539606"/>
              <a:ext cx="172180" cy="347367"/>
            </a:xfrm>
            <a:custGeom>
              <a:avLst/>
              <a:gdLst>
                <a:gd name="T0" fmla="*/ 26 w 140"/>
                <a:gd name="T1" fmla="*/ 283 h 283"/>
                <a:gd name="T2" fmla="*/ 11 w 140"/>
                <a:gd name="T3" fmla="*/ 30 h 283"/>
                <a:gd name="T4" fmla="*/ 27 w 140"/>
                <a:gd name="T5" fmla="*/ 58 h 283"/>
                <a:gd name="T6" fmla="*/ 31 w 140"/>
                <a:gd name="T7" fmla="*/ 60 h 283"/>
                <a:gd name="T8" fmla="*/ 35 w 140"/>
                <a:gd name="T9" fmla="*/ 57 h 283"/>
                <a:gd name="T10" fmla="*/ 51 w 140"/>
                <a:gd name="T11" fmla="*/ 20 h 283"/>
                <a:gd name="T12" fmla="*/ 68 w 140"/>
                <a:gd name="T13" fmla="*/ 59 h 283"/>
                <a:gd name="T14" fmla="*/ 73 w 140"/>
                <a:gd name="T15" fmla="*/ 63 h 283"/>
                <a:gd name="T16" fmla="*/ 77 w 140"/>
                <a:gd name="T17" fmla="*/ 60 h 283"/>
                <a:gd name="T18" fmla="*/ 94 w 140"/>
                <a:gd name="T19" fmla="*/ 21 h 283"/>
                <a:gd name="T20" fmla="*/ 106 w 140"/>
                <a:gd name="T21" fmla="*/ 56 h 283"/>
                <a:gd name="T22" fmla="*/ 110 w 140"/>
                <a:gd name="T23" fmla="*/ 60 h 283"/>
                <a:gd name="T24" fmla="*/ 115 w 140"/>
                <a:gd name="T25" fmla="*/ 57 h 283"/>
                <a:gd name="T26" fmla="*/ 129 w 140"/>
                <a:gd name="T27" fmla="*/ 31 h 283"/>
                <a:gd name="T28" fmla="*/ 112 w 140"/>
                <a:gd name="T29" fmla="*/ 283 h 283"/>
                <a:gd name="T30" fmla="*/ 122 w 140"/>
                <a:gd name="T31" fmla="*/ 283 h 283"/>
                <a:gd name="T32" fmla="*/ 140 w 140"/>
                <a:gd name="T33" fmla="*/ 8 h 283"/>
                <a:gd name="T34" fmla="*/ 137 w 140"/>
                <a:gd name="T35" fmla="*/ 2 h 283"/>
                <a:gd name="T36" fmla="*/ 131 w 140"/>
                <a:gd name="T37" fmla="*/ 4 h 283"/>
                <a:gd name="T38" fmla="*/ 112 w 140"/>
                <a:gd name="T39" fmla="*/ 41 h 283"/>
                <a:gd name="T40" fmla="*/ 99 w 140"/>
                <a:gd name="T41" fmla="*/ 5 h 283"/>
                <a:gd name="T42" fmla="*/ 95 w 140"/>
                <a:gd name="T43" fmla="*/ 1 h 283"/>
                <a:gd name="T44" fmla="*/ 91 w 140"/>
                <a:gd name="T45" fmla="*/ 4 h 283"/>
                <a:gd name="T46" fmla="*/ 73 w 140"/>
                <a:gd name="T47" fmla="*/ 44 h 283"/>
                <a:gd name="T48" fmla="*/ 56 w 140"/>
                <a:gd name="T49" fmla="*/ 4 h 283"/>
                <a:gd name="T50" fmla="*/ 51 w 140"/>
                <a:gd name="T51" fmla="*/ 1 h 283"/>
                <a:gd name="T52" fmla="*/ 47 w 140"/>
                <a:gd name="T53" fmla="*/ 4 h 283"/>
                <a:gd name="T54" fmla="*/ 30 w 140"/>
                <a:gd name="T55" fmla="*/ 42 h 283"/>
                <a:gd name="T56" fmla="*/ 9 w 140"/>
                <a:gd name="T57" fmla="*/ 4 h 283"/>
                <a:gd name="T58" fmla="*/ 3 w 140"/>
                <a:gd name="T59" fmla="*/ 1 h 283"/>
                <a:gd name="T60" fmla="*/ 0 w 140"/>
                <a:gd name="T61" fmla="*/ 8 h 283"/>
                <a:gd name="T62" fmla="*/ 16 w 140"/>
                <a:gd name="T63" fmla="*/ 283 h 283"/>
                <a:gd name="T64" fmla="*/ 26 w 140"/>
                <a:gd name="T65" fmla="*/ 283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0" h="283">
                  <a:moveTo>
                    <a:pt x="26" y="283"/>
                  </a:moveTo>
                  <a:cubicBezTo>
                    <a:pt x="11" y="30"/>
                    <a:pt x="11" y="30"/>
                    <a:pt x="11" y="30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8" y="60"/>
                    <a:pt x="29" y="61"/>
                    <a:pt x="31" y="60"/>
                  </a:cubicBezTo>
                  <a:cubicBezTo>
                    <a:pt x="33" y="60"/>
                    <a:pt x="34" y="59"/>
                    <a:pt x="35" y="57"/>
                  </a:cubicBezTo>
                  <a:cubicBezTo>
                    <a:pt x="51" y="20"/>
                    <a:pt x="51" y="20"/>
                    <a:pt x="51" y="20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69" y="61"/>
                    <a:pt x="71" y="63"/>
                    <a:pt x="73" y="63"/>
                  </a:cubicBezTo>
                  <a:cubicBezTo>
                    <a:pt x="74" y="63"/>
                    <a:pt x="76" y="62"/>
                    <a:pt x="77" y="60"/>
                  </a:cubicBezTo>
                  <a:cubicBezTo>
                    <a:pt x="94" y="21"/>
                    <a:pt x="94" y="21"/>
                    <a:pt x="94" y="21"/>
                  </a:cubicBezTo>
                  <a:cubicBezTo>
                    <a:pt x="106" y="56"/>
                    <a:pt x="106" y="56"/>
                    <a:pt x="106" y="56"/>
                  </a:cubicBezTo>
                  <a:cubicBezTo>
                    <a:pt x="107" y="58"/>
                    <a:pt x="108" y="60"/>
                    <a:pt x="110" y="60"/>
                  </a:cubicBezTo>
                  <a:cubicBezTo>
                    <a:pt x="112" y="60"/>
                    <a:pt x="114" y="59"/>
                    <a:pt x="115" y="57"/>
                  </a:cubicBezTo>
                  <a:cubicBezTo>
                    <a:pt x="129" y="31"/>
                    <a:pt x="129" y="31"/>
                    <a:pt x="129" y="31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40" y="8"/>
                    <a:pt x="140" y="8"/>
                    <a:pt x="140" y="8"/>
                  </a:cubicBezTo>
                  <a:cubicBezTo>
                    <a:pt x="140" y="5"/>
                    <a:pt x="139" y="3"/>
                    <a:pt x="137" y="2"/>
                  </a:cubicBezTo>
                  <a:cubicBezTo>
                    <a:pt x="135" y="1"/>
                    <a:pt x="133" y="2"/>
                    <a:pt x="131" y="4"/>
                  </a:cubicBezTo>
                  <a:cubicBezTo>
                    <a:pt x="112" y="41"/>
                    <a:pt x="112" y="41"/>
                    <a:pt x="112" y="41"/>
                  </a:cubicBezTo>
                  <a:cubicBezTo>
                    <a:pt x="99" y="5"/>
                    <a:pt x="99" y="5"/>
                    <a:pt x="99" y="5"/>
                  </a:cubicBezTo>
                  <a:cubicBezTo>
                    <a:pt x="99" y="3"/>
                    <a:pt x="97" y="1"/>
                    <a:pt x="95" y="1"/>
                  </a:cubicBezTo>
                  <a:cubicBezTo>
                    <a:pt x="93" y="1"/>
                    <a:pt x="91" y="2"/>
                    <a:pt x="91" y="4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5" y="2"/>
                    <a:pt x="53" y="1"/>
                    <a:pt x="51" y="1"/>
                  </a:cubicBezTo>
                  <a:cubicBezTo>
                    <a:pt x="50" y="1"/>
                    <a:pt x="48" y="2"/>
                    <a:pt x="47" y="4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8" y="1"/>
                    <a:pt x="5" y="0"/>
                    <a:pt x="3" y="1"/>
                  </a:cubicBezTo>
                  <a:cubicBezTo>
                    <a:pt x="1" y="2"/>
                    <a:pt x="0" y="5"/>
                    <a:pt x="0" y="8"/>
                  </a:cubicBezTo>
                  <a:cubicBezTo>
                    <a:pt x="16" y="283"/>
                    <a:pt x="16" y="283"/>
                    <a:pt x="16" y="283"/>
                  </a:cubicBezTo>
                  <a:lnTo>
                    <a:pt x="26" y="28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1" name="Rectangle 140"/>
            <p:cNvSpPr>
              <a:spLocks noChangeArrowheads="1"/>
            </p:cNvSpPr>
            <p:nvPr/>
          </p:nvSpPr>
          <p:spPr bwMode="auto">
            <a:xfrm>
              <a:off x="10219450" y="2901258"/>
              <a:ext cx="211277" cy="32331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82" name="Group 4"/>
          <p:cNvGrpSpPr/>
          <p:nvPr/>
        </p:nvGrpSpPr>
        <p:grpSpPr>
          <a:xfrm>
            <a:off x="8619005" y="4291998"/>
            <a:ext cx="948420" cy="2555679"/>
            <a:chOff x="8172093" y="4069673"/>
            <a:chExt cx="899243" cy="2423295"/>
          </a:xfrm>
        </p:grpSpPr>
        <p:sp>
          <p:nvSpPr>
            <p:cNvPr id="83" name="Rectangle 141"/>
            <p:cNvSpPr>
              <a:spLocks noChangeArrowheads="1"/>
            </p:cNvSpPr>
            <p:nvPr/>
          </p:nvSpPr>
          <p:spPr bwMode="auto">
            <a:xfrm>
              <a:off x="8172093" y="4420799"/>
              <a:ext cx="899243" cy="12827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4" name="Rectangle 142"/>
            <p:cNvSpPr>
              <a:spLocks noChangeArrowheads="1"/>
            </p:cNvSpPr>
            <p:nvPr/>
          </p:nvSpPr>
          <p:spPr bwMode="auto">
            <a:xfrm>
              <a:off x="8443520" y="4420799"/>
              <a:ext cx="354885" cy="12827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5" name="Freeform 143"/>
            <p:cNvSpPr/>
            <p:nvPr/>
          </p:nvSpPr>
          <p:spPr bwMode="auto">
            <a:xfrm>
              <a:off x="8172093" y="5703499"/>
              <a:ext cx="899243" cy="789469"/>
            </a:xfrm>
            <a:custGeom>
              <a:avLst/>
              <a:gdLst>
                <a:gd name="T0" fmla="*/ 598 w 1196"/>
                <a:gd name="T1" fmla="*/ 1050 h 1050"/>
                <a:gd name="T2" fmla="*/ 299 w 1196"/>
                <a:gd name="T3" fmla="*/ 524 h 1050"/>
                <a:gd name="T4" fmla="*/ 0 w 1196"/>
                <a:gd name="T5" fmla="*/ 0 h 1050"/>
                <a:gd name="T6" fmla="*/ 598 w 1196"/>
                <a:gd name="T7" fmla="*/ 0 h 1050"/>
                <a:gd name="T8" fmla="*/ 1196 w 1196"/>
                <a:gd name="T9" fmla="*/ 0 h 1050"/>
                <a:gd name="T10" fmla="*/ 897 w 1196"/>
                <a:gd name="T11" fmla="*/ 524 h 1050"/>
                <a:gd name="T12" fmla="*/ 598 w 1196"/>
                <a:gd name="T13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6" h="1050">
                  <a:moveTo>
                    <a:pt x="598" y="1050"/>
                  </a:moveTo>
                  <a:lnTo>
                    <a:pt x="299" y="524"/>
                  </a:lnTo>
                  <a:lnTo>
                    <a:pt x="0" y="0"/>
                  </a:lnTo>
                  <a:lnTo>
                    <a:pt x="598" y="0"/>
                  </a:lnTo>
                  <a:lnTo>
                    <a:pt x="1196" y="0"/>
                  </a:lnTo>
                  <a:lnTo>
                    <a:pt x="897" y="524"/>
                  </a:lnTo>
                  <a:lnTo>
                    <a:pt x="598" y="1050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6" name="Freeform 144"/>
            <p:cNvSpPr/>
            <p:nvPr/>
          </p:nvSpPr>
          <p:spPr bwMode="auto">
            <a:xfrm>
              <a:off x="8471340" y="6229812"/>
              <a:ext cx="298495" cy="263156"/>
            </a:xfrm>
            <a:custGeom>
              <a:avLst/>
              <a:gdLst>
                <a:gd name="T0" fmla="*/ 397 w 397"/>
                <a:gd name="T1" fmla="*/ 0 h 350"/>
                <a:gd name="T2" fmla="*/ 200 w 397"/>
                <a:gd name="T3" fmla="*/ 0 h 350"/>
                <a:gd name="T4" fmla="*/ 0 w 397"/>
                <a:gd name="T5" fmla="*/ 0 h 350"/>
                <a:gd name="T6" fmla="*/ 200 w 397"/>
                <a:gd name="T7" fmla="*/ 350 h 350"/>
                <a:gd name="T8" fmla="*/ 397 w 397"/>
                <a:gd name="T9" fmla="*/ 0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7" h="350">
                  <a:moveTo>
                    <a:pt x="397" y="0"/>
                  </a:moveTo>
                  <a:lnTo>
                    <a:pt x="200" y="0"/>
                  </a:lnTo>
                  <a:lnTo>
                    <a:pt x="0" y="0"/>
                  </a:lnTo>
                  <a:lnTo>
                    <a:pt x="200" y="350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7" name="Rectangle 145"/>
            <p:cNvSpPr>
              <a:spLocks noChangeArrowheads="1"/>
            </p:cNvSpPr>
            <p:nvPr/>
          </p:nvSpPr>
          <p:spPr bwMode="auto">
            <a:xfrm>
              <a:off x="8172093" y="4261401"/>
              <a:ext cx="899243" cy="15939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8" name="Rectangle 146"/>
            <p:cNvSpPr>
              <a:spLocks noChangeArrowheads="1"/>
            </p:cNvSpPr>
            <p:nvPr/>
          </p:nvSpPr>
          <p:spPr bwMode="auto">
            <a:xfrm>
              <a:off x="8172093" y="4069673"/>
              <a:ext cx="899243" cy="1917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89" name="TextBox 152"/>
          <p:cNvSpPr txBox="1"/>
          <p:nvPr/>
        </p:nvSpPr>
        <p:spPr>
          <a:xfrm flipH="1">
            <a:off x="2884884" y="2249726"/>
            <a:ext cx="2752402" cy="435928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0" name="Freeform 46"/>
          <p:cNvSpPr>
            <a:spLocks noChangeArrowheads="1"/>
          </p:cNvSpPr>
          <p:nvPr/>
        </p:nvSpPr>
        <p:spPr bwMode="auto">
          <a:xfrm>
            <a:off x="2299206" y="2307438"/>
            <a:ext cx="389312" cy="371460"/>
          </a:xfrm>
          <a:custGeom>
            <a:avLst/>
            <a:gdLst>
              <a:gd name="T0" fmla="*/ 163754 w 461"/>
              <a:gd name="T1" fmla="*/ 150508 h 443"/>
              <a:gd name="T2" fmla="*/ 163754 w 461"/>
              <a:gd name="T3" fmla="*/ 150508 h 443"/>
              <a:gd name="T4" fmla="*/ 128116 w 461"/>
              <a:gd name="T5" fmla="*/ 111089 h 443"/>
              <a:gd name="T6" fmla="*/ 139845 w 461"/>
              <a:gd name="T7" fmla="*/ 87349 h 443"/>
              <a:gd name="T8" fmla="*/ 147965 w 461"/>
              <a:gd name="T9" fmla="*/ 67639 h 443"/>
              <a:gd name="T10" fmla="*/ 143905 w 461"/>
              <a:gd name="T11" fmla="*/ 59128 h 443"/>
              <a:gd name="T12" fmla="*/ 147965 w 461"/>
              <a:gd name="T13" fmla="*/ 39419 h 443"/>
              <a:gd name="T14" fmla="*/ 103756 w 461"/>
              <a:gd name="T15" fmla="*/ 0 h 443"/>
              <a:gd name="T16" fmla="*/ 59547 w 461"/>
              <a:gd name="T17" fmla="*/ 39419 h 443"/>
              <a:gd name="T18" fmla="*/ 63607 w 461"/>
              <a:gd name="T19" fmla="*/ 59128 h 443"/>
              <a:gd name="T20" fmla="*/ 59547 w 461"/>
              <a:gd name="T21" fmla="*/ 67639 h 443"/>
              <a:gd name="T22" fmla="*/ 67667 w 461"/>
              <a:gd name="T23" fmla="*/ 87349 h 443"/>
              <a:gd name="T24" fmla="*/ 79847 w 461"/>
              <a:gd name="T25" fmla="*/ 111089 h 443"/>
              <a:gd name="T26" fmla="*/ 43758 w 461"/>
              <a:gd name="T27" fmla="*/ 150508 h 443"/>
              <a:gd name="T28" fmla="*/ 0 w 461"/>
              <a:gd name="T29" fmla="*/ 178281 h 443"/>
              <a:gd name="T30" fmla="*/ 0 w 461"/>
              <a:gd name="T31" fmla="*/ 197990 h 443"/>
              <a:gd name="T32" fmla="*/ 103756 w 461"/>
              <a:gd name="T33" fmla="*/ 197990 h 443"/>
              <a:gd name="T34" fmla="*/ 207512 w 461"/>
              <a:gd name="T35" fmla="*/ 197990 h 443"/>
              <a:gd name="T36" fmla="*/ 207512 w 461"/>
              <a:gd name="T37" fmla="*/ 178281 h 443"/>
              <a:gd name="T38" fmla="*/ 163754 w 461"/>
              <a:gd name="T39" fmla="*/ 150508 h 443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461" h="443">
                <a:moveTo>
                  <a:pt x="363" y="336"/>
                </a:moveTo>
                <a:lnTo>
                  <a:pt x="363" y="336"/>
                </a:lnTo>
                <a:cubicBezTo>
                  <a:pt x="301" y="310"/>
                  <a:pt x="284" y="292"/>
                  <a:pt x="284" y="248"/>
                </a:cubicBezTo>
                <a:cubicBezTo>
                  <a:pt x="284" y="230"/>
                  <a:pt x="301" y="239"/>
                  <a:pt x="310" y="195"/>
                </a:cubicBezTo>
                <a:cubicBezTo>
                  <a:pt x="310" y="176"/>
                  <a:pt x="328" y="195"/>
                  <a:pt x="328" y="151"/>
                </a:cubicBezTo>
                <a:cubicBezTo>
                  <a:pt x="328" y="132"/>
                  <a:pt x="319" y="132"/>
                  <a:pt x="319" y="132"/>
                </a:cubicBezTo>
                <a:cubicBezTo>
                  <a:pt x="319" y="132"/>
                  <a:pt x="328" y="106"/>
                  <a:pt x="328" y="88"/>
                </a:cubicBezTo>
                <a:cubicBezTo>
                  <a:pt x="328" y="61"/>
                  <a:pt x="319" y="0"/>
                  <a:pt x="230" y="0"/>
                </a:cubicBezTo>
                <a:cubicBezTo>
                  <a:pt x="141" y="0"/>
                  <a:pt x="132" y="61"/>
                  <a:pt x="132" y="88"/>
                </a:cubicBezTo>
                <a:cubicBezTo>
                  <a:pt x="132" y="106"/>
                  <a:pt x="141" y="132"/>
                  <a:pt x="141" y="132"/>
                </a:cubicBezTo>
                <a:cubicBezTo>
                  <a:pt x="141" y="132"/>
                  <a:pt x="132" y="132"/>
                  <a:pt x="132" y="151"/>
                </a:cubicBezTo>
                <a:cubicBezTo>
                  <a:pt x="132" y="195"/>
                  <a:pt x="150" y="176"/>
                  <a:pt x="150" y="195"/>
                </a:cubicBezTo>
                <a:cubicBezTo>
                  <a:pt x="159" y="239"/>
                  <a:pt x="177" y="230"/>
                  <a:pt x="177" y="248"/>
                </a:cubicBezTo>
                <a:cubicBezTo>
                  <a:pt x="177" y="292"/>
                  <a:pt x="159" y="310"/>
                  <a:pt x="97" y="336"/>
                </a:cubicBezTo>
                <a:cubicBezTo>
                  <a:pt x="35" y="354"/>
                  <a:pt x="0" y="380"/>
                  <a:pt x="0" y="398"/>
                </a:cubicBezTo>
                <a:cubicBezTo>
                  <a:pt x="0" y="407"/>
                  <a:pt x="0" y="442"/>
                  <a:pt x="0" y="442"/>
                </a:cubicBezTo>
                <a:cubicBezTo>
                  <a:pt x="230" y="442"/>
                  <a:pt x="230" y="442"/>
                  <a:pt x="230" y="442"/>
                </a:cubicBezTo>
                <a:cubicBezTo>
                  <a:pt x="460" y="442"/>
                  <a:pt x="460" y="442"/>
                  <a:pt x="460" y="442"/>
                </a:cubicBezTo>
                <a:cubicBezTo>
                  <a:pt x="460" y="442"/>
                  <a:pt x="460" y="407"/>
                  <a:pt x="460" y="398"/>
                </a:cubicBezTo>
                <a:cubicBezTo>
                  <a:pt x="460" y="380"/>
                  <a:pt x="425" y="354"/>
                  <a:pt x="363" y="336"/>
                </a:cubicBezTo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1" name="Freeform 29"/>
          <p:cNvSpPr>
            <a:spLocks noChangeArrowheads="1"/>
          </p:cNvSpPr>
          <p:nvPr/>
        </p:nvSpPr>
        <p:spPr bwMode="auto">
          <a:xfrm>
            <a:off x="2306637" y="3085459"/>
            <a:ext cx="374451" cy="386317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2" name="TextBox 158"/>
          <p:cNvSpPr txBox="1"/>
          <p:nvPr/>
        </p:nvSpPr>
        <p:spPr>
          <a:xfrm flipH="1">
            <a:off x="2884884" y="3035176"/>
            <a:ext cx="2752402" cy="435928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3" name="Freeform 102"/>
          <p:cNvSpPr>
            <a:spLocks noChangeArrowheads="1"/>
          </p:cNvSpPr>
          <p:nvPr/>
        </p:nvSpPr>
        <p:spPr bwMode="auto">
          <a:xfrm>
            <a:off x="2285834" y="3876854"/>
            <a:ext cx="416056" cy="374430"/>
          </a:xfrm>
          <a:custGeom>
            <a:avLst/>
            <a:gdLst>
              <a:gd name="T0" fmla="*/ 35703 w 498"/>
              <a:gd name="T1" fmla="*/ 67874 h 445"/>
              <a:gd name="T2" fmla="*/ 35703 w 498"/>
              <a:gd name="T3" fmla="*/ 67874 h 445"/>
              <a:gd name="T4" fmla="*/ 63372 w 498"/>
              <a:gd name="T5" fmla="*/ 75965 h 445"/>
              <a:gd name="T6" fmla="*/ 67389 w 498"/>
              <a:gd name="T7" fmla="*/ 75965 h 445"/>
              <a:gd name="T8" fmla="*/ 87026 w 498"/>
              <a:gd name="T9" fmla="*/ 60232 h 445"/>
              <a:gd name="T10" fmla="*/ 87026 w 498"/>
              <a:gd name="T11" fmla="*/ 56187 h 445"/>
              <a:gd name="T12" fmla="*/ 79439 w 498"/>
              <a:gd name="T13" fmla="*/ 48096 h 445"/>
              <a:gd name="T14" fmla="*/ 122728 w 498"/>
              <a:gd name="T15" fmla="*/ 4495 h 445"/>
              <a:gd name="T16" fmla="*/ 87026 w 498"/>
              <a:gd name="T17" fmla="*/ 0 h 445"/>
              <a:gd name="T18" fmla="*/ 47753 w 498"/>
              <a:gd name="T19" fmla="*/ 24273 h 445"/>
              <a:gd name="T20" fmla="*/ 32133 w 498"/>
              <a:gd name="T21" fmla="*/ 36409 h 445"/>
              <a:gd name="T22" fmla="*/ 23653 w 498"/>
              <a:gd name="T23" fmla="*/ 52141 h 445"/>
              <a:gd name="T24" fmla="*/ 8033 w 498"/>
              <a:gd name="T25" fmla="*/ 56187 h 445"/>
              <a:gd name="T26" fmla="*/ 0 w 498"/>
              <a:gd name="T27" fmla="*/ 64278 h 445"/>
              <a:gd name="T28" fmla="*/ 0 w 498"/>
              <a:gd name="T29" fmla="*/ 67874 h 445"/>
              <a:gd name="T30" fmla="*/ 16066 w 498"/>
              <a:gd name="T31" fmla="*/ 84055 h 445"/>
              <a:gd name="T32" fmla="*/ 23653 w 498"/>
              <a:gd name="T33" fmla="*/ 88101 h 445"/>
              <a:gd name="T34" fmla="*/ 32133 w 498"/>
              <a:gd name="T35" fmla="*/ 80010 h 445"/>
              <a:gd name="T36" fmla="*/ 35703 w 498"/>
              <a:gd name="T37" fmla="*/ 67874 h 445"/>
              <a:gd name="T38" fmla="*/ 99075 w 498"/>
              <a:gd name="T39" fmla="*/ 71919 h 445"/>
              <a:gd name="T40" fmla="*/ 99075 w 498"/>
              <a:gd name="T41" fmla="*/ 71919 h 445"/>
              <a:gd name="T42" fmla="*/ 95059 w 498"/>
              <a:gd name="T43" fmla="*/ 71919 h 445"/>
              <a:gd name="T44" fmla="*/ 79439 w 498"/>
              <a:gd name="T45" fmla="*/ 84055 h 445"/>
              <a:gd name="T46" fmla="*/ 75422 w 498"/>
              <a:gd name="T47" fmla="*/ 91697 h 445"/>
              <a:gd name="T48" fmla="*/ 170035 w 498"/>
              <a:gd name="T49" fmla="*/ 195530 h 445"/>
              <a:gd name="T50" fmla="*/ 178068 w 498"/>
              <a:gd name="T51" fmla="*/ 195530 h 445"/>
              <a:gd name="T52" fmla="*/ 190117 w 498"/>
              <a:gd name="T53" fmla="*/ 187439 h 445"/>
              <a:gd name="T54" fmla="*/ 190117 w 498"/>
              <a:gd name="T55" fmla="*/ 179798 h 445"/>
              <a:gd name="T56" fmla="*/ 99075 w 498"/>
              <a:gd name="T57" fmla="*/ 71919 h 445"/>
              <a:gd name="T58" fmla="*/ 221804 w 498"/>
              <a:gd name="T59" fmla="*/ 28318 h 445"/>
              <a:gd name="T60" fmla="*/ 221804 w 498"/>
              <a:gd name="T61" fmla="*/ 28318 h 445"/>
              <a:gd name="T62" fmla="*/ 213771 w 498"/>
              <a:gd name="T63" fmla="*/ 24273 h 445"/>
              <a:gd name="T64" fmla="*/ 205737 w 498"/>
              <a:gd name="T65" fmla="*/ 40005 h 445"/>
              <a:gd name="T66" fmla="*/ 182084 w 498"/>
              <a:gd name="T67" fmla="*/ 48096 h 445"/>
              <a:gd name="T68" fmla="*/ 178068 w 498"/>
              <a:gd name="T69" fmla="*/ 28318 h 445"/>
              <a:gd name="T70" fmla="*/ 186101 w 498"/>
              <a:gd name="T71" fmla="*/ 8540 h 445"/>
              <a:gd name="T72" fmla="*/ 182084 w 498"/>
              <a:gd name="T73" fmla="*/ 4495 h 445"/>
              <a:gd name="T74" fmla="*/ 150398 w 498"/>
              <a:gd name="T75" fmla="*/ 32364 h 445"/>
              <a:gd name="T76" fmla="*/ 142365 w 498"/>
              <a:gd name="T77" fmla="*/ 67874 h 445"/>
              <a:gd name="T78" fmla="*/ 126745 w 498"/>
              <a:gd name="T79" fmla="*/ 84055 h 445"/>
              <a:gd name="T80" fmla="*/ 142365 w 498"/>
              <a:gd name="T81" fmla="*/ 103833 h 445"/>
              <a:gd name="T82" fmla="*/ 162448 w 498"/>
              <a:gd name="T83" fmla="*/ 84055 h 445"/>
              <a:gd name="T84" fmla="*/ 182084 w 498"/>
              <a:gd name="T85" fmla="*/ 80010 h 445"/>
              <a:gd name="T86" fmla="*/ 217787 w 498"/>
              <a:gd name="T87" fmla="*/ 64278 h 445"/>
              <a:gd name="T88" fmla="*/ 221804 w 498"/>
              <a:gd name="T89" fmla="*/ 28318 h 445"/>
              <a:gd name="T90" fmla="*/ 32133 w 498"/>
              <a:gd name="T91" fmla="*/ 179798 h 445"/>
              <a:gd name="T92" fmla="*/ 32133 w 498"/>
              <a:gd name="T93" fmla="*/ 179798 h 445"/>
              <a:gd name="T94" fmla="*/ 32133 w 498"/>
              <a:gd name="T95" fmla="*/ 187439 h 445"/>
              <a:gd name="T96" fmla="*/ 39719 w 498"/>
              <a:gd name="T97" fmla="*/ 199576 h 445"/>
              <a:gd name="T98" fmla="*/ 47753 w 498"/>
              <a:gd name="T99" fmla="*/ 195530 h 445"/>
              <a:gd name="T100" fmla="*/ 103092 w 498"/>
              <a:gd name="T101" fmla="*/ 143838 h 445"/>
              <a:gd name="T102" fmla="*/ 87026 w 498"/>
              <a:gd name="T103" fmla="*/ 123611 h 445"/>
              <a:gd name="T104" fmla="*/ 32133 w 498"/>
              <a:gd name="T105" fmla="*/ 179798 h 445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498" h="445">
                <a:moveTo>
                  <a:pt x="80" y="151"/>
                </a:moveTo>
                <a:lnTo>
                  <a:pt x="80" y="151"/>
                </a:lnTo>
                <a:cubicBezTo>
                  <a:pt x="97" y="134"/>
                  <a:pt x="116" y="143"/>
                  <a:pt x="142" y="169"/>
                </a:cubicBezTo>
                <a:cubicBezTo>
                  <a:pt x="151" y="178"/>
                  <a:pt x="151" y="169"/>
                  <a:pt x="151" y="169"/>
                </a:cubicBezTo>
                <a:cubicBezTo>
                  <a:pt x="160" y="169"/>
                  <a:pt x="186" y="134"/>
                  <a:pt x="195" y="134"/>
                </a:cubicBezTo>
                <a:cubicBezTo>
                  <a:pt x="195" y="134"/>
                  <a:pt x="195" y="134"/>
                  <a:pt x="195" y="125"/>
                </a:cubicBezTo>
                <a:cubicBezTo>
                  <a:pt x="186" y="125"/>
                  <a:pt x="178" y="116"/>
                  <a:pt x="178" y="107"/>
                </a:cubicBezTo>
                <a:cubicBezTo>
                  <a:pt x="133" y="45"/>
                  <a:pt x="301" y="10"/>
                  <a:pt x="275" y="10"/>
                </a:cubicBezTo>
                <a:cubicBezTo>
                  <a:pt x="257" y="0"/>
                  <a:pt x="204" y="0"/>
                  <a:pt x="195" y="0"/>
                </a:cubicBezTo>
                <a:cubicBezTo>
                  <a:pt x="169" y="10"/>
                  <a:pt x="125" y="36"/>
                  <a:pt x="107" y="54"/>
                </a:cubicBezTo>
                <a:cubicBezTo>
                  <a:pt x="80" y="72"/>
                  <a:pt x="72" y="81"/>
                  <a:pt x="72" y="81"/>
                </a:cubicBezTo>
                <a:cubicBezTo>
                  <a:pt x="62" y="89"/>
                  <a:pt x="72" y="107"/>
                  <a:pt x="53" y="116"/>
                </a:cubicBezTo>
                <a:cubicBezTo>
                  <a:pt x="36" y="125"/>
                  <a:pt x="27" y="116"/>
                  <a:pt x="18" y="125"/>
                </a:cubicBezTo>
                <a:cubicBezTo>
                  <a:pt x="18" y="134"/>
                  <a:pt x="9" y="134"/>
                  <a:pt x="0" y="143"/>
                </a:cubicBezTo>
                <a:lnTo>
                  <a:pt x="0" y="151"/>
                </a:lnTo>
                <a:lnTo>
                  <a:pt x="36" y="187"/>
                </a:lnTo>
                <a:cubicBezTo>
                  <a:pt x="36" y="196"/>
                  <a:pt x="44" y="196"/>
                  <a:pt x="53" y="196"/>
                </a:cubicBezTo>
                <a:cubicBezTo>
                  <a:pt x="53" y="187"/>
                  <a:pt x="62" y="178"/>
                  <a:pt x="72" y="178"/>
                </a:cubicBezTo>
                <a:cubicBezTo>
                  <a:pt x="72" y="178"/>
                  <a:pt x="72" y="151"/>
                  <a:pt x="80" y="151"/>
                </a:cubicBezTo>
                <a:close/>
                <a:moveTo>
                  <a:pt x="222" y="160"/>
                </a:moveTo>
                <a:lnTo>
                  <a:pt x="222" y="160"/>
                </a:lnTo>
                <a:cubicBezTo>
                  <a:pt x="213" y="160"/>
                  <a:pt x="213" y="160"/>
                  <a:pt x="213" y="160"/>
                </a:cubicBezTo>
                <a:cubicBezTo>
                  <a:pt x="178" y="187"/>
                  <a:pt x="178" y="187"/>
                  <a:pt x="178" y="187"/>
                </a:cubicBezTo>
                <a:cubicBezTo>
                  <a:pt x="169" y="196"/>
                  <a:pt x="169" y="196"/>
                  <a:pt x="169" y="204"/>
                </a:cubicBezTo>
                <a:cubicBezTo>
                  <a:pt x="381" y="435"/>
                  <a:pt x="381" y="435"/>
                  <a:pt x="381" y="435"/>
                </a:cubicBezTo>
                <a:cubicBezTo>
                  <a:pt x="381" y="444"/>
                  <a:pt x="391" y="444"/>
                  <a:pt x="399" y="435"/>
                </a:cubicBezTo>
                <a:cubicBezTo>
                  <a:pt x="426" y="417"/>
                  <a:pt x="426" y="417"/>
                  <a:pt x="426" y="417"/>
                </a:cubicBezTo>
                <a:cubicBezTo>
                  <a:pt x="426" y="408"/>
                  <a:pt x="426" y="400"/>
                  <a:pt x="426" y="400"/>
                </a:cubicBezTo>
                <a:lnTo>
                  <a:pt x="222" y="160"/>
                </a:lnTo>
                <a:close/>
                <a:moveTo>
                  <a:pt x="497" y="63"/>
                </a:moveTo>
                <a:lnTo>
                  <a:pt x="497" y="63"/>
                </a:lnTo>
                <a:cubicBezTo>
                  <a:pt x="488" y="45"/>
                  <a:pt x="488" y="54"/>
                  <a:pt x="479" y="54"/>
                </a:cubicBezTo>
                <a:cubicBezTo>
                  <a:pt x="479" y="63"/>
                  <a:pt x="461" y="81"/>
                  <a:pt x="461" y="89"/>
                </a:cubicBezTo>
                <a:cubicBezTo>
                  <a:pt x="452" y="107"/>
                  <a:pt x="435" y="125"/>
                  <a:pt x="408" y="107"/>
                </a:cubicBezTo>
                <a:cubicBezTo>
                  <a:pt x="381" y="81"/>
                  <a:pt x="391" y="72"/>
                  <a:pt x="399" y="63"/>
                </a:cubicBezTo>
                <a:cubicBezTo>
                  <a:pt x="399" y="54"/>
                  <a:pt x="417" y="28"/>
                  <a:pt x="417" y="19"/>
                </a:cubicBezTo>
                <a:cubicBezTo>
                  <a:pt x="426" y="19"/>
                  <a:pt x="417" y="10"/>
                  <a:pt x="408" y="10"/>
                </a:cubicBezTo>
                <a:cubicBezTo>
                  <a:pt x="399" y="19"/>
                  <a:pt x="346" y="36"/>
                  <a:pt x="337" y="72"/>
                </a:cubicBezTo>
                <a:cubicBezTo>
                  <a:pt x="328" y="98"/>
                  <a:pt x="346" y="125"/>
                  <a:pt x="319" y="151"/>
                </a:cubicBezTo>
                <a:cubicBezTo>
                  <a:pt x="284" y="187"/>
                  <a:pt x="284" y="187"/>
                  <a:pt x="284" y="187"/>
                </a:cubicBezTo>
                <a:cubicBezTo>
                  <a:pt x="319" y="231"/>
                  <a:pt x="319" y="231"/>
                  <a:pt x="319" y="231"/>
                </a:cubicBezTo>
                <a:cubicBezTo>
                  <a:pt x="364" y="187"/>
                  <a:pt x="364" y="187"/>
                  <a:pt x="364" y="187"/>
                </a:cubicBezTo>
                <a:cubicBezTo>
                  <a:pt x="372" y="178"/>
                  <a:pt x="391" y="169"/>
                  <a:pt x="408" y="178"/>
                </a:cubicBezTo>
                <a:cubicBezTo>
                  <a:pt x="452" y="187"/>
                  <a:pt x="470" y="169"/>
                  <a:pt x="488" y="143"/>
                </a:cubicBezTo>
                <a:cubicBezTo>
                  <a:pt x="497" y="116"/>
                  <a:pt x="497" y="72"/>
                  <a:pt x="497" y="63"/>
                </a:cubicBezTo>
                <a:close/>
                <a:moveTo>
                  <a:pt x="72" y="400"/>
                </a:moveTo>
                <a:lnTo>
                  <a:pt x="72" y="400"/>
                </a:lnTo>
                <a:cubicBezTo>
                  <a:pt x="62" y="408"/>
                  <a:pt x="62" y="417"/>
                  <a:pt x="72" y="417"/>
                </a:cubicBezTo>
                <a:cubicBezTo>
                  <a:pt x="89" y="444"/>
                  <a:pt x="89" y="444"/>
                  <a:pt x="89" y="444"/>
                </a:cubicBezTo>
                <a:cubicBezTo>
                  <a:pt x="97" y="444"/>
                  <a:pt x="107" y="444"/>
                  <a:pt x="107" y="435"/>
                </a:cubicBezTo>
                <a:cubicBezTo>
                  <a:pt x="231" y="320"/>
                  <a:pt x="231" y="320"/>
                  <a:pt x="231" y="320"/>
                </a:cubicBezTo>
                <a:cubicBezTo>
                  <a:pt x="195" y="275"/>
                  <a:pt x="195" y="275"/>
                  <a:pt x="195" y="275"/>
                </a:cubicBezTo>
                <a:lnTo>
                  <a:pt x="72" y="40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4" name="TextBox 159"/>
          <p:cNvSpPr txBox="1"/>
          <p:nvPr/>
        </p:nvSpPr>
        <p:spPr>
          <a:xfrm flipH="1">
            <a:off x="2884884" y="3820626"/>
            <a:ext cx="2752402" cy="435928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5" name="Freeform 28"/>
          <p:cNvSpPr>
            <a:spLocks noChangeArrowheads="1"/>
          </p:cNvSpPr>
          <p:nvPr/>
        </p:nvSpPr>
        <p:spPr bwMode="auto">
          <a:xfrm>
            <a:off x="2284347" y="4674190"/>
            <a:ext cx="419029" cy="350656"/>
          </a:xfrm>
          <a:custGeom>
            <a:avLst/>
            <a:gdLst>
              <a:gd name="T0" fmla="*/ 55735 w 498"/>
              <a:gd name="T1" fmla="*/ 36300 h 418"/>
              <a:gd name="T2" fmla="*/ 55735 w 498"/>
              <a:gd name="T3" fmla="*/ 36300 h 418"/>
              <a:gd name="T4" fmla="*/ 16181 w 498"/>
              <a:gd name="T5" fmla="*/ 115622 h 418"/>
              <a:gd name="T6" fmla="*/ 155518 w 498"/>
              <a:gd name="T7" fmla="*/ 51985 h 418"/>
              <a:gd name="T8" fmla="*/ 4045 w 498"/>
              <a:gd name="T9" fmla="*/ 171192 h 418"/>
              <a:gd name="T10" fmla="*/ 19777 w 498"/>
              <a:gd name="T11" fmla="*/ 179258 h 418"/>
              <a:gd name="T12" fmla="*/ 43599 w 498"/>
              <a:gd name="T13" fmla="*/ 139373 h 418"/>
              <a:gd name="T14" fmla="*/ 131696 w 498"/>
              <a:gd name="T15" fmla="*/ 139373 h 418"/>
              <a:gd name="T16" fmla="*/ 210803 w 498"/>
              <a:gd name="T17" fmla="*/ 32267 h 418"/>
              <a:gd name="T18" fmla="*/ 55735 w 498"/>
              <a:gd name="T19" fmla="*/ 36300 h 41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98" h="418">
                <a:moveTo>
                  <a:pt x="124" y="81"/>
                </a:moveTo>
                <a:lnTo>
                  <a:pt x="124" y="81"/>
                </a:lnTo>
                <a:cubicBezTo>
                  <a:pt x="27" y="134"/>
                  <a:pt x="36" y="222"/>
                  <a:pt x="36" y="258"/>
                </a:cubicBezTo>
                <a:cubicBezTo>
                  <a:pt x="159" y="107"/>
                  <a:pt x="346" y="116"/>
                  <a:pt x="346" y="116"/>
                </a:cubicBezTo>
                <a:cubicBezTo>
                  <a:pt x="346" y="116"/>
                  <a:pt x="80" y="204"/>
                  <a:pt x="9" y="382"/>
                </a:cubicBezTo>
                <a:cubicBezTo>
                  <a:pt x="0" y="400"/>
                  <a:pt x="36" y="417"/>
                  <a:pt x="44" y="400"/>
                </a:cubicBezTo>
                <a:cubicBezTo>
                  <a:pt x="62" y="355"/>
                  <a:pt x="97" y="311"/>
                  <a:pt x="97" y="311"/>
                </a:cubicBezTo>
                <a:cubicBezTo>
                  <a:pt x="151" y="329"/>
                  <a:pt x="230" y="355"/>
                  <a:pt x="293" y="311"/>
                </a:cubicBezTo>
                <a:cubicBezTo>
                  <a:pt x="363" y="258"/>
                  <a:pt x="363" y="134"/>
                  <a:pt x="469" y="72"/>
                </a:cubicBezTo>
                <a:cubicBezTo>
                  <a:pt x="497" y="63"/>
                  <a:pt x="249" y="0"/>
                  <a:pt x="124" y="81"/>
                </a:cubicBezTo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6" name="TextBox 160"/>
          <p:cNvSpPr txBox="1"/>
          <p:nvPr/>
        </p:nvSpPr>
        <p:spPr>
          <a:xfrm flipH="1">
            <a:off x="2884884" y="4606076"/>
            <a:ext cx="2752402" cy="435928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7" name="Freeform 103"/>
          <p:cNvSpPr>
            <a:spLocks noChangeArrowheads="1"/>
          </p:cNvSpPr>
          <p:nvPr/>
        </p:nvSpPr>
        <p:spPr bwMode="auto">
          <a:xfrm>
            <a:off x="2331899" y="5429927"/>
            <a:ext cx="323927" cy="410090"/>
          </a:xfrm>
          <a:custGeom>
            <a:avLst/>
            <a:gdLst>
              <a:gd name="T0" fmla="*/ 52408 w 383"/>
              <a:gd name="T1" fmla="*/ 27833 h 488"/>
              <a:gd name="T2" fmla="*/ 52408 w 383"/>
              <a:gd name="T3" fmla="*/ 27833 h 488"/>
              <a:gd name="T4" fmla="*/ 52408 w 383"/>
              <a:gd name="T5" fmla="*/ 159368 h 488"/>
              <a:gd name="T6" fmla="*/ 28463 w 383"/>
              <a:gd name="T7" fmla="*/ 163408 h 488"/>
              <a:gd name="T8" fmla="*/ 8132 w 383"/>
              <a:gd name="T9" fmla="*/ 198873 h 488"/>
              <a:gd name="T10" fmla="*/ 44276 w 383"/>
              <a:gd name="T11" fmla="*/ 210994 h 488"/>
              <a:gd name="T12" fmla="*/ 72287 w 383"/>
              <a:gd name="T13" fmla="*/ 179121 h 488"/>
              <a:gd name="T14" fmla="*/ 72287 w 383"/>
              <a:gd name="T15" fmla="*/ 71828 h 488"/>
              <a:gd name="T16" fmla="*/ 152254 w 383"/>
              <a:gd name="T17" fmla="*/ 51626 h 488"/>
              <a:gd name="T18" fmla="*/ 152254 w 383"/>
              <a:gd name="T19" fmla="*/ 139615 h 488"/>
              <a:gd name="T20" fmla="*/ 128309 w 383"/>
              <a:gd name="T21" fmla="*/ 139615 h 488"/>
              <a:gd name="T22" fmla="*/ 107979 w 383"/>
              <a:gd name="T23" fmla="*/ 179121 h 488"/>
              <a:gd name="T24" fmla="*/ 144122 w 383"/>
              <a:gd name="T25" fmla="*/ 190793 h 488"/>
              <a:gd name="T26" fmla="*/ 172585 w 383"/>
              <a:gd name="T27" fmla="*/ 159368 h 488"/>
              <a:gd name="T28" fmla="*/ 172585 w 383"/>
              <a:gd name="T29" fmla="*/ 0 h 488"/>
              <a:gd name="T30" fmla="*/ 52408 w 383"/>
              <a:gd name="T31" fmla="*/ 27833 h 48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383" h="488">
                <a:moveTo>
                  <a:pt x="116" y="62"/>
                </a:moveTo>
                <a:lnTo>
                  <a:pt x="116" y="62"/>
                </a:lnTo>
                <a:cubicBezTo>
                  <a:pt x="116" y="355"/>
                  <a:pt x="116" y="355"/>
                  <a:pt x="116" y="355"/>
                </a:cubicBezTo>
                <a:cubicBezTo>
                  <a:pt x="98" y="355"/>
                  <a:pt x="80" y="355"/>
                  <a:pt x="63" y="364"/>
                </a:cubicBezTo>
                <a:cubicBezTo>
                  <a:pt x="18" y="372"/>
                  <a:pt x="0" y="417"/>
                  <a:pt x="18" y="443"/>
                </a:cubicBezTo>
                <a:cubicBezTo>
                  <a:pt x="27" y="478"/>
                  <a:pt x="63" y="487"/>
                  <a:pt x="98" y="470"/>
                </a:cubicBezTo>
                <a:cubicBezTo>
                  <a:pt x="133" y="461"/>
                  <a:pt x="160" y="434"/>
                  <a:pt x="160" y="399"/>
                </a:cubicBezTo>
                <a:cubicBezTo>
                  <a:pt x="160" y="399"/>
                  <a:pt x="160" y="248"/>
                  <a:pt x="160" y="160"/>
                </a:cubicBezTo>
                <a:cubicBezTo>
                  <a:pt x="337" y="115"/>
                  <a:pt x="337" y="115"/>
                  <a:pt x="337" y="115"/>
                </a:cubicBezTo>
                <a:cubicBezTo>
                  <a:pt x="337" y="311"/>
                  <a:pt x="337" y="311"/>
                  <a:pt x="337" y="311"/>
                </a:cubicBezTo>
                <a:cubicBezTo>
                  <a:pt x="319" y="301"/>
                  <a:pt x="301" y="301"/>
                  <a:pt x="284" y="311"/>
                </a:cubicBezTo>
                <a:cubicBezTo>
                  <a:pt x="239" y="328"/>
                  <a:pt x="222" y="364"/>
                  <a:pt x="239" y="399"/>
                </a:cubicBezTo>
                <a:cubicBezTo>
                  <a:pt x="248" y="425"/>
                  <a:pt x="284" y="434"/>
                  <a:pt x="319" y="425"/>
                </a:cubicBezTo>
                <a:cubicBezTo>
                  <a:pt x="355" y="408"/>
                  <a:pt x="382" y="381"/>
                  <a:pt x="382" y="355"/>
                </a:cubicBezTo>
                <a:cubicBezTo>
                  <a:pt x="382" y="0"/>
                  <a:pt x="382" y="0"/>
                  <a:pt x="382" y="0"/>
                </a:cubicBezTo>
                <a:lnTo>
                  <a:pt x="116" y="62"/>
                </a:lnTo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8" name="TextBox 161"/>
          <p:cNvSpPr txBox="1"/>
          <p:nvPr/>
        </p:nvSpPr>
        <p:spPr>
          <a:xfrm flipH="1">
            <a:off x="2884884" y="5391529"/>
            <a:ext cx="2752402" cy="435928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defTabSz="1285875"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9" name="TextBox 162"/>
          <p:cNvSpPr txBox="1"/>
          <p:nvPr/>
        </p:nvSpPr>
        <p:spPr>
          <a:xfrm rot="16200000">
            <a:off x="6142485" y="3110845"/>
            <a:ext cx="1249525" cy="420539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pPr algn="r"/>
            <a:r>
              <a:rPr lang="en-US" sz="2100" b="1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PROFILE</a:t>
            </a:r>
            <a:endParaRPr lang="en-US" sz="2100" b="1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0" name="TextBox 163"/>
          <p:cNvSpPr txBox="1"/>
          <p:nvPr/>
        </p:nvSpPr>
        <p:spPr>
          <a:xfrm>
            <a:off x="6964312" y="4183960"/>
            <a:ext cx="1429063" cy="420539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pPr algn="r"/>
            <a:r>
              <a:rPr lang="en-US" sz="2100" b="1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SUCCESS</a:t>
            </a:r>
            <a:endParaRPr lang="en-US" sz="2100" b="1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1" name="TextBox 164"/>
          <p:cNvSpPr txBox="1"/>
          <p:nvPr/>
        </p:nvSpPr>
        <p:spPr>
          <a:xfrm>
            <a:off x="8322316" y="1659389"/>
            <a:ext cx="1217465" cy="482094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pPr algn="ctr"/>
            <a:r>
              <a:rPr lang="en-US" sz="2500" b="1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SKILLS</a:t>
            </a:r>
            <a:endParaRPr lang="en-US" sz="2500" b="1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2" name="TextBox 165"/>
          <p:cNvSpPr txBox="1"/>
          <p:nvPr/>
        </p:nvSpPr>
        <p:spPr>
          <a:xfrm rot="5400000">
            <a:off x="10881531" y="3024917"/>
            <a:ext cx="1001060" cy="420539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en-US" sz="2100" b="1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MUSIC</a:t>
            </a:r>
            <a:endParaRPr lang="en-US" sz="2100" b="1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3" name="TextBox 166"/>
          <p:cNvSpPr txBox="1"/>
          <p:nvPr/>
        </p:nvSpPr>
        <p:spPr>
          <a:xfrm>
            <a:off x="9899975" y="3989206"/>
            <a:ext cx="1031517" cy="420539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en-US" sz="2100" b="1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LEAFS</a:t>
            </a:r>
            <a:endParaRPr lang="en-US" sz="2100" b="1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4" name="TextBox 172"/>
          <p:cNvSpPr txBox="1"/>
          <p:nvPr/>
        </p:nvSpPr>
        <p:spPr>
          <a:xfrm>
            <a:off x="1362031" y="2249726"/>
            <a:ext cx="845569" cy="482094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en-US" sz="2500" b="1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24%</a:t>
            </a:r>
            <a:endParaRPr lang="en-US" sz="2500" b="1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5" name="TextBox 174"/>
          <p:cNvSpPr txBox="1"/>
          <p:nvPr/>
        </p:nvSpPr>
        <p:spPr>
          <a:xfrm>
            <a:off x="1362031" y="3035176"/>
            <a:ext cx="832745" cy="482094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en-US" sz="2500" b="1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18%</a:t>
            </a:r>
            <a:endParaRPr lang="en-US" sz="2500" b="1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6" name="TextBox 177"/>
          <p:cNvSpPr txBox="1"/>
          <p:nvPr/>
        </p:nvSpPr>
        <p:spPr>
          <a:xfrm>
            <a:off x="1362031" y="3820627"/>
            <a:ext cx="832745" cy="482094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en-US" sz="2500" b="1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21%</a:t>
            </a:r>
            <a:endParaRPr lang="en-US" sz="2500" b="1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7" name="TextBox 178"/>
          <p:cNvSpPr txBox="1"/>
          <p:nvPr/>
        </p:nvSpPr>
        <p:spPr>
          <a:xfrm>
            <a:off x="1362031" y="4606076"/>
            <a:ext cx="826333" cy="482094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en-US" sz="2500" b="1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17%</a:t>
            </a:r>
            <a:endParaRPr lang="en-US" sz="2500" b="1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8" name="TextBox 181"/>
          <p:cNvSpPr txBox="1"/>
          <p:nvPr/>
        </p:nvSpPr>
        <p:spPr>
          <a:xfrm>
            <a:off x="1362031" y="5391530"/>
            <a:ext cx="832745" cy="482094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en-US" sz="2500" b="1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22%</a:t>
            </a:r>
            <a:endParaRPr lang="en-US" sz="2500" b="1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0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7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5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8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8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 animBg="1"/>
      <p:bldP spid="91" grpId="0" animBg="1"/>
      <p:bldP spid="92" grpId="0"/>
      <p:bldP spid="93" grpId="0" animBg="1"/>
      <p:bldP spid="94" grpId="0"/>
      <p:bldP spid="95" grpId="0" animBg="1"/>
      <p:bldP spid="96" grpId="0"/>
      <p:bldP spid="97" grpId="0" animBg="1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37" name="任意多边形 36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009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535620" y="333508"/>
            <a:ext cx="2791629" cy="616721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362842"/>
            <a:ext cx="640269" cy="589581"/>
            <a:chOff x="445380" y="344047"/>
            <a:chExt cx="607069" cy="559040"/>
          </a:xfrm>
          <a:solidFill>
            <a:srgbClr val="F68808"/>
          </a:solidFill>
        </p:grpSpPr>
        <p:sp>
          <p:nvSpPr>
            <p:cNvPr id="51" name="矩形 50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53311" y="377787"/>
              <a:ext cx="59913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" name="Group 38"/>
          <p:cNvGrpSpPr/>
          <p:nvPr/>
        </p:nvGrpSpPr>
        <p:grpSpPr>
          <a:xfrm>
            <a:off x="1082729" y="2354262"/>
            <a:ext cx="3686699" cy="699397"/>
            <a:chOff x="885153" y="1458761"/>
            <a:chExt cx="2621652" cy="497376"/>
          </a:xfrm>
        </p:grpSpPr>
        <p:sp>
          <p:nvSpPr>
            <p:cNvPr id="10" name="TextBox 2"/>
            <p:cNvSpPr txBox="1"/>
            <p:nvPr/>
          </p:nvSpPr>
          <p:spPr>
            <a:xfrm>
              <a:off x="2582822" y="1458761"/>
              <a:ext cx="875453" cy="1751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" name="TextBox 3"/>
            <p:cNvSpPr txBox="1"/>
            <p:nvPr/>
          </p:nvSpPr>
          <p:spPr>
            <a:xfrm>
              <a:off x="885153" y="1649712"/>
              <a:ext cx="2621652" cy="3064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2" name="Oval 24"/>
          <p:cNvSpPr/>
          <p:nvPr/>
        </p:nvSpPr>
        <p:spPr>
          <a:xfrm>
            <a:off x="4870315" y="2325898"/>
            <a:ext cx="1017840" cy="988645"/>
          </a:xfrm>
          <a:prstGeom prst="ellipse">
            <a:avLst/>
          </a:prstGeom>
          <a:solidFill>
            <a:srgbClr val="F68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3900" b="1" dirty="0">
              <a:solidFill>
                <a:schemeClr val="accent1">
                  <a:lumMod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3" name="Group 39"/>
          <p:cNvGrpSpPr/>
          <p:nvPr/>
        </p:nvGrpSpPr>
        <p:grpSpPr>
          <a:xfrm>
            <a:off x="1082729" y="3784237"/>
            <a:ext cx="3686700" cy="689035"/>
            <a:chOff x="885153" y="2475687"/>
            <a:chExt cx="2621653" cy="490007"/>
          </a:xfrm>
        </p:grpSpPr>
        <p:sp>
          <p:nvSpPr>
            <p:cNvPr id="14" name="TextBox 6"/>
            <p:cNvSpPr txBox="1"/>
            <p:nvPr/>
          </p:nvSpPr>
          <p:spPr>
            <a:xfrm>
              <a:off x="1876551" y="2475687"/>
              <a:ext cx="1630255" cy="1751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 defTabSz="1285875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5" name="TextBox 7"/>
            <p:cNvSpPr txBox="1"/>
            <p:nvPr/>
          </p:nvSpPr>
          <p:spPr>
            <a:xfrm>
              <a:off x="885153" y="2659269"/>
              <a:ext cx="2621653" cy="3064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6" name="Oval 30"/>
          <p:cNvSpPr/>
          <p:nvPr/>
        </p:nvSpPr>
        <p:spPr>
          <a:xfrm>
            <a:off x="4870315" y="3741475"/>
            <a:ext cx="1017840" cy="988648"/>
          </a:xfrm>
          <a:prstGeom prst="ellipse">
            <a:avLst/>
          </a:prstGeom>
          <a:solidFill>
            <a:srgbClr val="009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en-US" sz="3900" dirty="0">
              <a:solidFill>
                <a:schemeClr val="accent3">
                  <a:lumMod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7" name="Group 40"/>
          <p:cNvGrpSpPr/>
          <p:nvPr/>
        </p:nvGrpSpPr>
        <p:grpSpPr>
          <a:xfrm>
            <a:off x="1082729" y="5201827"/>
            <a:ext cx="3697432" cy="702427"/>
            <a:chOff x="885152" y="3483810"/>
            <a:chExt cx="2629285" cy="499531"/>
          </a:xfrm>
        </p:grpSpPr>
        <p:sp>
          <p:nvSpPr>
            <p:cNvPr id="18" name="TextBox 10"/>
            <p:cNvSpPr txBox="1"/>
            <p:nvPr/>
          </p:nvSpPr>
          <p:spPr>
            <a:xfrm>
              <a:off x="2638984" y="3483810"/>
              <a:ext cx="875453" cy="1751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9" name="TextBox 11"/>
            <p:cNvSpPr txBox="1"/>
            <p:nvPr/>
          </p:nvSpPr>
          <p:spPr>
            <a:xfrm>
              <a:off x="885152" y="3676916"/>
              <a:ext cx="2621653" cy="3064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20" name="Oval 35"/>
          <p:cNvSpPr/>
          <p:nvPr/>
        </p:nvSpPr>
        <p:spPr>
          <a:xfrm>
            <a:off x="4870315" y="5159070"/>
            <a:ext cx="1017840" cy="988648"/>
          </a:xfrm>
          <a:prstGeom prst="ellipse">
            <a:avLst/>
          </a:prstGeom>
          <a:solidFill>
            <a:srgbClr val="F68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en-US" sz="4500" dirty="0">
              <a:solidFill>
                <a:schemeClr val="accent5">
                  <a:lumMod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1" name="Group 32"/>
          <p:cNvGrpSpPr/>
          <p:nvPr/>
        </p:nvGrpSpPr>
        <p:grpSpPr>
          <a:xfrm>
            <a:off x="8049574" y="2366639"/>
            <a:ext cx="3726454" cy="689033"/>
            <a:chOff x="5638262" y="1467564"/>
            <a:chExt cx="2649923" cy="490006"/>
          </a:xfrm>
        </p:grpSpPr>
        <p:sp>
          <p:nvSpPr>
            <p:cNvPr id="22" name="TextBox 14"/>
            <p:cNvSpPr txBox="1"/>
            <p:nvPr/>
          </p:nvSpPr>
          <p:spPr>
            <a:xfrm>
              <a:off x="5663851" y="1467564"/>
              <a:ext cx="875453" cy="1751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 defTabSz="1285875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3" name="TextBox 15"/>
            <p:cNvSpPr txBox="1"/>
            <p:nvPr/>
          </p:nvSpPr>
          <p:spPr>
            <a:xfrm>
              <a:off x="5638262" y="1651145"/>
              <a:ext cx="2649923" cy="3064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24" name="Oval 58"/>
          <p:cNvSpPr/>
          <p:nvPr/>
        </p:nvSpPr>
        <p:spPr>
          <a:xfrm>
            <a:off x="6915437" y="2323880"/>
            <a:ext cx="1017840" cy="988648"/>
          </a:xfrm>
          <a:prstGeom prst="ellipse">
            <a:avLst/>
          </a:prstGeom>
          <a:solidFill>
            <a:srgbClr val="009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en-US" sz="3400" b="1" dirty="0">
              <a:solidFill>
                <a:schemeClr val="accent2">
                  <a:lumMod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5" name="Group 36"/>
          <p:cNvGrpSpPr/>
          <p:nvPr/>
        </p:nvGrpSpPr>
        <p:grpSpPr>
          <a:xfrm>
            <a:off x="8049574" y="3738381"/>
            <a:ext cx="3726454" cy="734887"/>
            <a:chOff x="5638262" y="2443079"/>
            <a:chExt cx="2649923" cy="522615"/>
          </a:xfrm>
        </p:grpSpPr>
        <p:sp>
          <p:nvSpPr>
            <p:cNvPr id="26" name="TextBox 18"/>
            <p:cNvSpPr txBox="1"/>
            <p:nvPr/>
          </p:nvSpPr>
          <p:spPr>
            <a:xfrm>
              <a:off x="5638263" y="2443079"/>
              <a:ext cx="875453" cy="1751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7" name="TextBox 19"/>
            <p:cNvSpPr txBox="1"/>
            <p:nvPr/>
          </p:nvSpPr>
          <p:spPr>
            <a:xfrm>
              <a:off x="5638262" y="2659269"/>
              <a:ext cx="2649923" cy="3064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29" name="Oval 62"/>
          <p:cNvSpPr/>
          <p:nvPr/>
        </p:nvSpPr>
        <p:spPr>
          <a:xfrm>
            <a:off x="6915437" y="3741478"/>
            <a:ext cx="1017840" cy="988648"/>
          </a:xfrm>
          <a:prstGeom prst="ellipse">
            <a:avLst/>
          </a:prstGeom>
          <a:solidFill>
            <a:srgbClr val="F688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en-US" sz="3900" dirty="0">
              <a:solidFill>
                <a:schemeClr val="accent4">
                  <a:lumMod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30" name="Group 37"/>
          <p:cNvGrpSpPr/>
          <p:nvPr/>
        </p:nvGrpSpPr>
        <p:grpSpPr>
          <a:xfrm>
            <a:off x="8049574" y="5188438"/>
            <a:ext cx="3726454" cy="689035"/>
            <a:chOff x="5638262" y="3474284"/>
            <a:chExt cx="2649923" cy="490007"/>
          </a:xfrm>
        </p:grpSpPr>
        <p:sp>
          <p:nvSpPr>
            <p:cNvPr id="31" name="TextBox 22"/>
            <p:cNvSpPr txBox="1"/>
            <p:nvPr/>
          </p:nvSpPr>
          <p:spPr>
            <a:xfrm>
              <a:off x="5710101" y="3474284"/>
              <a:ext cx="875453" cy="1751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 defTabSz="1285875">
                <a:spcBef>
                  <a:spcPct val="20000"/>
                </a:spcBef>
                <a:defRPr/>
              </a:pPr>
              <a:r>
                <a:rPr lang="zh-CN" altLang="en-US" sz="1600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2" name="TextBox 23"/>
            <p:cNvSpPr txBox="1"/>
            <p:nvPr/>
          </p:nvSpPr>
          <p:spPr>
            <a:xfrm>
              <a:off x="5638262" y="3657866"/>
              <a:ext cx="2649923" cy="3064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33" name="Oval 66"/>
          <p:cNvSpPr/>
          <p:nvPr/>
        </p:nvSpPr>
        <p:spPr>
          <a:xfrm>
            <a:off x="6915437" y="5159070"/>
            <a:ext cx="1017840" cy="988649"/>
          </a:xfrm>
          <a:prstGeom prst="ellipse">
            <a:avLst/>
          </a:prstGeom>
          <a:solidFill>
            <a:srgbClr val="009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en-US" sz="3400" dirty="0">
              <a:solidFill>
                <a:schemeClr val="accent6">
                  <a:lumMod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cxnSp>
        <p:nvCxnSpPr>
          <p:cNvPr id="34" name="Straight Connector 67"/>
          <p:cNvCxnSpPr/>
          <p:nvPr/>
        </p:nvCxnSpPr>
        <p:spPr>
          <a:xfrm flipV="1">
            <a:off x="6429375" y="2255266"/>
            <a:ext cx="0" cy="386157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 56"/>
          <p:cNvSpPr>
            <a:spLocks noEditPoints="1"/>
          </p:cNvSpPr>
          <p:nvPr/>
        </p:nvSpPr>
        <p:spPr bwMode="auto">
          <a:xfrm>
            <a:off x="7181324" y="3992783"/>
            <a:ext cx="486059" cy="486032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8583" tIns="64291" rIns="128583" bIns="64291" numCol="1" anchor="t" anchorCtr="0" compatLnSpc="1"/>
          <a:lstStyle/>
          <a:p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6" name="Freeform 5"/>
          <p:cNvSpPr>
            <a:spLocks noEditPoints="1"/>
          </p:cNvSpPr>
          <p:nvPr/>
        </p:nvSpPr>
        <p:spPr bwMode="auto">
          <a:xfrm>
            <a:off x="5118815" y="2559815"/>
            <a:ext cx="520833" cy="520804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255" y="135"/>
              </a:cxn>
              <a:cxn ang="0">
                <a:pos x="277" y="122"/>
              </a:cxn>
              <a:cxn ang="0">
                <a:pos x="303" y="116"/>
              </a:cxn>
              <a:cxn ang="0">
                <a:pos x="296" y="105"/>
              </a:cxn>
              <a:cxn ang="0">
                <a:pos x="278" y="89"/>
              </a:cxn>
              <a:cxn ang="0">
                <a:pos x="265" y="90"/>
              </a:cxn>
              <a:cxn ang="0">
                <a:pos x="256" y="82"/>
              </a:cxn>
              <a:cxn ang="0">
                <a:pos x="231" y="73"/>
              </a:cxn>
              <a:cxn ang="0">
                <a:pos x="234" y="98"/>
              </a:cxn>
              <a:cxn ang="0">
                <a:pos x="224" y="118"/>
              </a:cxn>
              <a:cxn ang="0">
                <a:pos x="205" y="103"/>
              </a:cxn>
              <a:cxn ang="0">
                <a:pos x="175" y="89"/>
              </a:cxn>
              <a:cxn ang="0">
                <a:pos x="183" y="68"/>
              </a:cxn>
              <a:cxn ang="0">
                <a:pos x="212" y="58"/>
              </a:cxn>
              <a:cxn ang="0">
                <a:pos x="207" y="47"/>
              </a:cxn>
              <a:cxn ang="0">
                <a:pos x="188" y="50"/>
              </a:cxn>
              <a:cxn ang="0">
                <a:pos x="168" y="37"/>
              </a:cxn>
              <a:cxn ang="0">
                <a:pos x="171" y="52"/>
              </a:cxn>
              <a:cxn ang="0">
                <a:pos x="157" y="52"/>
              </a:cxn>
              <a:cxn ang="0">
                <a:pos x="141" y="40"/>
              </a:cxn>
              <a:cxn ang="0">
                <a:pos x="126" y="47"/>
              </a:cxn>
              <a:cxn ang="0">
                <a:pos x="143" y="51"/>
              </a:cxn>
              <a:cxn ang="0">
                <a:pos x="131" y="58"/>
              </a:cxn>
              <a:cxn ang="0">
                <a:pos x="56" y="107"/>
              </a:cxn>
              <a:cxn ang="0">
                <a:pos x="65" y="118"/>
              </a:cxn>
              <a:cxn ang="0">
                <a:pos x="79" y="135"/>
              </a:cxn>
              <a:cxn ang="0">
                <a:pos x="74" y="158"/>
              </a:cxn>
              <a:cxn ang="0">
                <a:pos x="88" y="185"/>
              </a:cxn>
              <a:cxn ang="0">
                <a:pos x="108" y="214"/>
              </a:cxn>
              <a:cxn ang="0">
                <a:pos x="118" y="227"/>
              </a:cxn>
              <a:cxn ang="0">
                <a:pos x="105" y="197"/>
              </a:cxn>
              <a:cxn ang="0">
                <a:pos x="125" y="225"/>
              </a:cxn>
              <a:cxn ang="0">
                <a:pos x="150" y="255"/>
              </a:cxn>
              <a:cxn ang="0">
                <a:pos x="184" y="269"/>
              </a:cxn>
              <a:cxn ang="0">
                <a:pos x="213" y="290"/>
              </a:cxn>
              <a:cxn ang="0">
                <a:pos x="224" y="288"/>
              </a:cxn>
              <a:cxn ang="0">
                <a:pos x="212" y="268"/>
              </a:cxn>
              <a:cxn ang="0">
                <a:pos x="197" y="262"/>
              </a:cxn>
              <a:cxn ang="0">
                <a:pos x="194" y="239"/>
              </a:cxn>
              <a:cxn ang="0">
                <a:pos x="171" y="250"/>
              </a:cxn>
              <a:cxn ang="0">
                <a:pos x="168" y="210"/>
              </a:cxn>
              <a:cxn ang="0">
                <a:pos x="184" y="206"/>
              </a:cxn>
              <a:cxn ang="0">
                <a:pos x="196" y="202"/>
              </a:cxn>
              <a:cxn ang="0">
                <a:pos x="214" y="211"/>
              </a:cxn>
              <a:cxn ang="0">
                <a:pos x="221" y="205"/>
              </a:cxn>
              <a:cxn ang="0">
                <a:pos x="234" y="179"/>
              </a:cxn>
              <a:cxn ang="0">
                <a:pos x="233" y="171"/>
              </a:cxn>
              <a:cxn ang="0">
                <a:pos x="252" y="157"/>
              </a:cxn>
              <a:cxn ang="0">
                <a:pos x="266" y="143"/>
              </a:cxn>
              <a:cxn ang="0">
                <a:pos x="273" y="131"/>
              </a:cxn>
              <a:cxn ang="0">
                <a:pos x="255" y="135"/>
              </a:cxn>
              <a:cxn ang="0">
                <a:pos x="295" y="298"/>
              </a:cxn>
              <a:cxn ang="0">
                <a:pos x="272" y="288"/>
              </a:cxn>
              <a:cxn ang="0">
                <a:pos x="251" y="288"/>
              </a:cxn>
              <a:cxn ang="0">
                <a:pos x="236" y="286"/>
              </a:cxn>
              <a:cxn ang="0">
                <a:pos x="230" y="307"/>
              </a:cxn>
              <a:cxn ang="0">
                <a:pos x="223" y="335"/>
              </a:cxn>
              <a:cxn ang="0">
                <a:pos x="308" y="302"/>
              </a:cxn>
            </a:cxnLst>
            <a:rect l="0" t="0" r="r" b="b"/>
            <a:pathLst>
              <a:path w="384" h="384">
                <a:moveTo>
                  <a:pt x="384" y="192"/>
                </a:moveTo>
                <a:cubicBezTo>
                  <a:pt x="384" y="298"/>
                  <a:pt x="298" y="384"/>
                  <a:pt x="192" y="384"/>
                </a:cubicBezTo>
                <a:cubicBezTo>
                  <a:pt x="86" y="384"/>
                  <a:pt x="0" y="298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298" y="0"/>
                  <a:pt x="384" y="86"/>
                  <a:pt x="384" y="192"/>
                </a:cubicBezTo>
                <a:close/>
                <a:moveTo>
                  <a:pt x="255" y="135"/>
                </a:moveTo>
                <a:cubicBezTo>
                  <a:pt x="256" y="135"/>
                  <a:pt x="257" y="130"/>
                  <a:pt x="258" y="129"/>
                </a:cubicBezTo>
                <a:cubicBezTo>
                  <a:pt x="260" y="127"/>
                  <a:pt x="262" y="126"/>
                  <a:pt x="264" y="125"/>
                </a:cubicBezTo>
                <a:cubicBezTo>
                  <a:pt x="268" y="124"/>
                  <a:pt x="272" y="123"/>
                  <a:pt x="277" y="122"/>
                </a:cubicBezTo>
                <a:cubicBezTo>
                  <a:pt x="281" y="121"/>
                  <a:pt x="286" y="121"/>
                  <a:pt x="289" y="125"/>
                </a:cubicBezTo>
                <a:cubicBezTo>
                  <a:pt x="289" y="124"/>
                  <a:pt x="295" y="119"/>
                  <a:pt x="295" y="119"/>
                </a:cubicBezTo>
                <a:cubicBezTo>
                  <a:pt x="298" y="118"/>
                  <a:pt x="301" y="118"/>
                  <a:pt x="303" y="116"/>
                </a:cubicBezTo>
                <a:cubicBezTo>
                  <a:pt x="303" y="115"/>
                  <a:pt x="303" y="110"/>
                  <a:pt x="303" y="110"/>
                </a:cubicBezTo>
                <a:cubicBezTo>
                  <a:pt x="299" y="111"/>
                  <a:pt x="298" y="107"/>
                  <a:pt x="297" y="103"/>
                </a:cubicBezTo>
                <a:cubicBezTo>
                  <a:pt x="297" y="104"/>
                  <a:pt x="297" y="104"/>
                  <a:pt x="296" y="105"/>
                </a:cubicBezTo>
                <a:cubicBezTo>
                  <a:pt x="296" y="102"/>
                  <a:pt x="291" y="104"/>
                  <a:pt x="290" y="104"/>
                </a:cubicBezTo>
                <a:cubicBezTo>
                  <a:pt x="284" y="102"/>
                  <a:pt x="285" y="98"/>
                  <a:pt x="283" y="94"/>
                </a:cubicBezTo>
                <a:cubicBezTo>
                  <a:pt x="282" y="92"/>
                  <a:pt x="279" y="91"/>
                  <a:pt x="278" y="89"/>
                </a:cubicBezTo>
                <a:cubicBezTo>
                  <a:pt x="277" y="87"/>
                  <a:pt x="277" y="84"/>
                  <a:pt x="274" y="84"/>
                </a:cubicBezTo>
                <a:cubicBezTo>
                  <a:pt x="273" y="84"/>
                  <a:pt x="270" y="89"/>
                  <a:pt x="270" y="89"/>
                </a:cubicBezTo>
                <a:cubicBezTo>
                  <a:pt x="267" y="88"/>
                  <a:pt x="266" y="89"/>
                  <a:pt x="265" y="90"/>
                </a:cubicBezTo>
                <a:cubicBezTo>
                  <a:pt x="263" y="91"/>
                  <a:pt x="262" y="91"/>
                  <a:pt x="260" y="92"/>
                </a:cubicBezTo>
                <a:cubicBezTo>
                  <a:pt x="265" y="90"/>
                  <a:pt x="258" y="88"/>
                  <a:pt x="256" y="88"/>
                </a:cubicBezTo>
                <a:cubicBezTo>
                  <a:pt x="260" y="87"/>
                  <a:pt x="258" y="83"/>
                  <a:pt x="256" y="82"/>
                </a:cubicBezTo>
                <a:cubicBezTo>
                  <a:pt x="256" y="82"/>
                  <a:pt x="257" y="82"/>
                  <a:pt x="257" y="82"/>
                </a:cubicBezTo>
                <a:cubicBezTo>
                  <a:pt x="257" y="79"/>
                  <a:pt x="250" y="77"/>
                  <a:pt x="247" y="76"/>
                </a:cubicBezTo>
                <a:cubicBezTo>
                  <a:pt x="245" y="74"/>
                  <a:pt x="233" y="72"/>
                  <a:pt x="231" y="73"/>
                </a:cubicBezTo>
                <a:cubicBezTo>
                  <a:pt x="228" y="75"/>
                  <a:pt x="231" y="80"/>
                  <a:pt x="231" y="83"/>
                </a:cubicBezTo>
                <a:cubicBezTo>
                  <a:pt x="232" y="86"/>
                  <a:pt x="228" y="86"/>
                  <a:pt x="228" y="89"/>
                </a:cubicBezTo>
                <a:cubicBezTo>
                  <a:pt x="228" y="93"/>
                  <a:pt x="236" y="92"/>
                  <a:pt x="234" y="98"/>
                </a:cubicBezTo>
                <a:cubicBezTo>
                  <a:pt x="233" y="102"/>
                  <a:pt x="228" y="102"/>
                  <a:pt x="226" y="105"/>
                </a:cubicBezTo>
                <a:cubicBezTo>
                  <a:pt x="224" y="108"/>
                  <a:pt x="227" y="112"/>
                  <a:pt x="229" y="114"/>
                </a:cubicBezTo>
                <a:cubicBezTo>
                  <a:pt x="231" y="115"/>
                  <a:pt x="225" y="118"/>
                  <a:pt x="224" y="118"/>
                </a:cubicBezTo>
                <a:cubicBezTo>
                  <a:pt x="220" y="120"/>
                  <a:pt x="217" y="114"/>
                  <a:pt x="216" y="110"/>
                </a:cubicBezTo>
                <a:cubicBezTo>
                  <a:pt x="215" y="108"/>
                  <a:pt x="215" y="104"/>
                  <a:pt x="212" y="103"/>
                </a:cubicBezTo>
                <a:cubicBezTo>
                  <a:pt x="210" y="102"/>
                  <a:pt x="206" y="102"/>
                  <a:pt x="205" y="103"/>
                </a:cubicBezTo>
                <a:cubicBezTo>
                  <a:pt x="203" y="99"/>
                  <a:pt x="198" y="98"/>
                  <a:pt x="194" y="97"/>
                </a:cubicBezTo>
                <a:cubicBezTo>
                  <a:pt x="189" y="95"/>
                  <a:pt x="185" y="95"/>
                  <a:pt x="180" y="96"/>
                </a:cubicBezTo>
                <a:cubicBezTo>
                  <a:pt x="181" y="95"/>
                  <a:pt x="179" y="88"/>
                  <a:pt x="175" y="89"/>
                </a:cubicBezTo>
                <a:cubicBezTo>
                  <a:pt x="176" y="86"/>
                  <a:pt x="176" y="84"/>
                  <a:pt x="176" y="81"/>
                </a:cubicBezTo>
                <a:cubicBezTo>
                  <a:pt x="177" y="79"/>
                  <a:pt x="178" y="77"/>
                  <a:pt x="179" y="75"/>
                </a:cubicBezTo>
                <a:cubicBezTo>
                  <a:pt x="180" y="74"/>
                  <a:pt x="185" y="69"/>
                  <a:pt x="183" y="68"/>
                </a:cubicBezTo>
                <a:cubicBezTo>
                  <a:pt x="188" y="69"/>
                  <a:pt x="193" y="69"/>
                  <a:pt x="196" y="66"/>
                </a:cubicBezTo>
                <a:cubicBezTo>
                  <a:pt x="198" y="63"/>
                  <a:pt x="199" y="60"/>
                  <a:pt x="202" y="57"/>
                </a:cubicBezTo>
                <a:cubicBezTo>
                  <a:pt x="205" y="53"/>
                  <a:pt x="209" y="58"/>
                  <a:pt x="212" y="58"/>
                </a:cubicBezTo>
                <a:cubicBezTo>
                  <a:pt x="217" y="59"/>
                  <a:pt x="217" y="53"/>
                  <a:pt x="214" y="51"/>
                </a:cubicBezTo>
                <a:cubicBezTo>
                  <a:pt x="218" y="51"/>
                  <a:pt x="215" y="45"/>
                  <a:pt x="213" y="44"/>
                </a:cubicBezTo>
                <a:cubicBezTo>
                  <a:pt x="211" y="43"/>
                  <a:pt x="202" y="46"/>
                  <a:pt x="207" y="47"/>
                </a:cubicBezTo>
                <a:cubicBezTo>
                  <a:pt x="206" y="47"/>
                  <a:pt x="200" y="59"/>
                  <a:pt x="196" y="53"/>
                </a:cubicBezTo>
                <a:cubicBezTo>
                  <a:pt x="195" y="52"/>
                  <a:pt x="195" y="47"/>
                  <a:pt x="193" y="46"/>
                </a:cubicBezTo>
                <a:cubicBezTo>
                  <a:pt x="190" y="46"/>
                  <a:pt x="189" y="49"/>
                  <a:pt x="188" y="50"/>
                </a:cubicBezTo>
                <a:cubicBezTo>
                  <a:pt x="190" y="47"/>
                  <a:pt x="181" y="45"/>
                  <a:pt x="180" y="44"/>
                </a:cubicBezTo>
                <a:cubicBezTo>
                  <a:pt x="183" y="42"/>
                  <a:pt x="180" y="39"/>
                  <a:pt x="178" y="38"/>
                </a:cubicBezTo>
                <a:cubicBezTo>
                  <a:pt x="176" y="36"/>
                  <a:pt x="169" y="35"/>
                  <a:pt x="168" y="37"/>
                </a:cubicBezTo>
                <a:cubicBezTo>
                  <a:pt x="163" y="43"/>
                  <a:pt x="173" y="44"/>
                  <a:pt x="175" y="45"/>
                </a:cubicBezTo>
                <a:cubicBezTo>
                  <a:pt x="176" y="46"/>
                  <a:pt x="179" y="48"/>
                  <a:pt x="177" y="49"/>
                </a:cubicBezTo>
                <a:cubicBezTo>
                  <a:pt x="176" y="50"/>
                  <a:pt x="171" y="51"/>
                  <a:pt x="171" y="52"/>
                </a:cubicBezTo>
                <a:cubicBezTo>
                  <a:pt x="169" y="54"/>
                  <a:pt x="172" y="57"/>
                  <a:pt x="170" y="59"/>
                </a:cubicBezTo>
                <a:cubicBezTo>
                  <a:pt x="168" y="57"/>
                  <a:pt x="168" y="53"/>
                  <a:pt x="166" y="50"/>
                </a:cubicBezTo>
                <a:cubicBezTo>
                  <a:pt x="168" y="53"/>
                  <a:pt x="157" y="52"/>
                  <a:pt x="157" y="52"/>
                </a:cubicBezTo>
                <a:cubicBezTo>
                  <a:pt x="154" y="52"/>
                  <a:pt x="148" y="54"/>
                  <a:pt x="145" y="50"/>
                </a:cubicBezTo>
                <a:cubicBezTo>
                  <a:pt x="144" y="49"/>
                  <a:pt x="144" y="44"/>
                  <a:pt x="146" y="45"/>
                </a:cubicBezTo>
                <a:cubicBezTo>
                  <a:pt x="144" y="43"/>
                  <a:pt x="142" y="41"/>
                  <a:pt x="141" y="40"/>
                </a:cubicBezTo>
                <a:cubicBezTo>
                  <a:pt x="132" y="43"/>
                  <a:pt x="125" y="47"/>
                  <a:pt x="117" y="51"/>
                </a:cubicBezTo>
                <a:cubicBezTo>
                  <a:pt x="118" y="51"/>
                  <a:pt x="119" y="51"/>
                  <a:pt x="120" y="50"/>
                </a:cubicBezTo>
                <a:cubicBezTo>
                  <a:pt x="122" y="50"/>
                  <a:pt x="124" y="48"/>
                  <a:pt x="126" y="47"/>
                </a:cubicBezTo>
                <a:cubicBezTo>
                  <a:pt x="128" y="46"/>
                  <a:pt x="134" y="43"/>
                  <a:pt x="136" y="46"/>
                </a:cubicBezTo>
                <a:cubicBezTo>
                  <a:pt x="137" y="45"/>
                  <a:pt x="137" y="45"/>
                  <a:pt x="138" y="44"/>
                </a:cubicBezTo>
                <a:cubicBezTo>
                  <a:pt x="139" y="46"/>
                  <a:pt x="141" y="48"/>
                  <a:pt x="143" y="51"/>
                </a:cubicBezTo>
                <a:cubicBezTo>
                  <a:pt x="141" y="50"/>
                  <a:pt x="137" y="50"/>
                  <a:pt x="135" y="50"/>
                </a:cubicBezTo>
                <a:cubicBezTo>
                  <a:pt x="133" y="51"/>
                  <a:pt x="130" y="51"/>
                  <a:pt x="130" y="53"/>
                </a:cubicBezTo>
                <a:cubicBezTo>
                  <a:pt x="130" y="55"/>
                  <a:pt x="131" y="57"/>
                  <a:pt x="131" y="58"/>
                </a:cubicBezTo>
                <a:cubicBezTo>
                  <a:pt x="128" y="56"/>
                  <a:pt x="125" y="52"/>
                  <a:pt x="121" y="51"/>
                </a:cubicBezTo>
                <a:cubicBezTo>
                  <a:pt x="119" y="51"/>
                  <a:pt x="117" y="51"/>
                  <a:pt x="115" y="52"/>
                </a:cubicBezTo>
                <a:cubicBezTo>
                  <a:pt x="91" y="65"/>
                  <a:pt x="71" y="84"/>
                  <a:pt x="56" y="107"/>
                </a:cubicBezTo>
                <a:cubicBezTo>
                  <a:pt x="57" y="108"/>
                  <a:pt x="58" y="109"/>
                  <a:pt x="59" y="109"/>
                </a:cubicBezTo>
                <a:cubicBezTo>
                  <a:pt x="62" y="110"/>
                  <a:pt x="59" y="117"/>
                  <a:pt x="64" y="113"/>
                </a:cubicBezTo>
                <a:cubicBezTo>
                  <a:pt x="66" y="115"/>
                  <a:pt x="66" y="116"/>
                  <a:pt x="65" y="118"/>
                </a:cubicBezTo>
                <a:cubicBezTo>
                  <a:pt x="65" y="118"/>
                  <a:pt x="75" y="124"/>
                  <a:pt x="76" y="125"/>
                </a:cubicBezTo>
                <a:cubicBezTo>
                  <a:pt x="78" y="126"/>
                  <a:pt x="80" y="128"/>
                  <a:pt x="81" y="130"/>
                </a:cubicBezTo>
                <a:cubicBezTo>
                  <a:pt x="82" y="132"/>
                  <a:pt x="80" y="134"/>
                  <a:pt x="79" y="135"/>
                </a:cubicBezTo>
                <a:cubicBezTo>
                  <a:pt x="78" y="134"/>
                  <a:pt x="75" y="130"/>
                  <a:pt x="74" y="131"/>
                </a:cubicBezTo>
                <a:cubicBezTo>
                  <a:pt x="73" y="133"/>
                  <a:pt x="74" y="139"/>
                  <a:pt x="77" y="139"/>
                </a:cubicBezTo>
                <a:cubicBezTo>
                  <a:pt x="73" y="139"/>
                  <a:pt x="75" y="155"/>
                  <a:pt x="74" y="158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3" y="161"/>
                  <a:pt x="76" y="173"/>
                  <a:pt x="81" y="172"/>
                </a:cubicBezTo>
                <a:cubicBezTo>
                  <a:pt x="78" y="172"/>
                  <a:pt x="87" y="184"/>
                  <a:pt x="88" y="185"/>
                </a:cubicBezTo>
                <a:cubicBezTo>
                  <a:pt x="91" y="187"/>
                  <a:pt x="95" y="188"/>
                  <a:pt x="97" y="192"/>
                </a:cubicBezTo>
                <a:cubicBezTo>
                  <a:pt x="100" y="195"/>
                  <a:pt x="100" y="201"/>
                  <a:pt x="103" y="203"/>
                </a:cubicBezTo>
                <a:cubicBezTo>
                  <a:pt x="102" y="206"/>
                  <a:pt x="108" y="210"/>
                  <a:pt x="108" y="214"/>
                </a:cubicBezTo>
                <a:cubicBezTo>
                  <a:pt x="108" y="214"/>
                  <a:pt x="107" y="214"/>
                  <a:pt x="107" y="215"/>
                </a:cubicBezTo>
                <a:cubicBezTo>
                  <a:pt x="108" y="218"/>
                  <a:pt x="113" y="218"/>
                  <a:pt x="115" y="221"/>
                </a:cubicBezTo>
                <a:cubicBezTo>
                  <a:pt x="116" y="223"/>
                  <a:pt x="115" y="228"/>
                  <a:pt x="118" y="227"/>
                </a:cubicBezTo>
                <a:cubicBezTo>
                  <a:pt x="118" y="222"/>
                  <a:pt x="115" y="216"/>
                  <a:pt x="112" y="212"/>
                </a:cubicBezTo>
                <a:cubicBezTo>
                  <a:pt x="110" y="209"/>
                  <a:pt x="109" y="207"/>
                  <a:pt x="108" y="204"/>
                </a:cubicBezTo>
                <a:cubicBezTo>
                  <a:pt x="106" y="202"/>
                  <a:pt x="106" y="199"/>
                  <a:pt x="105" y="197"/>
                </a:cubicBezTo>
                <a:cubicBezTo>
                  <a:pt x="106" y="197"/>
                  <a:pt x="112" y="199"/>
                  <a:pt x="111" y="200"/>
                </a:cubicBezTo>
                <a:cubicBezTo>
                  <a:pt x="109" y="205"/>
                  <a:pt x="119" y="214"/>
                  <a:pt x="122" y="217"/>
                </a:cubicBezTo>
                <a:cubicBezTo>
                  <a:pt x="123" y="218"/>
                  <a:pt x="128" y="225"/>
                  <a:pt x="125" y="225"/>
                </a:cubicBezTo>
                <a:cubicBezTo>
                  <a:pt x="129" y="225"/>
                  <a:pt x="133" y="230"/>
                  <a:pt x="135" y="233"/>
                </a:cubicBezTo>
                <a:cubicBezTo>
                  <a:pt x="137" y="236"/>
                  <a:pt x="136" y="241"/>
                  <a:pt x="138" y="245"/>
                </a:cubicBezTo>
                <a:cubicBezTo>
                  <a:pt x="139" y="250"/>
                  <a:pt x="146" y="252"/>
                  <a:pt x="150" y="255"/>
                </a:cubicBezTo>
                <a:cubicBezTo>
                  <a:pt x="154" y="256"/>
                  <a:pt x="157" y="259"/>
                  <a:pt x="160" y="260"/>
                </a:cubicBezTo>
                <a:cubicBezTo>
                  <a:pt x="166" y="262"/>
                  <a:pt x="167" y="260"/>
                  <a:pt x="171" y="260"/>
                </a:cubicBezTo>
                <a:cubicBezTo>
                  <a:pt x="178" y="259"/>
                  <a:pt x="179" y="266"/>
                  <a:pt x="184" y="269"/>
                </a:cubicBezTo>
                <a:cubicBezTo>
                  <a:pt x="187" y="270"/>
                  <a:pt x="194" y="273"/>
                  <a:pt x="198" y="271"/>
                </a:cubicBezTo>
                <a:cubicBezTo>
                  <a:pt x="196" y="272"/>
                  <a:pt x="203" y="282"/>
                  <a:pt x="204" y="283"/>
                </a:cubicBezTo>
                <a:cubicBezTo>
                  <a:pt x="206" y="286"/>
                  <a:pt x="210" y="287"/>
                  <a:pt x="213" y="290"/>
                </a:cubicBezTo>
                <a:cubicBezTo>
                  <a:pt x="213" y="290"/>
                  <a:pt x="214" y="289"/>
                  <a:pt x="214" y="288"/>
                </a:cubicBezTo>
                <a:cubicBezTo>
                  <a:pt x="213" y="291"/>
                  <a:pt x="218" y="296"/>
                  <a:pt x="221" y="296"/>
                </a:cubicBezTo>
                <a:cubicBezTo>
                  <a:pt x="223" y="295"/>
                  <a:pt x="224" y="290"/>
                  <a:pt x="224" y="288"/>
                </a:cubicBezTo>
                <a:cubicBezTo>
                  <a:pt x="219" y="290"/>
                  <a:pt x="215" y="288"/>
                  <a:pt x="212" y="283"/>
                </a:cubicBezTo>
                <a:cubicBezTo>
                  <a:pt x="211" y="282"/>
                  <a:pt x="207" y="275"/>
                  <a:pt x="211" y="275"/>
                </a:cubicBezTo>
                <a:cubicBezTo>
                  <a:pt x="216" y="275"/>
                  <a:pt x="212" y="271"/>
                  <a:pt x="212" y="268"/>
                </a:cubicBezTo>
                <a:cubicBezTo>
                  <a:pt x="211" y="264"/>
                  <a:pt x="208" y="262"/>
                  <a:pt x="206" y="259"/>
                </a:cubicBezTo>
                <a:cubicBezTo>
                  <a:pt x="205" y="262"/>
                  <a:pt x="200" y="261"/>
                  <a:pt x="198" y="259"/>
                </a:cubicBezTo>
                <a:cubicBezTo>
                  <a:pt x="198" y="259"/>
                  <a:pt x="197" y="261"/>
                  <a:pt x="197" y="262"/>
                </a:cubicBezTo>
                <a:cubicBezTo>
                  <a:pt x="196" y="262"/>
                  <a:pt x="195" y="262"/>
                  <a:pt x="194" y="261"/>
                </a:cubicBezTo>
                <a:cubicBezTo>
                  <a:pt x="194" y="258"/>
                  <a:pt x="194" y="255"/>
                  <a:pt x="195" y="251"/>
                </a:cubicBezTo>
                <a:cubicBezTo>
                  <a:pt x="196" y="247"/>
                  <a:pt x="205" y="238"/>
                  <a:pt x="194" y="239"/>
                </a:cubicBezTo>
                <a:cubicBezTo>
                  <a:pt x="190" y="239"/>
                  <a:pt x="188" y="240"/>
                  <a:pt x="187" y="244"/>
                </a:cubicBezTo>
                <a:cubicBezTo>
                  <a:pt x="186" y="247"/>
                  <a:pt x="186" y="249"/>
                  <a:pt x="183" y="251"/>
                </a:cubicBezTo>
                <a:cubicBezTo>
                  <a:pt x="181" y="252"/>
                  <a:pt x="173" y="251"/>
                  <a:pt x="171" y="250"/>
                </a:cubicBezTo>
                <a:cubicBezTo>
                  <a:pt x="166" y="247"/>
                  <a:pt x="163" y="239"/>
                  <a:pt x="163" y="234"/>
                </a:cubicBezTo>
                <a:cubicBezTo>
                  <a:pt x="163" y="227"/>
                  <a:pt x="166" y="221"/>
                  <a:pt x="163" y="215"/>
                </a:cubicBezTo>
                <a:cubicBezTo>
                  <a:pt x="164" y="213"/>
                  <a:pt x="166" y="211"/>
                  <a:pt x="168" y="210"/>
                </a:cubicBezTo>
                <a:cubicBezTo>
                  <a:pt x="169" y="209"/>
                  <a:pt x="171" y="210"/>
                  <a:pt x="172" y="207"/>
                </a:cubicBezTo>
                <a:cubicBezTo>
                  <a:pt x="171" y="207"/>
                  <a:pt x="170" y="206"/>
                  <a:pt x="170" y="206"/>
                </a:cubicBezTo>
                <a:cubicBezTo>
                  <a:pt x="173" y="208"/>
                  <a:pt x="180" y="203"/>
                  <a:pt x="184" y="206"/>
                </a:cubicBezTo>
                <a:cubicBezTo>
                  <a:pt x="186" y="207"/>
                  <a:pt x="188" y="208"/>
                  <a:pt x="189" y="205"/>
                </a:cubicBezTo>
                <a:cubicBezTo>
                  <a:pt x="189" y="205"/>
                  <a:pt x="187" y="202"/>
                  <a:pt x="188" y="200"/>
                </a:cubicBezTo>
                <a:cubicBezTo>
                  <a:pt x="189" y="204"/>
                  <a:pt x="192" y="205"/>
                  <a:pt x="196" y="202"/>
                </a:cubicBezTo>
                <a:cubicBezTo>
                  <a:pt x="197" y="203"/>
                  <a:pt x="201" y="203"/>
                  <a:pt x="204" y="204"/>
                </a:cubicBezTo>
                <a:cubicBezTo>
                  <a:pt x="207" y="206"/>
                  <a:pt x="207" y="209"/>
                  <a:pt x="211" y="205"/>
                </a:cubicBezTo>
                <a:cubicBezTo>
                  <a:pt x="213" y="208"/>
                  <a:pt x="213" y="208"/>
                  <a:pt x="214" y="211"/>
                </a:cubicBezTo>
                <a:cubicBezTo>
                  <a:pt x="214" y="214"/>
                  <a:pt x="216" y="221"/>
                  <a:pt x="218" y="222"/>
                </a:cubicBezTo>
                <a:cubicBezTo>
                  <a:pt x="224" y="225"/>
                  <a:pt x="222" y="217"/>
                  <a:pt x="222" y="214"/>
                </a:cubicBezTo>
                <a:cubicBezTo>
                  <a:pt x="222" y="213"/>
                  <a:pt x="222" y="205"/>
                  <a:pt x="221" y="205"/>
                </a:cubicBezTo>
                <a:cubicBezTo>
                  <a:pt x="213" y="203"/>
                  <a:pt x="216" y="197"/>
                  <a:pt x="221" y="193"/>
                </a:cubicBezTo>
                <a:cubicBezTo>
                  <a:pt x="222" y="192"/>
                  <a:pt x="227" y="190"/>
                  <a:pt x="230" y="188"/>
                </a:cubicBezTo>
                <a:cubicBezTo>
                  <a:pt x="232" y="186"/>
                  <a:pt x="235" y="183"/>
                  <a:pt x="234" y="179"/>
                </a:cubicBezTo>
                <a:cubicBezTo>
                  <a:pt x="235" y="179"/>
                  <a:pt x="236" y="178"/>
                  <a:pt x="236" y="177"/>
                </a:cubicBezTo>
                <a:cubicBezTo>
                  <a:pt x="236" y="177"/>
                  <a:pt x="233" y="174"/>
                  <a:pt x="232" y="175"/>
                </a:cubicBezTo>
                <a:cubicBezTo>
                  <a:pt x="234" y="174"/>
                  <a:pt x="234" y="172"/>
                  <a:pt x="233" y="171"/>
                </a:cubicBezTo>
                <a:cubicBezTo>
                  <a:pt x="235" y="169"/>
                  <a:pt x="234" y="166"/>
                  <a:pt x="236" y="165"/>
                </a:cubicBezTo>
                <a:cubicBezTo>
                  <a:pt x="239" y="169"/>
                  <a:pt x="245" y="165"/>
                  <a:pt x="242" y="162"/>
                </a:cubicBezTo>
                <a:cubicBezTo>
                  <a:pt x="244" y="158"/>
                  <a:pt x="250" y="160"/>
                  <a:pt x="252" y="157"/>
                </a:cubicBezTo>
                <a:cubicBezTo>
                  <a:pt x="255" y="158"/>
                  <a:pt x="253" y="153"/>
                  <a:pt x="255" y="150"/>
                </a:cubicBezTo>
                <a:cubicBezTo>
                  <a:pt x="256" y="148"/>
                  <a:pt x="259" y="148"/>
                  <a:pt x="262" y="147"/>
                </a:cubicBezTo>
                <a:cubicBezTo>
                  <a:pt x="262" y="147"/>
                  <a:pt x="268" y="143"/>
                  <a:pt x="266" y="143"/>
                </a:cubicBezTo>
                <a:cubicBezTo>
                  <a:pt x="270" y="144"/>
                  <a:pt x="279" y="139"/>
                  <a:pt x="272" y="135"/>
                </a:cubicBezTo>
                <a:cubicBezTo>
                  <a:pt x="273" y="133"/>
                  <a:pt x="270" y="132"/>
                  <a:pt x="268" y="132"/>
                </a:cubicBezTo>
                <a:cubicBezTo>
                  <a:pt x="269" y="131"/>
                  <a:pt x="272" y="132"/>
                  <a:pt x="273" y="131"/>
                </a:cubicBezTo>
                <a:cubicBezTo>
                  <a:pt x="276" y="129"/>
                  <a:pt x="274" y="128"/>
                  <a:pt x="271" y="127"/>
                </a:cubicBezTo>
                <a:cubicBezTo>
                  <a:pt x="268" y="126"/>
                  <a:pt x="263" y="128"/>
                  <a:pt x="261" y="130"/>
                </a:cubicBezTo>
                <a:cubicBezTo>
                  <a:pt x="259" y="132"/>
                  <a:pt x="257" y="134"/>
                  <a:pt x="255" y="135"/>
                </a:cubicBezTo>
                <a:close/>
                <a:moveTo>
                  <a:pt x="308" y="302"/>
                </a:moveTo>
                <a:cubicBezTo>
                  <a:pt x="306" y="301"/>
                  <a:pt x="303" y="301"/>
                  <a:pt x="301" y="300"/>
                </a:cubicBezTo>
                <a:cubicBezTo>
                  <a:pt x="299" y="300"/>
                  <a:pt x="298" y="299"/>
                  <a:pt x="295" y="298"/>
                </a:cubicBezTo>
                <a:cubicBezTo>
                  <a:pt x="296" y="293"/>
                  <a:pt x="290" y="292"/>
                  <a:pt x="287" y="289"/>
                </a:cubicBezTo>
                <a:cubicBezTo>
                  <a:pt x="284" y="287"/>
                  <a:pt x="282" y="284"/>
                  <a:pt x="277" y="285"/>
                </a:cubicBezTo>
                <a:cubicBezTo>
                  <a:pt x="276" y="285"/>
                  <a:pt x="271" y="287"/>
                  <a:pt x="272" y="288"/>
                </a:cubicBezTo>
                <a:cubicBezTo>
                  <a:pt x="269" y="285"/>
                  <a:pt x="268" y="284"/>
                  <a:pt x="263" y="282"/>
                </a:cubicBezTo>
                <a:cubicBezTo>
                  <a:pt x="259" y="281"/>
                  <a:pt x="257" y="276"/>
                  <a:pt x="253" y="281"/>
                </a:cubicBezTo>
                <a:cubicBezTo>
                  <a:pt x="251" y="283"/>
                  <a:pt x="252" y="286"/>
                  <a:pt x="251" y="288"/>
                </a:cubicBezTo>
                <a:cubicBezTo>
                  <a:pt x="247" y="285"/>
                  <a:pt x="254" y="282"/>
                  <a:pt x="251" y="279"/>
                </a:cubicBezTo>
                <a:cubicBezTo>
                  <a:pt x="248" y="275"/>
                  <a:pt x="243" y="281"/>
                  <a:pt x="240" y="282"/>
                </a:cubicBezTo>
                <a:cubicBezTo>
                  <a:pt x="239" y="284"/>
                  <a:pt x="237" y="284"/>
                  <a:pt x="236" y="286"/>
                </a:cubicBezTo>
                <a:cubicBezTo>
                  <a:pt x="235" y="287"/>
                  <a:pt x="234" y="290"/>
                  <a:pt x="233" y="291"/>
                </a:cubicBezTo>
                <a:cubicBezTo>
                  <a:pt x="233" y="289"/>
                  <a:pt x="228" y="290"/>
                  <a:pt x="228" y="288"/>
                </a:cubicBezTo>
                <a:cubicBezTo>
                  <a:pt x="229" y="294"/>
                  <a:pt x="229" y="301"/>
                  <a:pt x="230" y="307"/>
                </a:cubicBezTo>
                <a:cubicBezTo>
                  <a:pt x="231" y="310"/>
                  <a:pt x="230" y="316"/>
                  <a:pt x="227" y="319"/>
                </a:cubicBezTo>
                <a:cubicBezTo>
                  <a:pt x="224" y="321"/>
                  <a:pt x="221" y="324"/>
                  <a:pt x="220" y="329"/>
                </a:cubicBezTo>
                <a:cubicBezTo>
                  <a:pt x="220" y="332"/>
                  <a:pt x="220" y="334"/>
                  <a:pt x="223" y="335"/>
                </a:cubicBezTo>
                <a:cubicBezTo>
                  <a:pt x="223" y="339"/>
                  <a:pt x="219" y="342"/>
                  <a:pt x="219" y="346"/>
                </a:cubicBezTo>
                <a:cubicBezTo>
                  <a:pt x="219" y="346"/>
                  <a:pt x="220" y="348"/>
                  <a:pt x="220" y="350"/>
                </a:cubicBezTo>
                <a:cubicBezTo>
                  <a:pt x="254" y="344"/>
                  <a:pt x="285" y="327"/>
                  <a:pt x="308" y="302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8583" tIns="64291" rIns="128583" bIns="64291" numCol="1" anchor="t" anchorCtr="0" compatLnSpc="1"/>
          <a:lstStyle/>
          <a:p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8" name="Freeform 245"/>
          <p:cNvSpPr/>
          <p:nvPr/>
        </p:nvSpPr>
        <p:spPr bwMode="auto">
          <a:xfrm>
            <a:off x="5146067" y="4002647"/>
            <a:ext cx="466329" cy="466304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8" y="56"/>
              </a:cxn>
              <a:cxn ang="0">
                <a:pos x="28" y="67"/>
              </a:cxn>
              <a:cxn ang="0">
                <a:pos x="26" y="68"/>
              </a:cxn>
              <a:cxn ang="0">
                <a:pos x="26" y="68"/>
              </a:cxn>
              <a:cxn ang="0">
                <a:pos x="24" y="65"/>
              </a:cxn>
              <a:cxn ang="0">
                <a:pos x="24" y="52"/>
              </a:cxn>
              <a:cxn ang="0">
                <a:pos x="57" y="12"/>
              </a:cxn>
              <a:cxn ang="0">
                <a:pos x="16" y="47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5" y="0"/>
              </a:cxn>
              <a:cxn ang="0">
                <a:pos x="67" y="0"/>
              </a:cxn>
              <a:cxn ang="0">
                <a:pos x="68" y="3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8" y="56"/>
                  <a:pt x="38" y="56"/>
                  <a:pt x="38" y="56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7"/>
                  <a:pt x="27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7"/>
                  <a:pt x="24" y="66"/>
                  <a:pt x="24" y="65"/>
                </a:cubicBezTo>
                <a:cubicBezTo>
                  <a:pt x="24" y="52"/>
                  <a:pt x="24" y="52"/>
                  <a:pt x="24" y="52"/>
                </a:cubicBezTo>
                <a:cubicBezTo>
                  <a:pt x="57" y="12"/>
                  <a:pt x="57" y="12"/>
                  <a:pt x="57" y="12"/>
                </a:cubicBezTo>
                <a:cubicBezTo>
                  <a:pt x="16" y="47"/>
                  <a:pt x="16" y="47"/>
                  <a:pt x="16" y="47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8583" tIns="64291" rIns="128583" bIns="64291" numCol="1" anchor="t" anchorCtr="0" compatLnSpc="1"/>
          <a:lstStyle/>
          <a:p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9" name="Freeform 44"/>
          <p:cNvSpPr>
            <a:spLocks noEditPoints="1"/>
          </p:cNvSpPr>
          <p:nvPr/>
        </p:nvSpPr>
        <p:spPr bwMode="auto">
          <a:xfrm>
            <a:off x="5170656" y="5348692"/>
            <a:ext cx="417150" cy="609399"/>
          </a:xfrm>
          <a:custGeom>
            <a:avLst/>
            <a:gdLst/>
            <a:ahLst/>
            <a:cxnLst>
              <a:cxn ang="0">
                <a:pos x="35" y="0"/>
              </a:cxn>
              <a:cxn ang="0">
                <a:pos x="0" y="35"/>
              </a:cxn>
              <a:cxn ang="0">
                <a:pos x="16" y="74"/>
              </a:cxn>
              <a:cxn ang="0">
                <a:pos x="35" y="102"/>
              </a:cxn>
              <a:cxn ang="0">
                <a:pos x="54" y="74"/>
              </a:cxn>
              <a:cxn ang="0">
                <a:pos x="70" y="35"/>
              </a:cxn>
              <a:cxn ang="0">
                <a:pos x="35" y="0"/>
              </a:cxn>
              <a:cxn ang="0">
                <a:pos x="43" y="87"/>
              </a:cxn>
              <a:cxn ang="0">
                <a:pos x="27" y="89"/>
              </a:cxn>
              <a:cxn ang="0">
                <a:pos x="26" y="83"/>
              </a:cxn>
              <a:cxn ang="0">
                <a:pos x="26" y="83"/>
              </a:cxn>
              <a:cxn ang="0">
                <a:pos x="45" y="80"/>
              </a:cxn>
              <a:cxn ang="0">
                <a:pos x="44" y="83"/>
              </a:cxn>
              <a:cxn ang="0">
                <a:pos x="43" y="87"/>
              </a:cxn>
              <a:cxn ang="0">
                <a:pos x="25" y="79"/>
              </a:cxn>
              <a:cxn ang="0">
                <a:pos x="23" y="73"/>
              </a:cxn>
              <a:cxn ang="0">
                <a:pos x="47" y="73"/>
              </a:cxn>
              <a:cxn ang="0">
                <a:pos x="46" y="77"/>
              </a:cxn>
              <a:cxn ang="0">
                <a:pos x="25" y="79"/>
              </a:cxn>
              <a:cxn ang="0">
                <a:pos x="35" y="96"/>
              </a:cxn>
              <a:cxn ang="0">
                <a:pos x="29" y="92"/>
              </a:cxn>
              <a:cxn ang="0">
                <a:pos x="42" y="90"/>
              </a:cxn>
              <a:cxn ang="0">
                <a:pos x="35" y="96"/>
              </a:cxn>
              <a:cxn ang="0">
                <a:pos x="50" y="67"/>
              </a:cxn>
              <a:cxn ang="0">
                <a:pos x="20" y="67"/>
              </a:cxn>
              <a:cxn ang="0">
                <a:pos x="15" y="57"/>
              </a:cxn>
              <a:cxn ang="0">
                <a:pos x="6" y="35"/>
              </a:cxn>
              <a:cxn ang="0">
                <a:pos x="35" y="6"/>
              </a:cxn>
              <a:cxn ang="0">
                <a:pos x="64" y="35"/>
              </a:cxn>
              <a:cxn ang="0">
                <a:pos x="55" y="57"/>
              </a:cxn>
              <a:cxn ang="0">
                <a:pos x="50" y="67"/>
              </a:cxn>
              <a:cxn ang="0">
                <a:pos x="50" y="67"/>
              </a:cxn>
              <a:cxn ang="0">
                <a:pos x="50" y="67"/>
              </a:cxn>
            </a:cxnLst>
            <a:rect l="0" t="0" r="r" b="b"/>
            <a:pathLst>
              <a:path w="70" h="102">
                <a:moveTo>
                  <a:pt x="35" y="0"/>
                </a:moveTo>
                <a:cubicBezTo>
                  <a:pt x="16" y="0"/>
                  <a:pt x="0" y="16"/>
                  <a:pt x="0" y="35"/>
                </a:cubicBezTo>
                <a:cubicBezTo>
                  <a:pt x="0" y="48"/>
                  <a:pt x="12" y="62"/>
                  <a:pt x="16" y="74"/>
                </a:cubicBezTo>
                <a:cubicBezTo>
                  <a:pt x="22" y="91"/>
                  <a:pt x="22" y="102"/>
                  <a:pt x="35" y="102"/>
                </a:cubicBezTo>
                <a:cubicBezTo>
                  <a:pt x="49" y="102"/>
                  <a:pt x="48" y="92"/>
                  <a:pt x="54" y="74"/>
                </a:cubicBezTo>
                <a:cubicBezTo>
                  <a:pt x="58" y="62"/>
                  <a:pt x="70" y="48"/>
                  <a:pt x="70" y="35"/>
                </a:cubicBezTo>
                <a:cubicBezTo>
                  <a:pt x="70" y="16"/>
                  <a:pt x="54" y="0"/>
                  <a:pt x="35" y="0"/>
                </a:cubicBezTo>
                <a:close/>
                <a:moveTo>
                  <a:pt x="43" y="87"/>
                </a:moveTo>
                <a:cubicBezTo>
                  <a:pt x="27" y="89"/>
                  <a:pt x="27" y="89"/>
                  <a:pt x="27" y="89"/>
                </a:cubicBezTo>
                <a:cubicBezTo>
                  <a:pt x="27" y="87"/>
                  <a:pt x="26" y="85"/>
                  <a:pt x="26" y="83"/>
                </a:cubicBezTo>
                <a:cubicBezTo>
                  <a:pt x="26" y="83"/>
                  <a:pt x="26" y="83"/>
                  <a:pt x="26" y="83"/>
                </a:cubicBezTo>
                <a:cubicBezTo>
                  <a:pt x="45" y="80"/>
                  <a:pt x="45" y="80"/>
                  <a:pt x="45" y="80"/>
                </a:cubicBezTo>
                <a:cubicBezTo>
                  <a:pt x="45" y="81"/>
                  <a:pt x="45" y="82"/>
                  <a:pt x="44" y="83"/>
                </a:cubicBezTo>
                <a:cubicBezTo>
                  <a:pt x="44" y="84"/>
                  <a:pt x="44" y="86"/>
                  <a:pt x="43" y="87"/>
                </a:cubicBezTo>
                <a:close/>
                <a:moveTo>
                  <a:pt x="25" y="79"/>
                </a:moveTo>
                <a:cubicBezTo>
                  <a:pt x="24" y="78"/>
                  <a:pt x="23" y="76"/>
                  <a:pt x="23" y="73"/>
                </a:cubicBezTo>
                <a:cubicBezTo>
                  <a:pt x="47" y="73"/>
                  <a:pt x="47" y="73"/>
                  <a:pt x="47" y="73"/>
                </a:cubicBezTo>
                <a:cubicBezTo>
                  <a:pt x="47" y="75"/>
                  <a:pt x="47" y="76"/>
                  <a:pt x="46" y="77"/>
                </a:cubicBezTo>
                <a:lnTo>
                  <a:pt x="25" y="79"/>
                </a:lnTo>
                <a:close/>
                <a:moveTo>
                  <a:pt x="35" y="96"/>
                </a:moveTo>
                <a:cubicBezTo>
                  <a:pt x="32" y="96"/>
                  <a:pt x="30" y="95"/>
                  <a:pt x="29" y="92"/>
                </a:cubicBezTo>
                <a:cubicBezTo>
                  <a:pt x="42" y="90"/>
                  <a:pt x="42" y="90"/>
                  <a:pt x="42" y="90"/>
                </a:cubicBezTo>
                <a:cubicBezTo>
                  <a:pt x="40" y="95"/>
                  <a:pt x="39" y="96"/>
                  <a:pt x="35" y="96"/>
                </a:cubicBezTo>
                <a:close/>
                <a:moveTo>
                  <a:pt x="50" y="67"/>
                </a:moveTo>
                <a:cubicBezTo>
                  <a:pt x="20" y="67"/>
                  <a:pt x="20" y="67"/>
                  <a:pt x="20" y="67"/>
                </a:cubicBezTo>
                <a:cubicBezTo>
                  <a:pt x="19" y="64"/>
                  <a:pt x="17" y="60"/>
                  <a:pt x="15" y="57"/>
                </a:cubicBezTo>
                <a:cubicBezTo>
                  <a:pt x="11" y="49"/>
                  <a:pt x="6" y="41"/>
                  <a:pt x="6" y="35"/>
                </a:cubicBezTo>
                <a:cubicBezTo>
                  <a:pt x="6" y="19"/>
                  <a:pt x="19" y="6"/>
                  <a:pt x="35" y="6"/>
                </a:cubicBezTo>
                <a:cubicBezTo>
                  <a:pt x="51" y="6"/>
                  <a:pt x="64" y="19"/>
                  <a:pt x="64" y="35"/>
                </a:cubicBezTo>
                <a:cubicBezTo>
                  <a:pt x="64" y="41"/>
                  <a:pt x="60" y="49"/>
                  <a:pt x="55" y="57"/>
                </a:cubicBezTo>
                <a:cubicBezTo>
                  <a:pt x="53" y="60"/>
                  <a:pt x="52" y="64"/>
                  <a:pt x="50" y="67"/>
                </a:cubicBezTo>
                <a:close/>
                <a:moveTo>
                  <a:pt x="50" y="67"/>
                </a:moveTo>
                <a:cubicBezTo>
                  <a:pt x="50" y="67"/>
                  <a:pt x="50" y="67"/>
                  <a:pt x="50" y="67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8583" tIns="64291" rIns="128583" bIns="64291" numCol="1" anchor="t" anchorCtr="0" compatLnSpc="1"/>
          <a:lstStyle/>
          <a:p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0" name="Freeform 217"/>
          <p:cNvSpPr>
            <a:spLocks noEditPoints="1"/>
          </p:cNvSpPr>
          <p:nvPr/>
        </p:nvSpPr>
        <p:spPr bwMode="auto">
          <a:xfrm>
            <a:off x="7157953" y="2618416"/>
            <a:ext cx="532800" cy="399579"/>
          </a:xfrm>
          <a:custGeom>
            <a:avLst/>
            <a:gdLst/>
            <a:ahLst/>
            <a:cxnLst>
              <a:cxn ang="0">
                <a:pos x="78" y="58"/>
              </a:cxn>
              <a:cxn ang="0">
                <a:pos x="0" y="58"/>
              </a:cxn>
              <a:cxn ang="0">
                <a:pos x="0" y="0"/>
              </a:cxn>
              <a:cxn ang="0">
                <a:pos x="5" y="0"/>
              </a:cxn>
              <a:cxn ang="0">
                <a:pos x="5" y="53"/>
              </a:cxn>
              <a:cxn ang="0">
                <a:pos x="78" y="53"/>
              </a:cxn>
              <a:cxn ang="0">
                <a:pos x="78" y="58"/>
              </a:cxn>
              <a:cxn ang="0">
                <a:pos x="73" y="22"/>
              </a:cxn>
              <a:cxn ang="0">
                <a:pos x="71" y="23"/>
              </a:cxn>
              <a:cxn ang="0">
                <a:pos x="66" y="18"/>
              </a:cxn>
              <a:cxn ang="0">
                <a:pos x="42" y="42"/>
              </a:cxn>
              <a:cxn ang="0">
                <a:pos x="40" y="42"/>
              </a:cxn>
              <a:cxn ang="0">
                <a:pos x="31" y="34"/>
              </a:cxn>
              <a:cxn ang="0">
                <a:pos x="16" y="49"/>
              </a:cxn>
              <a:cxn ang="0">
                <a:pos x="8" y="42"/>
              </a:cxn>
              <a:cxn ang="0">
                <a:pos x="30" y="20"/>
              </a:cxn>
              <a:cxn ang="0">
                <a:pos x="32" y="20"/>
              </a:cxn>
              <a:cxn ang="0">
                <a:pos x="41" y="29"/>
              </a:cxn>
              <a:cxn ang="0">
                <a:pos x="59" y="11"/>
              </a:cxn>
              <a:cxn ang="0">
                <a:pos x="54" y="6"/>
              </a:cxn>
              <a:cxn ang="0">
                <a:pos x="55" y="4"/>
              </a:cxn>
              <a:cxn ang="0">
                <a:pos x="71" y="4"/>
              </a:cxn>
              <a:cxn ang="0">
                <a:pos x="73" y="6"/>
              </a:cxn>
              <a:cxn ang="0">
                <a:pos x="73" y="22"/>
              </a:cxn>
            </a:cxnLst>
            <a:rect l="0" t="0" r="r" b="b"/>
            <a:pathLst>
              <a:path w="78" h="58">
                <a:moveTo>
                  <a:pt x="78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53"/>
                  <a:pt x="5" y="53"/>
                  <a:pt x="5" y="53"/>
                </a:cubicBezTo>
                <a:cubicBezTo>
                  <a:pt x="78" y="53"/>
                  <a:pt x="78" y="53"/>
                  <a:pt x="78" y="53"/>
                </a:cubicBezTo>
                <a:lnTo>
                  <a:pt x="78" y="58"/>
                </a:lnTo>
                <a:close/>
                <a:moveTo>
                  <a:pt x="73" y="22"/>
                </a:moveTo>
                <a:cubicBezTo>
                  <a:pt x="73" y="23"/>
                  <a:pt x="71" y="24"/>
                  <a:pt x="71" y="23"/>
                </a:cubicBezTo>
                <a:cubicBezTo>
                  <a:pt x="66" y="18"/>
                  <a:pt x="66" y="18"/>
                  <a:pt x="66" y="18"/>
                </a:cubicBezTo>
                <a:cubicBezTo>
                  <a:pt x="42" y="42"/>
                  <a:pt x="42" y="42"/>
                  <a:pt x="42" y="42"/>
                </a:cubicBezTo>
                <a:cubicBezTo>
                  <a:pt x="41" y="43"/>
                  <a:pt x="41" y="43"/>
                  <a:pt x="40" y="42"/>
                </a:cubicBezTo>
                <a:cubicBezTo>
                  <a:pt x="31" y="34"/>
                  <a:pt x="31" y="34"/>
                  <a:pt x="31" y="34"/>
                </a:cubicBezTo>
                <a:cubicBezTo>
                  <a:pt x="16" y="49"/>
                  <a:pt x="16" y="49"/>
                  <a:pt x="16" y="49"/>
                </a:cubicBezTo>
                <a:cubicBezTo>
                  <a:pt x="8" y="42"/>
                  <a:pt x="8" y="42"/>
                  <a:pt x="8" y="42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2" y="19"/>
                  <a:pt x="32" y="20"/>
                </a:cubicBezTo>
                <a:cubicBezTo>
                  <a:pt x="41" y="29"/>
                  <a:pt x="41" y="29"/>
                  <a:pt x="41" y="29"/>
                </a:cubicBezTo>
                <a:cubicBezTo>
                  <a:pt x="59" y="11"/>
                  <a:pt x="59" y="11"/>
                  <a:pt x="59" y="11"/>
                </a:cubicBezTo>
                <a:cubicBezTo>
                  <a:pt x="54" y="6"/>
                  <a:pt x="54" y="6"/>
                  <a:pt x="54" y="6"/>
                </a:cubicBezTo>
                <a:cubicBezTo>
                  <a:pt x="53" y="6"/>
                  <a:pt x="54" y="4"/>
                  <a:pt x="55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2" y="4"/>
                  <a:pt x="73" y="5"/>
                  <a:pt x="73" y="6"/>
                </a:cubicBezTo>
                <a:lnTo>
                  <a:pt x="73" y="2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8583" tIns="64291" rIns="128583" bIns="64291" numCol="1" anchor="t" anchorCtr="0" compatLnSpc="1"/>
          <a:lstStyle/>
          <a:p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1" name="Freeform 135"/>
          <p:cNvSpPr>
            <a:spLocks noEditPoints="1"/>
          </p:cNvSpPr>
          <p:nvPr/>
        </p:nvSpPr>
        <p:spPr bwMode="auto">
          <a:xfrm>
            <a:off x="7211057" y="5453606"/>
            <a:ext cx="426601" cy="399579"/>
          </a:xfrm>
          <a:custGeom>
            <a:avLst/>
            <a:gdLst/>
            <a:ahLst/>
            <a:cxnLst>
              <a:cxn ang="0">
                <a:pos x="13" y="39"/>
              </a:cxn>
              <a:cxn ang="0">
                <a:pos x="8" y="39"/>
              </a:cxn>
              <a:cxn ang="0">
                <a:pos x="0" y="33"/>
              </a:cxn>
              <a:cxn ang="0">
                <a:pos x="5" y="19"/>
              </a:cxn>
              <a:cxn ang="0">
                <a:pos x="15" y="22"/>
              </a:cxn>
              <a:cxn ang="0">
                <a:pos x="20" y="21"/>
              </a:cxn>
              <a:cxn ang="0">
                <a:pos x="20" y="24"/>
              </a:cxn>
              <a:cxn ang="0">
                <a:pos x="23" y="34"/>
              </a:cxn>
              <a:cxn ang="0">
                <a:pos x="13" y="39"/>
              </a:cxn>
              <a:cxn ang="0">
                <a:pos x="15" y="19"/>
              </a:cxn>
              <a:cxn ang="0">
                <a:pos x="5" y="9"/>
              </a:cxn>
              <a:cxn ang="0">
                <a:pos x="15" y="0"/>
              </a:cxn>
              <a:cxn ang="0">
                <a:pos x="25" y="9"/>
              </a:cxn>
              <a:cxn ang="0">
                <a:pos x="15" y="19"/>
              </a:cxn>
              <a:cxn ang="0">
                <a:pos x="53" y="68"/>
              </a:cxn>
              <a:cxn ang="0">
                <a:pos x="20" y="68"/>
              </a:cxn>
              <a:cxn ang="0">
                <a:pos x="10" y="58"/>
              </a:cxn>
              <a:cxn ang="0">
                <a:pos x="23" y="36"/>
              </a:cxn>
              <a:cxn ang="0">
                <a:pos x="37" y="41"/>
              </a:cxn>
              <a:cxn ang="0">
                <a:pos x="50" y="36"/>
              </a:cxn>
              <a:cxn ang="0">
                <a:pos x="64" y="58"/>
              </a:cxn>
              <a:cxn ang="0">
                <a:pos x="53" y="68"/>
              </a:cxn>
              <a:cxn ang="0">
                <a:pos x="37" y="39"/>
              </a:cxn>
              <a:cxn ang="0">
                <a:pos x="22" y="24"/>
              </a:cxn>
              <a:cxn ang="0">
                <a:pos x="37" y="9"/>
              </a:cxn>
              <a:cxn ang="0">
                <a:pos x="51" y="24"/>
              </a:cxn>
              <a:cxn ang="0">
                <a:pos x="37" y="39"/>
              </a:cxn>
              <a:cxn ang="0">
                <a:pos x="59" y="19"/>
              </a:cxn>
              <a:cxn ang="0">
                <a:pos x="49" y="9"/>
              </a:cxn>
              <a:cxn ang="0">
                <a:pos x="59" y="0"/>
              </a:cxn>
              <a:cxn ang="0">
                <a:pos x="68" y="9"/>
              </a:cxn>
              <a:cxn ang="0">
                <a:pos x="59" y="19"/>
              </a:cxn>
              <a:cxn ang="0">
                <a:pos x="66" y="39"/>
              </a:cxn>
              <a:cxn ang="0">
                <a:pos x="61" y="39"/>
              </a:cxn>
              <a:cxn ang="0">
                <a:pos x="51" y="34"/>
              </a:cxn>
              <a:cxn ang="0">
                <a:pos x="54" y="24"/>
              </a:cxn>
              <a:cxn ang="0">
                <a:pos x="54" y="21"/>
              </a:cxn>
              <a:cxn ang="0">
                <a:pos x="59" y="22"/>
              </a:cxn>
              <a:cxn ang="0">
                <a:pos x="69" y="19"/>
              </a:cxn>
              <a:cxn ang="0">
                <a:pos x="73" y="33"/>
              </a:cxn>
              <a:cxn ang="0">
                <a:pos x="66" y="39"/>
              </a:cxn>
            </a:cxnLst>
            <a:rect l="0" t="0" r="r" b="b"/>
            <a:pathLst>
              <a:path w="73" h="68">
                <a:moveTo>
                  <a:pt x="13" y="39"/>
                </a:moveTo>
                <a:cubicBezTo>
                  <a:pt x="8" y="39"/>
                  <a:pt x="8" y="39"/>
                  <a:pt x="8" y="39"/>
                </a:cubicBezTo>
                <a:cubicBezTo>
                  <a:pt x="4" y="39"/>
                  <a:pt x="0" y="37"/>
                  <a:pt x="0" y="33"/>
                </a:cubicBezTo>
                <a:cubicBezTo>
                  <a:pt x="0" y="29"/>
                  <a:pt x="0" y="19"/>
                  <a:pt x="5" y="19"/>
                </a:cubicBezTo>
                <a:cubicBezTo>
                  <a:pt x="6" y="19"/>
                  <a:pt x="10" y="22"/>
                  <a:pt x="15" y="22"/>
                </a:cubicBezTo>
                <a:cubicBezTo>
                  <a:pt x="17" y="22"/>
                  <a:pt x="18" y="22"/>
                  <a:pt x="20" y="21"/>
                </a:cubicBezTo>
                <a:cubicBezTo>
                  <a:pt x="20" y="22"/>
                  <a:pt x="20" y="23"/>
                  <a:pt x="20" y="24"/>
                </a:cubicBezTo>
                <a:cubicBezTo>
                  <a:pt x="20" y="27"/>
                  <a:pt x="21" y="31"/>
                  <a:pt x="23" y="34"/>
                </a:cubicBezTo>
                <a:cubicBezTo>
                  <a:pt x="19" y="34"/>
                  <a:pt x="15" y="36"/>
                  <a:pt x="13" y="39"/>
                </a:cubicBezTo>
                <a:close/>
                <a:moveTo>
                  <a:pt x="15" y="19"/>
                </a:moveTo>
                <a:cubicBezTo>
                  <a:pt x="10" y="19"/>
                  <a:pt x="5" y="15"/>
                  <a:pt x="5" y="9"/>
                </a:cubicBezTo>
                <a:cubicBezTo>
                  <a:pt x="5" y="4"/>
                  <a:pt x="10" y="0"/>
                  <a:pt x="15" y="0"/>
                </a:cubicBezTo>
                <a:cubicBezTo>
                  <a:pt x="20" y="0"/>
                  <a:pt x="25" y="4"/>
                  <a:pt x="25" y="9"/>
                </a:cubicBezTo>
                <a:cubicBezTo>
                  <a:pt x="25" y="15"/>
                  <a:pt x="20" y="19"/>
                  <a:pt x="15" y="19"/>
                </a:cubicBezTo>
                <a:close/>
                <a:moveTo>
                  <a:pt x="53" y="68"/>
                </a:moveTo>
                <a:cubicBezTo>
                  <a:pt x="20" y="68"/>
                  <a:pt x="20" y="68"/>
                  <a:pt x="20" y="68"/>
                </a:cubicBezTo>
                <a:cubicBezTo>
                  <a:pt x="14" y="68"/>
                  <a:pt x="10" y="64"/>
                  <a:pt x="10" y="58"/>
                </a:cubicBezTo>
                <a:cubicBezTo>
                  <a:pt x="10" y="49"/>
                  <a:pt x="12" y="36"/>
                  <a:pt x="23" y="36"/>
                </a:cubicBezTo>
                <a:cubicBezTo>
                  <a:pt x="25" y="36"/>
                  <a:pt x="29" y="41"/>
                  <a:pt x="37" y="41"/>
                </a:cubicBezTo>
                <a:cubicBezTo>
                  <a:pt x="44" y="41"/>
                  <a:pt x="49" y="36"/>
                  <a:pt x="50" y="36"/>
                </a:cubicBezTo>
                <a:cubicBezTo>
                  <a:pt x="62" y="36"/>
                  <a:pt x="64" y="49"/>
                  <a:pt x="64" y="58"/>
                </a:cubicBezTo>
                <a:cubicBezTo>
                  <a:pt x="64" y="64"/>
                  <a:pt x="60" y="68"/>
                  <a:pt x="53" y="68"/>
                </a:cubicBezTo>
                <a:close/>
                <a:moveTo>
                  <a:pt x="37" y="39"/>
                </a:moveTo>
                <a:cubicBezTo>
                  <a:pt x="29" y="39"/>
                  <a:pt x="22" y="32"/>
                  <a:pt x="22" y="24"/>
                </a:cubicBezTo>
                <a:cubicBezTo>
                  <a:pt x="22" y="16"/>
                  <a:pt x="29" y="9"/>
                  <a:pt x="37" y="9"/>
                </a:cubicBezTo>
                <a:cubicBezTo>
                  <a:pt x="45" y="9"/>
                  <a:pt x="51" y="16"/>
                  <a:pt x="51" y="24"/>
                </a:cubicBezTo>
                <a:cubicBezTo>
                  <a:pt x="51" y="32"/>
                  <a:pt x="45" y="39"/>
                  <a:pt x="37" y="39"/>
                </a:cubicBezTo>
                <a:close/>
                <a:moveTo>
                  <a:pt x="59" y="19"/>
                </a:moveTo>
                <a:cubicBezTo>
                  <a:pt x="53" y="19"/>
                  <a:pt x="49" y="15"/>
                  <a:pt x="49" y="9"/>
                </a:cubicBezTo>
                <a:cubicBezTo>
                  <a:pt x="49" y="4"/>
                  <a:pt x="53" y="0"/>
                  <a:pt x="59" y="0"/>
                </a:cubicBezTo>
                <a:cubicBezTo>
                  <a:pt x="64" y="0"/>
                  <a:pt x="68" y="4"/>
                  <a:pt x="68" y="9"/>
                </a:cubicBezTo>
                <a:cubicBezTo>
                  <a:pt x="68" y="15"/>
                  <a:pt x="64" y="19"/>
                  <a:pt x="59" y="19"/>
                </a:cubicBezTo>
                <a:close/>
                <a:moveTo>
                  <a:pt x="66" y="39"/>
                </a:moveTo>
                <a:cubicBezTo>
                  <a:pt x="61" y="39"/>
                  <a:pt x="61" y="39"/>
                  <a:pt x="61" y="39"/>
                </a:cubicBezTo>
                <a:cubicBezTo>
                  <a:pt x="58" y="36"/>
                  <a:pt x="55" y="34"/>
                  <a:pt x="51" y="34"/>
                </a:cubicBezTo>
                <a:cubicBezTo>
                  <a:pt x="53" y="31"/>
                  <a:pt x="54" y="27"/>
                  <a:pt x="54" y="24"/>
                </a:cubicBezTo>
                <a:cubicBezTo>
                  <a:pt x="54" y="23"/>
                  <a:pt x="54" y="22"/>
                  <a:pt x="54" y="21"/>
                </a:cubicBezTo>
                <a:cubicBezTo>
                  <a:pt x="55" y="22"/>
                  <a:pt x="57" y="22"/>
                  <a:pt x="59" y="22"/>
                </a:cubicBezTo>
                <a:cubicBezTo>
                  <a:pt x="64" y="22"/>
                  <a:pt x="68" y="19"/>
                  <a:pt x="69" y="19"/>
                </a:cubicBezTo>
                <a:cubicBezTo>
                  <a:pt x="73" y="19"/>
                  <a:pt x="73" y="29"/>
                  <a:pt x="73" y="33"/>
                </a:cubicBezTo>
                <a:cubicBezTo>
                  <a:pt x="73" y="37"/>
                  <a:pt x="70" y="39"/>
                  <a:pt x="66" y="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8583" tIns="64291" rIns="128583" bIns="64291" numCol="1" anchor="t" anchorCtr="0" compatLnSpc="1"/>
          <a:lstStyle/>
          <a:p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2" name="Group 30"/>
          <p:cNvGrpSpPr/>
          <p:nvPr/>
        </p:nvGrpSpPr>
        <p:grpSpPr>
          <a:xfrm>
            <a:off x="7078232" y="1461138"/>
            <a:ext cx="2835536" cy="535098"/>
            <a:chOff x="4692495" y="2204429"/>
            <a:chExt cx="2165505" cy="380535"/>
          </a:xfrm>
        </p:grpSpPr>
        <p:sp>
          <p:nvSpPr>
            <p:cNvPr id="43" name="Pentagon 298"/>
            <p:cNvSpPr/>
            <p:nvPr/>
          </p:nvSpPr>
          <p:spPr>
            <a:xfrm>
              <a:off x="4692495" y="2204429"/>
              <a:ext cx="2165505" cy="380535"/>
            </a:xfrm>
            <a:prstGeom prst="homePlat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2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4" name="Text Placeholder 3"/>
            <p:cNvSpPr txBox="1"/>
            <p:nvPr/>
          </p:nvSpPr>
          <p:spPr>
            <a:xfrm>
              <a:off x="5094197" y="2268903"/>
              <a:ext cx="881437" cy="24622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 defTabSz="1285875" fontAlgn="auto"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z="22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工作不足</a:t>
              </a:r>
              <a:endParaRPr lang="en-US" sz="22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45" name="Group 33"/>
          <p:cNvGrpSpPr/>
          <p:nvPr/>
        </p:nvGrpSpPr>
        <p:grpSpPr>
          <a:xfrm>
            <a:off x="2986492" y="1461138"/>
            <a:ext cx="2839894" cy="535098"/>
            <a:chOff x="2285998" y="2204429"/>
            <a:chExt cx="2178204" cy="380535"/>
          </a:xfrm>
        </p:grpSpPr>
        <p:sp>
          <p:nvSpPr>
            <p:cNvPr id="46" name="Pentagon 292"/>
            <p:cNvSpPr/>
            <p:nvPr/>
          </p:nvSpPr>
          <p:spPr>
            <a:xfrm flipH="1">
              <a:off x="2285998" y="2204429"/>
              <a:ext cx="2178204" cy="380535"/>
            </a:xfrm>
            <a:prstGeom prst="homePlat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2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0" name="Text Placeholder 3"/>
            <p:cNvSpPr txBox="1"/>
            <p:nvPr/>
          </p:nvSpPr>
          <p:spPr>
            <a:xfrm>
              <a:off x="3218011" y="2268903"/>
              <a:ext cx="885245" cy="24622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r" defTabSz="1285875" fontAlgn="auto">
                <a:spcBef>
                  <a:spcPct val="20000"/>
                </a:spcBef>
                <a:spcAft>
                  <a:spcPts val="0"/>
                </a:spcAft>
                <a:defRPr/>
              </a:pPr>
              <a:r>
                <a:rPr lang="zh-CN" altLang="en-US" sz="22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工作优点</a:t>
              </a:r>
              <a:endParaRPr lang="en-US" sz="22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500"/>
                            </p:stCondLst>
                            <p:childTnLst>
                              <p:par>
                                <p:cTn id="77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00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8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500"/>
                            </p:stCondLst>
                            <p:childTnLst>
                              <p:par>
                                <p:cTn id="92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7000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  <p:bldP spid="24" grpId="0" animBg="1"/>
      <p:bldP spid="29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37" name="任意多边形 36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009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535620" y="333508"/>
            <a:ext cx="2791629" cy="616721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362842"/>
            <a:ext cx="640269" cy="589581"/>
            <a:chOff x="445380" y="344047"/>
            <a:chExt cx="607069" cy="559040"/>
          </a:xfrm>
          <a:solidFill>
            <a:srgbClr val="F68808"/>
          </a:solidFill>
        </p:grpSpPr>
        <p:sp>
          <p:nvSpPr>
            <p:cNvPr id="51" name="矩形 50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53311" y="377787"/>
              <a:ext cx="59913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" name="Group 4"/>
          <p:cNvGrpSpPr/>
          <p:nvPr/>
        </p:nvGrpSpPr>
        <p:grpSpPr>
          <a:xfrm>
            <a:off x="2299754" y="2255394"/>
            <a:ext cx="4285928" cy="4074069"/>
            <a:chOff x="849314" y="-1554163"/>
            <a:chExt cx="10480682" cy="9963155"/>
          </a:xfrm>
        </p:grpSpPr>
        <p:sp>
          <p:nvSpPr>
            <p:cNvPr id="10" name="Freeform 40"/>
            <p:cNvSpPr/>
            <p:nvPr/>
          </p:nvSpPr>
          <p:spPr bwMode="auto">
            <a:xfrm>
              <a:off x="1930402" y="3246439"/>
              <a:ext cx="7050093" cy="5162553"/>
            </a:xfrm>
            <a:custGeom>
              <a:avLst/>
              <a:gdLst>
                <a:gd name="T0" fmla="*/ 1195 w 1878"/>
                <a:gd name="T1" fmla="*/ 1375 h 1375"/>
                <a:gd name="T2" fmla="*/ 30 w 1878"/>
                <a:gd name="T3" fmla="*/ 1375 h 1375"/>
                <a:gd name="T4" fmla="*/ 0 w 1878"/>
                <a:gd name="T5" fmla="*/ 1345 h 1375"/>
                <a:gd name="T6" fmla="*/ 0 w 1878"/>
                <a:gd name="T7" fmla="*/ 956 h 1375"/>
                <a:gd name="T8" fmla="*/ 30 w 1878"/>
                <a:gd name="T9" fmla="*/ 926 h 1375"/>
                <a:gd name="T10" fmla="*/ 401 w 1878"/>
                <a:gd name="T11" fmla="*/ 926 h 1375"/>
                <a:gd name="T12" fmla="*/ 401 w 1878"/>
                <a:gd name="T13" fmla="*/ 530 h 1375"/>
                <a:gd name="T14" fmla="*/ 431 w 1878"/>
                <a:gd name="T15" fmla="*/ 500 h 1375"/>
                <a:gd name="T16" fmla="*/ 461 w 1878"/>
                <a:gd name="T17" fmla="*/ 530 h 1375"/>
                <a:gd name="T18" fmla="*/ 461 w 1878"/>
                <a:gd name="T19" fmla="*/ 956 h 1375"/>
                <a:gd name="T20" fmla="*/ 431 w 1878"/>
                <a:gd name="T21" fmla="*/ 986 h 1375"/>
                <a:gd name="T22" fmla="*/ 60 w 1878"/>
                <a:gd name="T23" fmla="*/ 986 h 1375"/>
                <a:gd name="T24" fmla="*/ 60 w 1878"/>
                <a:gd name="T25" fmla="*/ 1315 h 1375"/>
                <a:gd name="T26" fmla="*/ 1165 w 1878"/>
                <a:gd name="T27" fmla="*/ 1315 h 1375"/>
                <a:gd name="T28" fmla="*/ 1165 w 1878"/>
                <a:gd name="T29" fmla="*/ 860 h 1375"/>
                <a:gd name="T30" fmla="*/ 1195 w 1878"/>
                <a:gd name="T31" fmla="*/ 830 h 1375"/>
                <a:gd name="T32" fmla="*/ 1539 w 1878"/>
                <a:gd name="T33" fmla="*/ 830 h 1375"/>
                <a:gd name="T34" fmla="*/ 1569 w 1878"/>
                <a:gd name="T35" fmla="*/ 860 h 1375"/>
                <a:gd name="T36" fmla="*/ 1569 w 1878"/>
                <a:gd name="T37" fmla="*/ 1281 h 1375"/>
                <a:gd name="T38" fmla="*/ 1818 w 1878"/>
                <a:gd name="T39" fmla="*/ 1281 h 1375"/>
                <a:gd name="T40" fmla="*/ 1815 w 1878"/>
                <a:gd name="T41" fmla="*/ 30 h 1375"/>
                <a:gd name="T42" fmla="*/ 1845 w 1878"/>
                <a:gd name="T43" fmla="*/ 0 h 1375"/>
                <a:gd name="T44" fmla="*/ 1845 w 1878"/>
                <a:gd name="T45" fmla="*/ 0 h 1375"/>
                <a:gd name="T46" fmla="*/ 1875 w 1878"/>
                <a:gd name="T47" fmla="*/ 30 h 1375"/>
                <a:gd name="T48" fmla="*/ 1878 w 1878"/>
                <a:gd name="T49" fmla="*/ 1311 h 1375"/>
                <a:gd name="T50" fmla="*/ 1869 w 1878"/>
                <a:gd name="T51" fmla="*/ 1332 h 1375"/>
                <a:gd name="T52" fmla="*/ 1848 w 1878"/>
                <a:gd name="T53" fmla="*/ 1341 h 1375"/>
                <a:gd name="T54" fmla="*/ 1539 w 1878"/>
                <a:gd name="T55" fmla="*/ 1341 h 1375"/>
                <a:gd name="T56" fmla="*/ 1509 w 1878"/>
                <a:gd name="T57" fmla="*/ 1311 h 1375"/>
                <a:gd name="T58" fmla="*/ 1509 w 1878"/>
                <a:gd name="T59" fmla="*/ 890 h 1375"/>
                <a:gd name="T60" fmla="*/ 1225 w 1878"/>
                <a:gd name="T61" fmla="*/ 890 h 1375"/>
                <a:gd name="T62" fmla="*/ 1225 w 1878"/>
                <a:gd name="T63" fmla="*/ 1345 h 1375"/>
                <a:gd name="T64" fmla="*/ 1195 w 1878"/>
                <a:gd name="T65" fmla="*/ 1375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878" h="1375">
                  <a:moveTo>
                    <a:pt x="1195" y="1375"/>
                  </a:moveTo>
                  <a:cubicBezTo>
                    <a:pt x="30" y="1375"/>
                    <a:pt x="30" y="1375"/>
                    <a:pt x="30" y="1375"/>
                  </a:cubicBezTo>
                  <a:cubicBezTo>
                    <a:pt x="13" y="1375"/>
                    <a:pt x="0" y="1362"/>
                    <a:pt x="0" y="1345"/>
                  </a:cubicBezTo>
                  <a:cubicBezTo>
                    <a:pt x="0" y="956"/>
                    <a:pt x="0" y="956"/>
                    <a:pt x="0" y="956"/>
                  </a:cubicBezTo>
                  <a:cubicBezTo>
                    <a:pt x="0" y="939"/>
                    <a:pt x="13" y="926"/>
                    <a:pt x="30" y="926"/>
                  </a:cubicBezTo>
                  <a:cubicBezTo>
                    <a:pt x="401" y="926"/>
                    <a:pt x="401" y="926"/>
                    <a:pt x="401" y="926"/>
                  </a:cubicBezTo>
                  <a:cubicBezTo>
                    <a:pt x="401" y="530"/>
                    <a:pt x="401" y="530"/>
                    <a:pt x="401" y="530"/>
                  </a:cubicBezTo>
                  <a:cubicBezTo>
                    <a:pt x="401" y="514"/>
                    <a:pt x="414" y="500"/>
                    <a:pt x="431" y="500"/>
                  </a:cubicBezTo>
                  <a:cubicBezTo>
                    <a:pt x="447" y="500"/>
                    <a:pt x="461" y="514"/>
                    <a:pt x="461" y="530"/>
                  </a:cubicBezTo>
                  <a:cubicBezTo>
                    <a:pt x="461" y="956"/>
                    <a:pt x="461" y="956"/>
                    <a:pt x="461" y="956"/>
                  </a:cubicBezTo>
                  <a:cubicBezTo>
                    <a:pt x="461" y="972"/>
                    <a:pt x="447" y="986"/>
                    <a:pt x="431" y="986"/>
                  </a:cubicBezTo>
                  <a:cubicBezTo>
                    <a:pt x="60" y="986"/>
                    <a:pt x="60" y="986"/>
                    <a:pt x="60" y="986"/>
                  </a:cubicBezTo>
                  <a:cubicBezTo>
                    <a:pt x="60" y="1315"/>
                    <a:pt x="60" y="1315"/>
                    <a:pt x="60" y="1315"/>
                  </a:cubicBezTo>
                  <a:cubicBezTo>
                    <a:pt x="1165" y="1315"/>
                    <a:pt x="1165" y="1315"/>
                    <a:pt x="1165" y="1315"/>
                  </a:cubicBezTo>
                  <a:cubicBezTo>
                    <a:pt x="1165" y="860"/>
                    <a:pt x="1165" y="860"/>
                    <a:pt x="1165" y="860"/>
                  </a:cubicBezTo>
                  <a:cubicBezTo>
                    <a:pt x="1165" y="843"/>
                    <a:pt x="1178" y="830"/>
                    <a:pt x="1195" y="830"/>
                  </a:cubicBezTo>
                  <a:cubicBezTo>
                    <a:pt x="1539" y="830"/>
                    <a:pt x="1539" y="830"/>
                    <a:pt x="1539" y="830"/>
                  </a:cubicBezTo>
                  <a:cubicBezTo>
                    <a:pt x="1556" y="830"/>
                    <a:pt x="1569" y="843"/>
                    <a:pt x="1569" y="860"/>
                  </a:cubicBezTo>
                  <a:cubicBezTo>
                    <a:pt x="1569" y="1281"/>
                    <a:pt x="1569" y="1281"/>
                    <a:pt x="1569" y="1281"/>
                  </a:cubicBezTo>
                  <a:cubicBezTo>
                    <a:pt x="1818" y="1281"/>
                    <a:pt x="1818" y="1281"/>
                    <a:pt x="1818" y="1281"/>
                  </a:cubicBezTo>
                  <a:cubicBezTo>
                    <a:pt x="1815" y="30"/>
                    <a:pt x="1815" y="30"/>
                    <a:pt x="1815" y="30"/>
                  </a:cubicBezTo>
                  <a:cubicBezTo>
                    <a:pt x="1815" y="14"/>
                    <a:pt x="1828" y="0"/>
                    <a:pt x="1845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62" y="0"/>
                    <a:pt x="1875" y="14"/>
                    <a:pt x="1875" y="30"/>
                  </a:cubicBezTo>
                  <a:cubicBezTo>
                    <a:pt x="1878" y="1311"/>
                    <a:pt x="1878" y="1311"/>
                    <a:pt x="1878" y="1311"/>
                  </a:cubicBezTo>
                  <a:cubicBezTo>
                    <a:pt x="1878" y="1319"/>
                    <a:pt x="1875" y="1326"/>
                    <a:pt x="1869" y="1332"/>
                  </a:cubicBezTo>
                  <a:cubicBezTo>
                    <a:pt x="1864" y="1338"/>
                    <a:pt x="1856" y="1341"/>
                    <a:pt x="1848" y="1341"/>
                  </a:cubicBezTo>
                  <a:cubicBezTo>
                    <a:pt x="1539" y="1341"/>
                    <a:pt x="1539" y="1341"/>
                    <a:pt x="1539" y="1341"/>
                  </a:cubicBezTo>
                  <a:cubicBezTo>
                    <a:pt x="1523" y="1341"/>
                    <a:pt x="1509" y="1327"/>
                    <a:pt x="1509" y="1311"/>
                  </a:cubicBezTo>
                  <a:cubicBezTo>
                    <a:pt x="1509" y="890"/>
                    <a:pt x="1509" y="890"/>
                    <a:pt x="1509" y="890"/>
                  </a:cubicBezTo>
                  <a:cubicBezTo>
                    <a:pt x="1225" y="890"/>
                    <a:pt x="1225" y="890"/>
                    <a:pt x="1225" y="890"/>
                  </a:cubicBezTo>
                  <a:cubicBezTo>
                    <a:pt x="1225" y="1345"/>
                    <a:pt x="1225" y="1345"/>
                    <a:pt x="1225" y="1345"/>
                  </a:cubicBezTo>
                  <a:cubicBezTo>
                    <a:pt x="1225" y="1362"/>
                    <a:pt x="1212" y="1375"/>
                    <a:pt x="1195" y="137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" name="Freeform 41"/>
            <p:cNvSpPr>
              <a:spLocks noEditPoints="1"/>
            </p:cNvSpPr>
            <p:nvPr/>
          </p:nvSpPr>
          <p:spPr bwMode="auto">
            <a:xfrm>
              <a:off x="8113719" y="698501"/>
              <a:ext cx="1460501" cy="1328738"/>
            </a:xfrm>
            <a:custGeom>
              <a:avLst/>
              <a:gdLst>
                <a:gd name="T0" fmla="*/ 366 w 389"/>
                <a:gd name="T1" fmla="*/ 13 h 354"/>
                <a:gd name="T2" fmla="*/ 295 w 389"/>
                <a:gd name="T3" fmla="*/ 31 h 354"/>
                <a:gd name="T4" fmla="*/ 269 w 389"/>
                <a:gd name="T5" fmla="*/ 82 h 354"/>
                <a:gd name="T6" fmla="*/ 232 w 389"/>
                <a:gd name="T7" fmla="*/ 77 h 354"/>
                <a:gd name="T8" fmla="*/ 251 w 389"/>
                <a:gd name="T9" fmla="*/ 42 h 354"/>
                <a:gd name="T10" fmla="*/ 194 w 389"/>
                <a:gd name="T11" fmla="*/ 0 h 354"/>
                <a:gd name="T12" fmla="*/ 138 w 389"/>
                <a:gd name="T13" fmla="*/ 42 h 354"/>
                <a:gd name="T14" fmla="*/ 157 w 389"/>
                <a:gd name="T15" fmla="*/ 77 h 354"/>
                <a:gd name="T16" fmla="*/ 120 w 389"/>
                <a:gd name="T17" fmla="*/ 82 h 354"/>
                <a:gd name="T18" fmla="*/ 94 w 389"/>
                <a:gd name="T19" fmla="*/ 31 h 354"/>
                <a:gd name="T20" fmla="*/ 23 w 389"/>
                <a:gd name="T21" fmla="*/ 13 h 354"/>
                <a:gd name="T22" fmla="*/ 4 w 389"/>
                <a:gd name="T23" fmla="*/ 53 h 354"/>
                <a:gd name="T24" fmla="*/ 39 w 389"/>
                <a:gd name="T25" fmla="*/ 96 h 354"/>
                <a:gd name="T26" fmla="*/ 98 w 389"/>
                <a:gd name="T27" fmla="*/ 111 h 354"/>
                <a:gd name="T28" fmla="*/ 126 w 389"/>
                <a:gd name="T29" fmla="*/ 339 h 354"/>
                <a:gd name="T30" fmla="*/ 141 w 389"/>
                <a:gd name="T31" fmla="*/ 353 h 354"/>
                <a:gd name="T32" fmla="*/ 155 w 389"/>
                <a:gd name="T33" fmla="*/ 338 h 354"/>
                <a:gd name="T34" fmla="*/ 128 w 389"/>
                <a:gd name="T35" fmla="*/ 111 h 354"/>
                <a:gd name="T36" fmla="*/ 182 w 389"/>
                <a:gd name="T37" fmla="*/ 100 h 354"/>
                <a:gd name="T38" fmla="*/ 194 w 389"/>
                <a:gd name="T39" fmla="*/ 96 h 354"/>
                <a:gd name="T40" fmla="*/ 207 w 389"/>
                <a:gd name="T41" fmla="*/ 100 h 354"/>
                <a:gd name="T42" fmla="*/ 260 w 389"/>
                <a:gd name="T43" fmla="*/ 111 h 354"/>
                <a:gd name="T44" fmla="*/ 234 w 389"/>
                <a:gd name="T45" fmla="*/ 338 h 354"/>
                <a:gd name="T46" fmla="*/ 248 w 389"/>
                <a:gd name="T47" fmla="*/ 353 h 354"/>
                <a:gd name="T48" fmla="*/ 263 w 389"/>
                <a:gd name="T49" fmla="*/ 339 h 354"/>
                <a:gd name="T50" fmla="*/ 290 w 389"/>
                <a:gd name="T51" fmla="*/ 111 h 354"/>
                <a:gd name="T52" fmla="*/ 350 w 389"/>
                <a:gd name="T53" fmla="*/ 96 h 354"/>
                <a:gd name="T54" fmla="*/ 385 w 389"/>
                <a:gd name="T55" fmla="*/ 53 h 354"/>
                <a:gd name="T56" fmla="*/ 366 w 389"/>
                <a:gd name="T57" fmla="*/ 13 h 354"/>
                <a:gd name="T58" fmla="*/ 53 w 389"/>
                <a:gd name="T59" fmla="*/ 71 h 354"/>
                <a:gd name="T60" fmla="*/ 32 w 389"/>
                <a:gd name="T61" fmla="*/ 46 h 354"/>
                <a:gd name="T62" fmla="*/ 37 w 389"/>
                <a:gd name="T63" fmla="*/ 39 h 354"/>
                <a:gd name="T64" fmla="*/ 72 w 389"/>
                <a:gd name="T65" fmla="*/ 51 h 354"/>
                <a:gd name="T66" fmla="*/ 89 w 389"/>
                <a:gd name="T67" fmla="*/ 81 h 354"/>
                <a:gd name="T68" fmla="*/ 53 w 389"/>
                <a:gd name="T69" fmla="*/ 71 h 354"/>
                <a:gd name="T70" fmla="*/ 194 w 389"/>
                <a:gd name="T71" fmla="*/ 63 h 354"/>
                <a:gd name="T72" fmla="*/ 167 w 389"/>
                <a:gd name="T73" fmla="*/ 44 h 354"/>
                <a:gd name="T74" fmla="*/ 194 w 389"/>
                <a:gd name="T75" fmla="*/ 29 h 354"/>
                <a:gd name="T76" fmla="*/ 222 w 389"/>
                <a:gd name="T77" fmla="*/ 44 h 354"/>
                <a:gd name="T78" fmla="*/ 194 w 389"/>
                <a:gd name="T79" fmla="*/ 63 h 354"/>
                <a:gd name="T80" fmla="*/ 336 w 389"/>
                <a:gd name="T81" fmla="*/ 71 h 354"/>
                <a:gd name="T82" fmla="*/ 299 w 389"/>
                <a:gd name="T83" fmla="*/ 81 h 354"/>
                <a:gd name="T84" fmla="*/ 316 w 389"/>
                <a:gd name="T85" fmla="*/ 51 h 354"/>
                <a:gd name="T86" fmla="*/ 352 w 389"/>
                <a:gd name="T87" fmla="*/ 39 h 354"/>
                <a:gd name="T88" fmla="*/ 357 w 389"/>
                <a:gd name="T89" fmla="*/ 46 h 354"/>
                <a:gd name="T90" fmla="*/ 336 w 389"/>
                <a:gd name="T91" fmla="*/ 71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89" h="354">
                  <a:moveTo>
                    <a:pt x="366" y="13"/>
                  </a:moveTo>
                  <a:cubicBezTo>
                    <a:pt x="349" y="4"/>
                    <a:pt x="321" y="3"/>
                    <a:pt x="295" y="31"/>
                  </a:cubicBezTo>
                  <a:cubicBezTo>
                    <a:pt x="285" y="43"/>
                    <a:pt x="276" y="60"/>
                    <a:pt x="269" y="82"/>
                  </a:cubicBezTo>
                  <a:cubicBezTo>
                    <a:pt x="256" y="81"/>
                    <a:pt x="243" y="80"/>
                    <a:pt x="232" y="77"/>
                  </a:cubicBezTo>
                  <a:cubicBezTo>
                    <a:pt x="250" y="64"/>
                    <a:pt x="251" y="49"/>
                    <a:pt x="251" y="42"/>
                  </a:cubicBezTo>
                  <a:cubicBezTo>
                    <a:pt x="250" y="22"/>
                    <a:pt x="223" y="0"/>
                    <a:pt x="194" y="0"/>
                  </a:cubicBezTo>
                  <a:cubicBezTo>
                    <a:pt x="165" y="0"/>
                    <a:pt x="139" y="22"/>
                    <a:pt x="138" y="42"/>
                  </a:cubicBezTo>
                  <a:cubicBezTo>
                    <a:pt x="137" y="49"/>
                    <a:pt x="139" y="64"/>
                    <a:pt x="157" y="77"/>
                  </a:cubicBezTo>
                  <a:cubicBezTo>
                    <a:pt x="145" y="80"/>
                    <a:pt x="133" y="81"/>
                    <a:pt x="120" y="82"/>
                  </a:cubicBezTo>
                  <a:cubicBezTo>
                    <a:pt x="113" y="60"/>
                    <a:pt x="104" y="43"/>
                    <a:pt x="94" y="31"/>
                  </a:cubicBezTo>
                  <a:cubicBezTo>
                    <a:pt x="68" y="3"/>
                    <a:pt x="39" y="4"/>
                    <a:pt x="23" y="13"/>
                  </a:cubicBezTo>
                  <a:cubicBezTo>
                    <a:pt x="7" y="22"/>
                    <a:pt x="0" y="38"/>
                    <a:pt x="4" y="53"/>
                  </a:cubicBezTo>
                  <a:cubicBezTo>
                    <a:pt x="9" y="72"/>
                    <a:pt x="21" y="86"/>
                    <a:pt x="39" y="96"/>
                  </a:cubicBezTo>
                  <a:cubicBezTo>
                    <a:pt x="56" y="105"/>
                    <a:pt x="77" y="110"/>
                    <a:pt x="98" y="111"/>
                  </a:cubicBezTo>
                  <a:cubicBezTo>
                    <a:pt x="117" y="183"/>
                    <a:pt x="124" y="291"/>
                    <a:pt x="126" y="339"/>
                  </a:cubicBezTo>
                  <a:cubicBezTo>
                    <a:pt x="126" y="347"/>
                    <a:pt x="133" y="354"/>
                    <a:pt x="141" y="353"/>
                  </a:cubicBezTo>
                  <a:cubicBezTo>
                    <a:pt x="149" y="353"/>
                    <a:pt x="155" y="346"/>
                    <a:pt x="155" y="338"/>
                  </a:cubicBezTo>
                  <a:cubicBezTo>
                    <a:pt x="154" y="320"/>
                    <a:pt x="150" y="199"/>
                    <a:pt x="128" y="111"/>
                  </a:cubicBezTo>
                  <a:cubicBezTo>
                    <a:pt x="147" y="109"/>
                    <a:pt x="166" y="105"/>
                    <a:pt x="182" y="100"/>
                  </a:cubicBezTo>
                  <a:cubicBezTo>
                    <a:pt x="186" y="99"/>
                    <a:pt x="190" y="98"/>
                    <a:pt x="194" y="96"/>
                  </a:cubicBezTo>
                  <a:cubicBezTo>
                    <a:pt x="198" y="98"/>
                    <a:pt x="202" y="99"/>
                    <a:pt x="207" y="100"/>
                  </a:cubicBezTo>
                  <a:cubicBezTo>
                    <a:pt x="223" y="105"/>
                    <a:pt x="241" y="109"/>
                    <a:pt x="260" y="111"/>
                  </a:cubicBezTo>
                  <a:cubicBezTo>
                    <a:pt x="238" y="199"/>
                    <a:pt x="234" y="320"/>
                    <a:pt x="234" y="338"/>
                  </a:cubicBezTo>
                  <a:cubicBezTo>
                    <a:pt x="234" y="346"/>
                    <a:pt x="240" y="353"/>
                    <a:pt x="248" y="353"/>
                  </a:cubicBezTo>
                  <a:cubicBezTo>
                    <a:pt x="256" y="354"/>
                    <a:pt x="263" y="347"/>
                    <a:pt x="263" y="339"/>
                  </a:cubicBezTo>
                  <a:cubicBezTo>
                    <a:pt x="264" y="291"/>
                    <a:pt x="272" y="183"/>
                    <a:pt x="290" y="111"/>
                  </a:cubicBezTo>
                  <a:cubicBezTo>
                    <a:pt x="312" y="110"/>
                    <a:pt x="333" y="105"/>
                    <a:pt x="350" y="96"/>
                  </a:cubicBezTo>
                  <a:cubicBezTo>
                    <a:pt x="368" y="86"/>
                    <a:pt x="380" y="72"/>
                    <a:pt x="385" y="53"/>
                  </a:cubicBezTo>
                  <a:cubicBezTo>
                    <a:pt x="389" y="38"/>
                    <a:pt x="381" y="22"/>
                    <a:pt x="366" y="13"/>
                  </a:cubicBezTo>
                  <a:close/>
                  <a:moveTo>
                    <a:pt x="53" y="71"/>
                  </a:moveTo>
                  <a:cubicBezTo>
                    <a:pt x="42" y="65"/>
                    <a:pt x="35" y="56"/>
                    <a:pt x="32" y="46"/>
                  </a:cubicBezTo>
                  <a:cubicBezTo>
                    <a:pt x="31" y="44"/>
                    <a:pt x="33" y="41"/>
                    <a:pt x="37" y="39"/>
                  </a:cubicBezTo>
                  <a:cubicBezTo>
                    <a:pt x="44" y="35"/>
                    <a:pt x="58" y="35"/>
                    <a:pt x="72" y="51"/>
                  </a:cubicBezTo>
                  <a:cubicBezTo>
                    <a:pt x="79" y="58"/>
                    <a:pt x="84" y="68"/>
                    <a:pt x="89" y="81"/>
                  </a:cubicBezTo>
                  <a:cubicBezTo>
                    <a:pt x="76" y="80"/>
                    <a:pt x="63" y="76"/>
                    <a:pt x="53" y="71"/>
                  </a:cubicBezTo>
                  <a:close/>
                  <a:moveTo>
                    <a:pt x="194" y="63"/>
                  </a:moveTo>
                  <a:cubicBezTo>
                    <a:pt x="174" y="56"/>
                    <a:pt x="166" y="48"/>
                    <a:pt x="167" y="44"/>
                  </a:cubicBezTo>
                  <a:cubicBezTo>
                    <a:pt x="167" y="39"/>
                    <a:pt x="182" y="29"/>
                    <a:pt x="194" y="29"/>
                  </a:cubicBezTo>
                  <a:cubicBezTo>
                    <a:pt x="206" y="29"/>
                    <a:pt x="222" y="39"/>
                    <a:pt x="222" y="44"/>
                  </a:cubicBezTo>
                  <a:cubicBezTo>
                    <a:pt x="222" y="48"/>
                    <a:pt x="215" y="56"/>
                    <a:pt x="194" y="63"/>
                  </a:cubicBezTo>
                  <a:close/>
                  <a:moveTo>
                    <a:pt x="336" y="71"/>
                  </a:moveTo>
                  <a:cubicBezTo>
                    <a:pt x="325" y="76"/>
                    <a:pt x="313" y="80"/>
                    <a:pt x="299" y="81"/>
                  </a:cubicBezTo>
                  <a:cubicBezTo>
                    <a:pt x="304" y="68"/>
                    <a:pt x="310" y="58"/>
                    <a:pt x="316" y="51"/>
                  </a:cubicBezTo>
                  <a:cubicBezTo>
                    <a:pt x="331" y="35"/>
                    <a:pt x="344" y="35"/>
                    <a:pt x="352" y="39"/>
                  </a:cubicBezTo>
                  <a:cubicBezTo>
                    <a:pt x="355" y="41"/>
                    <a:pt x="357" y="44"/>
                    <a:pt x="357" y="46"/>
                  </a:cubicBezTo>
                  <a:cubicBezTo>
                    <a:pt x="354" y="56"/>
                    <a:pt x="347" y="65"/>
                    <a:pt x="336" y="7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2" name="Freeform 42"/>
            <p:cNvSpPr/>
            <p:nvPr/>
          </p:nvSpPr>
          <p:spPr bwMode="auto">
            <a:xfrm>
              <a:off x="7324731" y="-615950"/>
              <a:ext cx="3033715" cy="2662239"/>
            </a:xfrm>
            <a:custGeom>
              <a:avLst/>
              <a:gdLst>
                <a:gd name="T0" fmla="*/ 153 w 808"/>
                <a:gd name="T1" fmla="*/ 709 h 709"/>
                <a:gd name="T2" fmla="*/ 130 w 808"/>
                <a:gd name="T3" fmla="*/ 699 h 709"/>
                <a:gd name="T4" fmla="*/ 0 w 808"/>
                <a:gd name="T5" fmla="*/ 403 h 709"/>
                <a:gd name="T6" fmla="*/ 404 w 808"/>
                <a:gd name="T7" fmla="*/ 0 h 709"/>
                <a:gd name="T8" fmla="*/ 808 w 808"/>
                <a:gd name="T9" fmla="*/ 403 h 709"/>
                <a:gd name="T10" fmla="*/ 682 w 808"/>
                <a:gd name="T11" fmla="*/ 696 h 709"/>
                <a:gd name="T12" fmla="*/ 634 w 808"/>
                <a:gd name="T13" fmla="*/ 695 h 709"/>
                <a:gd name="T14" fmla="*/ 635 w 808"/>
                <a:gd name="T15" fmla="*/ 646 h 709"/>
                <a:gd name="T16" fmla="*/ 739 w 808"/>
                <a:gd name="T17" fmla="*/ 403 h 709"/>
                <a:gd name="T18" fmla="*/ 404 w 808"/>
                <a:gd name="T19" fmla="*/ 68 h 709"/>
                <a:gd name="T20" fmla="*/ 69 w 808"/>
                <a:gd name="T21" fmla="*/ 403 h 709"/>
                <a:gd name="T22" fmla="*/ 176 w 808"/>
                <a:gd name="T23" fmla="*/ 649 h 709"/>
                <a:gd name="T24" fmla="*/ 178 w 808"/>
                <a:gd name="T25" fmla="*/ 698 h 709"/>
                <a:gd name="T26" fmla="*/ 153 w 808"/>
                <a:gd name="T27" fmla="*/ 709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8" h="709">
                  <a:moveTo>
                    <a:pt x="153" y="709"/>
                  </a:moveTo>
                  <a:cubicBezTo>
                    <a:pt x="145" y="709"/>
                    <a:pt x="136" y="705"/>
                    <a:pt x="130" y="699"/>
                  </a:cubicBezTo>
                  <a:cubicBezTo>
                    <a:pt x="48" y="623"/>
                    <a:pt x="0" y="515"/>
                    <a:pt x="0" y="403"/>
                  </a:cubicBezTo>
                  <a:cubicBezTo>
                    <a:pt x="0" y="181"/>
                    <a:pt x="182" y="0"/>
                    <a:pt x="404" y="0"/>
                  </a:cubicBezTo>
                  <a:cubicBezTo>
                    <a:pt x="627" y="0"/>
                    <a:pt x="808" y="181"/>
                    <a:pt x="808" y="403"/>
                  </a:cubicBezTo>
                  <a:cubicBezTo>
                    <a:pt x="808" y="515"/>
                    <a:pt x="763" y="619"/>
                    <a:pt x="682" y="696"/>
                  </a:cubicBezTo>
                  <a:cubicBezTo>
                    <a:pt x="668" y="709"/>
                    <a:pt x="647" y="709"/>
                    <a:pt x="634" y="695"/>
                  </a:cubicBezTo>
                  <a:cubicBezTo>
                    <a:pt x="621" y="681"/>
                    <a:pt x="621" y="660"/>
                    <a:pt x="635" y="646"/>
                  </a:cubicBezTo>
                  <a:cubicBezTo>
                    <a:pt x="702" y="583"/>
                    <a:pt x="739" y="496"/>
                    <a:pt x="739" y="403"/>
                  </a:cubicBezTo>
                  <a:cubicBezTo>
                    <a:pt x="739" y="219"/>
                    <a:pt x="589" y="68"/>
                    <a:pt x="404" y="68"/>
                  </a:cubicBezTo>
                  <a:cubicBezTo>
                    <a:pt x="220" y="68"/>
                    <a:pt x="69" y="219"/>
                    <a:pt x="69" y="403"/>
                  </a:cubicBezTo>
                  <a:cubicBezTo>
                    <a:pt x="69" y="496"/>
                    <a:pt x="108" y="586"/>
                    <a:pt x="176" y="649"/>
                  </a:cubicBezTo>
                  <a:cubicBezTo>
                    <a:pt x="190" y="662"/>
                    <a:pt x="191" y="684"/>
                    <a:pt x="178" y="698"/>
                  </a:cubicBezTo>
                  <a:cubicBezTo>
                    <a:pt x="171" y="705"/>
                    <a:pt x="162" y="709"/>
                    <a:pt x="153" y="709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3" name="Freeform 43"/>
            <p:cNvSpPr/>
            <p:nvPr/>
          </p:nvSpPr>
          <p:spPr bwMode="auto">
            <a:xfrm>
              <a:off x="8105781" y="2082801"/>
              <a:ext cx="1474788" cy="255588"/>
            </a:xfrm>
            <a:custGeom>
              <a:avLst/>
              <a:gdLst>
                <a:gd name="T0" fmla="*/ 393 w 393"/>
                <a:gd name="T1" fmla="*/ 34 h 68"/>
                <a:gd name="T2" fmla="*/ 359 w 393"/>
                <a:gd name="T3" fmla="*/ 68 h 68"/>
                <a:gd name="T4" fmla="*/ 34 w 393"/>
                <a:gd name="T5" fmla="*/ 68 h 68"/>
                <a:gd name="T6" fmla="*/ 0 w 393"/>
                <a:gd name="T7" fmla="*/ 34 h 68"/>
                <a:gd name="T8" fmla="*/ 34 w 393"/>
                <a:gd name="T9" fmla="*/ 0 h 68"/>
                <a:gd name="T10" fmla="*/ 359 w 393"/>
                <a:gd name="T11" fmla="*/ 0 h 68"/>
                <a:gd name="T12" fmla="*/ 393 w 393"/>
                <a:gd name="T13" fmla="*/ 3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3" h="68">
                  <a:moveTo>
                    <a:pt x="393" y="34"/>
                  </a:moveTo>
                  <a:cubicBezTo>
                    <a:pt x="393" y="52"/>
                    <a:pt x="378" y="68"/>
                    <a:pt x="359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15" y="68"/>
                    <a:pt x="0" y="52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359" y="0"/>
                    <a:pt x="359" y="0"/>
                    <a:pt x="359" y="0"/>
                  </a:cubicBezTo>
                  <a:cubicBezTo>
                    <a:pt x="378" y="0"/>
                    <a:pt x="393" y="15"/>
                    <a:pt x="393" y="3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4" name="Freeform 44"/>
            <p:cNvSpPr/>
            <p:nvPr/>
          </p:nvSpPr>
          <p:spPr bwMode="auto">
            <a:xfrm>
              <a:off x="8105781" y="2409826"/>
              <a:ext cx="1474788" cy="255588"/>
            </a:xfrm>
            <a:custGeom>
              <a:avLst/>
              <a:gdLst>
                <a:gd name="T0" fmla="*/ 393 w 393"/>
                <a:gd name="T1" fmla="*/ 34 h 68"/>
                <a:gd name="T2" fmla="*/ 359 w 393"/>
                <a:gd name="T3" fmla="*/ 68 h 68"/>
                <a:gd name="T4" fmla="*/ 34 w 393"/>
                <a:gd name="T5" fmla="*/ 68 h 68"/>
                <a:gd name="T6" fmla="*/ 0 w 393"/>
                <a:gd name="T7" fmla="*/ 34 h 68"/>
                <a:gd name="T8" fmla="*/ 34 w 393"/>
                <a:gd name="T9" fmla="*/ 0 h 68"/>
                <a:gd name="T10" fmla="*/ 359 w 393"/>
                <a:gd name="T11" fmla="*/ 0 h 68"/>
                <a:gd name="T12" fmla="*/ 393 w 393"/>
                <a:gd name="T13" fmla="*/ 3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3" h="68">
                  <a:moveTo>
                    <a:pt x="393" y="34"/>
                  </a:moveTo>
                  <a:cubicBezTo>
                    <a:pt x="393" y="53"/>
                    <a:pt x="378" y="68"/>
                    <a:pt x="359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15" y="68"/>
                    <a:pt x="0" y="53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359" y="0"/>
                    <a:pt x="359" y="0"/>
                    <a:pt x="359" y="0"/>
                  </a:cubicBezTo>
                  <a:cubicBezTo>
                    <a:pt x="378" y="0"/>
                    <a:pt x="393" y="15"/>
                    <a:pt x="393" y="3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5" name="Freeform 45"/>
            <p:cNvSpPr/>
            <p:nvPr/>
          </p:nvSpPr>
          <p:spPr bwMode="auto">
            <a:xfrm>
              <a:off x="8105781" y="2736852"/>
              <a:ext cx="1474788" cy="254000"/>
            </a:xfrm>
            <a:custGeom>
              <a:avLst/>
              <a:gdLst>
                <a:gd name="T0" fmla="*/ 393 w 393"/>
                <a:gd name="T1" fmla="*/ 34 h 68"/>
                <a:gd name="T2" fmla="*/ 359 w 393"/>
                <a:gd name="T3" fmla="*/ 68 h 68"/>
                <a:gd name="T4" fmla="*/ 34 w 393"/>
                <a:gd name="T5" fmla="*/ 68 h 68"/>
                <a:gd name="T6" fmla="*/ 0 w 393"/>
                <a:gd name="T7" fmla="*/ 34 h 68"/>
                <a:gd name="T8" fmla="*/ 34 w 393"/>
                <a:gd name="T9" fmla="*/ 0 h 68"/>
                <a:gd name="T10" fmla="*/ 359 w 393"/>
                <a:gd name="T11" fmla="*/ 0 h 68"/>
                <a:gd name="T12" fmla="*/ 393 w 393"/>
                <a:gd name="T13" fmla="*/ 3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3" h="68">
                  <a:moveTo>
                    <a:pt x="393" y="34"/>
                  </a:moveTo>
                  <a:cubicBezTo>
                    <a:pt x="393" y="53"/>
                    <a:pt x="378" y="68"/>
                    <a:pt x="359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15" y="68"/>
                    <a:pt x="0" y="53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359" y="0"/>
                    <a:pt x="359" y="0"/>
                    <a:pt x="359" y="0"/>
                  </a:cubicBezTo>
                  <a:cubicBezTo>
                    <a:pt x="378" y="0"/>
                    <a:pt x="393" y="15"/>
                    <a:pt x="393" y="3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Freeform 46"/>
            <p:cNvSpPr/>
            <p:nvPr/>
          </p:nvSpPr>
          <p:spPr bwMode="auto">
            <a:xfrm>
              <a:off x="8380419" y="3067052"/>
              <a:ext cx="922338" cy="401638"/>
            </a:xfrm>
            <a:custGeom>
              <a:avLst/>
              <a:gdLst>
                <a:gd name="T0" fmla="*/ 0 w 246"/>
                <a:gd name="T1" fmla="*/ 0 h 107"/>
                <a:gd name="T2" fmla="*/ 0 w 246"/>
                <a:gd name="T3" fmla="*/ 20 h 107"/>
                <a:gd name="T4" fmla="*/ 88 w 246"/>
                <a:gd name="T5" fmla="*/ 107 h 107"/>
                <a:gd name="T6" fmla="*/ 159 w 246"/>
                <a:gd name="T7" fmla="*/ 107 h 107"/>
                <a:gd name="T8" fmla="*/ 246 w 246"/>
                <a:gd name="T9" fmla="*/ 20 h 107"/>
                <a:gd name="T10" fmla="*/ 246 w 246"/>
                <a:gd name="T11" fmla="*/ 0 h 107"/>
                <a:gd name="T12" fmla="*/ 0 w 246"/>
                <a:gd name="T1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6" h="107">
                  <a:moveTo>
                    <a:pt x="0" y="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68"/>
                    <a:pt x="39" y="107"/>
                    <a:pt x="88" y="107"/>
                  </a:cubicBezTo>
                  <a:cubicBezTo>
                    <a:pt x="159" y="107"/>
                    <a:pt x="159" y="107"/>
                    <a:pt x="159" y="107"/>
                  </a:cubicBezTo>
                  <a:cubicBezTo>
                    <a:pt x="207" y="107"/>
                    <a:pt x="246" y="68"/>
                    <a:pt x="246" y="20"/>
                  </a:cubicBezTo>
                  <a:cubicBezTo>
                    <a:pt x="246" y="0"/>
                    <a:pt x="246" y="0"/>
                    <a:pt x="24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7" name="Freeform 47"/>
            <p:cNvSpPr/>
            <p:nvPr/>
          </p:nvSpPr>
          <p:spPr bwMode="auto">
            <a:xfrm>
              <a:off x="10594983" y="946151"/>
              <a:ext cx="735013" cy="225425"/>
            </a:xfrm>
            <a:custGeom>
              <a:avLst/>
              <a:gdLst>
                <a:gd name="T0" fmla="*/ 166 w 196"/>
                <a:gd name="T1" fmla="*/ 60 h 60"/>
                <a:gd name="T2" fmla="*/ 166 w 196"/>
                <a:gd name="T3" fmla="*/ 60 h 60"/>
                <a:gd name="T4" fmla="*/ 30 w 196"/>
                <a:gd name="T5" fmla="*/ 60 h 60"/>
                <a:gd name="T6" fmla="*/ 0 w 196"/>
                <a:gd name="T7" fmla="*/ 30 h 60"/>
                <a:gd name="T8" fmla="*/ 30 w 196"/>
                <a:gd name="T9" fmla="*/ 0 h 60"/>
                <a:gd name="T10" fmla="*/ 30 w 196"/>
                <a:gd name="T11" fmla="*/ 0 h 60"/>
                <a:gd name="T12" fmla="*/ 166 w 196"/>
                <a:gd name="T13" fmla="*/ 0 h 60"/>
                <a:gd name="T14" fmla="*/ 196 w 196"/>
                <a:gd name="T15" fmla="*/ 30 h 60"/>
                <a:gd name="T16" fmla="*/ 166 w 196"/>
                <a:gd name="T1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60">
                  <a:moveTo>
                    <a:pt x="166" y="60"/>
                  </a:moveTo>
                  <a:cubicBezTo>
                    <a:pt x="166" y="60"/>
                    <a:pt x="166" y="60"/>
                    <a:pt x="166" y="60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66" y="0"/>
                    <a:pt x="166" y="0"/>
                    <a:pt x="166" y="0"/>
                  </a:cubicBezTo>
                  <a:cubicBezTo>
                    <a:pt x="183" y="0"/>
                    <a:pt x="196" y="13"/>
                    <a:pt x="196" y="30"/>
                  </a:cubicBezTo>
                  <a:cubicBezTo>
                    <a:pt x="196" y="46"/>
                    <a:pt x="183" y="60"/>
                    <a:pt x="166" y="60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8" name="Freeform 48"/>
            <p:cNvSpPr/>
            <p:nvPr/>
          </p:nvSpPr>
          <p:spPr bwMode="auto">
            <a:xfrm>
              <a:off x="6330955" y="946151"/>
              <a:ext cx="750888" cy="225425"/>
            </a:xfrm>
            <a:custGeom>
              <a:avLst/>
              <a:gdLst>
                <a:gd name="T0" fmla="*/ 170 w 200"/>
                <a:gd name="T1" fmla="*/ 60 h 60"/>
                <a:gd name="T2" fmla="*/ 170 w 200"/>
                <a:gd name="T3" fmla="*/ 60 h 60"/>
                <a:gd name="T4" fmla="*/ 30 w 200"/>
                <a:gd name="T5" fmla="*/ 60 h 60"/>
                <a:gd name="T6" fmla="*/ 0 w 200"/>
                <a:gd name="T7" fmla="*/ 30 h 60"/>
                <a:gd name="T8" fmla="*/ 30 w 200"/>
                <a:gd name="T9" fmla="*/ 0 h 60"/>
                <a:gd name="T10" fmla="*/ 30 w 200"/>
                <a:gd name="T11" fmla="*/ 0 h 60"/>
                <a:gd name="T12" fmla="*/ 170 w 200"/>
                <a:gd name="T13" fmla="*/ 0 h 60"/>
                <a:gd name="T14" fmla="*/ 200 w 200"/>
                <a:gd name="T15" fmla="*/ 30 h 60"/>
                <a:gd name="T16" fmla="*/ 170 w 200"/>
                <a:gd name="T17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0" h="60">
                  <a:moveTo>
                    <a:pt x="170" y="60"/>
                  </a:moveTo>
                  <a:cubicBezTo>
                    <a:pt x="170" y="60"/>
                    <a:pt x="170" y="60"/>
                    <a:pt x="170" y="60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14" y="60"/>
                    <a:pt x="0" y="46"/>
                    <a:pt x="0" y="30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170" y="0"/>
                    <a:pt x="170" y="0"/>
                    <a:pt x="170" y="0"/>
                  </a:cubicBezTo>
                  <a:cubicBezTo>
                    <a:pt x="187" y="0"/>
                    <a:pt x="200" y="13"/>
                    <a:pt x="200" y="30"/>
                  </a:cubicBezTo>
                  <a:cubicBezTo>
                    <a:pt x="200" y="47"/>
                    <a:pt x="186" y="60"/>
                    <a:pt x="170" y="60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9" name="Freeform 49"/>
            <p:cNvSpPr/>
            <p:nvPr/>
          </p:nvSpPr>
          <p:spPr bwMode="auto">
            <a:xfrm>
              <a:off x="8729669" y="-1554163"/>
              <a:ext cx="225425" cy="709613"/>
            </a:xfrm>
            <a:custGeom>
              <a:avLst/>
              <a:gdLst>
                <a:gd name="T0" fmla="*/ 30 w 60"/>
                <a:gd name="T1" fmla="*/ 189 h 189"/>
                <a:gd name="T2" fmla="*/ 30 w 60"/>
                <a:gd name="T3" fmla="*/ 189 h 189"/>
                <a:gd name="T4" fmla="*/ 0 w 60"/>
                <a:gd name="T5" fmla="*/ 159 h 189"/>
                <a:gd name="T6" fmla="*/ 0 w 60"/>
                <a:gd name="T7" fmla="*/ 30 h 189"/>
                <a:gd name="T8" fmla="*/ 30 w 60"/>
                <a:gd name="T9" fmla="*/ 0 h 189"/>
                <a:gd name="T10" fmla="*/ 30 w 60"/>
                <a:gd name="T11" fmla="*/ 0 h 189"/>
                <a:gd name="T12" fmla="*/ 60 w 60"/>
                <a:gd name="T13" fmla="*/ 30 h 189"/>
                <a:gd name="T14" fmla="*/ 60 w 60"/>
                <a:gd name="T15" fmla="*/ 159 h 189"/>
                <a:gd name="T16" fmla="*/ 30 w 60"/>
                <a:gd name="T17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189">
                  <a:moveTo>
                    <a:pt x="30" y="189"/>
                  </a:moveTo>
                  <a:cubicBezTo>
                    <a:pt x="30" y="189"/>
                    <a:pt x="30" y="189"/>
                    <a:pt x="30" y="189"/>
                  </a:cubicBezTo>
                  <a:cubicBezTo>
                    <a:pt x="14" y="189"/>
                    <a:pt x="0" y="175"/>
                    <a:pt x="0" y="159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14"/>
                    <a:pt x="14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7" y="0"/>
                    <a:pt x="60" y="14"/>
                    <a:pt x="60" y="30"/>
                  </a:cubicBezTo>
                  <a:cubicBezTo>
                    <a:pt x="60" y="159"/>
                    <a:pt x="60" y="159"/>
                    <a:pt x="60" y="159"/>
                  </a:cubicBezTo>
                  <a:cubicBezTo>
                    <a:pt x="60" y="175"/>
                    <a:pt x="47" y="189"/>
                    <a:pt x="30" y="189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Freeform 50"/>
            <p:cNvSpPr/>
            <p:nvPr/>
          </p:nvSpPr>
          <p:spPr bwMode="auto">
            <a:xfrm>
              <a:off x="10106033" y="-808038"/>
              <a:ext cx="563563" cy="552450"/>
            </a:xfrm>
            <a:custGeom>
              <a:avLst/>
              <a:gdLst>
                <a:gd name="T0" fmla="*/ 33 w 150"/>
                <a:gd name="T1" fmla="*/ 147 h 147"/>
                <a:gd name="T2" fmla="*/ 11 w 150"/>
                <a:gd name="T3" fmla="*/ 139 h 147"/>
                <a:gd name="T4" fmla="*/ 11 w 150"/>
                <a:gd name="T5" fmla="*/ 96 h 147"/>
                <a:gd name="T6" fmla="*/ 96 w 150"/>
                <a:gd name="T7" fmla="*/ 11 h 147"/>
                <a:gd name="T8" fmla="*/ 139 w 150"/>
                <a:gd name="T9" fmla="*/ 11 h 147"/>
                <a:gd name="T10" fmla="*/ 139 w 150"/>
                <a:gd name="T11" fmla="*/ 54 h 147"/>
                <a:gd name="T12" fmla="*/ 54 w 150"/>
                <a:gd name="T13" fmla="*/ 139 h 147"/>
                <a:gd name="T14" fmla="*/ 33 w 150"/>
                <a:gd name="T15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" h="147">
                  <a:moveTo>
                    <a:pt x="33" y="147"/>
                  </a:moveTo>
                  <a:cubicBezTo>
                    <a:pt x="25" y="147"/>
                    <a:pt x="17" y="145"/>
                    <a:pt x="11" y="139"/>
                  </a:cubicBezTo>
                  <a:cubicBezTo>
                    <a:pt x="0" y="127"/>
                    <a:pt x="0" y="108"/>
                    <a:pt x="11" y="96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108" y="0"/>
                    <a:pt x="127" y="0"/>
                    <a:pt x="139" y="11"/>
                  </a:cubicBezTo>
                  <a:cubicBezTo>
                    <a:pt x="150" y="23"/>
                    <a:pt x="150" y="42"/>
                    <a:pt x="139" y="54"/>
                  </a:cubicBezTo>
                  <a:cubicBezTo>
                    <a:pt x="54" y="139"/>
                    <a:pt x="54" y="139"/>
                    <a:pt x="54" y="139"/>
                  </a:cubicBezTo>
                  <a:cubicBezTo>
                    <a:pt x="48" y="145"/>
                    <a:pt x="40" y="147"/>
                    <a:pt x="33" y="147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1" name="Freeform 51"/>
            <p:cNvSpPr/>
            <p:nvPr/>
          </p:nvSpPr>
          <p:spPr bwMode="auto">
            <a:xfrm>
              <a:off x="6980243" y="-665163"/>
              <a:ext cx="566738" cy="555625"/>
            </a:xfrm>
            <a:custGeom>
              <a:avLst/>
              <a:gdLst>
                <a:gd name="T0" fmla="*/ 118 w 151"/>
                <a:gd name="T1" fmla="*/ 148 h 148"/>
                <a:gd name="T2" fmla="*/ 97 w 151"/>
                <a:gd name="T3" fmla="*/ 139 h 148"/>
                <a:gd name="T4" fmla="*/ 12 w 151"/>
                <a:gd name="T5" fmla="*/ 54 h 148"/>
                <a:gd name="T6" fmla="*/ 12 w 151"/>
                <a:gd name="T7" fmla="*/ 12 h 148"/>
                <a:gd name="T8" fmla="*/ 54 w 151"/>
                <a:gd name="T9" fmla="*/ 12 h 148"/>
                <a:gd name="T10" fmla="*/ 139 w 151"/>
                <a:gd name="T11" fmla="*/ 97 h 148"/>
                <a:gd name="T12" fmla="*/ 139 w 151"/>
                <a:gd name="T13" fmla="*/ 139 h 148"/>
                <a:gd name="T14" fmla="*/ 118 w 151"/>
                <a:gd name="T15" fmla="*/ 148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" h="148">
                  <a:moveTo>
                    <a:pt x="118" y="148"/>
                  </a:moveTo>
                  <a:cubicBezTo>
                    <a:pt x="110" y="148"/>
                    <a:pt x="102" y="145"/>
                    <a:pt x="97" y="139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0" y="43"/>
                    <a:pt x="0" y="24"/>
                    <a:pt x="12" y="12"/>
                  </a:cubicBezTo>
                  <a:cubicBezTo>
                    <a:pt x="24" y="0"/>
                    <a:pt x="43" y="0"/>
                    <a:pt x="54" y="12"/>
                  </a:cubicBezTo>
                  <a:cubicBezTo>
                    <a:pt x="139" y="97"/>
                    <a:pt x="139" y="97"/>
                    <a:pt x="139" y="97"/>
                  </a:cubicBezTo>
                  <a:cubicBezTo>
                    <a:pt x="151" y="108"/>
                    <a:pt x="151" y="127"/>
                    <a:pt x="139" y="139"/>
                  </a:cubicBezTo>
                  <a:cubicBezTo>
                    <a:pt x="133" y="145"/>
                    <a:pt x="126" y="148"/>
                    <a:pt x="118" y="148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2" name="Freeform 52"/>
            <p:cNvSpPr>
              <a:spLocks noEditPoints="1"/>
            </p:cNvSpPr>
            <p:nvPr/>
          </p:nvSpPr>
          <p:spPr bwMode="auto">
            <a:xfrm>
              <a:off x="1525589" y="2236789"/>
              <a:ext cx="4781553" cy="3944939"/>
            </a:xfrm>
            <a:custGeom>
              <a:avLst/>
              <a:gdLst>
                <a:gd name="T0" fmla="*/ 720 w 1274"/>
                <a:gd name="T1" fmla="*/ 1045 h 1051"/>
                <a:gd name="T2" fmla="*/ 537 w 1274"/>
                <a:gd name="T3" fmla="*/ 802 h 1051"/>
                <a:gd name="T4" fmla="*/ 273 w 1274"/>
                <a:gd name="T5" fmla="*/ 701 h 1051"/>
                <a:gd name="T6" fmla="*/ 45 w 1274"/>
                <a:gd name="T7" fmla="*/ 596 h 1051"/>
                <a:gd name="T8" fmla="*/ 176 w 1274"/>
                <a:gd name="T9" fmla="*/ 247 h 1051"/>
                <a:gd name="T10" fmla="*/ 407 w 1274"/>
                <a:gd name="T11" fmla="*/ 36 h 1051"/>
                <a:gd name="T12" fmla="*/ 474 w 1274"/>
                <a:gd name="T13" fmla="*/ 46 h 1051"/>
                <a:gd name="T14" fmla="*/ 663 w 1274"/>
                <a:gd name="T15" fmla="*/ 5 h 1051"/>
                <a:gd name="T16" fmla="*/ 919 w 1274"/>
                <a:gd name="T17" fmla="*/ 61 h 1051"/>
                <a:gd name="T18" fmla="*/ 1248 w 1274"/>
                <a:gd name="T19" fmla="*/ 543 h 1051"/>
                <a:gd name="T20" fmla="*/ 1225 w 1274"/>
                <a:gd name="T21" fmla="*/ 811 h 1051"/>
                <a:gd name="T22" fmla="*/ 997 w 1274"/>
                <a:gd name="T23" fmla="*/ 994 h 1051"/>
                <a:gd name="T24" fmla="*/ 932 w 1274"/>
                <a:gd name="T25" fmla="*/ 984 h 1051"/>
                <a:gd name="T26" fmla="*/ 578 w 1274"/>
                <a:gd name="T27" fmla="*/ 721 h 1051"/>
                <a:gd name="T28" fmla="*/ 607 w 1274"/>
                <a:gd name="T29" fmla="*/ 761 h 1051"/>
                <a:gd name="T30" fmla="*/ 624 w 1274"/>
                <a:gd name="T31" fmla="*/ 911 h 1051"/>
                <a:gd name="T32" fmla="*/ 770 w 1274"/>
                <a:gd name="T33" fmla="*/ 991 h 1051"/>
                <a:gd name="T34" fmla="*/ 934 w 1274"/>
                <a:gd name="T35" fmla="*/ 922 h 1051"/>
                <a:gd name="T36" fmla="*/ 997 w 1274"/>
                <a:gd name="T37" fmla="*/ 934 h 1051"/>
                <a:gd name="T38" fmla="*/ 1136 w 1274"/>
                <a:gd name="T39" fmla="*/ 658 h 1051"/>
                <a:gd name="T40" fmla="*/ 1190 w 1274"/>
                <a:gd name="T41" fmla="*/ 530 h 1051"/>
                <a:gd name="T42" fmla="*/ 1041 w 1274"/>
                <a:gd name="T43" fmla="*/ 295 h 1051"/>
                <a:gd name="T44" fmla="*/ 788 w 1274"/>
                <a:gd name="T45" fmla="*/ 136 h 1051"/>
                <a:gd name="T46" fmla="*/ 651 w 1274"/>
                <a:gd name="T47" fmla="*/ 64 h 1051"/>
                <a:gd name="T48" fmla="*/ 500 w 1274"/>
                <a:gd name="T49" fmla="*/ 102 h 1051"/>
                <a:gd name="T50" fmla="*/ 444 w 1274"/>
                <a:gd name="T51" fmla="*/ 100 h 1051"/>
                <a:gd name="T52" fmla="*/ 239 w 1274"/>
                <a:gd name="T53" fmla="*/ 231 h 1051"/>
                <a:gd name="T54" fmla="*/ 210 w 1274"/>
                <a:gd name="T55" fmla="*/ 300 h 1051"/>
                <a:gd name="T56" fmla="*/ 95 w 1274"/>
                <a:gd name="T57" fmla="*/ 563 h 1051"/>
                <a:gd name="T58" fmla="*/ 281 w 1274"/>
                <a:gd name="T59" fmla="*/ 638 h 1051"/>
                <a:gd name="T60" fmla="*/ 434 w 1274"/>
                <a:gd name="T61" fmla="*/ 748 h 1051"/>
                <a:gd name="T62" fmla="*/ 562 w 1274"/>
                <a:gd name="T63" fmla="*/ 726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4" h="1051">
                  <a:moveTo>
                    <a:pt x="770" y="1051"/>
                  </a:moveTo>
                  <a:cubicBezTo>
                    <a:pt x="753" y="1051"/>
                    <a:pt x="736" y="1049"/>
                    <a:pt x="720" y="1045"/>
                  </a:cubicBezTo>
                  <a:cubicBezTo>
                    <a:pt x="659" y="1032"/>
                    <a:pt x="607" y="995"/>
                    <a:pt x="574" y="943"/>
                  </a:cubicBezTo>
                  <a:cubicBezTo>
                    <a:pt x="547" y="901"/>
                    <a:pt x="534" y="852"/>
                    <a:pt x="537" y="802"/>
                  </a:cubicBezTo>
                  <a:cubicBezTo>
                    <a:pt x="500" y="814"/>
                    <a:pt x="460" y="815"/>
                    <a:pt x="421" y="807"/>
                  </a:cubicBezTo>
                  <a:cubicBezTo>
                    <a:pt x="359" y="793"/>
                    <a:pt x="306" y="755"/>
                    <a:pt x="273" y="701"/>
                  </a:cubicBezTo>
                  <a:cubicBezTo>
                    <a:pt x="246" y="705"/>
                    <a:pt x="218" y="703"/>
                    <a:pt x="191" y="698"/>
                  </a:cubicBezTo>
                  <a:cubicBezTo>
                    <a:pt x="130" y="684"/>
                    <a:pt x="78" y="648"/>
                    <a:pt x="45" y="596"/>
                  </a:cubicBezTo>
                  <a:cubicBezTo>
                    <a:pt x="11" y="543"/>
                    <a:pt x="0" y="481"/>
                    <a:pt x="14" y="420"/>
                  </a:cubicBezTo>
                  <a:cubicBezTo>
                    <a:pt x="32" y="336"/>
                    <a:pt x="94" y="270"/>
                    <a:pt x="176" y="247"/>
                  </a:cubicBezTo>
                  <a:cubicBezTo>
                    <a:pt x="176" y="237"/>
                    <a:pt x="178" y="228"/>
                    <a:pt x="180" y="219"/>
                  </a:cubicBezTo>
                  <a:cubicBezTo>
                    <a:pt x="203" y="113"/>
                    <a:pt x="299" y="36"/>
                    <a:pt x="407" y="36"/>
                  </a:cubicBezTo>
                  <a:cubicBezTo>
                    <a:pt x="424" y="36"/>
                    <a:pt x="441" y="38"/>
                    <a:pt x="457" y="41"/>
                  </a:cubicBezTo>
                  <a:cubicBezTo>
                    <a:pt x="463" y="43"/>
                    <a:pt x="469" y="44"/>
                    <a:pt x="474" y="46"/>
                  </a:cubicBezTo>
                  <a:cubicBezTo>
                    <a:pt x="514" y="16"/>
                    <a:pt x="563" y="0"/>
                    <a:pt x="613" y="0"/>
                  </a:cubicBezTo>
                  <a:cubicBezTo>
                    <a:pt x="630" y="0"/>
                    <a:pt x="647" y="2"/>
                    <a:pt x="663" y="5"/>
                  </a:cubicBezTo>
                  <a:cubicBezTo>
                    <a:pt x="709" y="15"/>
                    <a:pt x="751" y="39"/>
                    <a:pt x="782" y="73"/>
                  </a:cubicBezTo>
                  <a:cubicBezTo>
                    <a:pt x="825" y="55"/>
                    <a:pt x="873" y="51"/>
                    <a:pt x="919" y="61"/>
                  </a:cubicBezTo>
                  <a:cubicBezTo>
                    <a:pt x="1021" y="84"/>
                    <a:pt x="1095" y="172"/>
                    <a:pt x="1101" y="274"/>
                  </a:cubicBezTo>
                  <a:cubicBezTo>
                    <a:pt x="1210" y="314"/>
                    <a:pt x="1274" y="427"/>
                    <a:pt x="1248" y="543"/>
                  </a:cubicBezTo>
                  <a:cubicBezTo>
                    <a:pt x="1240" y="580"/>
                    <a:pt x="1223" y="615"/>
                    <a:pt x="1198" y="644"/>
                  </a:cubicBezTo>
                  <a:cubicBezTo>
                    <a:pt x="1228" y="694"/>
                    <a:pt x="1237" y="754"/>
                    <a:pt x="1225" y="811"/>
                  </a:cubicBezTo>
                  <a:cubicBezTo>
                    <a:pt x="1201" y="917"/>
                    <a:pt x="1106" y="994"/>
                    <a:pt x="997" y="994"/>
                  </a:cubicBezTo>
                  <a:cubicBezTo>
                    <a:pt x="997" y="994"/>
                    <a:pt x="997" y="994"/>
                    <a:pt x="997" y="994"/>
                  </a:cubicBezTo>
                  <a:cubicBezTo>
                    <a:pt x="981" y="994"/>
                    <a:pt x="964" y="992"/>
                    <a:pt x="947" y="988"/>
                  </a:cubicBezTo>
                  <a:cubicBezTo>
                    <a:pt x="942" y="987"/>
                    <a:pt x="937" y="986"/>
                    <a:pt x="932" y="984"/>
                  </a:cubicBezTo>
                  <a:cubicBezTo>
                    <a:pt x="889" y="1027"/>
                    <a:pt x="831" y="1051"/>
                    <a:pt x="770" y="1051"/>
                  </a:cubicBezTo>
                  <a:moveTo>
                    <a:pt x="578" y="721"/>
                  </a:moveTo>
                  <a:cubicBezTo>
                    <a:pt x="585" y="721"/>
                    <a:pt x="591" y="724"/>
                    <a:pt x="597" y="728"/>
                  </a:cubicBezTo>
                  <a:cubicBezTo>
                    <a:pt x="607" y="736"/>
                    <a:pt x="611" y="749"/>
                    <a:pt x="607" y="761"/>
                  </a:cubicBezTo>
                  <a:cubicBezTo>
                    <a:pt x="604" y="768"/>
                    <a:pt x="602" y="774"/>
                    <a:pt x="601" y="781"/>
                  </a:cubicBezTo>
                  <a:cubicBezTo>
                    <a:pt x="591" y="826"/>
                    <a:pt x="599" y="872"/>
                    <a:pt x="624" y="911"/>
                  </a:cubicBezTo>
                  <a:cubicBezTo>
                    <a:pt x="649" y="950"/>
                    <a:pt x="688" y="976"/>
                    <a:pt x="733" y="986"/>
                  </a:cubicBezTo>
                  <a:cubicBezTo>
                    <a:pt x="745" y="989"/>
                    <a:pt x="757" y="991"/>
                    <a:pt x="770" y="991"/>
                  </a:cubicBezTo>
                  <a:cubicBezTo>
                    <a:pt x="820" y="991"/>
                    <a:pt x="868" y="969"/>
                    <a:pt x="901" y="930"/>
                  </a:cubicBezTo>
                  <a:cubicBezTo>
                    <a:pt x="909" y="921"/>
                    <a:pt x="923" y="917"/>
                    <a:pt x="934" y="922"/>
                  </a:cubicBezTo>
                  <a:cubicBezTo>
                    <a:pt x="943" y="925"/>
                    <a:pt x="951" y="928"/>
                    <a:pt x="960" y="930"/>
                  </a:cubicBezTo>
                  <a:cubicBezTo>
                    <a:pt x="972" y="932"/>
                    <a:pt x="985" y="934"/>
                    <a:pt x="997" y="934"/>
                  </a:cubicBezTo>
                  <a:cubicBezTo>
                    <a:pt x="1078" y="934"/>
                    <a:pt x="1149" y="877"/>
                    <a:pt x="1166" y="798"/>
                  </a:cubicBezTo>
                  <a:cubicBezTo>
                    <a:pt x="1177" y="749"/>
                    <a:pt x="1166" y="698"/>
                    <a:pt x="1136" y="658"/>
                  </a:cubicBezTo>
                  <a:cubicBezTo>
                    <a:pt x="1127" y="646"/>
                    <a:pt x="1128" y="629"/>
                    <a:pt x="1140" y="618"/>
                  </a:cubicBezTo>
                  <a:cubicBezTo>
                    <a:pt x="1165" y="595"/>
                    <a:pt x="1182" y="564"/>
                    <a:pt x="1190" y="530"/>
                  </a:cubicBezTo>
                  <a:cubicBezTo>
                    <a:pt x="1210" y="439"/>
                    <a:pt x="1155" y="349"/>
                    <a:pt x="1064" y="326"/>
                  </a:cubicBezTo>
                  <a:cubicBezTo>
                    <a:pt x="1050" y="322"/>
                    <a:pt x="1041" y="309"/>
                    <a:pt x="1041" y="295"/>
                  </a:cubicBezTo>
                  <a:cubicBezTo>
                    <a:pt x="1045" y="212"/>
                    <a:pt x="988" y="138"/>
                    <a:pt x="906" y="120"/>
                  </a:cubicBezTo>
                  <a:cubicBezTo>
                    <a:pt x="866" y="111"/>
                    <a:pt x="824" y="117"/>
                    <a:pt x="788" y="136"/>
                  </a:cubicBezTo>
                  <a:cubicBezTo>
                    <a:pt x="775" y="143"/>
                    <a:pt x="759" y="139"/>
                    <a:pt x="750" y="128"/>
                  </a:cubicBezTo>
                  <a:cubicBezTo>
                    <a:pt x="726" y="95"/>
                    <a:pt x="690" y="73"/>
                    <a:pt x="651" y="64"/>
                  </a:cubicBezTo>
                  <a:cubicBezTo>
                    <a:pt x="638" y="61"/>
                    <a:pt x="626" y="60"/>
                    <a:pt x="613" y="60"/>
                  </a:cubicBezTo>
                  <a:cubicBezTo>
                    <a:pt x="572" y="60"/>
                    <a:pt x="531" y="75"/>
                    <a:pt x="500" y="102"/>
                  </a:cubicBezTo>
                  <a:cubicBezTo>
                    <a:pt x="492" y="109"/>
                    <a:pt x="480" y="111"/>
                    <a:pt x="470" y="107"/>
                  </a:cubicBezTo>
                  <a:cubicBezTo>
                    <a:pt x="461" y="104"/>
                    <a:pt x="453" y="102"/>
                    <a:pt x="444" y="100"/>
                  </a:cubicBezTo>
                  <a:cubicBezTo>
                    <a:pt x="432" y="97"/>
                    <a:pt x="420" y="96"/>
                    <a:pt x="407" y="96"/>
                  </a:cubicBezTo>
                  <a:cubicBezTo>
                    <a:pt x="327" y="96"/>
                    <a:pt x="256" y="153"/>
                    <a:pt x="239" y="231"/>
                  </a:cubicBezTo>
                  <a:cubicBezTo>
                    <a:pt x="236" y="244"/>
                    <a:pt x="234" y="257"/>
                    <a:pt x="235" y="270"/>
                  </a:cubicBezTo>
                  <a:cubicBezTo>
                    <a:pt x="235" y="285"/>
                    <a:pt x="224" y="298"/>
                    <a:pt x="210" y="300"/>
                  </a:cubicBezTo>
                  <a:cubicBezTo>
                    <a:pt x="141" y="313"/>
                    <a:pt x="87" y="365"/>
                    <a:pt x="72" y="433"/>
                  </a:cubicBezTo>
                  <a:cubicBezTo>
                    <a:pt x="62" y="478"/>
                    <a:pt x="70" y="524"/>
                    <a:pt x="95" y="563"/>
                  </a:cubicBezTo>
                  <a:cubicBezTo>
                    <a:pt x="120" y="602"/>
                    <a:pt x="159" y="629"/>
                    <a:pt x="204" y="639"/>
                  </a:cubicBezTo>
                  <a:cubicBezTo>
                    <a:pt x="229" y="645"/>
                    <a:pt x="256" y="644"/>
                    <a:pt x="281" y="638"/>
                  </a:cubicBezTo>
                  <a:cubicBezTo>
                    <a:pt x="295" y="635"/>
                    <a:pt x="309" y="642"/>
                    <a:pt x="316" y="654"/>
                  </a:cubicBezTo>
                  <a:cubicBezTo>
                    <a:pt x="339" y="702"/>
                    <a:pt x="382" y="737"/>
                    <a:pt x="434" y="748"/>
                  </a:cubicBezTo>
                  <a:cubicBezTo>
                    <a:pt x="446" y="751"/>
                    <a:pt x="459" y="752"/>
                    <a:pt x="471" y="752"/>
                  </a:cubicBezTo>
                  <a:cubicBezTo>
                    <a:pt x="503" y="752"/>
                    <a:pt x="535" y="743"/>
                    <a:pt x="562" y="726"/>
                  </a:cubicBezTo>
                  <a:cubicBezTo>
                    <a:pt x="567" y="723"/>
                    <a:pt x="573" y="721"/>
                    <a:pt x="578" y="72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3" name="Freeform 53"/>
            <p:cNvSpPr/>
            <p:nvPr/>
          </p:nvSpPr>
          <p:spPr bwMode="auto">
            <a:xfrm>
              <a:off x="2317752" y="1389063"/>
              <a:ext cx="596900" cy="795338"/>
            </a:xfrm>
            <a:custGeom>
              <a:avLst/>
              <a:gdLst>
                <a:gd name="T0" fmla="*/ 125 w 159"/>
                <a:gd name="T1" fmla="*/ 212 h 212"/>
                <a:gd name="T2" fmla="*/ 99 w 159"/>
                <a:gd name="T3" fmla="*/ 198 h 212"/>
                <a:gd name="T4" fmla="*/ 9 w 159"/>
                <a:gd name="T5" fmla="*/ 50 h 212"/>
                <a:gd name="T6" fmla="*/ 19 w 159"/>
                <a:gd name="T7" fmla="*/ 8 h 212"/>
                <a:gd name="T8" fmla="*/ 60 w 159"/>
                <a:gd name="T9" fmla="*/ 18 h 212"/>
                <a:gd name="T10" fmla="*/ 151 w 159"/>
                <a:gd name="T11" fmla="*/ 166 h 212"/>
                <a:gd name="T12" fmla="*/ 141 w 159"/>
                <a:gd name="T13" fmla="*/ 208 h 212"/>
                <a:gd name="T14" fmla="*/ 125 w 159"/>
                <a:gd name="T15" fmla="*/ 212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9" h="212">
                  <a:moveTo>
                    <a:pt x="125" y="212"/>
                  </a:moveTo>
                  <a:cubicBezTo>
                    <a:pt x="115" y="212"/>
                    <a:pt x="105" y="207"/>
                    <a:pt x="99" y="198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0" y="35"/>
                    <a:pt x="5" y="17"/>
                    <a:pt x="19" y="8"/>
                  </a:cubicBezTo>
                  <a:cubicBezTo>
                    <a:pt x="33" y="0"/>
                    <a:pt x="52" y="4"/>
                    <a:pt x="60" y="18"/>
                  </a:cubicBezTo>
                  <a:cubicBezTo>
                    <a:pt x="151" y="166"/>
                    <a:pt x="151" y="166"/>
                    <a:pt x="151" y="166"/>
                  </a:cubicBezTo>
                  <a:cubicBezTo>
                    <a:pt x="159" y="181"/>
                    <a:pt x="155" y="199"/>
                    <a:pt x="141" y="208"/>
                  </a:cubicBezTo>
                  <a:cubicBezTo>
                    <a:pt x="136" y="211"/>
                    <a:pt x="130" y="212"/>
                    <a:pt x="125" y="212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4" name="Freeform 54"/>
            <p:cNvSpPr/>
            <p:nvPr/>
          </p:nvSpPr>
          <p:spPr bwMode="auto">
            <a:xfrm>
              <a:off x="4303716" y="1204913"/>
              <a:ext cx="355600" cy="877888"/>
            </a:xfrm>
            <a:custGeom>
              <a:avLst/>
              <a:gdLst>
                <a:gd name="T0" fmla="*/ 32 w 95"/>
                <a:gd name="T1" fmla="*/ 234 h 234"/>
                <a:gd name="T2" fmla="*/ 27 w 95"/>
                <a:gd name="T3" fmla="*/ 234 h 234"/>
                <a:gd name="T4" fmla="*/ 2 w 95"/>
                <a:gd name="T5" fmla="*/ 199 h 234"/>
                <a:gd name="T6" fmla="*/ 33 w 95"/>
                <a:gd name="T7" fmla="*/ 27 h 234"/>
                <a:gd name="T8" fmla="*/ 67 w 95"/>
                <a:gd name="T9" fmla="*/ 2 h 234"/>
                <a:gd name="T10" fmla="*/ 92 w 95"/>
                <a:gd name="T11" fmla="*/ 37 h 234"/>
                <a:gd name="T12" fmla="*/ 62 w 95"/>
                <a:gd name="T13" fmla="*/ 209 h 234"/>
                <a:gd name="T14" fmla="*/ 32 w 95"/>
                <a:gd name="T15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" h="234">
                  <a:moveTo>
                    <a:pt x="32" y="234"/>
                  </a:moveTo>
                  <a:cubicBezTo>
                    <a:pt x="30" y="234"/>
                    <a:pt x="29" y="234"/>
                    <a:pt x="27" y="234"/>
                  </a:cubicBezTo>
                  <a:cubicBezTo>
                    <a:pt x="11" y="231"/>
                    <a:pt x="0" y="215"/>
                    <a:pt x="2" y="199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6" y="10"/>
                    <a:pt x="51" y="0"/>
                    <a:pt x="67" y="2"/>
                  </a:cubicBezTo>
                  <a:cubicBezTo>
                    <a:pt x="84" y="5"/>
                    <a:pt x="95" y="21"/>
                    <a:pt x="92" y="37"/>
                  </a:cubicBezTo>
                  <a:cubicBezTo>
                    <a:pt x="62" y="209"/>
                    <a:pt x="62" y="209"/>
                    <a:pt x="62" y="209"/>
                  </a:cubicBezTo>
                  <a:cubicBezTo>
                    <a:pt x="59" y="224"/>
                    <a:pt x="46" y="234"/>
                    <a:pt x="32" y="23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5" name="Freeform 55"/>
            <p:cNvSpPr/>
            <p:nvPr/>
          </p:nvSpPr>
          <p:spPr bwMode="auto">
            <a:xfrm>
              <a:off x="5500692" y="1857376"/>
              <a:ext cx="701675" cy="717550"/>
            </a:xfrm>
            <a:custGeom>
              <a:avLst/>
              <a:gdLst>
                <a:gd name="T0" fmla="*/ 97 w 187"/>
                <a:gd name="T1" fmla="*/ 138 h 191"/>
                <a:gd name="T2" fmla="*/ 55 w 187"/>
                <a:gd name="T3" fmla="*/ 182 h 191"/>
                <a:gd name="T4" fmla="*/ 33 w 187"/>
                <a:gd name="T5" fmla="*/ 191 h 191"/>
                <a:gd name="T6" fmla="*/ 13 w 187"/>
                <a:gd name="T7" fmla="*/ 183 h 191"/>
                <a:gd name="T8" fmla="*/ 11 w 187"/>
                <a:gd name="T9" fmla="*/ 141 h 191"/>
                <a:gd name="T10" fmla="*/ 132 w 187"/>
                <a:gd name="T11" fmla="*/ 13 h 191"/>
                <a:gd name="T12" fmla="*/ 174 w 187"/>
                <a:gd name="T13" fmla="*/ 11 h 191"/>
                <a:gd name="T14" fmla="*/ 175 w 187"/>
                <a:gd name="T15" fmla="*/ 54 h 191"/>
                <a:gd name="T16" fmla="*/ 97 w 187"/>
                <a:gd name="T17" fmla="*/ 138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7" h="191">
                  <a:moveTo>
                    <a:pt x="97" y="138"/>
                  </a:moveTo>
                  <a:cubicBezTo>
                    <a:pt x="55" y="182"/>
                    <a:pt x="55" y="182"/>
                    <a:pt x="55" y="182"/>
                  </a:cubicBezTo>
                  <a:cubicBezTo>
                    <a:pt x="49" y="188"/>
                    <a:pt x="41" y="191"/>
                    <a:pt x="33" y="191"/>
                  </a:cubicBezTo>
                  <a:cubicBezTo>
                    <a:pt x="26" y="191"/>
                    <a:pt x="18" y="189"/>
                    <a:pt x="13" y="183"/>
                  </a:cubicBezTo>
                  <a:cubicBezTo>
                    <a:pt x="0" y="172"/>
                    <a:pt x="0" y="153"/>
                    <a:pt x="11" y="141"/>
                  </a:cubicBezTo>
                  <a:cubicBezTo>
                    <a:pt x="132" y="13"/>
                    <a:pt x="132" y="13"/>
                    <a:pt x="132" y="13"/>
                  </a:cubicBezTo>
                  <a:cubicBezTo>
                    <a:pt x="143" y="1"/>
                    <a:pt x="162" y="0"/>
                    <a:pt x="174" y="11"/>
                  </a:cubicBezTo>
                  <a:cubicBezTo>
                    <a:pt x="186" y="23"/>
                    <a:pt x="187" y="42"/>
                    <a:pt x="175" y="54"/>
                  </a:cubicBezTo>
                  <a:cubicBezTo>
                    <a:pt x="97" y="138"/>
                    <a:pt x="97" y="138"/>
                    <a:pt x="97" y="138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6" name="Freeform 56"/>
            <p:cNvSpPr/>
            <p:nvPr/>
          </p:nvSpPr>
          <p:spPr bwMode="auto">
            <a:xfrm>
              <a:off x="6281743" y="3427415"/>
              <a:ext cx="874713" cy="292100"/>
            </a:xfrm>
            <a:custGeom>
              <a:avLst/>
              <a:gdLst>
                <a:gd name="T0" fmla="*/ 31 w 233"/>
                <a:gd name="T1" fmla="*/ 78 h 78"/>
                <a:gd name="T2" fmla="*/ 1 w 233"/>
                <a:gd name="T3" fmla="*/ 51 h 78"/>
                <a:gd name="T4" fmla="*/ 28 w 233"/>
                <a:gd name="T5" fmla="*/ 19 h 78"/>
                <a:gd name="T6" fmla="*/ 199 w 233"/>
                <a:gd name="T7" fmla="*/ 2 h 78"/>
                <a:gd name="T8" fmla="*/ 232 w 233"/>
                <a:gd name="T9" fmla="*/ 29 h 78"/>
                <a:gd name="T10" fmla="*/ 205 w 233"/>
                <a:gd name="T11" fmla="*/ 62 h 78"/>
                <a:gd name="T12" fmla="*/ 34 w 233"/>
                <a:gd name="T13" fmla="*/ 78 h 78"/>
                <a:gd name="T14" fmla="*/ 31 w 233"/>
                <a:gd name="T1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3" h="78">
                  <a:moveTo>
                    <a:pt x="31" y="78"/>
                  </a:moveTo>
                  <a:cubicBezTo>
                    <a:pt x="16" y="78"/>
                    <a:pt x="3" y="67"/>
                    <a:pt x="1" y="51"/>
                  </a:cubicBezTo>
                  <a:cubicBezTo>
                    <a:pt x="0" y="35"/>
                    <a:pt x="12" y="20"/>
                    <a:pt x="28" y="19"/>
                  </a:cubicBezTo>
                  <a:cubicBezTo>
                    <a:pt x="199" y="2"/>
                    <a:pt x="199" y="2"/>
                    <a:pt x="199" y="2"/>
                  </a:cubicBezTo>
                  <a:cubicBezTo>
                    <a:pt x="215" y="0"/>
                    <a:pt x="230" y="12"/>
                    <a:pt x="232" y="29"/>
                  </a:cubicBezTo>
                  <a:cubicBezTo>
                    <a:pt x="233" y="45"/>
                    <a:pt x="221" y="60"/>
                    <a:pt x="205" y="62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3" y="78"/>
                    <a:pt x="32" y="78"/>
                    <a:pt x="31" y="7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7" name="Freeform 57"/>
            <p:cNvSpPr/>
            <p:nvPr/>
          </p:nvSpPr>
          <p:spPr bwMode="auto">
            <a:xfrm>
              <a:off x="849314" y="2751139"/>
              <a:ext cx="766763" cy="492125"/>
            </a:xfrm>
            <a:custGeom>
              <a:avLst/>
              <a:gdLst>
                <a:gd name="T0" fmla="*/ 170 w 204"/>
                <a:gd name="T1" fmla="*/ 131 h 131"/>
                <a:gd name="T2" fmla="*/ 157 w 204"/>
                <a:gd name="T3" fmla="*/ 128 h 131"/>
                <a:gd name="T4" fmla="*/ 21 w 204"/>
                <a:gd name="T5" fmla="*/ 61 h 131"/>
                <a:gd name="T6" fmla="*/ 7 w 204"/>
                <a:gd name="T7" fmla="*/ 21 h 131"/>
                <a:gd name="T8" fmla="*/ 47 w 204"/>
                <a:gd name="T9" fmla="*/ 7 h 131"/>
                <a:gd name="T10" fmla="*/ 183 w 204"/>
                <a:gd name="T11" fmla="*/ 74 h 131"/>
                <a:gd name="T12" fmla="*/ 197 w 204"/>
                <a:gd name="T13" fmla="*/ 114 h 131"/>
                <a:gd name="T14" fmla="*/ 170 w 204"/>
                <a:gd name="T15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4" h="131">
                  <a:moveTo>
                    <a:pt x="170" y="131"/>
                  </a:moveTo>
                  <a:cubicBezTo>
                    <a:pt x="166" y="131"/>
                    <a:pt x="161" y="130"/>
                    <a:pt x="157" y="128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6" y="54"/>
                    <a:pt x="0" y="36"/>
                    <a:pt x="7" y="21"/>
                  </a:cubicBezTo>
                  <a:cubicBezTo>
                    <a:pt x="14" y="6"/>
                    <a:pt x="32" y="0"/>
                    <a:pt x="47" y="7"/>
                  </a:cubicBezTo>
                  <a:cubicBezTo>
                    <a:pt x="183" y="74"/>
                    <a:pt x="183" y="74"/>
                    <a:pt x="183" y="74"/>
                  </a:cubicBezTo>
                  <a:cubicBezTo>
                    <a:pt x="198" y="81"/>
                    <a:pt x="204" y="99"/>
                    <a:pt x="197" y="114"/>
                  </a:cubicBezTo>
                  <a:cubicBezTo>
                    <a:pt x="192" y="125"/>
                    <a:pt x="181" y="131"/>
                    <a:pt x="170" y="13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9" name="Freeform 58"/>
            <p:cNvSpPr/>
            <p:nvPr/>
          </p:nvSpPr>
          <p:spPr bwMode="auto">
            <a:xfrm>
              <a:off x="914402" y="4827590"/>
              <a:ext cx="779463" cy="465138"/>
            </a:xfrm>
            <a:custGeom>
              <a:avLst/>
              <a:gdLst>
                <a:gd name="T0" fmla="*/ 34 w 208"/>
                <a:gd name="T1" fmla="*/ 124 h 124"/>
                <a:gd name="T2" fmla="*/ 7 w 208"/>
                <a:gd name="T3" fmla="*/ 105 h 124"/>
                <a:gd name="T4" fmla="*/ 22 w 208"/>
                <a:gd name="T5" fmla="*/ 66 h 124"/>
                <a:gd name="T6" fmla="*/ 162 w 208"/>
                <a:gd name="T7" fmla="*/ 6 h 124"/>
                <a:gd name="T8" fmla="*/ 201 w 208"/>
                <a:gd name="T9" fmla="*/ 22 h 124"/>
                <a:gd name="T10" fmla="*/ 185 w 208"/>
                <a:gd name="T11" fmla="*/ 61 h 124"/>
                <a:gd name="T12" fmla="*/ 46 w 208"/>
                <a:gd name="T13" fmla="*/ 121 h 124"/>
                <a:gd name="T14" fmla="*/ 34 w 208"/>
                <a:gd name="T1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8" h="124">
                  <a:moveTo>
                    <a:pt x="34" y="124"/>
                  </a:moveTo>
                  <a:cubicBezTo>
                    <a:pt x="23" y="124"/>
                    <a:pt x="12" y="117"/>
                    <a:pt x="7" y="105"/>
                  </a:cubicBezTo>
                  <a:cubicBezTo>
                    <a:pt x="0" y="90"/>
                    <a:pt x="7" y="73"/>
                    <a:pt x="22" y="66"/>
                  </a:cubicBezTo>
                  <a:cubicBezTo>
                    <a:pt x="162" y="6"/>
                    <a:pt x="162" y="6"/>
                    <a:pt x="162" y="6"/>
                  </a:cubicBezTo>
                  <a:cubicBezTo>
                    <a:pt x="177" y="0"/>
                    <a:pt x="195" y="7"/>
                    <a:pt x="201" y="22"/>
                  </a:cubicBezTo>
                  <a:cubicBezTo>
                    <a:pt x="208" y="37"/>
                    <a:pt x="201" y="55"/>
                    <a:pt x="185" y="61"/>
                  </a:cubicBezTo>
                  <a:cubicBezTo>
                    <a:pt x="46" y="121"/>
                    <a:pt x="46" y="121"/>
                    <a:pt x="46" y="121"/>
                  </a:cubicBezTo>
                  <a:cubicBezTo>
                    <a:pt x="42" y="123"/>
                    <a:pt x="38" y="124"/>
                    <a:pt x="34" y="12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0" name="Freeform 60"/>
            <p:cNvSpPr>
              <a:spLocks noEditPoints="1"/>
            </p:cNvSpPr>
            <p:nvPr/>
          </p:nvSpPr>
          <p:spPr bwMode="auto">
            <a:xfrm>
              <a:off x="4678367" y="2825752"/>
              <a:ext cx="530225" cy="530225"/>
            </a:xfrm>
            <a:custGeom>
              <a:avLst/>
              <a:gdLst>
                <a:gd name="T0" fmla="*/ 71 w 141"/>
                <a:gd name="T1" fmla="*/ 116 h 141"/>
                <a:gd name="T2" fmla="*/ 26 w 141"/>
                <a:gd name="T3" fmla="*/ 71 h 141"/>
                <a:gd name="T4" fmla="*/ 71 w 141"/>
                <a:gd name="T5" fmla="*/ 26 h 141"/>
                <a:gd name="T6" fmla="*/ 116 w 141"/>
                <a:gd name="T7" fmla="*/ 71 h 141"/>
                <a:gd name="T8" fmla="*/ 71 w 141"/>
                <a:gd name="T9" fmla="*/ 116 h 141"/>
                <a:gd name="T10" fmla="*/ 82 w 141"/>
                <a:gd name="T11" fmla="*/ 0 h 141"/>
                <a:gd name="T12" fmla="*/ 71 w 141"/>
                <a:gd name="T13" fmla="*/ 0 h 141"/>
                <a:gd name="T14" fmla="*/ 60 w 141"/>
                <a:gd name="T15" fmla="*/ 0 h 141"/>
                <a:gd name="T16" fmla="*/ 60 w 141"/>
                <a:gd name="T17" fmla="*/ 11 h 141"/>
                <a:gd name="T18" fmla="*/ 36 w 141"/>
                <a:gd name="T19" fmla="*/ 21 h 141"/>
                <a:gd name="T20" fmla="*/ 29 w 141"/>
                <a:gd name="T21" fmla="*/ 13 h 141"/>
                <a:gd name="T22" fmla="*/ 13 w 141"/>
                <a:gd name="T23" fmla="*/ 29 h 141"/>
                <a:gd name="T24" fmla="*/ 21 w 141"/>
                <a:gd name="T25" fmla="*/ 36 h 141"/>
                <a:gd name="T26" fmla="*/ 11 w 141"/>
                <a:gd name="T27" fmla="*/ 60 h 141"/>
                <a:gd name="T28" fmla="*/ 0 w 141"/>
                <a:gd name="T29" fmla="*/ 60 h 141"/>
                <a:gd name="T30" fmla="*/ 0 w 141"/>
                <a:gd name="T31" fmla="*/ 82 h 141"/>
                <a:gd name="T32" fmla="*/ 11 w 141"/>
                <a:gd name="T33" fmla="*/ 82 h 141"/>
                <a:gd name="T34" fmla="*/ 21 w 141"/>
                <a:gd name="T35" fmla="*/ 105 h 141"/>
                <a:gd name="T36" fmla="*/ 13 w 141"/>
                <a:gd name="T37" fmla="*/ 113 h 141"/>
                <a:gd name="T38" fmla="*/ 29 w 141"/>
                <a:gd name="T39" fmla="*/ 128 h 141"/>
                <a:gd name="T40" fmla="*/ 36 w 141"/>
                <a:gd name="T41" fmla="*/ 121 h 141"/>
                <a:gd name="T42" fmla="*/ 60 w 141"/>
                <a:gd name="T43" fmla="*/ 131 h 141"/>
                <a:gd name="T44" fmla="*/ 60 w 141"/>
                <a:gd name="T45" fmla="*/ 141 h 141"/>
                <a:gd name="T46" fmla="*/ 71 w 141"/>
                <a:gd name="T47" fmla="*/ 141 h 141"/>
                <a:gd name="T48" fmla="*/ 82 w 141"/>
                <a:gd name="T49" fmla="*/ 141 h 141"/>
                <a:gd name="T50" fmla="*/ 82 w 141"/>
                <a:gd name="T51" fmla="*/ 131 h 141"/>
                <a:gd name="T52" fmla="*/ 105 w 141"/>
                <a:gd name="T53" fmla="*/ 121 h 141"/>
                <a:gd name="T54" fmla="*/ 113 w 141"/>
                <a:gd name="T55" fmla="*/ 128 h 141"/>
                <a:gd name="T56" fmla="*/ 128 w 141"/>
                <a:gd name="T57" fmla="*/ 113 h 141"/>
                <a:gd name="T58" fmla="*/ 121 w 141"/>
                <a:gd name="T59" fmla="*/ 105 h 141"/>
                <a:gd name="T60" fmla="*/ 131 w 141"/>
                <a:gd name="T61" fmla="*/ 82 h 141"/>
                <a:gd name="T62" fmla="*/ 141 w 141"/>
                <a:gd name="T63" fmla="*/ 82 h 141"/>
                <a:gd name="T64" fmla="*/ 141 w 141"/>
                <a:gd name="T65" fmla="*/ 60 h 141"/>
                <a:gd name="T66" fmla="*/ 131 w 141"/>
                <a:gd name="T67" fmla="*/ 60 h 141"/>
                <a:gd name="T68" fmla="*/ 121 w 141"/>
                <a:gd name="T69" fmla="*/ 36 h 141"/>
                <a:gd name="T70" fmla="*/ 128 w 141"/>
                <a:gd name="T71" fmla="*/ 29 h 141"/>
                <a:gd name="T72" fmla="*/ 113 w 141"/>
                <a:gd name="T73" fmla="*/ 13 h 141"/>
                <a:gd name="T74" fmla="*/ 105 w 141"/>
                <a:gd name="T75" fmla="*/ 21 h 141"/>
                <a:gd name="T76" fmla="*/ 82 w 141"/>
                <a:gd name="T77" fmla="*/ 11 h 141"/>
                <a:gd name="T78" fmla="*/ 82 w 141"/>
                <a:gd name="T79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41" h="141">
                  <a:moveTo>
                    <a:pt x="71" y="116"/>
                  </a:moveTo>
                  <a:cubicBezTo>
                    <a:pt x="46" y="116"/>
                    <a:pt x="26" y="96"/>
                    <a:pt x="26" y="71"/>
                  </a:cubicBezTo>
                  <a:cubicBezTo>
                    <a:pt x="26" y="46"/>
                    <a:pt x="46" y="26"/>
                    <a:pt x="71" y="26"/>
                  </a:cubicBezTo>
                  <a:cubicBezTo>
                    <a:pt x="96" y="26"/>
                    <a:pt x="116" y="46"/>
                    <a:pt x="116" y="71"/>
                  </a:cubicBezTo>
                  <a:cubicBezTo>
                    <a:pt x="116" y="96"/>
                    <a:pt x="96" y="116"/>
                    <a:pt x="71" y="116"/>
                  </a:cubicBezTo>
                  <a:moveTo>
                    <a:pt x="82" y="0"/>
                  </a:moveTo>
                  <a:cubicBezTo>
                    <a:pt x="71" y="0"/>
                    <a:pt x="71" y="0"/>
                    <a:pt x="7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51" y="13"/>
                    <a:pt x="43" y="16"/>
                    <a:pt x="36" y="21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16" y="43"/>
                    <a:pt x="12" y="51"/>
                    <a:pt x="1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11" y="82"/>
                    <a:pt x="11" y="82"/>
                    <a:pt x="11" y="82"/>
                  </a:cubicBezTo>
                  <a:cubicBezTo>
                    <a:pt x="12" y="90"/>
                    <a:pt x="16" y="98"/>
                    <a:pt x="21" y="105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29" y="128"/>
                    <a:pt x="29" y="128"/>
                    <a:pt x="29" y="128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43" y="126"/>
                    <a:pt x="51" y="129"/>
                    <a:pt x="60" y="131"/>
                  </a:cubicBezTo>
                  <a:cubicBezTo>
                    <a:pt x="60" y="141"/>
                    <a:pt x="60" y="141"/>
                    <a:pt x="60" y="141"/>
                  </a:cubicBezTo>
                  <a:cubicBezTo>
                    <a:pt x="71" y="141"/>
                    <a:pt x="71" y="141"/>
                    <a:pt x="71" y="141"/>
                  </a:cubicBezTo>
                  <a:cubicBezTo>
                    <a:pt x="82" y="141"/>
                    <a:pt x="82" y="141"/>
                    <a:pt x="82" y="141"/>
                  </a:cubicBezTo>
                  <a:cubicBezTo>
                    <a:pt x="82" y="131"/>
                    <a:pt x="82" y="131"/>
                    <a:pt x="82" y="131"/>
                  </a:cubicBezTo>
                  <a:cubicBezTo>
                    <a:pt x="90" y="129"/>
                    <a:pt x="98" y="126"/>
                    <a:pt x="105" y="121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28" y="113"/>
                    <a:pt x="128" y="113"/>
                    <a:pt x="128" y="113"/>
                  </a:cubicBezTo>
                  <a:cubicBezTo>
                    <a:pt x="121" y="105"/>
                    <a:pt x="121" y="105"/>
                    <a:pt x="121" y="105"/>
                  </a:cubicBezTo>
                  <a:cubicBezTo>
                    <a:pt x="126" y="98"/>
                    <a:pt x="129" y="90"/>
                    <a:pt x="131" y="82"/>
                  </a:cubicBezTo>
                  <a:cubicBezTo>
                    <a:pt x="141" y="82"/>
                    <a:pt x="141" y="82"/>
                    <a:pt x="141" y="82"/>
                  </a:cubicBezTo>
                  <a:cubicBezTo>
                    <a:pt x="141" y="60"/>
                    <a:pt x="141" y="60"/>
                    <a:pt x="141" y="60"/>
                  </a:cubicBezTo>
                  <a:cubicBezTo>
                    <a:pt x="131" y="60"/>
                    <a:pt x="131" y="60"/>
                    <a:pt x="131" y="60"/>
                  </a:cubicBezTo>
                  <a:cubicBezTo>
                    <a:pt x="129" y="51"/>
                    <a:pt x="126" y="43"/>
                    <a:pt x="121" y="36"/>
                  </a:cubicBezTo>
                  <a:cubicBezTo>
                    <a:pt x="128" y="29"/>
                    <a:pt x="128" y="29"/>
                    <a:pt x="128" y="29"/>
                  </a:cubicBezTo>
                  <a:cubicBezTo>
                    <a:pt x="113" y="13"/>
                    <a:pt x="113" y="13"/>
                    <a:pt x="113" y="13"/>
                  </a:cubicBezTo>
                  <a:cubicBezTo>
                    <a:pt x="105" y="21"/>
                    <a:pt x="105" y="21"/>
                    <a:pt x="105" y="21"/>
                  </a:cubicBezTo>
                  <a:cubicBezTo>
                    <a:pt x="98" y="16"/>
                    <a:pt x="90" y="13"/>
                    <a:pt x="82" y="11"/>
                  </a:cubicBezTo>
                  <a:cubicBezTo>
                    <a:pt x="82" y="0"/>
                    <a:pt x="82" y="0"/>
                    <a:pt x="82" y="0"/>
                  </a:cubicBezTo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1" name="Freeform 61"/>
            <p:cNvSpPr>
              <a:spLocks noEditPoints="1"/>
            </p:cNvSpPr>
            <p:nvPr/>
          </p:nvSpPr>
          <p:spPr bwMode="auto">
            <a:xfrm>
              <a:off x="2663828" y="4102102"/>
              <a:ext cx="520700" cy="522288"/>
            </a:xfrm>
            <a:custGeom>
              <a:avLst/>
              <a:gdLst>
                <a:gd name="T0" fmla="*/ 69 w 139"/>
                <a:gd name="T1" fmla="*/ 114 h 139"/>
                <a:gd name="T2" fmla="*/ 54 w 139"/>
                <a:gd name="T3" fmla="*/ 112 h 139"/>
                <a:gd name="T4" fmla="*/ 27 w 139"/>
                <a:gd name="T5" fmla="*/ 55 h 139"/>
                <a:gd name="T6" fmla="*/ 69 w 139"/>
                <a:gd name="T7" fmla="*/ 25 h 139"/>
                <a:gd name="T8" fmla="*/ 84 w 139"/>
                <a:gd name="T9" fmla="*/ 28 h 139"/>
                <a:gd name="T10" fmla="*/ 111 w 139"/>
                <a:gd name="T11" fmla="*/ 85 h 139"/>
                <a:gd name="T12" fmla="*/ 69 w 139"/>
                <a:gd name="T13" fmla="*/ 114 h 139"/>
                <a:gd name="T14" fmla="*/ 83 w 139"/>
                <a:gd name="T15" fmla="*/ 0 h 139"/>
                <a:gd name="T16" fmla="*/ 79 w 139"/>
                <a:gd name="T17" fmla="*/ 10 h 139"/>
                <a:gd name="T18" fmla="*/ 69 w 139"/>
                <a:gd name="T19" fmla="*/ 9 h 139"/>
                <a:gd name="T20" fmla="*/ 54 w 139"/>
                <a:gd name="T21" fmla="*/ 11 h 139"/>
                <a:gd name="T22" fmla="*/ 50 w 139"/>
                <a:gd name="T23" fmla="*/ 2 h 139"/>
                <a:gd name="T24" fmla="*/ 30 w 139"/>
                <a:gd name="T25" fmla="*/ 11 h 139"/>
                <a:gd name="T26" fmla="*/ 34 w 139"/>
                <a:gd name="T27" fmla="*/ 21 h 139"/>
                <a:gd name="T28" fmla="*/ 17 w 139"/>
                <a:gd name="T29" fmla="*/ 39 h 139"/>
                <a:gd name="T30" fmla="*/ 7 w 139"/>
                <a:gd name="T31" fmla="*/ 36 h 139"/>
                <a:gd name="T32" fmla="*/ 0 w 139"/>
                <a:gd name="T33" fmla="*/ 56 h 139"/>
                <a:gd name="T34" fmla="*/ 10 w 139"/>
                <a:gd name="T35" fmla="*/ 60 h 139"/>
                <a:gd name="T36" fmla="*/ 11 w 139"/>
                <a:gd name="T37" fmla="*/ 85 h 139"/>
                <a:gd name="T38" fmla="*/ 1 w 139"/>
                <a:gd name="T39" fmla="*/ 89 h 139"/>
                <a:gd name="T40" fmla="*/ 11 w 139"/>
                <a:gd name="T41" fmla="*/ 109 h 139"/>
                <a:gd name="T42" fmla="*/ 20 w 139"/>
                <a:gd name="T43" fmla="*/ 105 h 139"/>
                <a:gd name="T44" fmla="*/ 39 w 139"/>
                <a:gd name="T45" fmla="*/ 122 h 139"/>
                <a:gd name="T46" fmla="*/ 35 w 139"/>
                <a:gd name="T47" fmla="*/ 132 h 139"/>
                <a:gd name="T48" fmla="*/ 45 w 139"/>
                <a:gd name="T49" fmla="*/ 135 h 139"/>
                <a:gd name="T50" fmla="*/ 56 w 139"/>
                <a:gd name="T51" fmla="*/ 139 h 139"/>
                <a:gd name="T52" fmla="*/ 59 w 139"/>
                <a:gd name="T53" fmla="*/ 129 h 139"/>
                <a:gd name="T54" fmla="*/ 69 w 139"/>
                <a:gd name="T55" fmla="*/ 130 h 139"/>
                <a:gd name="T56" fmla="*/ 84 w 139"/>
                <a:gd name="T57" fmla="*/ 128 h 139"/>
                <a:gd name="T58" fmla="*/ 89 w 139"/>
                <a:gd name="T59" fmla="*/ 138 h 139"/>
                <a:gd name="T60" fmla="*/ 109 w 139"/>
                <a:gd name="T61" fmla="*/ 128 h 139"/>
                <a:gd name="T62" fmla="*/ 104 w 139"/>
                <a:gd name="T63" fmla="*/ 119 h 139"/>
                <a:gd name="T64" fmla="*/ 121 w 139"/>
                <a:gd name="T65" fmla="*/ 100 h 139"/>
                <a:gd name="T66" fmla="*/ 131 w 139"/>
                <a:gd name="T67" fmla="*/ 104 h 139"/>
                <a:gd name="T68" fmla="*/ 139 w 139"/>
                <a:gd name="T69" fmla="*/ 83 h 139"/>
                <a:gd name="T70" fmla="*/ 129 w 139"/>
                <a:gd name="T71" fmla="*/ 80 h 139"/>
                <a:gd name="T72" fmla="*/ 128 w 139"/>
                <a:gd name="T73" fmla="*/ 55 h 139"/>
                <a:gd name="T74" fmla="*/ 137 w 139"/>
                <a:gd name="T75" fmla="*/ 50 h 139"/>
                <a:gd name="T76" fmla="*/ 128 w 139"/>
                <a:gd name="T77" fmla="*/ 30 h 139"/>
                <a:gd name="T78" fmla="*/ 118 w 139"/>
                <a:gd name="T79" fmla="*/ 35 h 139"/>
                <a:gd name="T80" fmla="*/ 100 w 139"/>
                <a:gd name="T81" fmla="*/ 18 h 139"/>
                <a:gd name="T82" fmla="*/ 103 w 139"/>
                <a:gd name="T83" fmla="*/ 8 h 139"/>
                <a:gd name="T84" fmla="*/ 93 w 139"/>
                <a:gd name="T85" fmla="*/ 4 h 139"/>
                <a:gd name="T86" fmla="*/ 83 w 139"/>
                <a:gd name="T8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9" h="139">
                  <a:moveTo>
                    <a:pt x="69" y="114"/>
                  </a:moveTo>
                  <a:cubicBezTo>
                    <a:pt x="64" y="114"/>
                    <a:pt x="59" y="114"/>
                    <a:pt x="54" y="112"/>
                  </a:cubicBezTo>
                  <a:cubicBezTo>
                    <a:pt x="31" y="103"/>
                    <a:pt x="19" y="78"/>
                    <a:pt x="27" y="55"/>
                  </a:cubicBezTo>
                  <a:cubicBezTo>
                    <a:pt x="34" y="36"/>
                    <a:pt x="51" y="25"/>
                    <a:pt x="69" y="25"/>
                  </a:cubicBezTo>
                  <a:cubicBezTo>
                    <a:pt x="74" y="25"/>
                    <a:pt x="79" y="26"/>
                    <a:pt x="84" y="28"/>
                  </a:cubicBezTo>
                  <a:cubicBezTo>
                    <a:pt x="108" y="36"/>
                    <a:pt x="120" y="62"/>
                    <a:pt x="111" y="85"/>
                  </a:cubicBezTo>
                  <a:cubicBezTo>
                    <a:pt x="105" y="103"/>
                    <a:pt x="87" y="114"/>
                    <a:pt x="69" y="114"/>
                  </a:cubicBezTo>
                  <a:moveTo>
                    <a:pt x="83" y="0"/>
                  </a:moveTo>
                  <a:cubicBezTo>
                    <a:pt x="79" y="10"/>
                    <a:pt x="79" y="10"/>
                    <a:pt x="79" y="10"/>
                  </a:cubicBezTo>
                  <a:cubicBezTo>
                    <a:pt x="76" y="10"/>
                    <a:pt x="72" y="9"/>
                    <a:pt x="69" y="9"/>
                  </a:cubicBezTo>
                  <a:cubicBezTo>
                    <a:pt x="64" y="9"/>
                    <a:pt x="59" y="10"/>
                    <a:pt x="54" y="11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27" y="25"/>
                    <a:pt x="22" y="32"/>
                    <a:pt x="17" y="39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8" y="68"/>
                    <a:pt x="9" y="77"/>
                    <a:pt x="11" y="85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1" y="109"/>
                    <a:pt x="11" y="109"/>
                    <a:pt x="11" y="109"/>
                  </a:cubicBezTo>
                  <a:cubicBezTo>
                    <a:pt x="20" y="105"/>
                    <a:pt x="20" y="105"/>
                    <a:pt x="20" y="105"/>
                  </a:cubicBezTo>
                  <a:cubicBezTo>
                    <a:pt x="25" y="112"/>
                    <a:pt x="31" y="117"/>
                    <a:pt x="39" y="122"/>
                  </a:cubicBezTo>
                  <a:cubicBezTo>
                    <a:pt x="35" y="132"/>
                    <a:pt x="35" y="132"/>
                    <a:pt x="35" y="132"/>
                  </a:cubicBezTo>
                  <a:cubicBezTo>
                    <a:pt x="45" y="135"/>
                    <a:pt x="45" y="135"/>
                    <a:pt x="45" y="135"/>
                  </a:cubicBezTo>
                  <a:cubicBezTo>
                    <a:pt x="56" y="139"/>
                    <a:pt x="56" y="139"/>
                    <a:pt x="56" y="139"/>
                  </a:cubicBezTo>
                  <a:cubicBezTo>
                    <a:pt x="59" y="129"/>
                    <a:pt x="59" y="129"/>
                    <a:pt x="59" y="129"/>
                  </a:cubicBezTo>
                  <a:cubicBezTo>
                    <a:pt x="63" y="130"/>
                    <a:pt x="66" y="130"/>
                    <a:pt x="69" y="130"/>
                  </a:cubicBezTo>
                  <a:cubicBezTo>
                    <a:pt x="74" y="130"/>
                    <a:pt x="79" y="130"/>
                    <a:pt x="84" y="128"/>
                  </a:cubicBezTo>
                  <a:cubicBezTo>
                    <a:pt x="89" y="138"/>
                    <a:pt x="89" y="138"/>
                    <a:pt x="89" y="138"/>
                  </a:cubicBezTo>
                  <a:cubicBezTo>
                    <a:pt x="109" y="128"/>
                    <a:pt x="109" y="128"/>
                    <a:pt x="109" y="128"/>
                  </a:cubicBezTo>
                  <a:cubicBezTo>
                    <a:pt x="104" y="119"/>
                    <a:pt x="104" y="119"/>
                    <a:pt x="104" y="119"/>
                  </a:cubicBezTo>
                  <a:cubicBezTo>
                    <a:pt x="111" y="114"/>
                    <a:pt x="117" y="108"/>
                    <a:pt x="121" y="100"/>
                  </a:cubicBezTo>
                  <a:cubicBezTo>
                    <a:pt x="131" y="104"/>
                    <a:pt x="131" y="104"/>
                    <a:pt x="131" y="104"/>
                  </a:cubicBezTo>
                  <a:cubicBezTo>
                    <a:pt x="139" y="83"/>
                    <a:pt x="139" y="83"/>
                    <a:pt x="139" y="83"/>
                  </a:cubicBezTo>
                  <a:cubicBezTo>
                    <a:pt x="129" y="80"/>
                    <a:pt x="129" y="80"/>
                    <a:pt x="129" y="80"/>
                  </a:cubicBezTo>
                  <a:cubicBezTo>
                    <a:pt x="130" y="71"/>
                    <a:pt x="130" y="63"/>
                    <a:pt x="128" y="55"/>
                  </a:cubicBezTo>
                  <a:cubicBezTo>
                    <a:pt x="137" y="50"/>
                    <a:pt x="137" y="50"/>
                    <a:pt x="137" y="50"/>
                  </a:cubicBezTo>
                  <a:cubicBezTo>
                    <a:pt x="128" y="30"/>
                    <a:pt x="128" y="30"/>
                    <a:pt x="128" y="30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4" y="28"/>
                    <a:pt x="107" y="22"/>
                    <a:pt x="100" y="18"/>
                  </a:cubicBezTo>
                  <a:cubicBezTo>
                    <a:pt x="103" y="8"/>
                    <a:pt x="103" y="8"/>
                    <a:pt x="103" y="8"/>
                  </a:cubicBezTo>
                  <a:cubicBezTo>
                    <a:pt x="93" y="4"/>
                    <a:pt x="93" y="4"/>
                    <a:pt x="93" y="4"/>
                  </a:cubicBezTo>
                  <a:cubicBezTo>
                    <a:pt x="83" y="0"/>
                    <a:pt x="83" y="0"/>
                    <a:pt x="83" y="0"/>
                  </a:cubicBezTo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2" name="Freeform 62"/>
            <p:cNvSpPr>
              <a:spLocks noEditPoints="1"/>
            </p:cNvSpPr>
            <p:nvPr/>
          </p:nvSpPr>
          <p:spPr bwMode="auto">
            <a:xfrm>
              <a:off x="3255966" y="3843340"/>
              <a:ext cx="1050926" cy="1039813"/>
            </a:xfrm>
            <a:custGeom>
              <a:avLst/>
              <a:gdLst>
                <a:gd name="T0" fmla="*/ 140 w 280"/>
                <a:gd name="T1" fmla="*/ 195 h 277"/>
                <a:gd name="T2" fmla="*/ 84 w 280"/>
                <a:gd name="T3" fmla="*/ 147 h 277"/>
                <a:gd name="T4" fmla="*/ 114 w 280"/>
                <a:gd name="T5" fmla="*/ 88 h 277"/>
                <a:gd name="T6" fmla="*/ 132 w 280"/>
                <a:gd name="T7" fmla="*/ 83 h 277"/>
                <a:gd name="T8" fmla="*/ 140 w 280"/>
                <a:gd name="T9" fmla="*/ 82 h 277"/>
                <a:gd name="T10" fmla="*/ 196 w 280"/>
                <a:gd name="T11" fmla="*/ 130 h 277"/>
                <a:gd name="T12" fmla="*/ 165 w 280"/>
                <a:gd name="T13" fmla="*/ 189 h 277"/>
                <a:gd name="T14" fmla="*/ 148 w 280"/>
                <a:gd name="T15" fmla="*/ 195 h 277"/>
                <a:gd name="T16" fmla="*/ 140 w 280"/>
                <a:gd name="T17" fmla="*/ 195 h 277"/>
                <a:gd name="T18" fmla="*/ 140 w 280"/>
                <a:gd name="T19" fmla="*/ 0 h 277"/>
                <a:gd name="T20" fmla="*/ 119 w 280"/>
                <a:gd name="T21" fmla="*/ 2 h 277"/>
                <a:gd name="T22" fmla="*/ 123 w 280"/>
                <a:gd name="T23" fmla="*/ 24 h 277"/>
                <a:gd name="T24" fmla="*/ 87 w 280"/>
                <a:gd name="T25" fmla="*/ 35 h 277"/>
                <a:gd name="T26" fmla="*/ 80 w 280"/>
                <a:gd name="T27" fmla="*/ 39 h 277"/>
                <a:gd name="T28" fmla="*/ 69 w 280"/>
                <a:gd name="T29" fmla="*/ 20 h 277"/>
                <a:gd name="T30" fmla="*/ 29 w 280"/>
                <a:gd name="T31" fmla="*/ 56 h 277"/>
                <a:gd name="T32" fmla="*/ 46 w 280"/>
                <a:gd name="T33" fmla="*/ 69 h 277"/>
                <a:gd name="T34" fmla="*/ 27 w 280"/>
                <a:gd name="T35" fmla="*/ 111 h 277"/>
                <a:gd name="T36" fmla="*/ 5 w 280"/>
                <a:gd name="T37" fmla="*/ 105 h 277"/>
                <a:gd name="T38" fmla="*/ 3 w 280"/>
                <a:gd name="T39" fmla="*/ 159 h 277"/>
                <a:gd name="T40" fmla="*/ 25 w 280"/>
                <a:gd name="T41" fmla="*/ 156 h 277"/>
                <a:gd name="T42" fmla="*/ 40 w 280"/>
                <a:gd name="T43" fmla="*/ 199 h 277"/>
                <a:gd name="T44" fmla="*/ 21 w 280"/>
                <a:gd name="T45" fmla="*/ 210 h 277"/>
                <a:gd name="T46" fmla="*/ 57 w 280"/>
                <a:gd name="T47" fmla="*/ 250 h 277"/>
                <a:gd name="T48" fmla="*/ 70 w 280"/>
                <a:gd name="T49" fmla="*/ 232 h 277"/>
                <a:gd name="T50" fmla="*/ 112 w 280"/>
                <a:gd name="T51" fmla="*/ 252 h 277"/>
                <a:gd name="T52" fmla="*/ 106 w 280"/>
                <a:gd name="T53" fmla="*/ 273 h 277"/>
                <a:gd name="T54" fmla="*/ 140 w 280"/>
                <a:gd name="T55" fmla="*/ 277 h 277"/>
                <a:gd name="T56" fmla="*/ 160 w 280"/>
                <a:gd name="T57" fmla="*/ 276 h 277"/>
                <a:gd name="T58" fmla="*/ 157 w 280"/>
                <a:gd name="T59" fmla="*/ 254 h 277"/>
                <a:gd name="T60" fmla="*/ 193 w 280"/>
                <a:gd name="T61" fmla="*/ 243 h 277"/>
                <a:gd name="T62" fmla="*/ 200 w 280"/>
                <a:gd name="T63" fmla="*/ 239 h 277"/>
                <a:gd name="T64" fmla="*/ 211 w 280"/>
                <a:gd name="T65" fmla="*/ 258 h 277"/>
                <a:gd name="T66" fmla="*/ 251 w 280"/>
                <a:gd name="T67" fmla="*/ 221 h 277"/>
                <a:gd name="T68" fmla="*/ 234 w 280"/>
                <a:gd name="T69" fmla="*/ 208 h 277"/>
                <a:gd name="T70" fmla="*/ 253 w 280"/>
                <a:gd name="T71" fmla="*/ 167 h 277"/>
                <a:gd name="T72" fmla="*/ 274 w 280"/>
                <a:gd name="T73" fmla="*/ 172 h 277"/>
                <a:gd name="T74" fmla="*/ 277 w 280"/>
                <a:gd name="T75" fmla="*/ 118 h 277"/>
                <a:gd name="T76" fmla="*/ 255 w 280"/>
                <a:gd name="T77" fmla="*/ 122 h 277"/>
                <a:gd name="T78" fmla="*/ 240 w 280"/>
                <a:gd name="T79" fmla="*/ 79 h 277"/>
                <a:gd name="T80" fmla="*/ 259 w 280"/>
                <a:gd name="T81" fmla="*/ 67 h 277"/>
                <a:gd name="T82" fmla="*/ 222 w 280"/>
                <a:gd name="T83" fmla="*/ 27 h 277"/>
                <a:gd name="T84" fmla="*/ 209 w 280"/>
                <a:gd name="T85" fmla="*/ 45 h 277"/>
                <a:gd name="T86" fmla="*/ 168 w 280"/>
                <a:gd name="T87" fmla="*/ 26 h 277"/>
                <a:gd name="T88" fmla="*/ 173 w 280"/>
                <a:gd name="T89" fmla="*/ 4 h 277"/>
                <a:gd name="T90" fmla="*/ 140 w 280"/>
                <a:gd name="T91" fmla="*/ 0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0" h="277">
                  <a:moveTo>
                    <a:pt x="140" y="195"/>
                  </a:moveTo>
                  <a:cubicBezTo>
                    <a:pt x="112" y="195"/>
                    <a:pt x="88" y="175"/>
                    <a:pt x="84" y="147"/>
                  </a:cubicBezTo>
                  <a:cubicBezTo>
                    <a:pt x="80" y="122"/>
                    <a:pt x="93" y="99"/>
                    <a:pt x="114" y="88"/>
                  </a:cubicBezTo>
                  <a:cubicBezTo>
                    <a:pt x="120" y="86"/>
                    <a:pt x="125" y="84"/>
                    <a:pt x="132" y="83"/>
                  </a:cubicBezTo>
                  <a:cubicBezTo>
                    <a:pt x="134" y="83"/>
                    <a:pt x="137" y="82"/>
                    <a:pt x="140" y="82"/>
                  </a:cubicBezTo>
                  <a:cubicBezTo>
                    <a:pt x="167" y="82"/>
                    <a:pt x="191" y="102"/>
                    <a:pt x="196" y="130"/>
                  </a:cubicBezTo>
                  <a:cubicBezTo>
                    <a:pt x="199" y="155"/>
                    <a:pt x="186" y="178"/>
                    <a:pt x="165" y="189"/>
                  </a:cubicBezTo>
                  <a:cubicBezTo>
                    <a:pt x="160" y="192"/>
                    <a:pt x="154" y="194"/>
                    <a:pt x="148" y="195"/>
                  </a:cubicBezTo>
                  <a:cubicBezTo>
                    <a:pt x="145" y="195"/>
                    <a:pt x="143" y="195"/>
                    <a:pt x="140" y="195"/>
                  </a:cubicBezTo>
                  <a:moveTo>
                    <a:pt x="140" y="0"/>
                  </a:moveTo>
                  <a:cubicBezTo>
                    <a:pt x="133" y="0"/>
                    <a:pt x="126" y="1"/>
                    <a:pt x="119" y="2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10" y="25"/>
                    <a:pt x="98" y="29"/>
                    <a:pt x="87" y="35"/>
                  </a:cubicBezTo>
                  <a:cubicBezTo>
                    <a:pt x="85" y="36"/>
                    <a:pt x="82" y="37"/>
                    <a:pt x="80" y="39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53" y="29"/>
                    <a:pt x="39" y="42"/>
                    <a:pt x="29" y="56"/>
                  </a:cubicBezTo>
                  <a:cubicBezTo>
                    <a:pt x="46" y="69"/>
                    <a:pt x="46" y="69"/>
                    <a:pt x="46" y="69"/>
                  </a:cubicBezTo>
                  <a:cubicBezTo>
                    <a:pt x="37" y="82"/>
                    <a:pt x="31" y="96"/>
                    <a:pt x="27" y="111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1" y="122"/>
                    <a:pt x="0" y="141"/>
                    <a:pt x="3" y="159"/>
                  </a:cubicBezTo>
                  <a:cubicBezTo>
                    <a:pt x="25" y="156"/>
                    <a:pt x="25" y="156"/>
                    <a:pt x="25" y="156"/>
                  </a:cubicBezTo>
                  <a:cubicBezTo>
                    <a:pt x="27" y="172"/>
                    <a:pt x="32" y="186"/>
                    <a:pt x="40" y="199"/>
                  </a:cubicBezTo>
                  <a:cubicBezTo>
                    <a:pt x="21" y="210"/>
                    <a:pt x="21" y="210"/>
                    <a:pt x="21" y="210"/>
                  </a:cubicBezTo>
                  <a:cubicBezTo>
                    <a:pt x="30" y="226"/>
                    <a:pt x="43" y="239"/>
                    <a:pt x="57" y="250"/>
                  </a:cubicBezTo>
                  <a:cubicBezTo>
                    <a:pt x="70" y="232"/>
                    <a:pt x="70" y="232"/>
                    <a:pt x="70" y="232"/>
                  </a:cubicBezTo>
                  <a:cubicBezTo>
                    <a:pt x="83" y="241"/>
                    <a:pt x="97" y="248"/>
                    <a:pt x="112" y="252"/>
                  </a:cubicBezTo>
                  <a:cubicBezTo>
                    <a:pt x="106" y="273"/>
                    <a:pt x="106" y="273"/>
                    <a:pt x="106" y="273"/>
                  </a:cubicBezTo>
                  <a:cubicBezTo>
                    <a:pt x="117" y="276"/>
                    <a:pt x="128" y="277"/>
                    <a:pt x="140" y="277"/>
                  </a:cubicBezTo>
                  <a:cubicBezTo>
                    <a:pt x="147" y="277"/>
                    <a:pt x="153" y="277"/>
                    <a:pt x="160" y="276"/>
                  </a:cubicBezTo>
                  <a:cubicBezTo>
                    <a:pt x="157" y="254"/>
                    <a:pt x="157" y="254"/>
                    <a:pt x="157" y="254"/>
                  </a:cubicBezTo>
                  <a:cubicBezTo>
                    <a:pt x="170" y="252"/>
                    <a:pt x="182" y="248"/>
                    <a:pt x="193" y="243"/>
                  </a:cubicBezTo>
                  <a:cubicBezTo>
                    <a:pt x="195" y="241"/>
                    <a:pt x="198" y="240"/>
                    <a:pt x="200" y="239"/>
                  </a:cubicBezTo>
                  <a:cubicBezTo>
                    <a:pt x="211" y="258"/>
                    <a:pt x="211" y="258"/>
                    <a:pt x="211" y="258"/>
                  </a:cubicBezTo>
                  <a:cubicBezTo>
                    <a:pt x="227" y="248"/>
                    <a:pt x="240" y="236"/>
                    <a:pt x="251" y="221"/>
                  </a:cubicBezTo>
                  <a:cubicBezTo>
                    <a:pt x="234" y="208"/>
                    <a:pt x="234" y="208"/>
                    <a:pt x="234" y="208"/>
                  </a:cubicBezTo>
                  <a:cubicBezTo>
                    <a:pt x="243" y="196"/>
                    <a:pt x="249" y="182"/>
                    <a:pt x="253" y="167"/>
                  </a:cubicBezTo>
                  <a:cubicBezTo>
                    <a:pt x="274" y="172"/>
                    <a:pt x="274" y="172"/>
                    <a:pt x="274" y="172"/>
                  </a:cubicBezTo>
                  <a:cubicBezTo>
                    <a:pt x="279" y="155"/>
                    <a:pt x="280" y="137"/>
                    <a:pt x="277" y="118"/>
                  </a:cubicBezTo>
                  <a:cubicBezTo>
                    <a:pt x="255" y="122"/>
                    <a:pt x="255" y="122"/>
                    <a:pt x="255" y="122"/>
                  </a:cubicBezTo>
                  <a:cubicBezTo>
                    <a:pt x="253" y="106"/>
                    <a:pt x="247" y="92"/>
                    <a:pt x="240" y="79"/>
                  </a:cubicBezTo>
                  <a:cubicBezTo>
                    <a:pt x="259" y="67"/>
                    <a:pt x="259" y="67"/>
                    <a:pt x="259" y="67"/>
                  </a:cubicBezTo>
                  <a:cubicBezTo>
                    <a:pt x="249" y="52"/>
                    <a:pt x="237" y="38"/>
                    <a:pt x="222" y="27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197" y="36"/>
                    <a:pt x="183" y="29"/>
                    <a:pt x="168" y="26"/>
                  </a:cubicBezTo>
                  <a:cubicBezTo>
                    <a:pt x="173" y="4"/>
                    <a:pt x="173" y="4"/>
                    <a:pt x="173" y="4"/>
                  </a:cubicBezTo>
                  <a:cubicBezTo>
                    <a:pt x="163" y="2"/>
                    <a:pt x="151" y="0"/>
                    <a:pt x="140" y="0"/>
                  </a:cubicBezTo>
                </a:path>
              </a:pathLst>
            </a:cu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3" name="Freeform 63"/>
            <p:cNvSpPr>
              <a:spLocks noEditPoints="1"/>
            </p:cNvSpPr>
            <p:nvPr/>
          </p:nvSpPr>
          <p:spPr bwMode="auto">
            <a:xfrm>
              <a:off x="3913191" y="4714878"/>
              <a:ext cx="1084263" cy="1084263"/>
            </a:xfrm>
            <a:custGeom>
              <a:avLst/>
              <a:gdLst>
                <a:gd name="T0" fmla="*/ 145 w 289"/>
                <a:gd name="T1" fmla="*/ 204 h 289"/>
                <a:gd name="T2" fmla="*/ 126 w 289"/>
                <a:gd name="T3" fmla="*/ 201 h 289"/>
                <a:gd name="T4" fmla="*/ 89 w 289"/>
                <a:gd name="T5" fmla="*/ 126 h 289"/>
                <a:gd name="T6" fmla="*/ 145 w 289"/>
                <a:gd name="T7" fmla="*/ 85 h 289"/>
                <a:gd name="T8" fmla="*/ 163 w 289"/>
                <a:gd name="T9" fmla="*/ 89 h 289"/>
                <a:gd name="T10" fmla="*/ 201 w 289"/>
                <a:gd name="T11" fmla="*/ 163 h 289"/>
                <a:gd name="T12" fmla="*/ 145 w 289"/>
                <a:gd name="T13" fmla="*/ 204 h 289"/>
                <a:gd name="T14" fmla="*/ 134 w 289"/>
                <a:gd name="T15" fmla="*/ 0 h 289"/>
                <a:gd name="T16" fmla="*/ 80 w 289"/>
                <a:gd name="T17" fmla="*/ 15 h 289"/>
                <a:gd name="T18" fmla="*/ 90 w 289"/>
                <a:gd name="T19" fmla="*/ 35 h 289"/>
                <a:gd name="T20" fmla="*/ 52 w 289"/>
                <a:gd name="T21" fmla="*/ 65 h 289"/>
                <a:gd name="T22" fmla="*/ 35 w 289"/>
                <a:gd name="T23" fmla="*/ 49 h 289"/>
                <a:gd name="T24" fmla="*/ 7 w 289"/>
                <a:gd name="T25" fmla="*/ 99 h 289"/>
                <a:gd name="T26" fmla="*/ 29 w 289"/>
                <a:gd name="T27" fmla="*/ 106 h 289"/>
                <a:gd name="T28" fmla="*/ 23 w 289"/>
                <a:gd name="T29" fmla="*/ 153 h 289"/>
                <a:gd name="T30" fmla="*/ 0 w 289"/>
                <a:gd name="T31" fmla="*/ 155 h 289"/>
                <a:gd name="T32" fmla="*/ 15 w 289"/>
                <a:gd name="T33" fmla="*/ 209 h 289"/>
                <a:gd name="T34" fmla="*/ 35 w 289"/>
                <a:gd name="T35" fmla="*/ 199 h 289"/>
                <a:gd name="T36" fmla="*/ 65 w 289"/>
                <a:gd name="T37" fmla="*/ 237 h 289"/>
                <a:gd name="T38" fmla="*/ 49 w 289"/>
                <a:gd name="T39" fmla="*/ 254 h 289"/>
                <a:gd name="T40" fmla="*/ 99 w 289"/>
                <a:gd name="T41" fmla="*/ 282 h 289"/>
                <a:gd name="T42" fmla="*/ 106 w 289"/>
                <a:gd name="T43" fmla="*/ 260 h 289"/>
                <a:gd name="T44" fmla="*/ 145 w 289"/>
                <a:gd name="T45" fmla="*/ 267 h 289"/>
                <a:gd name="T46" fmla="*/ 153 w 289"/>
                <a:gd name="T47" fmla="*/ 266 h 289"/>
                <a:gd name="T48" fmla="*/ 155 w 289"/>
                <a:gd name="T49" fmla="*/ 289 h 289"/>
                <a:gd name="T50" fmla="*/ 209 w 289"/>
                <a:gd name="T51" fmla="*/ 274 h 289"/>
                <a:gd name="T52" fmla="*/ 199 w 289"/>
                <a:gd name="T53" fmla="*/ 254 h 289"/>
                <a:gd name="T54" fmla="*/ 237 w 289"/>
                <a:gd name="T55" fmla="*/ 225 h 289"/>
                <a:gd name="T56" fmla="*/ 254 w 289"/>
                <a:gd name="T57" fmla="*/ 240 h 289"/>
                <a:gd name="T58" fmla="*/ 282 w 289"/>
                <a:gd name="T59" fmla="*/ 191 h 289"/>
                <a:gd name="T60" fmla="*/ 260 w 289"/>
                <a:gd name="T61" fmla="*/ 183 h 289"/>
                <a:gd name="T62" fmla="*/ 266 w 289"/>
                <a:gd name="T63" fmla="*/ 136 h 289"/>
                <a:gd name="T64" fmla="*/ 289 w 289"/>
                <a:gd name="T65" fmla="*/ 134 h 289"/>
                <a:gd name="T66" fmla="*/ 274 w 289"/>
                <a:gd name="T67" fmla="*/ 80 h 289"/>
                <a:gd name="T68" fmla="*/ 254 w 289"/>
                <a:gd name="T69" fmla="*/ 90 h 289"/>
                <a:gd name="T70" fmla="*/ 225 w 289"/>
                <a:gd name="T71" fmla="*/ 52 h 289"/>
                <a:gd name="T72" fmla="*/ 240 w 289"/>
                <a:gd name="T73" fmla="*/ 35 h 289"/>
                <a:gd name="T74" fmla="*/ 192 w 289"/>
                <a:gd name="T75" fmla="*/ 7 h 289"/>
                <a:gd name="T76" fmla="*/ 190 w 289"/>
                <a:gd name="T77" fmla="*/ 10 h 289"/>
                <a:gd name="T78" fmla="*/ 183 w 289"/>
                <a:gd name="T79" fmla="*/ 29 h 289"/>
                <a:gd name="T80" fmla="*/ 145 w 289"/>
                <a:gd name="T81" fmla="*/ 22 h 289"/>
                <a:gd name="T82" fmla="*/ 136 w 289"/>
                <a:gd name="T83" fmla="*/ 23 h 289"/>
                <a:gd name="T84" fmla="*/ 134 w 289"/>
                <a:gd name="T8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89" h="289">
                  <a:moveTo>
                    <a:pt x="145" y="204"/>
                  </a:moveTo>
                  <a:cubicBezTo>
                    <a:pt x="138" y="204"/>
                    <a:pt x="132" y="203"/>
                    <a:pt x="126" y="201"/>
                  </a:cubicBezTo>
                  <a:cubicBezTo>
                    <a:pt x="95" y="190"/>
                    <a:pt x="78" y="157"/>
                    <a:pt x="89" y="126"/>
                  </a:cubicBezTo>
                  <a:cubicBezTo>
                    <a:pt x="97" y="101"/>
                    <a:pt x="120" y="85"/>
                    <a:pt x="145" y="85"/>
                  </a:cubicBezTo>
                  <a:cubicBezTo>
                    <a:pt x="151" y="85"/>
                    <a:pt x="157" y="86"/>
                    <a:pt x="163" y="89"/>
                  </a:cubicBezTo>
                  <a:cubicBezTo>
                    <a:pt x="194" y="99"/>
                    <a:pt x="211" y="132"/>
                    <a:pt x="201" y="163"/>
                  </a:cubicBezTo>
                  <a:cubicBezTo>
                    <a:pt x="192" y="188"/>
                    <a:pt x="169" y="204"/>
                    <a:pt x="145" y="204"/>
                  </a:cubicBezTo>
                  <a:moveTo>
                    <a:pt x="134" y="0"/>
                  </a:moveTo>
                  <a:cubicBezTo>
                    <a:pt x="115" y="1"/>
                    <a:pt x="97" y="6"/>
                    <a:pt x="80" y="15"/>
                  </a:cubicBezTo>
                  <a:cubicBezTo>
                    <a:pt x="90" y="35"/>
                    <a:pt x="90" y="35"/>
                    <a:pt x="90" y="35"/>
                  </a:cubicBezTo>
                  <a:cubicBezTo>
                    <a:pt x="76" y="42"/>
                    <a:pt x="63" y="52"/>
                    <a:pt x="52" y="65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23" y="63"/>
                    <a:pt x="13" y="80"/>
                    <a:pt x="7" y="99"/>
                  </a:cubicBezTo>
                  <a:cubicBezTo>
                    <a:pt x="29" y="106"/>
                    <a:pt x="29" y="106"/>
                    <a:pt x="29" y="106"/>
                  </a:cubicBezTo>
                  <a:cubicBezTo>
                    <a:pt x="24" y="122"/>
                    <a:pt x="22" y="138"/>
                    <a:pt x="23" y="153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1" y="174"/>
                    <a:pt x="6" y="193"/>
                    <a:pt x="15" y="209"/>
                  </a:cubicBezTo>
                  <a:cubicBezTo>
                    <a:pt x="35" y="199"/>
                    <a:pt x="35" y="199"/>
                    <a:pt x="35" y="199"/>
                  </a:cubicBezTo>
                  <a:cubicBezTo>
                    <a:pt x="42" y="213"/>
                    <a:pt x="52" y="226"/>
                    <a:pt x="65" y="237"/>
                  </a:cubicBezTo>
                  <a:cubicBezTo>
                    <a:pt x="49" y="254"/>
                    <a:pt x="49" y="254"/>
                    <a:pt x="49" y="254"/>
                  </a:cubicBezTo>
                  <a:cubicBezTo>
                    <a:pt x="63" y="266"/>
                    <a:pt x="80" y="276"/>
                    <a:pt x="99" y="282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19" y="265"/>
                    <a:pt x="132" y="267"/>
                    <a:pt x="145" y="267"/>
                  </a:cubicBezTo>
                  <a:cubicBezTo>
                    <a:pt x="147" y="267"/>
                    <a:pt x="150" y="267"/>
                    <a:pt x="153" y="266"/>
                  </a:cubicBezTo>
                  <a:cubicBezTo>
                    <a:pt x="155" y="289"/>
                    <a:pt x="155" y="289"/>
                    <a:pt x="155" y="289"/>
                  </a:cubicBezTo>
                  <a:cubicBezTo>
                    <a:pt x="174" y="288"/>
                    <a:pt x="193" y="283"/>
                    <a:pt x="209" y="274"/>
                  </a:cubicBezTo>
                  <a:cubicBezTo>
                    <a:pt x="199" y="254"/>
                    <a:pt x="199" y="254"/>
                    <a:pt x="199" y="254"/>
                  </a:cubicBezTo>
                  <a:cubicBezTo>
                    <a:pt x="213" y="247"/>
                    <a:pt x="226" y="237"/>
                    <a:pt x="237" y="225"/>
                  </a:cubicBezTo>
                  <a:cubicBezTo>
                    <a:pt x="254" y="240"/>
                    <a:pt x="254" y="240"/>
                    <a:pt x="254" y="240"/>
                  </a:cubicBezTo>
                  <a:cubicBezTo>
                    <a:pt x="266" y="226"/>
                    <a:pt x="276" y="209"/>
                    <a:pt x="282" y="191"/>
                  </a:cubicBezTo>
                  <a:cubicBezTo>
                    <a:pt x="260" y="183"/>
                    <a:pt x="260" y="183"/>
                    <a:pt x="260" y="183"/>
                  </a:cubicBezTo>
                  <a:cubicBezTo>
                    <a:pt x="266" y="168"/>
                    <a:pt x="268" y="152"/>
                    <a:pt x="266" y="136"/>
                  </a:cubicBezTo>
                  <a:cubicBezTo>
                    <a:pt x="289" y="134"/>
                    <a:pt x="289" y="134"/>
                    <a:pt x="289" y="134"/>
                  </a:cubicBezTo>
                  <a:cubicBezTo>
                    <a:pt x="288" y="115"/>
                    <a:pt x="283" y="97"/>
                    <a:pt x="274" y="80"/>
                  </a:cubicBezTo>
                  <a:cubicBezTo>
                    <a:pt x="254" y="90"/>
                    <a:pt x="254" y="90"/>
                    <a:pt x="254" y="90"/>
                  </a:cubicBezTo>
                  <a:cubicBezTo>
                    <a:pt x="247" y="76"/>
                    <a:pt x="237" y="63"/>
                    <a:pt x="225" y="52"/>
                  </a:cubicBezTo>
                  <a:cubicBezTo>
                    <a:pt x="240" y="35"/>
                    <a:pt x="240" y="35"/>
                    <a:pt x="240" y="35"/>
                  </a:cubicBezTo>
                  <a:cubicBezTo>
                    <a:pt x="226" y="23"/>
                    <a:pt x="210" y="14"/>
                    <a:pt x="192" y="7"/>
                  </a:cubicBezTo>
                  <a:cubicBezTo>
                    <a:pt x="190" y="10"/>
                    <a:pt x="190" y="10"/>
                    <a:pt x="190" y="10"/>
                  </a:cubicBezTo>
                  <a:cubicBezTo>
                    <a:pt x="183" y="29"/>
                    <a:pt x="183" y="29"/>
                    <a:pt x="183" y="29"/>
                  </a:cubicBezTo>
                  <a:cubicBezTo>
                    <a:pt x="170" y="24"/>
                    <a:pt x="157" y="22"/>
                    <a:pt x="145" y="22"/>
                  </a:cubicBezTo>
                  <a:cubicBezTo>
                    <a:pt x="142" y="22"/>
                    <a:pt x="139" y="23"/>
                    <a:pt x="136" y="23"/>
                  </a:cubicBezTo>
                  <a:cubicBezTo>
                    <a:pt x="134" y="0"/>
                    <a:pt x="134" y="0"/>
                    <a:pt x="134" y="0"/>
                  </a:cubicBezTo>
                </a:path>
              </a:pathLst>
            </a:cu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4" name="Freeform 64"/>
            <p:cNvSpPr/>
            <p:nvPr/>
          </p:nvSpPr>
          <p:spPr bwMode="auto">
            <a:xfrm>
              <a:off x="4625979" y="4740278"/>
              <a:ext cx="7938" cy="11113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3 h 3"/>
                <a:gd name="T4" fmla="*/ 2 w 2"/>
                <a:gd name="T5" fmla="*/ 0 h 3"/>
                <a:gd name="T6" fmla="*/ 1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6633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5" name="Freeform 65"/>
            <p:cNvSpPr>
              <a:spLocks noEditPoints="1"/>
            </p:cNvSpPr>
            <p:nvPr/>
          </p:nvSpPr>
          <p:spPr bwMode="auto">
            <a:xfrm>
              <a:off x="5038729" y="4811715"/>
              <a:ext cx="762001" cy="758825"/>
            </a:xfrm>
            <a:custGeom>
              <a:avLst/>
              <a:gdLst>
                <a:gd name="T0" fmla="*/ 102 w 203"/>
                <a:gd name="T1" fmla="*/ 143 h 202"/>
                <a:gd name="T2" fmla="*/ 94 w 203"/>
                <a:gd name="T3" fmla="*/ 142 h 202"/>
                <a:gd name="T4" fmla="*/ 60 w 203"/>
                <a:gd name="T5" fmla="*/ 93 h 202"/>
                <a:gd name="T6" fmla="*/ 96 w 203"/>
                <a:gd name="T7" fmla="*/ 59 h 202"/>
                <a:gd name="T8" fmla="*/ 102 w 203"/>
                <a:gd name="T9" fmla="*/ 59 h 202"/>
                <a:gd name="T10" fmla="*/ 110 w 203"/>
                <a:gd name="T11" fmla="*/ 60 h 202"/>
                <a:gd name="T12" fmla="*/ 143 w 203"/>
                <a:gd name="T13" fmla="*/ 109 h 202"/>
                <a:gd name="T14" fmla="*/ 107 w 203"/>
                <a:gd name="T15" fmla="*/ 143 h 202"/>
                <a:gd name="T16" fmla="*/ 102 w 203"/>
                <a:gd name="T17" fmla="*/ 143 h 202"/>
                <a:gd name="T18" fmla="*/ 121 w 203"/>
                <a:gd name="T19" fmla="*/ 0 h 202"/>
                <a:gd name="T20" fmla="*/ 118 w 203"/>
                <a:gd name="T21" fmla="*/ 16 h 202"/>
                <a:gd name="T22" fmla="*/ 102 w 203"/>
                <a:gd name="T23" fmla="*/ 14 h 202"/>
                <a:gd name="T24" fmla="*/ 90 w 203"/>
                <a:gd name="T25" fmla="*/ 15 h 202"/>
                <a:gd name="T26" fmla="*/ 84 w 203"/>
                <a:gd name="T27" fmla="*/ 16 h 202"/>
                <a:gd name="T28" fmla="*/ 81 w 203"/>
                <a:gd name="T29" fmla="*/ 0 h 202"/>
                <a:gd name="T30" fmla="*/ 44 w 203"/>
                <a:gd name="T31" fmla="*/ 15 h 202"/>
                <a:gd name="T32" fmla="*/ 53 w 203"/>
                <a:gd name="T33" fmla="*/ 29 h 202"/>
                <a:gd name="T34" fmla="*/ 29 w 203"/>
                <a:gd name="T35" fmla="*/ 53 h 202"/>
                <a:gd name="T36" fmla="*/ 15 w 203"/>
                <a:gd name="T37" fmla="*/ 44 h 202"/>
                <a:gd name="T38" fmla="*/ 0 w 203"/>
                <a:gd name="T39" fmla="*/ 81 h 202"/>
                <a:gd name="T40" fmla="*/ 16 w 203"/>
                <a:gd name="T41" fmla="*/ 85 h 202"/>
                <a:gd name="T42" fmla="*/ 16 w 203"/>
                <a:gd name="T43" fmla="*/ 118 h 202"/>
                <a:gd name="T44" fmla="*/ 0 w 203"/>
                <a:gd name="T45" fmla="*/ 122 h 202"/>
                <a:gd name="T46" fmla="*/ 16 w 203"/>
                <a:gd name="T47" fmla="*/ 159 h 202"/>
                <a:gd name="T48" fmla="*/ 30 w 203"/>
                <a:gd name="T49" fmla="*/ 150 h 202"/>
                <a:gd name="T50" fmla="*/ 54 w 203"/>
                <a:gd name="T51" fmla="*/ 174 h 202"/>
                <a:gd name="T52" fmla="*/ 45 w 203"/>
                <a:gd name="T53" fmla="*/ 187 h 202"/>
                <a:gd name="T54" fmla="*/ 82 w 203"/>
                <a:gd name="T55" fmla="*/ 202 h 202"/>
                <a:gd name="T56" fmla="*/ 85 w 203"/>
                <a:gd name="T57" fmla="*/ 186 h 202"/>
                <a:gd name="T58" fmla="*/ 102 w 203"/>
                <a:gd name="T59" fmla="*/ 188 h 202"/>
                <a:gd name="T60" fmla="*/ 113 w 203"/>
                <a:gd name="T61" fmla="*/ 187 h 202"/>
                <a:gd name="T62" fmla="*/ 119 w 203"/>
                <a:gd name="T63" fmla="*/ 186 h 202"/>
                <a:gd name="T64" fmla="*/ 122 w 203"/>
                <a:gd name="T65" fmla="*/ 202 h 202"/>
                <a:gd name="T66" fmla="*/ 159 w 203"/>
                <a:gd name="T67" fmla="*/ 187 h 202"/>
                <a:gd name="T68" fmla="*/ 150 w 203"/>
                <a:gd name="T69" fmla="*/ 173 h 202"/>
                <a:gd name="T70" fmla="*/ 174 w 203"/>
                <a:gd name="T71" fmla="*/ 149 h 202"/>
                <a:gd name="T72" fmla="*/ 188 w 203"/>
                <a:gd name="T73" fmla="*/ 158 h 202"/>
                <a:gd name="T74" fmla="*/ 203 w 203"/>
                <a:gd name="T75" fmla="*/ 121 h 202"/>
                <a:gd name="T76" fmla="*/ 187 w 203"/>
                <a:gd name="T77" fmla="*/ 117 h 202"/>
                <a:gd name="T78" fmla="*/ 187 w 203"/>
                <a:gd name="T79" fmla="*/ 84 h 202"/>
                <a:gd name="T80" fmla="*/ 203 w 203"/>
                <a:gd name="T81" fmla="*/ 80 h 202"/>
                <a:gd name="T82" fmla="*/ 187 w 203"/>
                <a:gd name="T83" fmla="*/ 43 h 202"/>
                <a:gd name="T84" fmla="*/ 174 w 203"/>
                <a:gd name="T85" fmla="*/ 52 h 202"/>
                <a:gd name="T86" fmla="*/ 149 w 203"/>
                <a:gd name="T87" fmla="*/ 28 h 202"/>
                <a:gd name="T88" fmla="*/ 159 w 203"/>
                <a:gd name="T89" fmla="*/ 15 h 202"/>
                <a:gd name="T90" fmla="*/ 121 w 203"/>
                <a:gd name="T91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03" h="202">
                  <a:moveTo>
                    <a:pt x="102" y="143"/>
                  </a:moveTo>
                  <a:cubicBezTo>
                    <a:pt x="99" y="143"/>
                    <a:pt x="96" y="143"/>
                    <a:pt x="94" y="142"/>
                  </a:cubicBezTo>
                  <a:cubicBezTo>
                    <a:pt x="71" y="138"/>
                    <a:pt x="56" y="116"/>
                    <a:pt x="60" y="93"/>
                  </a:cubicBezTo>
                  <a:cubicBezTo>
                    <a:pt x="64" y="75"/>
                    <a:pt x="79" y="62"/>
                    <a:pt x="96" y="59"/>
                  </a:cubicBezTo>
                  <a:cubicBezTo>
                    <a:pt x="98" y="59"/>
                    <a:pt x="100" y="59"/>
                    <a:pt x="102" y="59"/>
                  </a:cubicBezTo>
                  <a:cubicBezTo>
                    <a:pt x="104" y="59"/>
                    <a:pt x="107" y="59"/>
                    <a:pt x="110" y="60"/>
                  </a:cubicBezTo>
                  <a:cubicBezTo>
                    <a:pt x="132" y="64"/>
                    <a:pt x="147" y="86"/>
                    <a:pt x="143" y="109"/>
                  </a:cubicBezTo>
                  <a:cubicBezTo>
                    <a:pt x="139" y="127"/>
                    <a:pt x="125" y="140"/>
                    <a:pt x="107" y="143"/>
                  </a:cubicBezTo>
                  <a:cubicBezTo>
                    <a:pt x="105" y="143"/>
                    <a:pt x="103" y="143"/>
                    <a:pt x="102" y="143"/>
                  </a:cubicBezTo>
                  <a:moveTo>
                    <a:pt x="121" y="0"/>
                  </a:moveTo>
                  <a:cubicBezTo>
                    <a:pt x="118" y="16"/>
                    <a:pt x="118" y="16"/>
                    <a:pt x="118" y="16"/>
                  </a:cubicBezTo>
                  <a:cubicBezTo>
                    <a:pt x="113" y="15"/>
                    <a:pt x="107" y="14"/>
                    <a:pt x="102" y="14"/>
                  </a:cubicBezTo>
                  <a:cubicBezTo>
                    <a:pt x="98" y="14"/>
                    <a:pt x="94" y="14"/>
                    <a:pt x="90" y="15"/>
                  </a:cubicBezTo>
                  <a:cubicBezTo>
                    <a:pt x="88" y="15"/>
                    <a:pt x="86" y="15"/>
                    <a:pt x="84" y="16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67" y="3"/>
                    <a:pt x="55" y="8"/>
                    <a:pt x="44" y="15"/>
                  </a:cubicBezTo>
                  <a:cubicBezTo>
                    <a:pt x="53" y="29"/>
                    <a:pt x="53" y="29"/>
                    <a:pt x="53" y="29"/>
                  </a:cubicBezTo>
                  <a:cubicBezTo>
                    <a:pt x="44" y="35"/>
                    <a:pt x="35" y="44"/>
                    <a:pt x="29" y="53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8" y="55"/>
                    <a:pt x="3" y="68"/>
                    <a:pt x="0" y="81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4" y="96"/>
                    <a:pt x="14" y="108"/>
                    <a:pt x="16" y="118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3" y="135"/>
                    <a:pt x="8" y="148"/>
                    <a:pt x="16" y="159"/>
                  </a:cubicBezTo>
                  <a:cubicBezTo>
                    <a:pt x="30" y="150"/>
                    <a:pt x="30" y="150"/>
                    <a:pt x="30" y="150"/>
                  </a:cubicBezTo>
                  <a:cubicBezTo>
                    <a:pt x="36" y="159"/>
                    <a:pt x="44" y="167"/>
                    <a:pt x="54" y="174"/>
                  </a:cubicBezTo>
                  <a:cubicBezTo>
                    <a:pt x="45" y="187"/>
                    <a:pt x="45" y="187"/>
                    <a:pt x="45" y="187"/>
                  </a:cubicBezTo>
                  <a:cubicBezTo>
                    <a:pt x="56" y="194"/>
                    <a:pt x="68" y="200"/>
                    <a:pt x="82" y="202"/>
                  </a:cubicBezTo>
                  <a:cubicBezTo>
                    <a:pt x="85" y="186"/>
                    <a:pt x="85" y="186"/>
                    <a:pt x="85" y="186"/>
                  </a:cubicBezTo>
                  <a:cubicBezTo>
                    <a:pt x="91" y="187"/>
                    <a:pt x="96" y="188"/>
                    <a:pt x="102" y="188"/>
                  </a:cubicBezTo>
                  <a:cubicBezTo>
                    <a:pt x="105" y="188"/>
                    <a:pt x="109" y="188"/>
                    <a:pt x="113" y="187"/>
                  </a:cubicBezTo>
                  <a:cubicBezTo>
                    <a:pt x="115" y="187"/>
                    <a:pt x="117" y="187"/>
                    <a:pt x="119" y="186"/>
                  </a:cubicBezTo>
                  <a:cubicBezTo>
                    <a:pt x="122" y="202"/>
                    <a:pt x="122" y="202"/>
                    <a:pt x="122" y="202"/>
                  </a:cubicBezTo>
                  <a:cubicBezTo>
                    <a:pt x="136" y="199"/>
                    <a:pt x="148" y="194"/>
                    <a:pt x="159" y="187"/>
                  </a:cubicBezTo>
                  <a:cubicBezTo>
                    <a:pt x="150" y="173"/>
                    <a:pt x="150" y="173"/>
                    <a:pt x="150" y="173"/>
                  </a:cubicBezTo>
                  <a:cubicBezTo>
                    <a:pt x="160" y="167"/>
                    <a:pt x="168" y="158"/>
                    <a:pt x="174" y="149"/>
                  </a:cubicBezTo>
                  <a:cubicBezTo>
                    <a:pt x="188" y="158"/>
                    <a:pt x="188" y="158"/>
                    <a:pt x="188" y="158"/>
                  </a:cubicBezTo>
                  <a:cubicBezTo>
                    <a:pt x="195" y="147"/>
                    <a:pt x="200" y="134"/>
                    <a:pt x="203" y="121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9" y="106"/>
                    <a:pt x="189" y="94"/>
                    <a:pt x="187" y="84"/>
                  </a:cubicBezTo>
                  <a:cubicBezTo>
                    <a:pt x="203" y="80"/>
                    <a:pt x="203" y="80"/>
                    <a:pt x="203" y="80"/>
                  </a:cubicBezTo>
                  <a:cubicBezTo>
                    <a:pt x="200" y="67"/>
                    <a:pt x="195" y="54"/>
                    <a:pt x="187" y="43"/>
                  </a:cubicBezTo>
                  <a:cubicBezTo>
                    <a:pt x="174" y="52"/>
                    <a:pt x="174" y="52"/>
                    <a:pt x="174" y="52"/>
                  </a:cubicBezTo>
                  <a:cubicBezTo>
                    <a:pt x="167" y="43"/>
                    <a:pt x="159" y="35"/>
                    <a:pt x="149" y="28"/>
                  </a:cubicBezTo>
                  <a:cubicBezTo>
                    <a:pt x="159" y="15"/>
                    <a:pt x="159" y="15"/>
                    <a:pt x="159" y="15"/>
                  </a:cubicBezTo>
                  <a:cubicBezTo>
                    <a:pt x="148" y="7"/>
                    <a:pt x="135" y="2"/>
                    <a:pt x="121" y="0"/>
                  </a:cubicBezTo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6" name="Freeform 66"/>
            <p:cNvSpPr>
              <a:spLocks noEditPoints="1"/>
            </p:cNvSpPr>
            <p:nvPr/>
          </p:nvSpPr>
          <p:spPr bwMode="auto">
            <a:xfrm>
              <a:off x="1900240" y="3576640"/>
              <a:ext cx="788988" cy="788988"/>
            </a:xfrm>
            <a:custGeom>
              <a:avLst/>
              <a:gdLst>
                <a:gd name="T0" fmla="*/ 105 w 210"/>
                <a:gd name="T1" fmla="*/ 143 h 210"/>
                <a:gd name="T2" fmla="*/ 93 w 210"/>
                <a:gd name="T3" fmla="*/ 141 h 210"/>
                <a:gd name="T4" fmla="*/ 68 w 210"/>
                <a:gd name="T5" fmla="*/ 93 h 210"/>
                <a:gd name="T6" fmla="*/ 105 w 210"/>
                <a:gd name="T7" fmla="*/ 67 h 210"/>
                <a:gd name="T8" fmla="*/ 117 w 210"/>
                <a:gd name="T9" fmla="*/ 68 h 210"/>
                <a:gd name="T10" fmla="*/ 141 w 210"/>
                <a:gd name="T11" fmla="*/ 117 h 210"/>
                <a:gd name="T12" fmla="*/ 105 w 210"/>
                <a:gd name="T13" fmla="*/ 143 h 210"/>
                <a:gd name="T14" fmla="*/ 97 w 210"/>
                <a:gd name="T15" fmla="*/ 0 h 210"/>
                <a:gd name="T16" fmla="*/ 58 w 210"/>
                <a:gd name="T17" fmla="*/ 11 h 210"/>
                <a:gd name="T18" fmla="*/ 65 w 210"/>
                <a:gd name="T19" fmla="*/ 26 h 210"/>
                <a:gd name="T20" fmla="*/ 38 w 210"/>
                <a:gd name="T21" fmla="*/ 47 h 210"/>
                <a:gd name="T22" fmla="*/ 25 w 210"/>
                <a:gd name="T23" fmla="*/ 36 h 210"/>
                <a:gd name="T24" fmla="*/ 5 w 210"/>
                <a:gd name="T25" fmla="*/ 72 h 210"/>
                <a:gd name="T26" fmla="*/ 21 w 210"/>
                <a:gd name="T27" fmla="*/ 77 h 210"/>
                <a:gd name="T28" fmla="*/ 17 w 210"/>
                <a:gd name="T29" fmla="*/ 111 h 210"/>
                <a:gd name="T30" fmla="*/ 0 w 210"/>
                <a:gd name="T31" fmla="*/ 112 h 210"/>
                <a:gd name="T32" fmla="*/ 11 w 210"/>
                <a:gd name="T33" fmla="*/ 152 h 210"/>
                <a:gd name="T34" fmla="*/ 26 w 210"/>
                <a:gd name="T35" fmla="*/ 144 h 210"/>
                <a:gd name="T36" fmla="*/ 47 w 210"/>
                <a:gd name="T37" fmla="*/ 172 h 210"/>
                <a:gd name="T38" fmla="*/ 36 w 210"/>
                <a:gd name="T39" fmla="*/ 184 h 210"/>
                <a:gd name="T40" fmla="*/ 71 w 210"/>
                <a:gd name="T41" fmla="*/ 205 h 210"/>
                <a:gd name="T42" fmla="*/ 77 w 210"/>
                <a:gd name="T43" fmla="*/ 189 h 210"/>
                <a:gd name="T44" fmla="*/ 105 w 210"/>
                <a:gd name="T45" fmla="*/ 193 h 210"/>
                <a:gd name="T46" fmla="*/ 111 w 210"/>
                <a:gd name="T47" fmla="*/ 193 h 210"/>
                <a:gd name="T48" fmla="*/ 112 w 210"/>
                <a:gd name="T49" fmla="*/ 210 h 210"/>
                <a:gd name="T50" fmla="*/ 152 w 210"/>
                <a:gd name="T51" fmla="*/ 199 h 210"/>
                <a:gd name="T52" fmla="*/ 144 w 210"/>
                <a:gd name="T53" fmla="*/ 184 h 210"/>
                <a:gd name="T54" fmla="*/ 171 w 210"/>
                <a:gd name="T55" fmla="*/ 163 h 210"/>
                <a:gd name="T56" fmla="*/ 184 w 210"/>
                <a:gd name="T57" fmla="*/ 174 h 210"/>
                <a:gd name="T58" fmla="*/ 204 w 210"/>
                <a:gd name="T59" fmla="*/ 138 h 210"/>
                <a:gd name="T60" fmla="*/ 189 w 210"/>
                <a:gd name="T61" fmla="*/ 133 h 210"/>
                <a:gd name="T62" fmla="*/ 193 w 210"/>
                <a:gd name="T63" fmla="*/ 99 h 210"/>
                <a:gd name="T64" fmla="*/ 210 w 210"/>
                <a:gd name="T65" fmla="*/ 98 h 210"/>
                <a:gd name="T66" fmla="*/ 199 w 210"/>
                <a:gd name="T67" fmla="*/ 58 h 210"/>
                <a:gd name="T68" fmla="*/ 184 w 210"/>
                <a:gd name="T69" fmla="*/ 65 h 210"/>
                <a:gd name="T70" fmla="*/ 163 w 210"/>
                <a:gd name="T71" fmla="*/ 38 h 210"/>
                <a:gd name="T72" fmla="*/ 174 w 210"/>
                <a:gd name="T73" fmla="*/ 26 h 210"/>
                <a:gd name="T74" fmla="*/ 138 w 210"/>
                <a:gd name="T75" fmla="*/ 5 h 210"/>
                <a:gd name="T76" fmla="*/ 133 w 210"/>
                <a:gd name="T77" fmla="*/ 21 h 210"/>
                <a:gd name="T78" fmla="*/ 105 w 210"/>
                <a:gd name="T79" fmla="*/ 17 h 210"/>
                <a:gd name="T80" fmla="*/ 98 w 210"/>
                <a:gd name="T81" fmla="*/ 17 h 210"/>
                <a:gd name="T82" fmla="*/ 97 w 210"/>
                <a:gd name="T83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0" h="210">
                  <a:moveTo>
                    <a:pt x="105" y="143"/>
                  </a:moveTo>
                  <a:cubicBezTo>
                    <a:pt x="101" y="143"/>
                    <a:pt x="97" y="143"/>
                    <a:pt x="93" y="141"/>
                  </a:cubicBezTo>
                  <a:cubicBezTo>
                    <a:pt x="72" y="135"/>
                    <a:pt x="62" y="113"/>
                    <a:pt x="68" y="93"/>
                  </a:cubicBezTo>
                  <a:cubicBezTo>
                    <a:pt x="74" y="77"/>
                    <a:pt x="89" y="67"/>
                    <a:pt x="105" y="67"/>
                  </a:cubicBezTo>
                  <a:cubicBezTo>
                    <a:pt x="109" y="67"/>
                    <a:pt x="113" y="67"/>
                    <a:pt x="117" y="68"/>
                  </a:cubicBezTo>
                  <a:cubicBezTo>
                    <a:pt x="137" y="75"/>
                    <a:pt x="148" y="97"/>
                    <a:pt x="141" y="117"/>
                  </a:cubicBezTo>
                  <a:cubicBezTo>
                    <a:pt x="136" y="133"/>
                    <a:pt x="121" y="143"/>
                    <a:pt x="105" y="143"/>
                  </a:cubicBezTo>
                  <a:moveTo>
                    <a:pt x="97" y="0"/>
                  </a:moveTo>
                  <a:cubicBezTo>
                    <a:pt x="83" y="1"/>
                    <a:pt x="70" y="5"/>
                    <a:pt x="58" y="11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55" y="31"/>
                    <a:pt x="46" y="38"/>
                    <a:pt x="38" y="47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17" y="46"/>
                    <a:pt x="10" y="58"/>
                    <a:pt x="5" y="72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17" y="88"/>
                    <a:pt x="16" y="100"/>
                    <a:pt x="17" y="111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1" y="126"/>
                    <a:pt x="5" y="140"/>
                    <a:pt x="11" y="152"/>
                  </a:cubicBezTo>
                  <a:cubicBezTo>
                    <a:pt x="26" y="144"/>
                    <a:pt x="26" y="144"/>
                    <a:pt x="26" y="144"/>
                  </a:cubicBezTo>
                  <a:cubicBezTo>
                    <a:pt x="31" y="155"/>
                    <a:pt x="38" y="164"/>
                    <a:pt x="47" y="172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46" y="193"/>
                    <a:pt x="58" y="200"/>
                    <a:pt x="71" y="205"/>
                  </a:cubicBezTo>
                  <a:cubicBezTo>
                    <a:pt x="77" y="189"/>
                    <a:pt x="77" y="189"/>
                    <a:pt x="77" y="189"/>
                  </a:cubicBezTo>
                  <a:cubicBezTo>
                    <a:pt x="86" y="192"/>
                    <a:pt x="95" y="193"/>
                    <a:pt x="105" y="193"/>
                  </a:cubicBezTo>
                  <a:cubicBezTo>
                    <a:pt x="107" y="193"/>
                    <a:pt x="109" y="193"/>
                    <a:pt x="111" y="193"/>
                  </a:cubicBezTo>
                  <a:cubicBezTo>
                    <a:pt x="112" y="210"/>
                    <a:pt x="112" y="210"/>
                    <a:pt x="112" y="210"/>
                  </a:cubicBezTo>
                  <a:cubicBezTo>
                    <a:pt x="126" y="209"/>
                    <a:pt x="139" y="205"/>
                    <a:pt x="152" y="199"/>
                  </a:cubicBezTo>
                  <a:cubicBezTo>
                    <a:pt x="144" y="184"/>
                    <a:pt x="144" y="184"/>
                    <a:pt x="144" y="184"/>
                  </a:cubicBezTo>
                  <a:cubicBezTo>
                    <a:pt x="154" y="179"/>
                    <a:pt x="164" y="172"/>
                    <a:pt x="171" y="163"/>
                  </a:cubicBezTo>
                  <a:cubicBezTo>
                    <a:pt x="184" y="174"/>
                    <a:pt x="184" y="174"/>
                    <a:pt x="184" y="174"/>
                  </a:cubicBezTo>
                  <a:cubicBezTo>
                    <a:pt x="193" y="164"/>
                    <a:pt x="200" y="152"/>
                    <a:pt x="204" y="138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92" y="122"/>
                    <a:pt x="194" y="110"/>
                    <a:pt x="193" y="99"/>
                  </a:cubicBezTo>
                  <a:cubicBezTo>
                    <a:pt x="210" y="98"/>
                    <a:pt x="210" y="98"/>
                    <a:pt x="210" y="98"/>
                  </a:cubicBezTo>
                  <a:cubicBezTo>
                    <a:pt x="209" y="84"/>
                    <a:pt x="205" y="70"/>
                    <a:pt x="199" y="58"/>
                  </a:cubicBezTo>
                  <a:cubicBezTo>
                    <a:pt x="184" y="65"/>
                    <a:pt x="184" y="65"/>
                    <a:pt x="184" y="65"/>
                  </a:cubicBezTo>
                  <a:cubicBezTo>
                    <a:pt x="179" y="55"/>
                    <a:pt x="171" y="46"/>
                    <a:pt x="163" y="38"/>
                  </a:cubicBezTo>
                  <a:cubicBezTo>
                    <a:pt x="174" y="26"/>
                    <a:pt x="174" y="26"/>
                    <a:pt x="174" y="26"/>
                  </a:cubicBezTo>
                  <a:cubicBezTo>
                    <a:pt x="163" y="17"/>
                    <a:pt x="152" y="10"/>
                    <a:pt x="138" y="5"/>
                  </a:cubicBezTo>
                  <a:cubicBezTo>
                    <a:pt x="133" y="21"/>
                    <a:pt x="133" y="21"/>
                    <a:pt x="133" y="21"/>
                  </a:cubicBezTo>
                  <a:cubicBezTo>
                    <a:pt x="123" y="18"/>
                    <a:pt x="114" y="17"/>
                    <a:pt x="105" y="17"/>
                  </a:cubicBezTo>
                  <a:cubicBezTo>
                    <a:pt x="103" y="17"/>
                    <a:pt x="101" y="17"/>
                    <a:pt x="98" y="17"/>
                  </a:cubicBezTo>
                  <a:cubicBezTo>
                    <a:pt x="97" y="0"/>
                    <a:pt x="97" y="0"/>
                    <a:pt x="97" y="0"/>
                  </a:cubicBezTo>
                </a:path>
              </a:pathLst>
            </a:cu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8" name="Freeform 67"/>
            <p:cNvSpPr>
              <a:spLocks noEditPoints="1"/>
            </p:cNvSpPr>
            <p:nvPr/>
          </p:nvSpPr>
          <p:spPr bwMode="auto">
            <a:xfrm>
              <a:off x="3740153" y="2795589"/>
              <a:ext cx="904876" cy="904875"/>
            </a:xfrm>
            <a:custGeom>
              <a:avLst/>
              <a:gdLst>
                <a:gd name="T0" fmla="*/ 121 w 241"/>
                <a:gd name="T1" fmla="*/ 170 h 241"/>
                <a:gd name="T2" fmla="*/ 109 w 241"/>
                <a:gd name="T3" fmla="*/ 168 h 241"/>
                <a:gd name="T4" fmla="*/ 73 w 241"/>
                <a:gd name="T5" fmla="*/ 108 h 241"/>
                <a:gd name="T6" fmla="*/ 117 w 241"/>
                <a:gd name="T7" fmla="*/ 71 h 241"/>
                <a:gd name="T8" fmla="*/ 121 w 241"/>
                <a:gd name="T9" fmla="*/ 71 h 241"/>
                <a:gd name="T10" fmla="*/ 132 w 241"/>
                <a:gd name="T11" fmla="*/ 72 h 241"/>
                <a:gd name="T12" fmla="*/ 169 w 241"/>
                <a:gd name="T13" fmla="*/ 132 h 241"/>
                <a:gd name="T14" fmla="*/ 125 w 241"/>
                <a:gd name="T15" fmla="*/ 170 h 241"/>
                <a:gd name="T16" fmla="*/ 121 w 241"/>
                <a:gd name="T17" fmla="*/ 170 h 241"/>
                <a:gd name="T18" fmla="*/ 102 w 241"/>
                <a:gd name="T19" fmla="*/ 0 h 241"/>
                <a:gd name="T20" fmla="*/ 57 w 241"/>
                <a:gd name="T21" fmla="*/ 16 h 241"/>
                <a:gd name="T22" fmla="*/ 67 w 241"/>
                <a:gd name="T23" fmla="*/ 33 h 241"/>
                <a:gd name="T24" fmla="*/ 38 w 241"/>
                <a:gd name="T25" fmla="*/ 60 h 241"/>
                <a:gd name="T26" fmla="*/ 22 w 241"/>
                <a:gd name="T27" fmla="*/ 48 h 241"/>
                <a:gd name="T28" fmla="*/ 2 w 241"/>
                <a:gd name="T29" fmla="*/ 91 h 241"/>
                <a:gd name="T30" fmla="*/ 21 w 241"/>
                <a:gd name="T31" fmla="*/ 96 h 241"/>
                <a:gd name="T32" fmla="*/ 19 w 241"/>
                <a:gd name="T33" fmla="*/ 136 h 241"/>
                <a:gd name="T34" fmla="*/ 0 w 241"/>
                <a:gd name="T35" fmla="*/ 139 h 241"/>
                <a:gd name="T36" fmla="*/ 17 w 241"/>
                <a:gd name="T37" fmla="*/ 184 h 241"/>
                <a:gd name="T38" fmla="*/ 33 w 241"/>
                <a:gd name="T39" fmla="*/ 173 h 241"/>
                <a:gd name="T40" fmla="*/ 60 w 241"/>
                <a:gd name="T41" fmla="*/ 203 h 241"/>
                <a:gd name="T42" fmla="*/ 49 w 241"/>
                <a:gd name="T43" fmla="*/ 219 h 241"/>
                <a:gd name="T44" fmla="*/ 92 w 241"/>
                <a:gd name="T45" fmla="*/ 239 h 241"/>
                <a:gd name="T46" fmla="*/ 96 w 241"/>
                <a:gd name="T47" fmla="*/ 220 h 241"/>
                <a:gd name="T48" fmla="*/ 121 w 241"/>
                <a:gd name="T49" fmla="*/ 223 h 241"/>
                <a:gd name="T50" fmla="*/ 129 w 241"/>
                <a:gd name="T51" fmla="*/ 222 h 241"/>
                <a:gd name="T52" fmla="*/ 136 w 241"/>
                <a:gd name="T53" fmla="*/ 222 h 241"/>
                <a:gd name="T54" fmla="*/ 139 w 241"/>
                <a:gd name="T55" fmla="*/ 241 h 241"/>
                <a:gd name="T56" fmla="*/ 184 w 241"/>
                <a:gd name="T57" fmla="*/ 224 h 241"/>
                <a:gd name="T58" fmla="*/ 174 w 241"/>
                <a:gd name="T59" fmla="*/ 208 h 241"/>
                <a:gd name="T60" fmla="*/ 203 w 241"/>
                <a:gd name="T61" fmla="*/ 181 h 241"/>
                <a:gd name="T62" fmla="*/ 219 w 241"/>
                <a:gd name="T63" fmla="*/ 192 h 241"/>
                <a:gd name="T64" fmla="*/ 239 w 241"/>
                <a:gd name="T65" fmla="*/ 149 h 241"/>
                <a:gd name="T66" fmla="*/ 220 w 241"/>
                <a:gd name="T67" fmla="*/ 144 h 241"/>
                <a:gd name="T68" fmla="*/ 222 w 241"/>
                <a:gd name="T69" fmla="*/ 104 h 241"/>
                <a:gd name="T70" fmla="*/ 241 w 241"/>
                <a:gd name="T71" fmla="*/ 102 h 241"/>
                <a:gd name="T72" fmla="*/ 225 w 241"/>
                <a:gd name="T73" fmla="*/ 57 h 241"/>
                <a:gd name="T74" fmla="*/ 208 w 241"/>
                <a:gd name="T75" fmla="*/ 67 h 241"/>
                <a:gd name="T76" fmla="*/ 181 w 241"/>
                <a:gd name="T77" fmla="*/ 37 h 241"/>
                <a:gd name="T78" fmla="*/ 193 w 241"/>
                <a:gd name="T79" fmla="*/ 22 h 241"/>
                <a:gd name="T80" fmla="*/ 150 w 241"/>
                <a:gd name="T81" fmla="*/ 2 h 241"/>
                <a:gd name="T82" fmla="*/ 145 w 241"/>
                <a:gd name="T83" fmla="*/ 21 h 241"/>
                <a:gd name="T84" fmla="*/ 121 w 241"/>
                <a:gd name="T85" fmla="*/ 18 h 241"/>
                <a:gd name="T86" fmla="*/ 112 w 241"/>
                <a:gd name="T87" fmla="*/ 18 h 241"/>
                <a:gd name="T88" fmla="*/ 105 w 241"/>
                <a:gd name="T89" fmla="*/ 19 h 241"/>
                <a:gd name="T90" fmla="*/ 102 w 241"/>
                <a:gd name="T91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1" h="241">
                  <a:moveTo>
                    <a:pt x="121" y="170"/>
                  </a:moveTo>
                  <a:cubicBezTo>
                    <a:pt x="117" y="170"/>
                    <a:pt x="113" y="169"/>
                    <a:pt x="109" y="168"/>
                  </a:cubicBezTo>
                  <a:cubicBezTo>
                    <a:pt x="82" y="162"/>
                    <a:pt x="66" y="135"/>
                    <a:pt x="73" y="108"/>
                  </a:cubicBezTo>
                  <a:cubicBezTo>
                    <a:pt x="78" y="87"/>
                    <a:pt x="96" y="73"/>
                    <a:pt x="117" y="71"/>
                  </a:cubicBezTo>
                  <a:cubicBezTo>
                    <a:pt x="118" y="71"/>
                    <a:pt x="119" y="71"/>
                    <a:pt x="121" y="71"/>
                  </a:cubicBezTo>
                  <a:cubicBezTo>
                    <a:pt x="125" y="71"/>
                    <a:pt x="129" y="71"/>
                    <a:pt x="132" y="72"/>
                  </a:cubicBezTo>
                  <a:cubicBezTo>
                    <a:pt x="159" y="79"/>
                    <a:pt x="175" y="105"/>
                    <a:pt x="169" y="132"/>
                  </a:cubicBezTo>
                  <a:cubicBezTo>
                    <a:pt x="164" y="153"/>
                    <a:pt x="146" y="168"/>
                    <a:pt x="125" y="170"/>
                  </a:cubicBezTo>
                  <a:cubicBezTo>
                    <a:pt x="123" y="170"/>
                    <a:pt x="122" y="170"/>
                    <a:pt x="121" y="170"/>
                  </a:cubicBezTo>
                  <a:moveTo>
                    <a:pt x="102" y="0"/>
                  </a:moveTo>
                  <a:cubicBezTo>
                    <a:pt x="86" y="2"/>
                    <a:pt x="71" y="8"/>
                    <a:pt x="57" y="16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56" y="40"/>
                    <a:pt x="46" y="49"/>
                    <a:pt x="38" y="60"/>
                  </a:cubicBezTo>
                  <a:cubicBezTo>
                    <a:pt x="22" y="48"/>
                    <a:pt x="22" y="48"/>
                    <a:pt x="22" y="48"/>
                  </a:cubicBezTo>
                  <a:cubicBezTo>
                    <a:pt x="13" y="61"/>
                    <a:pt x="6" y="75"/>
                    <a:pt x="2" y="91"/>
                  </a:cubicBezTo>
                  <a:cubicBezTo>
                    <a:pt x="21" y="96"/>
                    <a:pt x="21" y="96"/>
                    <a:pt x="21" y="96"/>
                  </a:cubicBezTo>
                  <a:cubicBezTo>
                    <a:pt x="18" y="110"/>
                    <a:pt x="17" y="123"/>
                    <a:pt x="19" y="136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3" y="155"/>
                    <a:pt x="8" y="170"/>
                    <a:pt x="17" y="184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40" y="185"/>
                    <a:pt x="49" y="195"/>
                    <a:pt x="60" y="203"/>
                  </a:cubicBezTo>
                  <a:cubicBezTo>
                    <a:pt x="49" y="219"/>
                    <a:pt x="49" y="219"/>
                    <a:pt x="49" y="219"/>
                  </a:cubicBezTo>
                  <a:cubicBezTo>
                    <a:pt x="61" y="228"/>
                    <a:pt x="76" y="235"/>
                    <a:pt x="92" y="239"/>
                  </a:cubicBezTo>
                  <a:cubicBezTo>
                    <a:pt x="96" y="220"/>
                    <a:pt x="96" y="220"/>
                    <a:pt x="96" y="220"/>
                  </a:cubicBezTo>
                  <a:cubicBezTo>
                    <a:pt x="105" y="222"/>
                    <a:pt x="113" y="223"/>
                    <a:pt x="121" y="223"/>
                  </a:cubicBezTo>
                  <a:cubicBezTo>
                    <a:pt x="124" y="223"/>
                    <a:pt x="126" y="223"/>
                    <a:pt x="129" y="222"/>
                  </a:cubicBezTo>
                  <a:cubicBezTo>
                    <a:pt x="132" y="222"/>
                    <a:pt x="134" y="222"/>
                    <a:pt x="136" y="222"/>
                  </a:cubicBezTo>
                  <a:cubicBezTo>
                    <a:pt x="139" y="241"/>
                    <a:pt x="139" y="241"/>
                    <a:pt x="139" y="241"/>
                  </a:cubicBezTo>
                  <a:cubicBezTo>
                    <a:pt x="155" y="238"/>
                    <a:pt x="170" y="233"/>
                    <a:pt x="184" y="224"/>
                  </a:cubicBezTo>
                  <a:cubicBezTo>
                    <a:pt x="174" y="208"/>
                    <a:pt x="174" y="208"/>
                    <a:pt x="174" y="208"/>
                  </a:cubicBezTo>
                  <a:cubicBezTo>
                    <a:pt x="185" y="201"/>
                    <a:pt x="195" y="192"/>
                    <a:pt x="203" y="181"/>
                  </a:cubicBezTo>
                  <a:cubicBezTo>
                    <a:pt x="219" y="192"/>
                    <a:pt x="219" y="192"/>
                    <a:pt x="219" y="192"/>
                  </a:cubicBezTo>
                  <a:cubicBezTo>
                    <a:pt x="228" y="180"/>
                    <a:pt x="235" y="165"/>
                    <a:pt x="239" y="149"/>
                  </a:cubicBezTo>
                  <a:cubicBezTo>
                    <a:pt x="220" y="144"/>
                    <a:pt x="220" y="144"/>
                    <a:pt x="220" y="144"/>
                  </a:cubicBezTo>
                  <a:cubicBezTo>
                    <a:pt x="224" y="131"/>
                    <a:pt x="224" y="117"/>
                    <a:pt x="222" y="104"/>
                  </a:cubicBezTo>
                  <a:cubicBezTo>
                    <a:pt x="241" y="102"/>
                    <a:pt x="241" y="102"/>
                    <a:pt x="241" y="102"/>
                  </a:cubicBezTo>
                  <a:cubicBezTo>
                    <a:pt x="239" y="86"/>
                    <a:pt x="233" y="70"/>
                    <a:pt x="225" y="57"/>
                  </a:cubicBezTo>
                  <a:cubicBezTo>
                    <a:pt x="208" y="67"/>
                    <a:pt x="208" y="67"/>
                    <a:pt x="208" y="67"/>
                  </a:cubicBezTo>
                  <a:cubicBezTo>
                    <a:pt x="201" y="56"/>
                    <a:pt x="192" y="46"/>
                    <a:pt x="181" y="37"/>
                  </a:cubicBezTo>
                  <a:cubicBezTo>
                    <a:pt x="193" y="22"/>
                    <a:pt x="193" y="22"/>
                    <a:pt x="193" y="22"/>
                  </a:cubicBezTo>
                  <a:cubicBezTo>
                    <a:pt x="180" y="13"/>
                    <a:pt x="166" y="6"/>
                    <a:pt x="150" y="2"/>
                  </a:cubicBezTo>
                  <a:cubicBezTo>
                    <a:pt x="145" y="21"/>
                    <a:pt x="145" y="21"/>
                    <a:pt x="145" y="21"/>
                  </a:cubicBezTo>
                  <a:cubicBezTo>
                    <a:pt x="137" y="19"/>
                    <a:pt x="129" y="18"/>
                    <a:pt x="121" y="18"/>
                  </a:cubicBezTo>
                  <a:cubicBezTo>
                    <a:pt x="118" y="18"/>
                    <a:pt x="115" y="18"/>
                    <a:pt x="112" y="18"/>
                  </a:cubicBezTo>
                  <a:cubicBezTo>
                    <a:pt x="110" y="18"/>
                    <a:pt x="107" y="19"/>
                    <a:pt x="105" y="19"/>
                  </a:cubicBezTo>
                  <a:cubicBezTo>
                    <a:pt x="102" y="0"/>
                    <a:pt x="102" y="0"/>
                    <a:pt x="102" y="0"/>
                  </a:cubicBezTo>
                </a:path>
              </a:pathLst>
            </a:cu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9" name="Freeform 68"/>
            <p:cNvSpPr>
              <a:spLocks noEditPoints="1"/>
            </p:cNvSpPr>
            <p:nvPr/>
          </p:nvSpPr>
          <p:spPr bwMode="auto">
            <a:xfrm>
              <a:off x="3514728" y="2552702"/>
              <a:ext cx="379413" cy="379413"/>
            </a:xfrm>
            <a:custGeom>
              <a:avLst/>
              <a:gdLst>
                <a:gd name="T0" fmla="*/ 50 w 101"/>
                <a:gd name="T1" fmla="*/ 71 h 101"/>
                <a:gd name="T2" fmla="*/ 44 w 101"/>
                <a:gd name="T3" fmla="*/ 70 h 101"/>
                <a:gd name="T4" fmla="*/ 31 w 101"/>
                <a:gd name="T5" fmla="*/ 44 h 101"/>
                <a:gd name="T6" fmla="*/ 50 w 101"/>
                <a:gd name="T7" fmla="*/ 30 h 101"/>
                <a:gd name="T8" fmla="*/ 57 w 101"/>
                <a:gd name="T9" fmla="*/ 31 h 101"/>
                <a:gd name="T10" fmla="*/ 70 w 101"/>
                <a:gd name="T11" fmla="*/ 57 h 101"/>
                <a:gd name="T12" fmla="*/ 50 w 101"/>
                <a:gd name="T13" fmla="*/ 71 h 101"/>
                <a:gd name="T14" fmla="*/ 47 w 101"/>
                <a:gd name="T15" fmla="*/ 0 h 101"/>
                <a:gd name="T16" fmla="*/ 28 w 101"/>
                <a:gd name="T17" fmla="*/ 6 h 101"/>
                <a:gd name="T18" fmla="*/ 31 w 101"/>
                <a:gd name="T19" fmla="*/ 13 h 101"/>
                <a:gd name="T20" fmla="*/ 18 w 101"/>
                <a:gd name="T21" fmla="*/ 23 h 101"/>
                <a:gd name="T22" fmla="*/ 12 w 101"/>
                <a:gd name="T23" fmla="*/ 18 h 101"/>
                <a:gd name="T24" fmla="*/ 2 w 101"/>
                <a:gd name="T25" fmla="*/ 35 h 101"/>
                <a:gd name="T26" fmla="*/ 10 w 101"/>
                <a:gd name="T27" fmla="*/ 37 h 101"/>
                <a:gd name="T28" fmla="*/ 8 w 101"/>
                <a:gd name="T29" fmla="*/ 54 h 101"/>
                <a:gd name="T30" fmla="*/ 0 w 101"/>
                <a:gd name="T31" fmla="*/ 54 h 101"/>
                <a:gd name="T32" fmla="*/ 5 w 101"/>
                <a:gd name="T33" fmla="*/ 73 h 101"/>
                <a:gd name="T34" fmla="*/ 12 w 101"/>
                <a:gd name="T35" fmla="*/ 70 h 101"/>
                <a:gd name="T36" fmla="*/ 23 w 101"/>
                <a:gd name="T37" fmla="*/ 83 h 101"/>
                <a:gd name="T38" fmla="*/ 17 w 101"/>
                <a:gd name="T39" fmla="*/ 89 h 101"/>
                <a:gd name="T40" fmla="*/ 34 w 101"/>
                <a:gd name="T41" fmla="*/ 99 h 101"/>
                <a:gd name="T42" fmla="*/ 37 w 101"/>
                <a:gd name="T43" fmla="*/ 91 h 101"/>
                <a:gd name="T44" fmla="*/ 50 w 101"/>
                <a:gd name="T45" fmla="*/ 93 h 101"/>
                <a:gd name="T46" fmla="*/ 53 w 101"/>
                <a:gd name="T47" fmla="*/ 93 h 101"/>
                <a:gd name="T48" fmla="*/ 54 w 101"/>
                <a:gd name="T49" fmla="*/ 101 h 101"/>
                <a:gd name="T50" fmla="*/ 73 w 101"/>
                <a:gd name="T51" fmla="*/ 96 h 101"/>
                <a:gd name="T52" fmla="*/ 69 w 101"/>
                <a:gd name="T53" fmla="*/ 89 h 101"/>
                <a:gd name="T54" fmla="*/ 83 w 101"/>
                <a:gd name="T55" fmla="*/ 79 h 101"/>
                <a:gd name="T56" fmla="*/ 89 w 101"/>
                <a:gd name="T57" fmla="*/ 84 h 101"/>
                <a:gd name="T58" fmla="*/ 98 w 101"/>
                <a:gd name="T59" fmla="*/ 67 h 101"/>
                <a:gd name="T60" fmla="*/ 91 w 101"/>
                <a:gd name="T61" fmla="*/ 64 h 101"/>
                <a:gd name="T62" fmla="*/ 93 w 101"/>
                <a:gd name="T63" fmla="*/ 48 h 101"/>
                <a:gd name="T64" fmla="*/ 101 w 101"/>
                <a:gd name="T65" fmla="*/ 47 h 101"/>
                <a:gd name="T66" fmla="*/ 96 w 101"/>
                <a:gd name="T67" fmla="*/ 28 h 101"/>
                <a:gd name="T68" fmla="*/ 88 w 101"/>
                <a:gd name="T69" fmla="*/ 32 h 101"/>
                <a:gd name="T70" fmla="*/ 78 w 101"/>
                <a:gd name="T71" fmla="*/ 19 h 101"/>
                <a:gd name="T72" fmla="*/ 84 w 101"/>
                <a:gd name="T73" fmla="*/ 13 h 101"/>
                <a:gd name="T74" fmla="*/ 66 w 101"/>
                <a:gd name="T75" fmla="*/ 3 h 101"/>
                <a:gd name="T76" fmla="*/ 64 w 101"/>
                <a:gd name="T77" fmla="*/ 10 h 101"/>
                <a:gd name="T78" fmla="*/ 50 w 101"/>
                <a:gd name="T79" fmla="*/ 8 h 101"/>
                <a:gd name="T80" fmla="*/ 47 w 101"/>
                <a:gd name="T81" fmla="*/ 8 h 101"/>
                <a:gd name="T82" fmla="*/ 47 w 101"/>
                <a:gd name="T8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1" h="101">
                  <a:moveTo>
                    <a:pt x="50" y="71"/>
                  </a:moveTo>
                  <a:cubicBezTo>
                    <a:pt x="48" y="71"/>
                    <a:pt x="46" y="71"/>
                    <a:pt x="44" y="70"/>
                  </a:cubicBezTo>
                  <a:cubicBezTo>
                    <a:pt x="33" y="67"/>
                    <a:pt x="27" y="55"/>
                    <a:pt x="31" y="44"/>
                  </a:cubicBezTo>
                  <a:cubicBezTo>
                    <a:pt x="34" y="36"/>
                    <a:pt x="42" y="30"/>
                    <a:pt x="50" y="30"/>
                  </a:cubicBezTo>
                  <a:cubicBezTo>
                    <a:pt x="53" y="30"/>
                    <a:pt x="55" y="31"/>
                    <a:pt x="57" y="31"/>
                  </a:cubicBezTo>
                  <a:cubicBezTo>
                    <a:pt x="68" y="35"/>
                    <a:pt x="74" y="47"/>
                    <a:pt x="70" y="57"/>
                  </a:cubicBezTo>
                  <a:cubicBezTo>
                    <a:pt x="67" y="66"/>
                    <a:pt x="59" y="71"/>
                    <a:pt x="50" y="71"/>
                  </a:cubicBezTo>
                  <a:moveTo>
                    <a:pt x="47" y="0"/>
                  </a:moveTo>
                  <a:cubicBezTo>
                    <a:pt x="40" y="1"/>
                    <a:pt x="34" y="3"/>
                    <a:pt x="28" y="6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26" y="15"/>
                    <a:pt x="22" y="19"/>
                    <a:pt x="18" y="23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22"/>
                    <a:pt x="5" y="28"/>
                    <a:pt x="2" y="35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8" y="43"/>
                    <a:pt x="8" y="48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61"/>
                    <a:pt x="2" y="67"/>
                    <a:pt x="5" y="73"/>
                  </a:cubicBezTo>
                  <a:cubicBezTo>
                    <a:pt x="12" y="70"/>
                    <a:pt x="12" y="70"/>
                    <a:pt x="12" y="70"/>
                  </a:cubicBezTo>
                  <a:cubicBezTo>
                    <a:pt x="15" y="75"/>
                    <a:pt x="18" y="79"/>
                    <a:pt x="23" y="83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22" y="93"/>
                    <a:pt x="28" y="97"/>
                    <a:pt x="34" y="99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41" y="93"/>
                    <a:pt x="46" y="93"/>
                    <a:pt x="50" y="93"/>
                  </a:cubicBezTo>
                  <a:cubicBezTo>
                    <a:pt x="51" y="93"/>
                    <a:pt x="52" y="93"/>
                    <a:pt x="53" y="93"/>
                  </a:cubicBezTo>
                  <a:cubicBezTo>
                    <a:pt x="54" y="101"/>
                    <a:pt x="54" y="101"/>
                    <a:pt x="54" y="101"/>
                  </a:cubicBezTo>
                  <a:cubicBezTo>
                    <a:pt x="61" y="101"/>
                    <a:pt x="67" y="99"/>
                    <a:pt x="73" y="96"/>
                  </a:cubicBezTo>
                  <a:cubicBezTo>
                    <a:pt x="69" y="89"/>
                    <a:pt x="69" y="89"/>
                    <a:pt x="69" y="89"/>
                  </a:cubicBezTo>
                  <a:cubicBezTo>
                    <a:pt x="74" y="86"/>
                    <a:pt x="79" y="83"/>
                    <a:pt x="83" y="79"/>
                  </a:cubicBezTo>
                  <a:cubicBezTo>
                    <a:pt x="89" y="84"/>
                    <a:pt x="89" y="84"/>
                    <a:pt x="89" y="84"/>
                  </a:cubicBezTo>
                  <a:cubicBezTo>
                    <a:pt x="93" y="79"/>
                    <a:pt x="96" y="73"/>
                    <a:pt x="98" y="67"/>
                  </a:cubicBezTo>
                  <a:cubicBezTo>
                    <a:pt x="91" y="64"/>
                    <a:pt x="91" y="64"/>
                    <a:pt x="91" y="64"/>
                  </a:cubicBezTo>
                  <a:cubicBezTo>
                    <a:pt x="93" y="59"/>
                    <a:pt x="93" y="53"/>
                    <a:pt x="93" y="48"/>
                  </a:cubicBezTo>
                  <a:cubicBezTo>
                    <a:pt x="101" y="47"/>
                    <a:pt x="101" y="47"/>
                    <a:pt x="101" y="47"/>
                  </a:cubicBezTo>
                  <a:cubicBezTo>
                    <a:pt x="100" y="41"/>
                    <a:pt x="99" y="34"/>
                    <a:pt x="96" y="28"/>
                  </a:cubicBezTo>
                  <a:cubicBezTo>
                    <a:pt x="88" y="32"/>
                    <a:pt x="88" y="32"/>
                    <a:pt x="88" y="32"/>
                  </a:cubicBezTo>
                  <a:cubicBezTo>
                    <a:pt x="86" y="27"/>
                    <a:pt x="83" y="22"/>
                    <a:pt x="78" y="19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79" y="8"/>
                    <a:pt x="73" y="5"/>
                    <a:pt x="66" y="3"/>
                  </a:cubicBezTo>
                  <a:cubicBezTo>
                    <a:pt x="64" y="10"/>
                    <a:pt x="64" y="10"/>
                    <a:pt x="64" y="10"/>
                  </a:cubicBezTo>
                  <a:cubicBezTo>
                    <a:pt x="59" y="9"/>
                    <a:pt x="55" y="8"/>
                    <a:pt x="50" y="8"/>
                  </a:cubicBezTo>
                  <a:cubicBezTo>
                    <a:pt x="49" y="8"/>
                    <a:pt x="48" y="8"/>
                    <a:pt x="47" y="8"/>
                  </a:cubicBezTo>
                  <a:cubicBezTo>
                    <a:pt x="47" y="0"/>
                    <a:pt x="47" y="0"/>
                    <a:pt x="47" y="0"/>
                  </a:cubicBezTo>
                </a:path>
              </a:pathLst>
            </a:cu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0" name="Freeform 69"/>
            <p:cNvSpPr>
              <a:spLocks noEditPoints="1"/>
            </p:cNvSpPr>
            <p:nvPr/>
          </p:nvSpPr>
          <p:spPr bwMode="auto">
            <a:xfrm>
              <a:off x="2505078" y="2784477"/>
              <a:ext cx="1185863" cy="1190626"/>
            </a:xfrm>
            <a:custGeom>
              <a:avLst/>
              <a:gdLst>
                <a:gd name="T0" fmla="*/ 158 w 316"/>
                <a:gd name="T1" fmla="*/ 259 h 317"/>
                <a:gd name="T2" fmla="*/ 57 w 316"/>
                <a:gd name="T3" fmla="*/ 160 h 317"/>
                <a:gd name="T4" fmla="*/ 156 w 316"/>
                <a:gd name="T5" fmla="*/ 58 h 317"/>
                <a:gd name="T6" fmla="*/ 156 w 316"/>
                <a:gd name="T7" fmla="*/ 58 h 317"/>
                <a:gd name="T8" fmla="*/ 158 w 316"/>
                <a:gd name="T9" fmla="*/ 58 h 317"/>
                <a:gd name="T10" fmla="*/ 258 w 316"/>
                <a:gd name="T11" fmla="*/ 157 h 317"/>
                <a:gd name="T12" fmla="*/ 159 w 316"/>
                <a:gd name="T13" fmla="*/ 259 h 317"/>
                <a:gd name="T14" fmla="*/ 159 w 316"/>
                <a:gd name="T15" fmla="*/ 259 h 317"/>
                <a:gd name="T16" fmla="*/ 158 w 316"/>
                <a:gd name="T17" fmla="*/ 259 h 317"/>
                <a:gd name="T18" fmla="*/ 181 w 316"/>
                <a:gd name="T19" fmla="*/ 0 h 317"/>
                <a:gd name="T20" fmla="*/ 156 w 316"/>
                <a:gd name="T21" fmla="*/ 1 h 317"/>
                <a:gd name="T22" fmla="*/ 131 w 316"/>
                <a:gd name="T23" fmla="*/ 1 h 317"/>
                <a:gd name="T24" fmla="*/ 131 w 316"/>
                <a:gd name="T25" fmla="*/ 25 h 317"/>
                <a:gd name="T26" fmla="*/ 79 w 316"/>
                <a:gd name="T27" fmla="*/ 47 h 317"/>
                <a:gd name="T28" fmla="*/ 62 w 316"/>
                <a:gd name="T29" fmla="*/ 31 h 317"/>
                <a:gd name="T30" fmla="*/ 27 w 316"/>
                <a:gd name="T31" fmla="*/ 66 h 317"/>
                <a:gd name="T32" fmla="*/ 44 w 316"/>
                <a:gd name="T33" fmla="*/ 83 h 317"/>
                <a:gd name="T34" fmla="*/ 23 w 316"/>
                <a:gd name="T35" fmla="*/ 135 h 317"/>
                <a:gd name="T36" fmla="*/ 0 w 316"/>
                <a:gd name="T37" fmla="*/ 136 h 317"/>
                <a:gd name="T38" fmla="*/ 0 w 316"/>
                <a:gd name="T39" fmla="*/ 186 h 317"/>
                <a:gd name="T40" fmla="*/ 24 w 316"/>
                <a:gd name="T41" fmla="*/ 185 h 317"/>
                <a:gd name="T42" fmla="*/ 46 w 316"/>
                <a:gd name="T43" fmla="*/ 237 h 317"/>
                <a:gd name="T44" fmla="*/ 30 w 316"/>
                <a:gd name="T45" fmla="*/ 254 h 317"/>
                <a:gd name="T46" fmla="*/ 65 w 316"/>
                <a:gd name="T47" fmla="*/ 289 h 317"/>
                <a:gd name="T48" fmla="*/ 82 w 316"/>
                <a:gd name="T49" fmla="*/ 272 h 317"/>
                <a:gd name="T50" fmla="*/ 135 w 316"/>
                <a:gd name="T51" fmla="*/ 293 h 317"/>
                <a:gd name="T52" fmla="*/ 135 w 316"/>
                <a:gd name="T53" fmla="*/ 317 h 317"/>
                <a:gd name="T54" fmla="*/ 160 w 316"/>
                <a:gd name="T55" fmla="*/ 316 h 317"/>
                <a:gd name="T56" fmla="*/ 185 w 316"/>
                <a:gd name="T57" fmla="*/ 316 h 317"/>
                <a:gd name="T58" fmla="*/ 184 w 316"/>
                <a:gd name="T59" fmla="*/ 292 h 317"/>
                <a:gd name="T60" fmla="*/ 236 w 316"/>
                <a:gd name="T61" fmla="*/ 270 h 317"/>
                <a:gd name="T62" fmla="*/ 253 w 316"/>
                <a:gd name="T63" fmla="*/ 287 h 317"/>
                <a:gd name="T64" fmla="*/ 288 w 316"/>
                <a:gd name="T65" fmla="*/ 251 h 317"/>
                <a:gd name="T66" fmla="*/ 271 w 316"/>
                <a:gd name="T67" fmla="*/ 234 h 317"/>
                <a:gd name="T68" fmla="*/ 292 w 316"/>
                <a:gd name="T69" fmla="*/ 182 h 317"/>
                <a:gd name="T70" fmla="*/ 316 w 316"/>
                <a:gd name="T71" fmla="*/ 181 h 317"/>
                <a:gd name="T72" fmla="*/ 315 w 316"/>
                <a:gd name="T73" fmla="*/ 132 h 317"/>
                <a:gd name="T74" fmla="*/ 292 w 316"/>
                <a:gd name="T75" fmla="*/ 132 h 317"/>
                <a:gd name="T76" fmla="*/ 269 w 316"/>
                <a:gd name="T77" fmla="*/ 80 h 317"/>
                <a:gd name="T78" fmla="*/ 286 w 316"/>
                <a:gd name="T79" fmla="*/ 63 h 317"/>
                <a:gd name="T80" fmla="*/ 250 w 316"/>
                <a:gd name="T81" fmla="*/ 28 h 317"/>
                <a:gd name="T82" fmla="*/ 234 w 316"/>
                <a:gd name="T83" fmla="*/ 45 h 317"/>
                <a:gd name="T84" fmla="*/ 181 w 316"/>
                <a:gd name="T85" fmla="*/ 24 h 317"/>
                <a:gd name="T86" fmla="*/ 181 w 316"/>
                <a:gd name="T87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6" h="317">
                  <a:moveTo>
                    <a:pt x="158" y="259"/>
                  </a:moveTo>
                  <a:cubicBezTo>
                    <a:pt x="103" y="259"/>
                    <a:pt x="58" y="215"/>
                    <a:pt x="57" y="160"/>
                  </a:cubicBezTo>
                  <a:cubicBezTo>
                    <a:pt x="56" y="104"/>
                    <a:pt x="101" y="59"/>
                    <a:pt x="156" y="58"/>
                  </a:cubicBezTo>
                  <a:cubicBezTo>
                    <a:pt x="156" y="58"/>
                    <a:pt x="156" y="58"/>
                    <a:pt x="156" y="58"/>
                  </a:cubicBezTo>
                  <a:cubicBezTo>
                    <a:pt x="157" y="58"/>
                    <a:pt x="157" y="58"/>
                    <a:pt x="158" y="58"/>
                  </a:cubicBezTo>
                  <a:cubicBezTo>
                    <a:pt x="213" y="58"/>
                    <a:pt x="258" y="102"/>
                    <a:pt x="258" y="157"/>
                  </a:cubicBezTo>
                  <a:cubicBezTo>
                    <a:pt x="259" y="213"/>
                    <a:pt x="215" y="259"/>
                    <a:pt x="159" y="259"/>
                  </a:cubicBezTo>
                  <a:cubicBezTo>
                    <a:pt x="159" y="259"/>
                    <a:pt x="159" y="259"/>
                    <a:pt x="159" y="259"/>
                  </a:cubicBezTo>
                  <a:cubicBezTo>
                    <a:pt x="159" y="259"/>
                    <a:pt x="158" y="259"/>
                    <a:pt x="158" y="259"/>
                  </a:cubicBezTo>
                  <a:moveTo>
                    <a:pt x="181" y="0"/>
                  </a:moveTo>
                  <a:cubicBezTo>
                    <a:pt x="156" y="1"/>
                    <a:pt x="156" y="1"/>
                    <a:pt x="156" y="1"/>
                  </a:cubicBezTo>
                  <a:cubicBezTo>
                    <a:pt x="131" y="1"/>
                    <a:pt x="131" y="1"/>
                    <a:pt x="131" y="1"/>
                  </a:cubicBezTo>
                  <a:cubicBezTo>
                    <a:pt x="131" y="25"/>
                    <a:pt x="131" y="25"/>
                    <a:pt x="131" y="25"/>
                  </a:cubicBezTo>
                  <a:cubicBezTo>
                    <a:pt x="112" y="29"/>
                    <a:pt x="94" y="36"/>
                    <a:pt x="79" y="47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44" y="83"/>
                    <a:pt x="44" y="83"/>
                    <a:pt x="44" y="83"/>
                  </a:cubicBezTo>
                  <a:cubicBezTo>
                    <a:pt x="34" y="98"/>
                    <a:pt x="27" y="116"/>
                    <a:pt x="23" y="135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8" y="204"/>
                    <a:pt x="35" y="222"/>
                    <a:pt x="46" y="237"/>
                  </a:cubicBezTo>
                  <a:cubicBezTo>
                    <a:pt x="30" y="254"/>
                    <a:pt x="30" y="254"/>
                    <a:pt x="30" y="254"/>
                  </a:cubicBezTo>
                  <a:cubicBezTo>
                    <a:pt x="65" y="289"/>
                    <a:pt x="65" y="289"/>
                    <a:pt x="65" y="289"/>
                  </a:cubicBezTo>
                  <a:cubicBezTo>
                    <a:pt x="82" y="272"/>
                    <a:pt x="82" y="272"/>
                    <a:pt x="82" y="272"/>
                  </a:cubicBezTo>
                  <a:cubicBezTo>
                    <a:pt x="98" y="283"/>
                    <a:pt x="115" y="290"/>
                    <a:pt x="135" y="293"/>
                  </a:cubicBezTo>
                  <a:cubicBezTo>
                    <a:pt x="135" y="317"/>
                    <a:pt x="135" y="317"/>
                    <a:pt x="135" y="317"/>
                  </a:cubicBezTo>
                  <a:cubicBezTo>
                    <a:pt x="160" y="316"/>
                    <a:pt x="160" y="316"/>
                    <a:pt x="160" y="316"/>
                  </a:cubicBezTo>
                  <a:cubicBezTo>
                    <a:pt x="185" y="316"/>
                    <a:pt x="185" y="316"/>
                    <a:pt x="185" y="316"/>
                  </a:cubicBezTo>
                  <a:cubicBezTo>
                    <a:pt x="184" y="292"/>
                    <a:pt x="184" y="292"/>
                    <a:pt x="184" y="292"/>
                  </a:cubicBezTo>
                  <a:cubicBezTo>
                    <a:pt x="203" y="289"/>
                    <a:pt x="221" y="281"/>
                    <a:pt x="236" y="270"/>
                  </a:cubicBezTo>
                  <a:cubicBezTo>
                    <a:pt x="253" y="287"/>
                    <a:pt x="253" y="287"/>
                    <a:pt x="253" y="287"/>
                  </a:cubicBezTo>
                  <a:cubicBezTo>
                    <a:pt x="288" y="251"/>
                    <a:pt x="288" y="251"/>
                    <a:pt x="288" y="251"/>
                  </a:cubicBezTo>
                  <a:cubicBezTo>
                    <a:pt x="271" y="234"/>
                    <a:pt x="271" y="234"/>
                    <a:pt x="271" y="234"/>
                  </a:cubicBezTo>
                  <a:cubicBezTo>
                    <a:pt x="282" y="219"/>
                    <a:pt x="289" y="201"/>
                    <a:pt x="292" y="182"/>
                  </a:cubicBezTo>
                  <a:cubicBezTo>
                    <a:pt x="316" y="181"/>
                    <a:pt x="316" y="181"/>
                    <a:pt x="316" y="181"/>
                  </a:cubicBezTo>
                  <a:cubicBezTo>
                    <a:pt x="315" y="132"/>
                    <a:pt x="315" y="132"/>
                    <a:pt x="315" y="132"/>
                  </a:cubicBezTo>
                  <a:cubicBezTo>
                    <a:pt x="292" y="132"/>
                    <a:pt x="292" y="132"/>
                    <a:pt x="292" y="132"/>
                  </a:cubicBezTo>
                  <a:cubicBezTo>
                    <a:pt x="288" y="113"/>
                    <a:pt x="280" y="95"/>
                    <a:pt x="269" y="80"/>
                  </a:cubicBezTo>
                  <a:cubicBezTo>
                    <a:pt x="286" y="63"/>
                    <a:pt x="286" y="63"/>
                    <a:pt x="286" y="63"/>
                  </a:cubicBezTo>
                  <a:cubicBezTo>
                    <a:pt x="250" y="28"/>
                    <a:pt x="250" y="28"/>
                    <a:pt x="250" y="28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18" y="35"/>
                    <a:pt x="200" y="27"/>
                    <a:pt x="181" y="24"/>
                  </a:cubicBezTo>
                  <a:cubicBezTo>
                    <a:pt x="181" y="0"/>
                    <a:pt x="181" y="0"/>
                    <a:pt x="181" y="0"/>
                  </a:cubicBezTo>
                </a:path>
              </a:pathLst>
            </a:cu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1" name="Freeform 70"/>
            <p:cNvSpPr/>
            <p:nvPr/>
          </p:nvSpPr>
          <p:spPr bwMode="auto">
            <a:xfrm>
              <a:off x="2843215" y="3127377"/>
              <a:ext cx="511175" cy="506413"/>
            </a:xfrm>
            <a:custGeom>
              <a:avLst/>
              <a:gdLst>
                <a:gd name="T0" fmla="*/ 68 w 136"/>
                <a:gd name="T1" fmla="*/ 0 h 135"/>
                <a:gd name="T2" fmla="*/ 67 w 136"/>
                <a:gd name="T3" fmla="*/ 0 h 135"/>
                <a:gd name="T4" fmla="*/ 67 w 136"/>
                <a:gd name="T5" fmla="*/ 0 h 135"/>
                <a:gd name="T6" fmla="*/ 0 w 136"/>
                <a:gd name="T7" fmla="*/ 68 h 135"/>
                <a:gd name="T8" fmla="*/ 68 w 136"/>
                <a:gd name="T9" fmla="*/ 135 h 135"/>
                <a:gd name="T10" fmla="*/ 69 w 136"/>
                <a:gd name="T11" fmla="*/ 135 h 135"/>
                <a:gd name="T12" fmla="*/ 69 w 136"/>
                <a:gd name="T13" fmla="*/ 135 h 135"/>
                <a:gd name="T14" fmla="*/ 135 w 136"/>
                <a:gd name="T15" fmla="*/ 67 h 135"/>
                <a:gd name="T16" fmla="*/ 68 w 136"/>
                <a:gd name="T1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" h="135">
                  <a:moveTo>
                    <a:pt x="68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9" y="0"/>
                    <a:pt x="0" y="31"/>
                    <a:pt x="0" y="68"/>
                  </a:cubicBezTo>
                  <a:cubicBezTo>
                    <a:pt x="1" y="106"/>
                    <a:pt x="31" y="135"/>
                    <a:pt x="68" y="135"/>
                  </a:cubicBezTo>
                  <a:cubicBezTo>
                    <a:pt x="68" y="135"/>
                    <a:pt x="68" y="135"/>
                    <a:pt x="69" y="135"/>
                  </a:cubicBezTo>
                  <a:cubicBezTo>
                    <a:pt x="69" y="135"/>
                    <a:pt x="69" y="135"/>
                    <a:pt x="69" y="135"/>
                  </a:cubicBezTo>
                  <a:cubicBezTo>
                    <a:pt x="106" y="135"/>
                    <a:pt x="136" y="104"/>
                    <a:pt x="135" y="67"/>
                  </a:cubicBezTo>
                  <a:cubicBezTo>
                    <a:pt x="135" y="30"/>
                    <a:pt x="105" y="0"/>
                    <a:pt x="68" y="0"/>
                  </a:cubicBezTo>
                </a:path>
              </a:pathLst>
            </a:cu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2" name="AutoShape 72"/>
            <p:cNvSpPr>
              <a:spLocks noChangeAspect="1" noChangeArrowheads="1" noTextEdit="1"/>
            </p:cNvSpPr>
            <p:nvPr/>
          </p:nvSpPr>
          <p:spPr bwMode="auto">
            <a:xfrm>
              <a:off x="4327527" y="3419758"/>
              <a:ext cx="1462088" cy="147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3" name="Freeform 36"/>
            <p:cNvSpPr>
              <a:spLocks noEditPoints="1"/>
            </p:cNvSpPr>
            <p:nvPr/>
          </p:nvSpPr>
          <p:spPr bwMode="auto">
            <a:xfrm>
              <a:off x="4324352" y="3422933"/>
              <a:ext cx="1465263" cy="1466850"/>
            </a:xfrm>
            <a:custGeom>
              <a:avLst/>
              <a:gdLst>
                <a:gd name="T0" fmla="*/ 194 w 388"/>
                <a:gd name="T1" fmla="*/ 304 h 388"/>
                <a:gd name="T2" fmla="*/ 84 w 388"/>
                <a:gd name="T3" fmla="*/ 194 h 388"/>
                <a:gd name="T4" fmla="*/ 194 w 388"/>
                <a:gd name="T5" fmla="*/ 85 h 388"/>
                <a:gd name="T6" fmla="*/ 194 w 388"/>
                <a:gd name="T7" fmla="*/ 85 h 388"/>
                <a:gd name="T8" fmla="*/ 303 w 388"/>
                <a:gd name="T9" fmla="*/ 194 h 388"/>
                <a:gd name="T10" fmla="*/ 194 w 388"/>
                <a:gd name="T11" fmla="*/ 304 h 388"/>
                <a:gd name="T12" fmla="*/ 194 w 388"/>
                <a:gd name="T13" fmla="*/ 304 h 388"/>
                <a:gd name="T14" fmla="*/ 224 w 388"/>
                <a:gd name="T15" fmla="*/ 0 h 388"/>
                <a:gd name="T16" fmla="*/ 194 w 388"/>
                <a:gd name="T17" fmla="*/ 0 h 388"/>
                <a:gd name="T18" fmla="*/ 163 w 388"/>
                <a:gd name="T19" fmla="*/ 0 h 388"/>
                <a:gd name="T20" fmla="*/ 163 w 388"/>
                <a:gd name="T21" fmla="*/ 29 h 388"/>
                <a:gd name="T22" fmla="*/ 99 w 388"/>
                <a:gd name="T23" fmla="*/ 56 h 388"/>
                <a:gd name="T24" fmla="*/ 78 w 388"/>
                <a:gd name="T25" fmla="*/ 35 h 388"/>
                <a:gd name="T26" fmla="*/ 35 w 388"/>
                <a:gd name="T27" fmla="*/ 79 h 388"/>
                <a:gd name="T28" fmla="*/ 55 w 388"/>
                <a:gd name="T29" fmla="*/ 99 h 388"/>
                <a:gd name="T30" fmla="*/ 29 w 388"/>
                <a:gd name="T31" fmla="*/ 164 h 388"/>
                <a:gd name="T32" fmla="*/ 0 w 388"/>
                <a:gd name="T33" fmla="*/ 164 h 388"/>
                <a:gd name="T34" fmla="*/ 0 w 388"/>
                <a:gd name="T35" fmla="*/ 225 h 388"/>
                <a:gd name="T36" fmla="*/ 29 w 388"/>
                <a:gd name="T37" fmla="*/ 225 h 388"/>
                <a:gd name="T38" fmla="*/ 55 w 388"/>
                <a:gd name="T39" fmla="*/ 289 h 388"/>
                <a:gd name="T40" fmla="*/ 35 w 388"/>
                <a:gd name="T41" fmla="*/ 310 h 388"/>
                <a:gd name="T42" fmla="*/ 78 w 388"/>
                <a:gd name="T43" fmla="*/ 353 h 388"/>
                <a:gd name="T44" fmla="*/ 99 w 388"/>
                <a:gd name="T45" fmla="*/ 333 h 388"/>
                <a:gd name="T46" fmla="*/ 163 w 388"/>
                <a:gd name="T47" fmla="*/ 359 h 388"/>
                <a:gd name="T48" fmla="*/ 163 w 388"/>
                <a:gd name="T49" fmla="*/ 388 h 388"/>
                <a:gd name="T50" fmla="*/ 194 w 388"/>
                <a:gd name="T51" fmla="*/ 388 h 388"/>
                <a:gd name="T52" fmla="*/ 224 w 388"/>
                <a:gd name="T53" fmla="*/ 388 h 388"/>
                <a:gd name="T54" fmla="*/ 224 w 388"/>
                <a:gd name="T55" fmla="*/ 359 h 388"/>
                <a:gd name="T56" fmla="*/ 289 w 388"/>
                <a:gd name="T57" fmla="*/ 333 h 388"/>
                <a:gd name="T58" fmla="*/ 309 w 388"/>
                <a:gd name="T59" fmla="*/ 353 h 388"/>
                <a:gd name="T60" fmla="*/ 353 w 388"/>
                <a:gd name="T61" fmla="*/ 310 h 388"/>
                <a:gd name="T62" fmla="*/ 332 w 388"/>
                <a:gd name="T63" fmla="*/ 289 h 388"/>
                <a:gd name="T64" fmla="*/ 359 w 388"/>
                <a:gd name="T65" fmla="*/ 225 h 388"/>
                <a:gd name="T66" fmla="*/ 388 w 388"/>
                <a:gd name="T67" fmla="*/ 225 h 388"/>
                <a:gd name="T68" fmla="*/ 388 w 388"/>
                <a:gd name="T69" fmla="*/ 164 h 388"/>
                <a:gd name="T70" fmla="*/ 359 w 388"/>
                <a:gd name="T71" fmla="*/ 164 h 388"/>
                <a:gd name="T72" fmla="*/ 332 w 388"/>
                <a:gd name="T73" fmla="*/ 99 h 388"/>
                <a:gd name="T74" fmla="*/ 353 w 388"/>
                <a:gd name="T75" fmla="*/ 79 h 388"/>
                <a:gd name="T76" fmla="*/ 309 w 388"/>
                <a:gd name="T77" fmla="*/ 35 h 388"/>
                <a:gd name="T78" fmla="*/ 289 w 388"/>
                <a:gd name="T79" fmla="*/ 56 h 388"/>
                <a:gd name="T80" fmla="*/ 224 w 388"/>
                <a:gd name="T81" fmla="*/ 29 h 388"/>
                <a:gd name="T82" fmla="*/ 224 w 388"/>
                <a:gd name="T83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88" h="388">
                  <a:moveTo>
                    <a:pt x="194" y="304"/>
                  </a:moveTo>
                  <a:cubicBezTo>
                    <a:pt x="133" y="304"/>
                    <a:pt x="84" y="255"/>
                    <a:pt x="84" y="194"/>
                  </a:cubicBezTo>
                  <a:cubicBezTo>
                    <a:pt x="84" y="134"/>
                    <a:pt x="133" y="85"/>
                    <a:pt x="194" y="85"/>
                  </a:cubicBezTo>
                  <a:cubicBezTo>
                    <a:pt x="194" y="85"/>
                    <a:pt x="194" y="85"/>
                    <a:pt x="194" y="85"/>
                  </a:cubicBezTo>
                  <a:cubicBezTo>
                    <a:pt x="254" y="85"/>
                    <a:pt x="303" y="134"/>
                    <a:pt x="303" y="194"/>
                  </a:cubicBezTo>
                  <a:cubicBezTo>
                    <a:pt x="303" y="255"/>
                    <a:pt x="254" y="304"/>
                    <a:pt x="194" y="304"/>
                  </a:cubicBezTo>
                  <a:cubicBezTo>
                    <a:pt x="194" y="304"/>
                    <a:pt x="194" y="304"/>
                    <a:pt x="194" y="304"/>
                  </a:cubicBezTo>
                  <a:moveTo>
                    <a:pt x="224" y="0"/>
                  </a:moveTo>
                  <a:cubicBezTo>
                    <a:pt x="194" y="0"/>
                    <a:pt x="194" y="0"/>
                    <a:pt x="194" y="0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163" y="29"/>
                    <a:pt x="163" y="29"/>
                    <a:pt x="163" y="29"/>
                  </a:cubicBezTo>
                  <a:cubicBezTo>
                    <a:pt x="139" y="34"/>
                    <a:pt x="118" y="43"/>
                    <a:pt x="99" y="56"/>
                  </a:cubicBezTo>
                  <a:cubicBezTo>
                    <a:pt x="78" y="35"/>
                    <a:pt x="78" y="35"/>
                    <a:pt x="78" y="35"/>
                  </a:cubicBezTo>
                  <a:cubicBezTo>
                    <a:pt x="35" y="79"/>
                    <a:pt x="35" y="79"/>
                    <a:pt x="35" y="79"/>
                  </a:cubicBezTo>
                  <a:cubicBezTo>
                    <a:pt x="55" y="99"/>
                    <a:pt x="55" y="99"/>
                    <a:pt x="55" y="99"/>
                  </a:cubicBezTo>
                  <a:cubicBezTo>
                    <a:pt x="42" y="118"/>
                    <a:pt x="33" y="140"/>
                    <a:pt x="29" y="16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225"/>
                    <a:pt x="0" y="225"/>
                    <a:pt x="0" y="225"/>
                  </a:cubicBezTo>
                  <a:cubicBezTo>
                    <a:pt x="29" y="225"/>
                    <a:pt x="29" y="225"/>
                    <a:pt x="29" y="225"/>
                  </a:cubicBezTo>
                  <a:cubicBezTo>
                    <a:pt x="33" y="249"/>
                    <a:pt x="42" y="270"/>
                    <a:pt x="55" y="289"/>
                  </a:cubicBezTo>
                  <a:cubicBezTo>
                    <a:pt x="35" y="310"/>
                    <a:pt x="35" y="310"/>
                    <a:pt x="35" y="310"/>
                  </a:cubicBezTo>
                  <a:cubicBezTo>
                    <a:pt x="78" y="353"/>
                    <a:pt x="78" y="353"/>
                    <a:pt x="78" y="353"/>
                  </a:cubicBezTo>
                  <a:cubicBezTo>
                    <a:pt x="99" y="333"/>
                    <a:pt x="99" y="333"/>
                    <a:pt x="99" y="333"/>
                  </a:cubicBezTo>
                  <a:cubicBezTo>
                    <a:pt x="118" y="346"/>
                    <a:pt x="139" y="355"/>
                    <a:pt x="163" y="359"/>
                  </a:cubicBezTo>
                  <a:cubicBezTo>
                    <a:pt x="163" y="388"/>
                    <a:pt x="163" y="388"/>
                    <a:pt x="163" y="388"/>
                  </a:cubicBezTo>
                  <a:cubicBezTo>
                    <a:pt x="194" y="388"/>
                    <a:pt x="194" y="388"/>
                    <a:pt x="194" y="388"/>
                  </a:cubicBezTo>
                  <a:cubicBezTo>
                    <a:pt x="224" y="388"/>
                    <a:pt x="224" y="388"/>
                    <a:pt x="224" y="388"/>
                  </a:cubicBezTo>
                  <a:cubicBezTo>
                    <a:pt x="224" y="359"/>
                    <a:pt x="224" y="359"/>
                    <a:pt x="224" y="359"/>
                  </a:cubicBezTo>
                  <a:cubicBezTo>
                    <a:pt x="248" y="355"/>
                    <a:pt x="270" y="346"/>
                    <a:pt x="289" y="333"/>
                  </a:cubicBezTo>
                  <a:cubicBezTo>
                    <a:pt x="309" y="353"/>
                    <a:pt x="309" y="353"/>
                    <a:pt x="309" y="353"/>
                  </a:cubicBezTo>
                  <a:cubicBezTo>
                    <a:pt x="353" y="310"/>
                    <a:pt x="353" y="310"/>
                    <a:pt x="353" y="310"/>
                  </a:cubicBezTo>
                  <a:cubicBezTo>
                    <a:pt x="332" y="289"/>
                    <a:pt x="332" y="289"/>
                    <a:pt x="332" y="289"/>
                  </a:cubicBezTo>
                  <a:cubicBezTo>
                    <a:pt x="345" y="270"/>
                    <a:pt x="354" y="249"/>
                    <a:pt x="359" y="225"/>
                  </a:cubicBezTo>
                  <a:cubicBezTo>
                    <a:pt x="388" y="225"/>
                    <a:pt x="388" y="225"/>
                    <a:pt x="388" y="225"/>
                  </a:cubicBezTo>
                  <a:cubicBezTo>
                    <a:pt x="388" y="164"/>
                    <a:pt x="388" y="164"/>
                    <a:pt x="388" y="164"/>
                  </a:cubicBezTo>
                  <a:cubicBezTo>
                    <a:pt x="359" y="164"/>
                    <a:pt x="359" y="164"/>
                    <a:pt x="359" y="164"/>
                  </a:cubicBezTo>
                  <a:cubicBezTo>
                    <a:pt x="354" y="140"/>
                    <a:pt x="345" y="118"/>
                    <a:pt x="332" y="99"/>
                  </a:cubicBezTo>
                  <a:cubicBezTo>
                    <a:pt x="353" y="79"/>
                    <a:pt x="353" y="79"/>
                    <a:pt x="353" y="79"/>
                  </a:cubicBezTo>
                  <a:cubicBezTo>
                    <a:pt x="309" y="35"/>
                    <a:pt x="309" y="35"/>
                    <a:pt x="309" y="35"/>
                  </a:cubicBezTo>
                  <a:cubicBezTo>
                    <a:pt x="289" y="56"/>
                    <a:pt x="289" y="56"/>
                    <a:pt x="289" y="56"/>
                  </a:cubicBezTo>
                  <a:cubicBezTo>
                    <a:pt x="270" y="43"/>
                    <a:pt x="248" y="34"/>
                    <a:pt x="224" y="29"/>
                  </a:cubicBezTo>
                  <a:cubicBezTo>
                    <a:pt x="224" y="0"/>
                    <a:pt x="224" y="0"/>
                    <a:pt x="224" y="0"/>
                  </a:cubicBezTo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4" name="Rectangle 37"/>
          <p:cNvSpPr/>
          <p:nvPr/>
        </p:nvSpPr>
        <p:spPr>
          <a:xfrm>
            <a:off x="1204155" y="1816125"/>
            <a:ext cx="3040237" cy="1242301"/>
          </a:xfrm>
          <a:prstGeom prst="rect">
            <a:avLst/>
          </a:prstGeom>
          <a:noFill/>
          <a:ln w="38100">
            <a:solidFill>
              <a:srgbClr val="F68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5" name="Group 38"/>
          <p:cNvGrpSpPr/>
          <p:nvPr/>
        </p:nvGrpSpPr>
        <p:grpSpPr>
          <a:xfrm>
            <a:off x="2337946" y="1964035"/>
            <a:ext cx="1985214" cy="1077150"/>
            <a:chOff x="2216719" y="2111100"/>
            <a:chExt cx="1882277" cy="1021355"/>
          </a:xfrm>
        </p:grpSpPr>
        <p:sp>
          <p:nvSpPr>
            <p:cNvPr id="46" name="TextBox 39"/>
            <p:cNvSpPr txBox="1"/>
            <p:nvPr/>
          </p:nvSpPr>
          <p:spPr>
            <a:xfrm>
              <a:off x="2216719" y="2111100"/>
              <a:ext cx="1424435" cy="335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7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添加您的标题</a:t>
              </a:r>
              <a:endParaRPr lang="en-US" sz="1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0" name="TextBox 40"/>
            <p:cNvSpPr txBox="1"/>
            <p:nvPr/>
          </p:nvSpPr>
          <p:spPr>
            <a:xfrm>
              <a:off x="2216720" y="2387365"/>
              <a:ext cx="1882276" cy="745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53" name="Group 41"/>
          <p:cNvGrpSpPr/>
          <p:nvPr/>
        </p:nvGrpSpPr>
        <p:grpSpPr>
          <a:xfrm>
            <a:off x="1349257" y="2022727"/>
            <a:ext cx="840028" cy="839982"/>
            <a:chOff x="1279294" y="2166750"/>
            <a:chExt cx="796471" cy="796471"/>
          </a:xfrm>
        </p:grpSpPr>
        <p:sp>
          <p:nvSpPr>
            <p:cNvPr id="54" name="Oval 42"/>
            <p:cNvSpPr/>
            <p:nvPr/>
          </p:nvSpPr>
          <p:spPr>
            <a:xfrm>
              <a:off x="1279294" y="2166750"/>
              <a:ext cx="796471" cy="796471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5" name="TextBox 43"/>
            <p:cNvSpPr txBox="1"/>
            <p:nvPr/>
          </p:nvSpPr>
          <p:spPr>
            <a:xfrm>
              <a:off x="1289742" y="2325451"/>
              <a:ext cx="760247" cy="4377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78%</a:t>
              </a:r>
              <a:endParaRPr lang="en-US" sz="24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56" name="Group 44"/>
          <p:cNvGrpSpPr/>
          <p:nvPr/>
        </p:nvGrpSpPr>
        <p:grpSpPr>
          <a:xfrm>
            <a:off x="8165001" y="1889639"/>
            <a:ext cx="3824420" cy="983004"/>
            <a:chOff x="7741630" y="2040553"/>
            <a:chExt cx="3626117" cy="932083"/>
          </a:xfrm>
        </p:grpSpPr>
        <p:sp>
          <p:nvSpPr>
            <p:cNvPr id="57" name="TextBox 45"/>
            <p:cNvSpPr txBox="1"/>
            <p:nvPr/>
          </p:nvSpPr>
          <p:spPr>
            <a:xfrm>
              <a:off x="7744836" y="2040553"/>
              <a:ext cx="1324123" cy="336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8" name="TextBox 46"/>
            <p:cNvSpPr txBox="1"/>
            <p:nvPr/>
          </p:nvSpPr>
          <p:spPr>
            <a:xfrm>
              <a:off x="7741630" y="2314795"/>
              <a:ext cx="3626117" cy="657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59" name="Group 47"/>
          <p:cNvGrpSpPr/>
          <p:nvPr/>
        </p:nvGrpSpPr>
        <p:grpSpPr>
          <a:xfrm>
            <a:off x="8165001" y="3005674"/>
            <a:ext cx="3824420" cy="983004"/>
            <a:chOff x="7741630" y="3098778"/>
            <a:chExt cx="3626117" cy="932083"/>
          </a:xfrm>
        </p:grpSpPr>
        <p:sp>
          <p:nvSpPr>
            <p:cNvPr id="60" name="TextBox 48"/>
            <p:cNvSpPr txBox="1"/>
            <p:nvPr/>
          </p:nvSpPr>
          <p:spPr>
            <a:xfrm>
              <a:off x="7744836" y="3098778"/>
              <a:ext cx="1342362" cy="32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1" name="TextBox 49"/>
            <p:cNvSpPr txBox="1"/>
            <p:nvPr/>
          </p:nvSpPr>
          <p:spPr>
            <a:xfrm>
              <a:off x="7741630" y="3373020"/>
              <a:ext cx="3626117" cy="657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2" name="Group 50"/>
          <p:cNvGrpSpPr/>
          <p:nvPr/>
        </p:nvGrpSpPr>
        <p:grpSpPr>
          <a:xfrm>
            <a:off x="8165001" y="4119119"/>
            <a:ext cx="3824420" cy="983004"/>
            <a:chOff x="7741630" y="4154544"/>
            <a:chExt cx="3626117" cy="932083"/>
          </a:xfrm>
        </p:grpSpPr>
        <p:sp>
          <p:nvSpPr>
            <p:cNvPr id="63" name="TextBox 51"/>
            <p:cNvSpPr txBox="1"/>
            <p:nvPr/>
          </p:nvSpPr>
          <p:spPr>
            <a:xfrm>
              <a:off x="7744836" y="4154544"/>
              <a:ext cx="1324123" cy="336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4" name="TextBox 52"/>
            <p:cNvSpPr txBox="1"/>
            <p:nvPr/>
          </p:nvSpPr>
          <p:spPr>
            <a:xfrm>
              <a:off x="7741630" y="4428786"/>
              <a:ext cx="3626117" cy="657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5" name="Group 53"/>
          <p:cNvGrpSpPr/>
          <p:nvPr/>
        </p:nvGrpSpPr>
        <p:grpSpPr>
          <a:xfrm>
            <a:off x="8165001" y="5235155"/>
            <a:ext cx="3824420" cy="983004"/>
            <a:chOff x="7741630" y="5212769"/>
            <a:chExt cx="3626117" cy="932083"/>
          </a:xfrm>
        </p:grpSpPr>
        <p:sp>
          <p:nvSpPr>
            <p:cNvPr id="66" name="TextBox 54"/>
            <p:cNvSpPr txBox="1"/>
            <p:nvPr/>
          </p:nvSpPr>
          <p:spPr>
            <a:xfrm>
              <a:off x="7744836" y="5212769"/>
              <a:ext cx="1342362" cy="32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7" name="TextBox 55"/>
            <p:cNvSpPr txBox="1"/>
            <p:nvPr/>
          </p:nvSpPr>
          <p:spPr>
            <a:xfrm>
              <a:off x="7741630" y="5487011"/>
              <a:ext cx="3626117" cy="657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8" name="Group 56"/>
          <p:cNvGrpSpPr/>
          <p:nvPr/>
        </p:nvGrpSpPr>
        <p:grpSpPr>
          <a:xfrm>
            <a:off x="7318868" y="5292652"/>
            <a:ext cx="707341" cy="707302"/>
            <a:chOff x="6939371" y="5267294"/>
            <a:chExt cx="670664" cy="670664"/>
          </a:xfrm>
        </p:grpSpPr>
        <p:sp>
          <p:nvSpPr>
            <p:cNvPr id="69" name="Rectangle 57"/>
            <p:cNvSpPr/>
            <p:nvPr/>
          </p:nvSpPr>
          <p:spPr>
            <a:xfrm>
              <a:off x="6939371" y="5267294"/>
              <a:ext cx="670664" cy="670664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0" name="AutoShape 82"/>
            <p:cNvSpPr>
              <a:spLocks noChangeAspect="1"/>
            </p:cNvSpPr>
            <p:nvPr/>
          </p:nvSpPr>
          <p:spPr bwMode="auto">
            <a:xfrm>
              <a:off x="7099847" y="5427725"/>
              <a:ext cx="349712" cy="34980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3767" y="5419"/>
                  </a:moveTo>
                  <a:cubicBezTo>
                    <a:pt x="4051" y="5419"/>
                    <a:pt x="4271" y="5505"/>
                    <a:pt x="4428" y="5687"/>
                  </a:cubicBezTo>
                  <a:cubicBezTo>
                    <a:pt x="4586" y="5865"/>
                    <a:pt x="4701" y="6078"/>
                    <a:pt x="4766" y="6326"/>
                  </a:cubicBezTo>
                  <a:cubicBezTo>
                    <a:pt x="4835" y="6574"/>
                    <a:pt x="4879" y="6836"/>
                    <a:pt x="4893" y="7106"/>
                  </a:cubicBezTo>
                  <a:cubicBezTo>
                    <a:pt x="4910" y="7377"/>
                    <a:pt x="4917" y="7596"/>
                    <a:pt x="4917" y="7760"/>
                  </a:cubicBezTo>
                  <a:lnTo>
                    <a:pt x="4917" y="9856"/>
                  </a:lnTo>
                  <a:cubicBezTo>
                    <a:pt x="4809" y="9928"/>
                    <a:pt x="4720" y="10015"/>
                    <a:pt x="4646" y="10110"/>
                  </a:cubicBezTo>
                  <a:cubicBezTo>
                    <a:pt x="4574" y="10208"/>
                    <a:pt x="4468" y="10257"/>
                    <a:pt x="4329" y="10257"/>
                  </a:cubicBezTo>
                  <a:lnTo>
                    <a:pt x="561" y="10257"/>
                  </a:lnTo>
                  <a:cubicBezTo>
                    <a:pt x="439" y="10257"/>
                    <a:pt x="338" y="10208"/>
                    <a:pt x="256" y="10110"/>
                  </a:cubicBezTo>
                  <a:cubicBezTo>
                    <a:pt x="177" y="10015"/>
                    <a:pt x="93" y="9928"/>
                    <a:pt x="0" y="9856"/>
                  </a:cubicBezTo>
                  <a:lnTo>
                    <a:pt x="0" y="7760"/>
                  </a:lnTo>
                  <a:cubicBezTo>
                    <a:pt x="0" y="7596"/>
                    <a:pt x="4" y="7377"/>
                    <a:pt x="12" y="7106"/>
                  </a:cubicBezTo>
                  <a:cubicBezTo>
                    <a:pt x="19" y="6836"/>
                    <a:pt x="57" y="6574"/>
                    <a:pt x="124" y="6326"/>
                  </a:cubicBezTo>
                  <a:cubicBezTo>
                    <a:pt x="196" y="6078"/>
                    <a:pt x="309" y="5865"/>
                    <a:pt x="465" y="5687"/>
                  </a:cubicBezTo>
                  <a:cubicBezTo>
                    <a:pt x="624" y="5508"/>
                    <a:pt x="842" y="5419"/>
                    <a:pt x="1123" y="5419"/>
                  </a:cubicBezTo>
                  <a:cubicBezTo>
                    <a:pt x="782" y="5151"/>
                    <a:pt x="508" y="4803"/>
                    <a:pt x="304" y="4377"/>
                  </a:cubicBezTo>
                  <a:cubicBezTo>
                    <a:pt x="103" y="3950"/>
                    <a:pt x="0" y="3469"/>
                    <a:pt x="0" y="2937"/>
                  </a:cubicBezTo>
                  <a:cubicBezTo>
                    <a:pt x="0" y="2539"/>
                    <a:pt x="64" y="2162"/>
                    <a:pt x="189" y="1805"/>
                  </a:cubicBezTo>
                  <a:cubicBezTo>
                    <a:pt x="316" y="1448"/>
                    <a:pt x="491" y="1134"/>
                    <a:pt x="717" y="861"/>
                  </a:cubicBezTo>
                  <a:cubicBezTo>
                    <a:pt x="943" y="590"/>
                    <a:pt x="1207" y="380"/>
                    <a:pt x="1504" y="227"/>
                  </a:cubicBezTo>
                  <a:cubicBezTo>
                    <a:pt x="1804" y="77"/>
                    <a:pt x="2119" y="0"/>
                    <a:pt x="2445" y="0"/>
                  </a:cubicBezTo>
                  <a:cubicBezTo>
                    <a:pt x="2793" y="0"/>
                    <a:pt x="3115" y="77"/>
                    <a:pt x="3412" y="227"/>
                  </a:cubicBezTo>
                  <a:cubicBezTo>
                    <a:pt x="3712" y="380"/>
                    <a:pt x="3969" y="590"/>
                    <a:pt x="4188" y="861"/>
                  </a:cubicBezTo>
                  <a:cubicBezTo>
                    <a:pt x="4406" y="1134"/>
                    <a:pt x="4584" y="1448"/>
                    <a:pt x="4716" y="1805"/>
                  </a:cubicBezTo>
                  <a:cubicBezTo>
                    <a:pt x="4850" y="2162"/>
                    <a:pt x="4917" y="2539"/>
                    <a:pt x="4917" y="2937"/>
                  </a:cubicBezTo>
                  <a:cubicBezTo>
                    <a:pt x="4917" y="3458"/>
                    <a:pt x="4814" y="3939"/>
                    <a:pt x="4603" y="4371"/>
                  </a:cubicBezTo>
                  <a:cubicBezTo>
                    <a:pt x="4392" y="4800"/>
                    <a:pt x="4115" y="5151"/>
                    <a:pt x="3767" y="5419"/>
                  </a:cubicBezTo>
                  <a:moveTo>
                    <a:pt x="18165" y="12062"/>
                  </a:moveTo>
                  <a:cubicBezTo>
                    <a:pt x="18672" y="12604"/>
                    <a:pt x="19070" y="13142"/>
                    <a:pt x="19356" y="13669"/>
                  </a:cubicBezTo>
                  <a:cubicBezTo>
                    <a:pt x="19641" y="14196"/>
                    <a:pt x="19788" y="14801"/>
                    <a:pt x="19788" y="15480"/>
                  </a:cubicBezTo>
                  <a:lnTo>
                    <a:pt x="19788" y="20816"/>
                  </a:lnTo>
                  <a:cubicBezTo>
                    <a:pt x="19694" y="20868"/>
                    <a:pt x="19620" y="20931"/>
                    <a:pt x="19557" y="20995"/>
                  </a:cubicBezTo>
                  <a:cubicBezTo>
                    <a:pt x="19497" y="21061"/>
                    <a:pt x="19425" y="21122"/>
                    <a:pt x="19344" y="21191"/>
                  </a:cubicBezTo>
                  <a:cubicBezTo>
                    <a:pt x="19262" y="21251"/>
                    <a:pt x="19173" y="21317"/>
                    <a:pt x="19075" y="21386"/>
                  </a:cubicBezTo>
                  <a:cubicBezTo>
                    <a:pt x="18976" y="21455"/>
                    <a:pt x="18835" y="21528"/>
                    <a:pt x="18662" y="21599"/>
                  </a:cubicBezTo>
                  <a:lnTo>
                    <a:pt x="2942" y="21599"/>
                  </a:lnTo>
                  <a:cubicBezTo>
                    <a:pt x="2675" y="21599"/>
                    <a:pt x="2467" y="21499"/>
                    <a:pt x="2318" y="21291"/>
                  </a:cubicBezTo>
                  <a:cubicBezTo>
                    <a:pt x="2167" y="21081"/>
                    <a:pt x="2003" y="20926"/>
                    <a:pt x="1819" y="20816"/>
                  </a:cubicBezTo>
                  <a:lnTo>
                    <a:pt x="1819" y="15480"/>
                  </a:lnTo>
                  <a:cubicBezTo>
                    <a:pt x="1819" y="14763"/>
                    <a:pt x="1989" y="14127"/>
                    <a:pt x="2335" y="13571"/>
                  </a:cubicBezTo>
                  <a:cubicBezTo>
                    <a:pt x="2678" y="13018"/>
                    <a:pt x="3052" y="12511"/>
                    <a:pt x="3460" y="12062"/>
                  </a:cubicBezTo>
                  <a:cubicBezTo>
                    <a:pt x="3535" y="11970"/>
                    <a:pt x="3633" y="11869"/>
                    <a:pt x="3753" y="11766"/>
                  </a:cubicBezTo>
                  <a:cubicBezTo>
                    <a:pt x="3873" y="11659"/>
                    <a:pt x="4000" y="11590"/>
                    <a:pt x="4137" y="11553"/>
                  </a:cubicBezTo>
                  <a:cubicBezTo>
                    <a:pt x="4276" y="11495"/>
                    <a:pt x="4432" y="11466"/>
                    <a:pt x="4610" y="11455"/>
                  </a:cubicBezTo>
                  <a:cubicBezTo>
                    <a:pt x="4785" y="11446"/>
                    <a:pt x="4956" y="11423"/>
                    <a:pt x="5126" y="11388"/>
                  </a:cubicBezTo>
                  <a:cubicBezTo>
                    <a:pt x="5594" y="11299"/>
                    <a:pt x="6091" y="11210"/>
                    <a:pt x="6621" y="11121"/>
                  </a:cubicBezTo>
                  <a:cubicBezTo>
                    <a:pt x="7149" y="11034"/>
                    <a:pt x="7665" y="10945"/>
                    <a:pt x="8172" y="10853"/>
                  </a:cubicBezTo>
                  <a:cubicBezTo>
                    <a:pt x="7483" y="10326"/>
                    <a:pt x="6928" y="9632"/>
                    <a:pt x="6513" y="8762"/>
                  </a:cubicBezTo>
                  <a:cubicBezTo>
                    <a:pt x="6093" y="7896"/>
                    <a:pt x="5884" y="6940"/>
                    <a:pt x="5884" y="5903"/>
                  </a:cubicBezTo>
                  <a:cubicBezTo>
                    <a:pt x="5884" y="5097"/>
                    <a:pt x="6016" y="4331"/>
                    <a:pt x="6275" y="3608"/>
                  </a:cubicBezTo>
                  <a:cubicBezTo>
                    <a:pt x="6535" y="2885"/>
                    <a:pt x="6887" y="2260"/>
                    <a:pt x="7331" y="1733"/>
                  </a:cubicBezTo>
                  <a:cubicBezTo>
                    <a:pt x="7778" y="1203"/>
                    <a:pt x="8299" y="786"/>
                    <a:pt x="8894" y="472"/>
                  </a:cubicBezTo>
                  <a:cubicBezTo>
                    <a:pt x="9494" y="158"/>
                    <a:pt x="10125" y="3"/>
                    <a:pt x="10802" y="3"/>
                  </a:cubicBezTo>
                  <a:cubicBezTo>
                    <a:pt x="11476" y="3"/>
                    <a:pt x="12112" y="158"/>
                    <a:pt x="12710" y="472"/>
                  </a:cubicBezTo>
                  <a:cubicBezTo>
                    <a:pt x="13307" y="786"/>
                    <a:pt x="13826" y="1203"/>
                    <a:pt x="14272" y="1733"/>
                  </a:cubicBezTo>
                  <a:cubicBezTo>
                    <a:pt x="14716" y="2260"/>
                    <a:pt x="15067" y="2885"/>
                    <a:pt x="15328" y="3608"/>
                  </a:cubicBezTo>
                  <a:cubicBezTo>
                    <a:pt x="15590" y="4331"/>
                    <a:pt x="15719" y="5097"/>
                    <a:pt x="15719" y="5903"/>
                  </a:cubicBezTo>
                  <a:cubicBezTo>
                    <a:pt x="15719" y="6939"/>
                    <a:pt x="15513" y="7890"/>
                    <a:pt x="15100" y="8757"/>
                  </a:cubicBezTo>
                  <a:cubicBezTo>
                    <a:pt x="14685" y="9620"/>
                    <a:pt x="14128" y="10320"/>
                    <a:pt x="13432" y="10853"/>
                  </a:cubicBezTo>
                  <a:cubicBezTo>
                    <a:pt x="13936" y="10945"/>
                    <a:pt x="14452" y="11031"/>
                    <a:pt x="14978" y="11115"/>
                  </a:cubicBezTo>
                  <a:cubicBezTo>
                    <a:pt x="15504" y="11198"/>
                    <a:pt x="16005" y="11288"/>
                    <a:pt x="16478" y="11388"/>
                  </a:cubicBezTo>
                  <a:cubicBezTo>
                    <a:pt x="16653" y="11426"/>
                    <a:pt x="16826" y="11449"/>
                    <a:pt x="16994" y="11455"/>
                  </a:cubicBezTo>
                  <a:cubicBezTo>
                    <a:pt x="17162" y="11466"/>
                    <a:pt x="17323" y="11495"/>
                    <a:pt x="17467" y="11553"/>
                  </a:cubicBezTo>
                  <a:cubicBezTo>
                    <a:pt x="17603" y="11590"/>
                    <a:pt x="17731" y="11659"/>
                    <a:pt x="17851" y="11766"/>
                  </a:cubicBezTo>
                  <a:cubicBezTo>
                    <a:pt x="17966" y="11869"/>
                    <a:pt x="18074" y="11970"/>
                    <a:pt x="18165" y="12062"/>
                  </a:cubicBezTo>
                  <a:moveTo>
                    <a:pt x="20474" y="5419"/>
                  </a:moveTo>
                  <a:cubicBezTo>
                    <a:pt x="20757" y="5419"/>
                    <a:pt x="20973" y="5505"/>
                    <a:pt x="21124" y="5687"/>
                  </a:cubicBezTo>
                  <a:cubicBezTo>
                    <a:pt x="21271" y="5865"/>
                    <a:pt x="21381" y="6078"/>
                    <a:pt x="21448" y="6326"/>
                  </a:cubicBezTo>
                  <a:cubicBezTo>
                    <a:pt x="21520" y="6574"/>
                    <a:pt x="21561" y="6836"/>
                    <a:pt x="21576" y="7106"/>
                  </a:cubicBezTo>
                  <a:cubicBezTo>
                    <a:pt x="21592" y="7377"/>
                    <a:pt x="21599" y="7596"/>
                    <a:pt x="21599" y="7760"/>
                  </a:cubicBezTo>
                  <a:lnTo>
                    <a:pt x="21599" y="9856"/>
                  </a:lnTo>
                  <a:cubicBezTo>
                    <a:pt x="21508" y="9928"/>
                    <a:pt x="21422" y="10015"/>
                    <a:pt x="21340" y="10110"/>
                  </a:cubicBezTo>
                  <a:cubicBezTo>
                    <a:pt x="21261" y="10208"/>
                    <a:pt x="21158" y="10257"/>
                    <a:pt x="21036" y="10257"/>
                  </a:cubicBezTo>
                  <a:lnTo>
                    <a:pt x="17268" y="10257"/>
                  </a:lnTo>
                  <a:cubicBezTo>
                    <a:pt x="17131" y="10257"/>
                    <a:pt x="17023" y="10208"/>
                    <a:pt x="16953" y="10110"/>
                  </a:cubicBezTo>
                  <a:cubicBezTo>
                    <a:pt x="16879" y="10015"/>
                    <a:pt x="16790" y="9928"/>
                    <a:pt x="16682" y="9856"/>
                  </a:cubicBezTo>
                  <a:lnTo>
                    <a:pt x="16682" y="7760"/>
                  </a:lnTo>
                  <a:cubicBezTo>
                    <a:pt x="16682" y="7596"/>
                    <a:pt x="16692" y="7377"/>
                    <a:pt x="16706" y="7106"/>
                  </a:cubicBezTo>
                  <a:cubicBezTo>
                    <a:pt x="16720" y="6836"/>
                    <a:pt x="16766" y="6574"/>
                    <a:pt x="16836" y="6326"/>
                  </a:cubicBezTo>
                  <a:cubicBezTo>
                    <a:pt x="16912" y="6078"/>
                    <a:pt x="17023" y="5865"/>
                    <a:pt x="17183" y="5687"/>
                  </a:cubicBezTo>
                  <a:cubicBezTo>
                    <a:pt x="17337" y="5508"/>
                    <a:pt x="17556" y="5419"/>
                    <a:pt x="17829" y="5419"/>
                  </a:cubicBezTo>
                  <a:cubicBezTo>
                    <a:pt x="17488" y="5151"/>
                    <a:pt x="17210" y="4803"/>
                    <a:pt x="16999" y="4377"/>
                  </a:cubicBezTo>
                  <a:cubicBezTo>
                    <a:pt x="16788" y="3950"/>
                    <a:pt x="16682" y="3469"/>
                    <a:pt x="16682" y="2937"/>
                  </a:cubicBezTo>
                  <a:cubicBezTo>
                    <a:pt x="16682" y="2539"/>
                    <a:pt x="16744" y="2162"/>
                    <a:pt x="16872" y="1805"/>
                  </a:cubicBezTo>
                  <a:cubicBezTo>
                    <a:pt x="16999" y="1448"/>
                    <a:pt x="17174" y="1134"/>
                    <a:pt x="17400" y="861"/>
                  </a:cubicBezTo>
                  <a:cubicBezTo>
                    <a:pt x="17625" y="590"/>
                    <a:pt x="17889" y="380"/>
                    <a:pt x="18187" y="227"/>
                  </a:cubicBezTo>
                  <a:cubicBezTo>
                    <a:pt x="18487" y="77"/>
                    <a:pt x="18808" y="0"/>
                    <a:pt x="19152" y="0"/>
                  </a:cubicBezTo>
                  <a:cubicBezTo>
                    <a:pt x="19480" y="0"/>
                    <a:pt x="19795" y="77"/>
                    <a:pt x="20095" y="227"/>
                  </a:cubicBezTo>
                  <a:cubicBezTo>
                    <a:pt x="20395" y="380"/>
                    <a:pt x="20656" y="590"/>
                    <a:pt x="20882" y="861"/>
                  </a:cubicBezTo>
                  <a:cubicBezTo>
                    <a:pt x="21108" y="1134"/>
                    <a:pt x="21285" y="1448"/>
                    <a:pt x="21412" y="1805"/>
                  </a:cubicBezTo>
                  <a:cubicBezTo>
                    <a:pt x="21537" y="2162"/>
                    <a:pt x="21599" y="2539"/>
                    <a:pt x="21599" y="2937"/>
                  </a:cubicBezTo>
                  <a:cubicBezTo>
                    <a:pt x="21599" y="3458"/>
                    <a:pt x="21499" y="3939"/>
                    <a:pt x="21295" y="4371"/>
                  </a:cubicBezTo>
                  <a:cubicBezTo>
                    <a:pt x="21093" y="4800"/>
                    <a:pt x="20820" y="5151"/>
                    <a:pt x="20474" y="5419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50789" tIns="50789" rIns="50789" bIns="50789" anchor="ctr"/>
            <a:lstStyle/>
            <a:p>
              <a:pPr defTabSz="481965">
                <a:defRPr/>
              </a:pPr>
              <a:endParaRPr lang="es-ES" sz="3800" dirty="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105号-简雅黑" panose="00000500000000000000" pitchFamily="2" charset="-122"/>
                <a:ea typeface="字魂105号-简雅黑" panose="00000500000000000000" pitchFamily="2" charset="-122"/>
                <a:cs typeface="Gill Sans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1" name="Group 59"/>
          <p:cNvGrpSpPr/>
          <p:nvPr/>
        </p:nvGrpSpPr>
        <p:grpSpPr>
          <a:xfrm>
            <a:off x="7318868" y="4176617"/>
            <a:ext cx="707341" cy="707302"/>
            <a:chOff x="6939371" y="4209069"/>
            <a:chExt cx="670664" cy="670664"/>
          </a:xfrm>
        </p:grpSpPr>
        <p:sp>
          <p:nvSpPr>
            <p:cNvPr id="72" name="Rectangle 60"/>
            <p:cNvSpPr/>
            <p:nvPr/>
          </p:nvSpPr>
          <p:spPr>
            <a:xfrm>
              <a:off x="6939371" y="4209069"/>
              <a:ext cx="670664" cy="670664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3" name="AutoShape 115"/>
            <p:cNvSpPr>
              <a:spLocks noChangeAspect="1"/>
            </p:cNvSpPr>
            <p:nvPr/>
          </p:nvSpPr>
          <p:spPr bwMode="auto">
            <a:xfrm>
              <a:off x="7082679" y="4354524"/>
              <a:ext cx="394678" cy="39026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357" y="18801"/>
                  </a:moveTo>
                  <a:cubicBezTo>
                    <a:pt x="21518" y="18965"/>
                    <a:pt x="21599" y="19177"/>
                    <a:pt x="21599" y="19436"/>
                  </a:cubicBezTo>
                  <a:cubicBezTo>
                    <a:pt x="21599" y="19580"/>
                    <a:pt x="21518" y="19775"/>
                    <a:pt x="21357" y="20018"/>
                  </a:cubicBezTo>
                  <a:cubicBezTo>
                    <a:pt x="21193" y="20261"/>
                    <a:pt x="20989" y="20504"/>
                    <a:pt x="20746" y="20741"/>
                  </a:cubicBezTo>
                  <a:cubicBezTo>
                    <a:pt x="20503" y="20978"/>
                    <a:pt x="20260" y="21184"/>
                    <a:pt x="20023" y="21348"/>
                  </a:cubicBezTo>
                  <a:cubicBezTo>
                    <a:pt x="19783" y="21518"/>
                    <a:pt x="19593" y="21599"/>
                    <a:pt x="19447" y="21599"/>
                  </a:cubicBezTo>
                  <a:cubicBezTo>
                    <a:pt x="19189" y="21599"/>
                    <a:pt x="18975" y="21515"/>
                    <a:pt x="18811" y="21343"/>
                  </a:cubicBezTo>
                  <a:lnTo>
                    <a:pt x="13957" y="16502"/>
                  </a:lnTo>
                  <a:cubicBezTo>
                    <a:pt x="13217" y="16980"/>
                    <a:pt x="12428" y="17350"/>
                    <a:pt x="11589" y="17604"/>
                  </a:cubicBezTo>
                  <a:cubicBezTo>
                    <a:pt x="10750" y="17864"/>
                    <a:pt x="9891" y="17991"/>
                    <a:pt x="9007" y="17991"/>
                  </a:cubicBezTo>
                  <a:cubicBezTo>
                    <a:pt x="7769" y="17991"/>
                    <a:pt x="6608" y="17759"/>
                    <a:pt x="5517" y="17290"/>
                  </a:cubicBezTo>
                  <a:cubicBezTo>
                    <a:pt x="4427" y="16822"/>
                    <a:pt x="3469" y="16175"/>
                    <a:pt x="2644" y="15353"/>
                  </a:cubicBezTo>
                  <a:cubicBezTo>
                    <a:pt x="1816" y="14534"/>
                    <a:pt x="1172" y="13580"/>
                    <a:pt x="700" y="12487"/>
                  </a:cubicBezTo>
                  <a:cubicBezTo>
                    <a:pt x="231" y="11400"/>
                    <a:pt x="0" y="10236"/>
                    <a:pt x="0" y="8999"/>
                  </a:cubicBezTo>
                  <a:cubicBezTo>
                    <a:pt x="0" y="7768"/>
                    <a:pt x="231" y="6602"/>
                    <a:pt x="700" y="5515"/>
                  </a:cubicBezTo>
                  <a:cubicBezTo>
                    <a:pt x="1169" y="4422"/>
                    <a:pt x="1816" y="3467"/>
                    <a:pt x="2644" y="2645"/>
                  </a:cubicBezTo>
                  <a:cubicBezTo>
                    <a:pt x="3469" y="1827"/>
                    <a:pt x="4424" y="1180"/>
                    <a:pt x="5512" y="708"/>
                  </a:cubicBezTo>
                  <a:cubicBezTo>
                    <a:pt x="6600" y="237"/>
                    <a:pt x="7764" y="0"/>
                    <a:pt x="9007" y="0"/>
                  </a:cubicBezTo>
                  <a:cubicBezTo>
                    <a:pt x="10244" y="0"/>
                    <a:pt x="11403" y="237"/>
                    <a:pt x="12488" y="708"/>
                  </a:cubicBezTo>
                  <a:cubicBezTo>
                    <a:pt x="13573" y="1180"/>
                    <a:pt x="14530" y="1827"/>
                    <a:pt x="15358" y="2645"/>
                  </a:cubicBezTo>
                  <a:cubicBezTo>
                    <a:pt x="16183" y="3467"/>
                    <a:pt x="16830" y="4422"/>
                    <a:pt x="17299" y="5515"/>
                  </a:cubicBezTo>
                  <a:cubicBezTo>
                    <a:pt x="17768" y="6602"/>
                    <a:pt x="18003" y="7768"/>
                    <a:pt x="18003" y="8999"/>
                  </a:cubicBezTo>
                  <a:cubicBezTo>
                    <a:pt x="18003" y="9886"/>
                    <a:pt x="17873" y="10747"/>
                    <a:pt x="17616" y="11589"/>
                  </a:cubicBezTo>
                  <a:cubicBezTo>
                    <a:pt x="17359" y="12433"/>
                    <a:pt x="16991" y="13218"/>
                    <a:pt x="16514" y="13947"/>
                  </a:cubicBezTo>
                  <a:lnTo>
                    <a:pt x="21357" y="18801"/>
                  </a:lnTo>
                  <a:close/>
                  <a:moveTo>
                    <a:pt x="3596" y="8999"/>
                  </a:moveTo>
                  <a:cubicBezTo>
                    <a:pt x="3596" y="9759"/>
                    <a:pt x="3740" y="10465"/>
                    <a:pt x="4028" y="11117"/>
                  </a:cubicBezTo>
                  <a:cubicBezTo>
                    <a:pt x="4317" y="11770"/>
                    <a:pt x="4707" y="12337"/>
                    <a:pt x="5193" y="12820"/>
                  </a:cubicBezTo>
                  <a:cubicBezTo>
                    <a:pt x="5679" y="13300"/>
                    <a:pt x="6252" y="13684"/>
                    <a:pt x="6908" y="13969"/>
                  </a:cubicBezTo>
                  <a:cubicBezTo>
                    <a:pt x="7566" y="14252"/>
                    <a:pt x="8264" y="14393"/>
                    <a:pt x="9004" y="14393"/>
                  </a:cubicBezTo>
                  <a:cubicBezTo>
                    <a:pt x="9744" y="14393"/>
                    <a:pt x="10439" y="14252"/>
                    <a:pt x="11092" y="13969"/>
                  </a:cubicBezTo>
                  <a:cubicBezTo>
                    <a:pt x="11745" y="13684"/>
                    <a:pt x="12318" y="13300"/>
                    <a:pt x="12801" y="12820"/>
                  </a:cubicBezTo>
                  <a:cubicBezTo>
                    <a:pt x="13290" y="12337"/>
                    <a:pt x="13677" y="11770"/>
                    <a:pt x="13965" y="11117"/>
                  </a:cubicBezTo>
                  <a:cubicBezTo>
                    <a:pt x="14254" y="10465"/>
                    <a:pt x="14398" y="9759"/>
                    <a:pt x="14398" y="8999"/>
                  </a:cubicBezTo>
                  <a:cubicBezTo>
                    <a:pt x="14398" y="8259"/>
                    <a:pt x="14254" y="7565"/>
                    <a:pt x="13965" y="6912"/>
                  </a:cubicBezTo>
                  <a:cubicBezTo>
                    <a:pt x="13674" y="6257"/>
                    <a:pt x="13290" y="5684"/>
                    <a:pt x="12801" y="5192"/>
                  </a:cubicBezTo>
                  <a:cubicBezTo>
                    <a:pt x="12315" y="4704"/>
                    <a:pt x="11745" y="4317"/>
                    <a:pt x="11092" y="4032"/>
                  </a:cubicBezTo>
                  <a:cubicBezTo>
                    <a:pt x="10439" y="3749"/>
                    <a:pt x="9741" y="3605"/>
                    <a:pt x="9004" y="3605"/>
                  </a:cubicBezTo>
                  <a:cubicBezTo>
                    <a:pt x="8267" y="3605"/>
                    <a:pt x="7566" y="3749"/>
                    <a:pt x="6908" y="4032"/>
                  </a:cubicBezTo>
                  <a:cubicBezTo>
                    <a:pt x="6252" y="4317"/>
                    <a:pt x="5676" y="4704"/>
                    <a:pt x="5193" y="5192"/>
                  </a:cubicBezTo>
                  <a:cubicBezTo>
                    <a:pt x="4707" y="5684"/>
                    <a:pt x="4317" y="6257"/>
                    <a:pt x="4028" y="6912"/>
                  </a:cubicBezTo>
                  <a:cubicBezTo>
                    <a:pt x="3740" y="7565"/>
                    <a:pt x="3596" y="8256"/>
                    <a:pt x="3596" y="8999"/>
                  </a:cubicBezTo>
                  <a:moveTo>
                    <a:pt x="9007" y="5591"/>
                  </a:moveTo>
                  <a:cubicBezTo>
                    <a:pt x="9185" y="5591"/>
                    <a:pt x="9343" y="5656"/>
                    <a:pt x="9473" y="5785"/>
                  </a:cubicBezTo>
                  <a:cubicBezTo>
                    <a:pt x="9603" y="5918"/>
                    <a:pt x="9668" y="6082"/>
                    <a:pt x="9668" y="6279"/>
                  </a:cubicBezTo>
                  <a:cubicBezTo>
                    <a:pt x="9668" y="6460"/>
                    <a:pt x="9603" y="6616"/>
                    <a:pt x="9473" y="6745"/>
                  </a:cubicBezTo>
                  <a:cubicBezTo>
                    <a:pt x="9343" y="6878"/>
                    <a:pt x="9185" y="6943"/>
                    <a:pt x="9007" y="6943"/>
                  </a:cubicBezTo>
                  <a:cubicBezTo>
                    <a:pt x="8439" y="6943"/>
                    <a:pt x="7953" y="7144"/>
                    <a:pt x="7552" y="7536"/>
                  </a:cubicBezTo>
                  <a:cubicBezTo>
                    <a:pt x="7151" y="7934"/>
                    <a:pt x="6950" y="8423"/>
                    <a:pt x="6950" y="8996"/>
                  </a:cubicBezTo>
                  <a:cubicBezTo>
                    <a:pt x="6950" y="9180"/>
                    <a:pt x="6885" y="9332"/>
                    <a:pt x="6755" y="9465"/>
                  </a:cubicBezTo>
                  <a:cubicBezTo>
                    <a:pt x="6622" y="9595"/>
                    <a:pt x="6467" y="9657"/>
                    <a:pt x="6289" y="9657"/>
                  </a:cubicBezTo>
                  <a:cubicBezTo>
                    <a:pt x="6080" y="9657"/>
                    <a:pt x="5913" y="9595"/>
                    <a:pt x="5786" y="9465"/>
                  </a:cubicBezTo>
                  <a:cubicBezTo>
                    <a:pt x="5659" y="9332"/>
                    <a:pt x="5599" y="9180"/>
                    <a:pt x="5599" y="8996"/>
                  </a:cubicBezTo>
                  <a:cubicBezTo>
                    <a:pt x="5599" y="8539"/>
                    <a:pt x="5684" y="8104"/>
                    <a:pt x="5862" y="7686"/>
                  </a:cubicBezTo>
                  <a:cubicBezTo>
                    <a:pt x="6037" y="7271"/>
                    <a:pt x="6280" y="6907"/>
                    <a:pt x="6597" y="6590"/>
                  </a:cubicBezTo>
                  <a:cubicBezTo>
                    <a:pt x="6905" y="6277"/>
                    <a:pt x="7264" y="6028"/>
                    <a:pt x="7676" y="5856"/>
                  </a:cubicBezTo>
                  <a:cubicBezTo>
                    <a:pt x="8086" y="5681"/>
                    <a:pt x="8529" y="5591"/>
                    <a:pt x="9007" y="559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50789" tIns="50789" rIns="50789" bIns="50789" anchor="ctr"/>
            <a:lstStyle/>
            <a:p>
              <a:pPr defTabSz="481965">
                <a:defRPr/>
              </a:pPr>
              <a:endParaRPr lang="es-ES" sz="3800" dirty="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105号-简雅黑" panose="00000500000000000000" pitchFamily="2" charset="-122"/>
                <a:ea typeface="字魂105号-简雅黑" panose="00000500000000000000" pitchFamily="2" charset="-122"/>
                <a:cs typeface="Gill Sans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4" name="Group 62"/>
          <p:cNvGrpSpPr/>
          <p:nvPr/>
        </p:nvGrpSpPr>
        <p:grpSpPr>
          <a:xfrm>
            <a:off x="7318868" y="3063175"/>
            <a:ext cx="707341" cy="707302"/>
            <a:chOff x="6939371" y="3153303"/>
            <a:chExt cx="670664" cy="670664"/>
          </a:xfrm>
        </p:grpSpPr>
        <p:sp>
          <p:nvSpPr>
            <p:cNvPr id="75" name="Rectangle 63"/>
            <p:cNvSpPr/>
            <p:nvPr/>
          </p:nvSpPr>
          <p:spPr>
            <a:xfrm>
              <a:off x="6939371" y="3153303"/>
              <a:ext cx="670664" cy="670664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6" name="Freeform 64"/>
            <p:cNvSpPr>
              <a:spLocks noChangeAspect="1" noChangeArrowheads="1"/>
            </p:cNvSpPr>
            <p:nvPr/>
          </p:nvSpPr>
          <p:spPr bwMode="auto">
            <a:xfrm>
              <a:off x="7057865" y="3292117"/>
              <a:ext cx="433676" cy="393037"/>
            </a:xfrm>
            <a:custGeom>
              <a:avLst/>
              <a:gdLst>
                <a:gd name="connsiteX0" fmla="*/ 496512 w 622984"/>
                <a:gd name="connsiteY0" fmla="*/ 492841 h 564606"/>
                <a:gd name="connsiteX1" fmla="*/ 473955 w 622984"/>
                <a:gd name="connsiteY1" fmla="*/ 515853 h 564606"/>
                <a:gd name="connsiteX2" fmla="*/ 496512 w 622984"/>
                <a:gd name="connsiteY2" fmla="*/ 535354 h 564606"/>
                <a:gd name="connsiteX3" fmla="*/ 519457 w 622984"/>
                <a:gd name="connsiteY3" fmla="*/ 515853 h 564606"/>
                <a:gd name="connsiteX4" fmla="*/ 496512 w 622984"/>
                <a:gd name="connsiteY4" fmla="*/ 492841 h 564606"/>
                <a:gd name="connsiteX5" fmla="*/ 249694 w 622984"/>
                <a:gd name="connsiteY5" fmla="*/ 352049 h 564606"/>
                <a:gd name="connsiteX6" fmla="*/ 272741 w 622984"/>
                <a:gd name="connsiteY6" fmla="*/ 374570 h 564606"/>
                <a:gd name="connsiteX7" fmla="*/ 171569 w 622984"/>
                <a:gd name="connsiteY7" fmla="*/ 475137 h 564606"/>
                <a:gd name="connsiteX8" fmla="*/ 177819 w 622984"/>
                <a:gd name="connsiteY8" fmla="*/ 481738 h 564606"/>
                <a:gd name="connsiteX9" fmla="*/ 155163 w 622984"/>
                <a:gd name="connsiteY9" fmla="*/ 510860 h 564606"/>
                <a:gd name="connsiteX10" fmla="*/ 73522 w 622984"/>
                <a:gd name="connsiteY10" fmla="*/ 562891 h 564606"/>
                <a:gd name="connsiteX11" fmla="*/ 60241 w 622984"/>
                <a:gd name="connsiteY11" fmla="*/ 550077 h 564606"/>
                <a:gd name="connsiteX12" fmla="*/ 112585 w 622984"/>
                <a:gd name="connsiteY12" fmla="*/ 468925 h 564606"/>
                <a:gd name="connsiteX13" fmla="*/ 141882 w 622984"/>
                <a:gd name="connsiteY13" fmla="*/ 446015 h 564606"/>
                <a:gd name="connsiteX14" fmla="*/ 148522 w 622984"/>
                <a:gd name="connsiteY14" fmla="*/ 452616 h 564606"/>
                <a:gd name="connsiteX15" fmla="*/ 122234 w 622984"/>
                <a:gd name="connsiteY15" fmla="*/ 15041 h 564606"/>
                <a:gd name="connsiteX16" fmla="*/ 210667 w 622984"/>
                <a:gd name="connsiteY16" fmla="*/ 52502 h 564606"/>
                <a:gd name="connsiteX17" fmla="*/ 242946 w 622984"/>
                <a:gd name="connsiteY17" fmla="*/ 173410 h 564606"/>
                <a:gd name="connsiteX18" fmla="*/ 532291 w 622984"/>
                <a:gd name="connsiteY18" fmla="*/ 463589 h 564606"/>
                <a:gd name="connsiteX19" fmla="*/ 532291 w 622984"/>
                <a:gd name="connsiteY19" fmla="*/ 545105 h 564606"/>
                <a:gd name="connsiteX20" fmla="*/ 493400 w 622984"/>
                <a:gd name="connsiteY20" fmla="*/ 564606 h 564606"/>
                <a:gd name="connsiteX21" fmla="*/ 451010 w 622984"/>
                <a:gd name="connsiteY21" fmla="*/ 545105 h 564606"/>
                <a:gd name="connsiteX22" fmla="*/ 161665 w 622984"/>
                <a:gd name="connsiteY22" fmla="*/ 258046 h 564606"/>
                <a:gd name="connsiteX23" fmla="*/ 34882 w 622984"/>
                <a:gd name="connsiteY23" fmla="*/ 225674 h 564606"/>
                <a:gd name="connsiteX24" fmla="*/ 5715 w 622984"/>
                <a:gd name="connsiteY24" fmla="*/ 104766 h 564606"/>
                <a:gd name="connsiteX25" fmla="*/ 74162 w 622984"/>
                <a:gd name="connsiteY25" fmla="*/ 176530 h 564606"/>
                <a:gd name="connsiteX26" fmla="*/ 142220 w 622984"/>
                <a:gd name="connsiteY26" fmla="*/ 157029 h 564606"/>
                <a:gd name="connsiteX27" fmla="*/ 161665 w 622984"/>
                <a:gd name="connsiteY27" fmla="*/ 88385 h 564606"/>
                <a:gd name="connsiteX28" fmla="*/ 90107 w 622984"/>
                <a:gd name="connsiteY28" fmla="*/ 20130 h 564606"/>
                <a:gd name="connsiteX29" fmla="*/ 122234 w 622984"/>
                <a:gd name="connsiteY29" fmla="*/ 15041 h 564606"/>
                <a:gd name="connsiteX30" fmla="*/ 531841 w 622984"/>
                <a:gd name="connsiteY30" fmla="*/ 0 h 564606"/>
                <a:gd name="connsiteX31" fmla="*/ 622984 w 622984"/>
                <a:gd name="connsiteY31" fmla="*/ 87684 h 564606"/>
                <a:gd name="connsiteX32" fmla="*/ 463289 w 622984"/>
                <a:gd name="connsiteY32" fmla="*/ 247465 h 564606"/>
                <a:gd name="connsiteX33" fmla="*/ 424339 w 622984"/>
                <a:gd name="connsiteY33" fmla="*/ 257207 h 564606"/>
                <a:gd name="connsiteX34" fmla="*/ 362409 w 622984"/>
                <a:gd name="connsiteY34" fmla="*/ 198751 h 564606"/>
                <a:gd name="connsiteX35" fmla="*/ 375263 w 622984"/>
                <a:gd name="connsiteY35" fmla="*/ 159391 h 564606"/>
                <a:gd name="connsiteX36" fmla="*/ 531841 w 622984"/>
                <a:gd name="connsiteY36" fmla="*/ 0 h 564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22984" h="564606">
                  <a:moveTo>
                    <a:pt x="496512" y="492841"/>
                  </a:moveTo>
                  <a:cubicBezTo>
                    <a:pt x="483678" y="492841"/>
                    <a:pt x="473955" y="502592"/>
                    <a:pt x="473955" y="515853"/>
                  </a:cubicBezTo>
                  <a:cubicBezTo>
                    <a:pt x="473955" y="525604"/>
                    <a:pt x="483678" y="535354"/>
                    <a:pt x="496512" y="535354"/>
                  </a:cubicBezTo>
                  <a:cubicBezTo>
                    <a:pt x="509734" y="535354"/>
                    <a:pt x="519457" y="525604"/>
                    <a:pt x="519457" y="515853"/>
                  </a:cubicBezTo>
                  <a:cubicBezTo>
                    <a:pt x="519457" y="502592"/>
                    <a:pt x="509734" y="492841"/>
                    <a:pt x="496512" y="492841"/>
                  </a:cubicBezTo>
                  <a:close/>
                  <a:moveTo>
                    <a:pt x="249694" y="352049"/>
                  </a:moveTo>
                  <a:lnTo>
                    <a:pt x="272741" y="374570"/>
                  </a:lnTo>
                  <a:lnTo>
                    <a:pt x="171569" y="475137"/>
                  </a:lnTo>
                  <a:lnTo>
                    <a:pt x="177819" y="481738"/>
                  </a:lnTo>
                  <a:lnTo>
                    <a:pt x="155163" y="510860"/>
                  </a:lnTo>
                  <a:lnTo>
                    <a:pt x="73522" y="562891"/>
                  </a:lnTo>
                  <a:lnTo>
                    <a:pt x="60241" y="550077"/>
                  </a:lnTo>
                  <a:lnTo>
                    <a:pt x="112585" y="468925"/>
                  </a:lnTo>
                  <a:lnTo>
                    <a:pt x="141882" y="446015"/>
                  </a:lnTo>
                  <a:lnTo>
                    <a:pt x="148522" y="452616"/>
                  </a:lnTo>
                  <a:close/>
                  <a:moveTo>
                    <a:pt x="122234" y="15041"/>
                  </a:moveTo>
                  <a:cubicBezTo>
                    <a:pt x="154446" y="14694"/>
                    <a:pt x="186166" y="28223"/>
                    <a:pt x="210667" y="52502"/>
                  </a:cubicBezTo>
                  <a:cubicBezTo>
                    <a:pt x="242946" y="85264"/>
                    <a:pt x="256169" y="130897"/>
                    <a:pt x="242946" y="173410"/>
                  </a:cubicBezTo>
                  <a:lnTo>
                    <a:pt x="532291" y="463589"/>
                  </a:lnTo>
                  <a:cubicBezTo>
                    <a:pt x="555236" y="486211"/>
                    <a:pt x="555236" y="522093"/>
                    <a:pt x="532291" y="545105"/>
                  </a:cubicBezTo>
                  <a:cubicBezTo>
                    <a:pt x="522568" y="557976"/>
                    <a:pt x="506234" y="564606"/>
                    <a:pt x="493400" y="564606"/>
                  </a:cubicBezTo>
                  <a:cubicBezTo>
                    <a:pt x="477066" y="564606"/>
                    <a:pt x="460733" y="557976"/>
                    <a:pt x="451010" y="545105"/>
                  </a:cubicBezTo>
                  <a:cubicBezTo>
                    <a:pt x="451010" y="545105"/>
                    <a:pt x="451010" y="545105"/>
                    <a:pt x="161665" y="258046"/>
                  </a:cubicBezTo>
                  <a:cubicBezTo>
                    <a:pt x="119275" y="270917"/>
                    <a:pt x="70662" y="261556"/>
                    <a:pt x="34882" y="225674"/>
                  </a:cubicBezTo>
                  <a:cubicBezTo>
                    <a:pt x="2215" y="192911"/>
                    <a:pt x="-7508" y="147278"/>
                    <a:pt x="5715" y="104766"/>
                  </a:cubicBezTo>
                  <a:cubicBezTo>
                    <a:pt x="5715" y="104766"/>
                    <a:pt x="5715" y="104766"/>
                    <a:pt x="74162" y="176530"/>
                  </a:cubicBezTo>
                  <a:cubicBezTo>
                    <a:pt x="74162" y="176530"/>
                    <a:pt x="74162" y="176530"/>
                    <a:pt x="142220" y="157029"/>
                  </a:cubicBezTo>
                  <a:cubicBezTo>
                    <a:pt x="142220" y="157029"/>
                    <a:pt x="142220" y="157029"/>
                    <a:pt x="161665" y="88385"/>
                  </a:cubicBezTo>
                  <a:cubicBezTo>
                    <a:pt x="161665" y="88385"/>
                    <a:pt x="161665" y="88385"/>
                    <a:pt x="90107" y="20130"/>
                  </a:cubicBezTo>
                  <a:cubicBezTo>
                    <a:pt x="100704" y="16815"/>
                    <a:pt x="111497" y="15157"/>
                    <a:pt x="122234" y="15041"/>
                  </a:cubicBezTo>
                  <a:close/>
                  <a:moveTo>
                    <a:pt x="531841" y="0"/>
                  </a:moveTo>
                  <a:cubicBezTo>
                    <a:pt x="531841" y="0"/>
                    <a:pt x="531841" y="0"/>
                    <a:pt x="622984" y="87684"/>
                  </a:cubicBezTo>
                  <a:cubicBezTo>
                    <a:pt x="622984" y="87684"/>
                    <a:pt x="622984" y="87684"/>
                    <a:pt x="463289" y="247465"/>
                  </a:cubicBezTo>
                  <a:cubicBezTo>
                    <a:pt x="450436" y="247465"/>
                    <a:pt x="434077" y="250582"/>
                    <a:pt x="424339" y="257207"/>
                  </a:cubicBezTo>
                  <a:lnTo>
                    <a:pt x="362409" y="198751"/>
                  </a:lnTo>
                  <a:cubicBezTo>
                    <a:pt x="372147" y="189009"/>
                    <a:pt x="375263" y="172641"/>
                    <a:pt x="375263" y="159391"/>
                  </a:cubicBezTo>
                  <a:cubicBezTo>
                    <a:pt x="375263" y="159391"/>
                    <a:pt x="375263" y="159391"/>
                    <a:pt x="5318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>
                <a:defRPr/>
              </a:pPr>
              <a:endParaRPr 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7" name="Group 65"/>
          <p:cNvGrpSpPr/>
          <p:nvPr/>
        </p:nvGrpSpPr>
        <p:grpSpPr>
          <a:xfrm>
            <a:off x="7318868" y="1947139"/>
            <a:ext cx="707341" cy="707302"/>
            <a:chOff x="6939371" y="2095078"/>
            <a:chExt cx="670664" cy="670664"/>
          </a:xfrm>
        </p:grpSpPr>
        <p:sp>
          <p:nvSpPr>
            <p:cNvPr id="78" name="Rectangle 66"/>
            <p:cNvSpPr/>
            <p:nvPr/>
          </p:nvSpPr>
          <p:spPr>
            <a:xfrm>
              <a:off x="6939371" y="2095078"/>
              <a:ext cx="670664" cy="670664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0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79" name="Group 4700"/>
            <p:cNvGrpSpPr>
              <a:grpSpLocks noChangeAspect="1"/>
            </p:cNvGrpSpPr>
            <p:nvPr/>
          </p:nvGrpSpPr>
          <p:grpSpPr bwMode="auto">
            <a:xfrm>
              <a:off x="7082887" y="2220617"/>
              <a:ext cx="422829" cy="422939"/>
              <a:chOff x="3062288" y="3998912"/>
              <a:chExt cx="412750" cy="412750"/>
            </a:xfrm>
            <a:solidFill>
              <a:schemeClr val="bg1"/>
            </a:solidFill>
          </p:grpSpPr>
          <p:sp>
            <p:nvSpPr>
              <p:cNvPr id="80" name="Freeform 408"/>
              <p:cNvSpPr>
                <a:spLocks noChangeArrowheads="1"/>
              </p:cNvSpPr>
              <p:nvPr/>
            </p:nvSpPr>
            <p:spPr bwMode="auto">
              <a:xfrm>
                <a:off x="3062288" y="3998912"/>
                <a:ext cx="328612" cy="315912"/>
              </a:xfrm>
              <a:custGeom>
                <a:avLst/>
                <a:gdLst>
                  <a:gd name="T0" fmla="*/ 911 w 912"/>
                  <a:gd name="T1" fmla="*/ 242 h 879"/>
                  <a:gd name="T2" fmla="*/ 594 w 912"/>
                  <a:gd name="T3" fmla="*/ 33 h 879"/>
                  <a:gd name="T4" fmla="*/ 75 w 912"/>
                  <a:gd name="T5" fmla="*/ 435 h 879"/>
                  <a:gd name="T6" fmla="*/ 242 w 912"/>
                  <a:gd name="T7" fmla="*/ 878 h 879"/>
                  <a:gd name="T8" fmla="*/ 343 w 912"/>
                  <a:gd name="T9" fmla="*/ 819 h 879"/>
                  <a:gd name="T10" fmla="*/ 911 w 912"/>
                  <a:gd name="T11" fmla="*/ 242 h 879"/>
                  <a:gd name="T12" fmla="*/ 451 w 912"/>
                  <a:gd name="T13" fmla="*/ 226 h 879"/>
                  <a:gd name="T14" fmla="*/ 577 w 912"/>
                  <a:gd name="T15" fmla="*/ 125 h 879"/>
                  <a:gd name="T16" fmla="*/ 669 w 912"/>
                  <a:gd name="T17" fmla="*/ 251 h 879"/>
                  <a:gd name="T18" fmla="*/ 543 w 912"/>
                  <a:gd name="T19" fmla="*/ 351 h 879"/>
                  <a:gd name="T20" fmla="*/ 451 w 912"/>
                  <a:gd name="T21" fmla="*/ 226 h 879"/>
                  <a:gd name="T22" fmla="*/ 226 w 912"/>
                  <a:gd name="T23" fmla="*/ 343 h 879"/>
                  <a:gd name="T24" fmla="*/ 318 w 912"/>
                  <a:gd name="T25" fmla="*/ 276 h 879"/>
                  <a:gd name="T26" fmla="*/ 385 w 912"/>
                  <a:gd name="T27" fmla="*/ 368 h 879"/>
                  <a:gd name="T28" fmla="*/ 293 w 912"/>
                  <a:gd name="T29" fmla="*/ 435 h 879"/>
                  <a:gd name="T30" fmla="*/ 226 w 912"/>
                  <a:gd name="T31" fmla="*/ 343 h 879"/>
                  <a:gd name="T32" fmla="*/ 251 w 912"/>
                  <a:gd name="T33" fmla="*/ 710 h 879"/>
                  <a:gd name="T34" fmla="*/ 176 w 912"/>
                  <a:gd name="T35" fmla="*/ 618 h 879"/>
                  <a:gd name="T36" fmla="*/ 267 w 912"/>
                  <a:gd name="T37" fmla="*/ 552 h 879"/>
                  <a:gd name="T38" fmla="*/ 343 w 912"/>
                  <a:gd name="T39" fmla="*/ 644 h 879"/>
                  <a:gd name="T40" fmla="*/ 251 w 912"/>
                  <a:gd name="T41" fmla="*/ 710 h 879"/>
                  <a:gd name="T42" fmla="*/ 251 w 912"/>
                  <a:gd name="T43" fmla="*/ 710 h 879"/>
                  <a:gd name="T44" fmla="*/ 251 w 912"/>
                  <a:gd name="T45" fmla="*/ 710 h 8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12" h="879">
                    <a:moveTo>
                      <a:pt x="911" y="242"/>
                    </a:moveTo>
                    <a:cubicBezTo>
                      <a:pt x="844" y="134"/>
                      <a:pt x="727" y="50"/>
                      <a:pt x="594" y="33"/>
                    </a:cubicBezTo>
                    <a:cubicBezTo>
                      <a:pt x="343" y="0"/>
                      <a:pt x="134" y="184"/>
                      <a:pt x="75" y="435"/>
                    </a:cubicBezTo>
                    <a:cubicBezTo>
                      <a:pt x="0" y="761"/>
                      <a:pt x="84" y="869"/>
                      <a:pt x="242" y="878"/>
                    </a:cubicBezTo>
                    <a:cubicBezTo>
                      <a:pt x="267" y="853"/>
                      <a:pt x="309" y="828"/>
                      <a:pt x="343" y="819"/>
                    </a:cubicBezTo>
                    <a:lnTo>
                      <a:pt x="911" y="242"/>
                    </a:lnTo>
                    <a:close/>
                    <a:moveTo>
                      <a:pt x="451" y="226"/>
                    </a:moveTo>
                    <a:cubicBezTo>
                      <a:pt x="460" y="167"/>
                      <a:pt x="518" y="117"/>
                      <a:pt x="577" y="125"/>
                    </a:cubicBezTo>
                    <a:cubicBezTo>
                      <a:pt x="635" y="134"/>
                      <a:pt x="677" y="192"/>
                      <a:pt x="669" y="251"/>
                    </a:cubicBezTo>
                    <a:cubicBezTo>
                      <a:pt x="660" y="317"/>
                      <a:pt x="610" y="359"/>
                      <a:pt x="543" y="351"/>
                    </a:cubicBezTo>
                    <a:cubicBezTo>
                      <a:pt x="485" y="343"/>
                      <a:pt x="443" y="284"/>
                      <a:pt x="451" y="226"/>
                    </a:cubicBezTo>
                    <a:close/>
                    <a:moveTo>
                      <a:pt x="226" y="343"/>
                    </a:moveTo>
                    <a:cubicBezTo>
                      <a:pt x="226" y="301"/>
                      <a:pt x="267" y="267"/>
                      <a:pt x="318" y="276"/>
                    </a:cubicBezTo>
                    <a:cubicBezTo>
                      <a:pt x="359" y="284"/>
                      <a:pt x="393" y="326"/>
                      <a:pt x="385" y="368"/>
                    </a:cubicBezTo>
                    <a:cubicBezTo>
                      <a:pt x="376" y="409"/>
                      <a:pt x="334" y="443"/>
                      <a:pt x="293" y="435"/>
                    </a:cubicBezTo>
                    <a:cubicBezTo>
                      <a:pt x="251" y="435"/>
                      <a:pt x="217" y="393"/>
                      <a:pt x="226" y="343"/>
                    </a:cubicBezTo>
                    <a:close/>
                    <a:moveTo>
                      <a:pt x="251" y="710"/>
                    </a:moveTo>
                    <a:cubicBezTo>
                      <a:pt x="200" y="710"/>
                      <a:pt x="167" y="669"/>
                      <a:pt x="176" y="618"/>
                    </a:cubicBezTo>
                    <a:cubicBezTo>
                      <a:pt x="184" y="577"/>
                      <a:pt x="226" y="543"/>
                      <a:pt x="267" y="552"/>
                    </a:cubicBezTo>
                    <a:cubicBezTo>
                      <a:pt x="318" y="560"/>
                      <a:pt x="343" y="602"/>
                      <a:pt x="343" y="644"/>
                    </a:cubicBezTo>
                    <a:cubicBezTo>
                      <a:pt x="334" y="685"/>
                      <a:pt x="293" y="719"/>
                      <a:pt x="251" y="710"/>
                    </a:cubicBezTo>
                    <a:close/>
                    <a:moveTo>
                      <a:pt x="251" y="710"/>
                    </a:moveTo>
                    <a:lnTo>
                      <a:pt x="251" y="71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500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81" name="Freeform 409"/>
              <p:cNvSpPr>
                <a:spLocks noChangeArrowheads="1"/>
              </p:cNvSpPr>
              <p:nvPr/>
            </p:nvSpPr>
            <p:spPr bwMode="auto">
              <a:xfrm>
                <a:off x="3270250" y="4052887"/>
                <a:ext cx="204788" cy="223837"/>
              </a:xfrm>
              <a:custGeom>
                <a:avLst/>
                <a:gdLst>
                  <a:gd name="T0" fmla="*/ 142 w 569"/>
                  <a:gd name="T1" fmla="*/ 619 h 620"/>
                  <a:gd name="T2" fmla="*/ 150 w 569"/>
                  <a:gd name="T3" fmla="*/ 611 h 620"/>
                  <a:gd name="T4" fmla="*/ 568 w 569"/>
                  <a:gd name="T5" fmla="*/ 67 h 620"/>
                  <a:gd name="T6" fmla="*/ 543 w 569"/>
                  <a:gd name="T7" fmla="*/ 25 h 620"/>
                  <a:gd name="T8" fmla="*/ 493 w 569"/>
                  <a:gd name="T9" fmla="*/ 17 h 620"/>
                  <a:gd name="T10" fmla="*/ 8 w 569"/>
                  <a:gd name="T11" fmla="*/ 485 h 620"/>
                  <a:gd name="T12" fmla="*/ 0 w 569"/>
                  <a:gd name="T13" fmla="*/ 494 h 620"/>
                  <a:gd name="T14" fmla="*/ 142 w 569"/>
                  <a:gd name="T15" fmla="*/ 619 h 620"/>
                  <a:gd name="T16" fmla="*/ 142 w 569"/>
                  <a:gd name="T17" fmla="*/ 619 h 620"/>
                  <a:gd name="T18" fmla="*/ 142 w 569"/>
                  <a:gd name="T19" fmla="*/ 619 h 6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9" h="620">
                    <a:moveTo>
                      <a:pt x="142" y="619"/>
                    </a:moveTo>
                    <a:cubicBezTo>
                      <a:pt x="150" y="611"/>
                      <a:pt x="150" y="611"/>
                      <a:pt x="150" y="611"/>
                    </a:cubicBezTo>
                    <a:cubicBezTo>
                      <a:pt x="568" y="67"/>
                      <a:pt x="568" y="67"/>
                      <a:pt x="568" y="67"/>
                    </a:cubicBezTo>
                    <a:cubicBezTo>
                      <a:pt x="568" y="59"/>
                      <a:pt x="560" y="42"/>
                      <a:pt x="543" y="25"/>
                    </a:cubicBezTo>
                    <a:cubicBezTo>
                      <a:pt x="518" y="0"/>
                      <a:pt x="493" y="17"/>
                      <a:pt x="493" y="17"/>
                    </a:cubicBezTo>
                    <a:cubicBezTo>
                      <a:pt x="8" y="485"/>
                      <a:pt x="8" y="485"/>
                      <a:pt x="8" y="485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142" y="619"/>
                    </a:lnTo>
                    <a:close/>
                    <a:moveTo>
                      <a:pt x="142" y="619"/>
                    </a:moveTo>
                    <a:lnTo>
                      <a:pt x="142" y="619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500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82" name="Freeform 410"/>
              <p:cNvSpPr>
                <a:spLocks noChangeArrowheads="1"/>
              </p:cNvSpPr>
              <p:nvPr/>
            </p:nvSpPr>
            <p:spPr bwMode="auto">
              <a:xfrm>
                <a:off x="3209925" y="4241799"/>
                <a:ext cx="103188" cy="103188"/>
              </a:xfrm>
              <a:custGeom>
                <a:avLst/>
                <a:gdLst>
                  <a:gd name="T0" fmla="*/ 143 w 286"/>
                  <a:gd name="T1" fmla="*/ 284 h 285"/>
                  <a:gd name="T2" fmla="*/ 151 w 286"/>
                  <a:gd name="T3" fmla="*/ 268 h 285"/>
                  <a:gd name="T4" fmla="*/ 285 w 286"/>
                  <a:gd name="T5" fmla="*/ 125 h 285"/>
                  <a:gd name="T6" fmla="*/ 143 w 286"/>
                  <a:gd name="T7" fmla="*/ 0 h 285"/>
                  <a:gd name="T8" fmla="*/ 9 w 286"/>
                  <a:gd name="T9" fmla="*/ 142 h 285"/>
                  <a:gd name="T10" fmla="*/ 0 w 286"/>
                  <a:gd name="T11" fmla="*/ 151 h 285"/>
                  <a:gd name="T12" fmla="*/ 143 w 286"/>
                  <a:gd name="T13" fmla="*/ 284 h 285"/>
                  <a:gd name="T14" fmla="*/ 59 w 286"/>
                  <a:gd name="T15" fmla="*/ 134 h 285"/>
                  <a:gd name="T16" fmla="*/ 126 w 286"/>
                  <a:gd name="T17" fmla="*/ 59 h 285"/>
                  <a:gd name="T18" fmla="*/ 151 w 286"/>
                  <a:gd name="T19" fmla="*/ 59 h 285"/>
                  <a:gd name="T20" fmla="*/ 159 w 286"/>
                  <a:gd name="T21" fmla="*/ 67 h 285"/>
                  <a:gd name="T22" fmla="*/ 159 w 286"/>
                  <a:gd name="T23" fmla="*/ 75 h 285"/>
                  <a:gd name="T24" fmla="*/ 159 w 286"/>
                  <a:gd name="T25" fmla="*/ 92 h 285"/>
                  <a:gd name="T26" fmla="*/ 92 w 286"/>
                  <a:gd name="T27" fmla="*/ 159 h 285"/>
                  <a:gd name="T28" fmla="*/ 68 w 286"/>
                  <a:gd name="T29" fmla="*/ 167 h 285"/>
                  <a:gd name="T30" fmla="*/ 59 w 286"/>
                  <a:gd name="T31" fmla="*/ 159 h 285"/>
                  <a:gd name="T32" fmla="*/ 59 w 286"/>
                  <a:gd name="T33" fmla="*/ 142 h 285"/>
                  <a:gd name="T34" fmla="*/ 59 w 286"/>
                  <a:gd name="T35" fmla="*/ 134 h 285"/>
                  <a:gd name="T36" fmla="*/ 59 w 286"/>
                  <a:gd name="T37" fmla="*/ 134 h 285"/>
                  <a:gd name="T38" fmla="*/ 59 w 286"/>
                  <a:gd name="T39" fmla="*/ 134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6" h="285">
                    <a:moveTo>
                      <a:pt x="143" y="284"/>
                    </a:moveTo>
                    <a:cubicBezTo>
                      <a:pt x="151" y="268"/>
                      <a:pt x="151" y="268"/>
                      <a:pt x="151" y="268"/>
                    </a:cubicBezTo>
                    <a:cubicBezTo>
                      <a:pt x="285" y="125"/>
                      <a:pt x="285" y="125"/>
                      <a:pt x="285" y="125"/>
                    </a:cubicBezTo>
                    <a:cubicBezTo>
                      <a:pt x="143" y="0"/>
                      <a:pt x="143" y="0"/>
                      <a:pt x="143" y="0"/>
                    </a:cubicBezTo>
                    <a:cubicBezTo>
                      <a:pt x="9" y="142"/>
                      <a:pt x="9" y="142"/>
                      <a:pt x="9" y="142"/>
                    </a:cubicBezTo>
                    <a:cubicBezTo>
                      <a:pt x="0" y="151"/>
                      <a:pt x="0" y="151"/>
                      <a:pt x="0" y="151"/>
                    </a:cubicBezTo>
                    <a:lnTo>
                      <a:pt x="143" y="284"/>
                    </a:lnTo>
                    <a:close/>
                    <a:moveTo>
                      <a:pt x="59" y="134"/>
                    </a:moveTo>
                    <a:cubicBezTo>
                      <a:pt x="126" y="59"/>
                      <a:pt x="126" y="59"/>
                      <a:pt x="126" y="59"/>
                    </a:cubicBezTo>
                    <a:cubicBezTo>
                      <a:pt x="134" y="50"/>
                      <a:pt x="143" y="50"/>
                      <a:pt x="151" y="59"/>
                    </a:cubicBezTo>
                    <a:cubicBezTo>
                      <a:pt x="159" y="67"/>
                      <a:pt x="159" y="67"/>
                      <a:pt x="159" y="67"/>
                    </a:cubicBezTo>
                    <a:lnTo>
                      <a:pt x="159" y="75"/>
                    </a:lnTo>
                    <a:cubicBezTo>
                      <a:pt x="159" y="84"/>
                      <a:pt x="159" y="84"/>
                      <a:pt x="159" y="92"/>
                    </a:cubicBezTo>
                    <a:cubicBezTo>
                      <a:pt x="92" y="159"/>
                      <a:pt x="92" y="159"/>
                      <a:pt x="92" y="159"/>
                    </a:cubicBezTo>
                    <a:cubicBezTo>
                      <a:pt x="84" y="167"/>
                      <a:pt x="76" y="167"/>
                      <a:pt x="68" y="167"/>
                    </a:cubicBezTo>
                    <a:cubicBezTo>
                      <a:pt x="59" y="159"/>
                      <a:pt x="59" y="159"/>
                      <a:pt x="59" y="159"/>
                    </a:cubicBezTo>
                    <a:cubicBezTo>
                      <a:pt x="59" y="151"/>
                      <a:pt x="59" y="151"/>
                      <a:pt x="59" y="142"/>
                    </a:cubicBezTo>
                    <a:lnTo>
                      <a:pt x="59" y="134"/>
                    </a:lnTo>
                    <a:close/>
                    <a:moveTo>
                      <a:pt x="59" y="134"/>
                    </a:moveTo>
                    <a:lnTo>
                      <a:pt x="59" y="134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500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83" name="Freeform 411"/>
              <p:cNvSpPr>
                <a:spLocks noChangeArrowheads="1"/>
              </p:cNvSpPr>
              <p:nvPr/>
            </p:nvSpPr>
            <p:spPr bwMode="auto">
              <a:xfrm>
                <a:off x="3122613" y="4308474"/>
                <a:ext cx="127000" cy="103188"/>
              </a:xfrm>
              <a:custGeom>
                <a:avLst/>
                <a:gdLst>
                  <a:gd name="T0" fmla="*/ 343 w 352"/>
                  <a:gd name="T1" fmla="*/ 134 h 285"/>
                  <a:gd name="T2" fmla="*/ 351 w 352"/>
                  <a:gd name="T3" fmla="*/ 125 h 285"/>
                  <a:gd name="T4" fmla="*/ 218 w 352"/>
                  <a:gd name="T5" fmla="*/ 0 h 285"/>
                  <a:gd name="T6" fmla="*/ 209 w 352"/>
                  <a:gd name="T7" fmla="*/ 8 h 285"/>
                  <a:gd name="T8" fmla="*/ 100 w 352"/>
                  <a:gd name="T9" fmla="*/ 276 h 285"/>
                  <a:gd name="T10" fmla="*/ 126 w 352"/>
                  <a:gd name="T11" fmla="*/ 276 h 285"/>
                  <a:gd name="T12" fmla="*/ 134 w 352"/>
                  <a:gd name="T13" fmla="*/ 268 h 285"/>
                  <a:gd name="T14" fmla="*/ 159 w 352"/>
                  <a:gd name="T15" fmla="*/ 217 h 285"/>
                  <a:gd name="T16" fmla="*/ 343 w 352"/>
                  <a:gd name="T17" fmla="*/ 134 h 285"/>
                  <a:gd name="T18" fmla="*/ 218 w 352"/>
                  <a:gd name="T19" fmla="*/ 167 h 285"/>
                  <a:gd name="T20" fmla="*/ 142 w 352"/>
                  <a:gd name="T21" fmla="*/ 192 h 285"/>
                  <a:gd name="T22" fmla="*/ 126 w 352"/>
                  <a:gd name="T23" fmla="*/ 201 h 285"/>
                  <a:gd name="T24" fmla="*/ 109 w 352"/>
                  <a:gd name="T25" fmla="*/ 209 h 285"/>
                  <a:gd name="T26" fmla="*/ 100 w 352"/>
                  <a:gd name="T27" fmla="*/ 201 h 285"/>
                  <a:gd name="T28" fmla="*/ 100 w 352"/>
                  <a:gd name="T29" fmla="*/ 142 h 285"/>
                  <a:gd name="T30" fmla="*/ 109 w 352"/>
                  <a:gd name="T31" fmla="*/ 109 h 285"/>
                  <a:gd name="T32" fmla="*/ 209 w 352"/>
                  <a:gd name="T33" fmla="*/ 150 h 285"/>
                  <a:gd name="T34" fmla="*/ 284 w 352"/>
                  <a:gd name="T35" fmla="*/ 150 h 285"/>
                  <a:gd name="T36" fmla="*/ 218 w 352"/>
                  <a:gd name="T37" fmla="*/ 167 h 285"/>
                  <a:gd name="T38" fmla="*/ 218 w 352"/>
                  <a:gd name="T39" fmla="*/ 167 h 285"/>
                  <a:gd name="T40" fmla="*/ 218 w 352"/>
                  <a:gd name="T41" fmla="*/ 167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52" h="285">
                    <a:moveTo>
                      <a:pt x="343" y="134"/>
                    </a:moveTo>
                    <a:lnTo>
                      <a:pt x="351" y="125"/>
                    </a:ln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0"/>
                      <a:pt x="209" y="0"/>
                      <a:pt x="209" y="8"/>
                    </a:cubicBezTo>
                    <a:cubicBezTo>
                      <a:pt x="100" y="34"/>
                      <a:pt x="0" y="142"/>
                      <a:pt x="100" y="276"/>
                    </a:cubicBezTo>
                    <a:cubicBezTo>
                      <a:pt x="109" y="276"/>
                      <a:pt x="117" y="284"/>
                      <a:pt x="126" y="276"/>
                    </a:cubicBezTo>
                    <a:cubicBezTo>
                      <a:pt x="134" y="276"/>
                      <a:pt x="134" y="276"/>
                      <a:pt x="134" y="268"/>
                    </a:cubicBezTo>
                    <a:cubicBezTo>
                      <a:pt x="142" y="251"/>
                      <a:pt x="151" y="226"/>
                      <a:pt x="159" y="217"/>
                    </a:cubicBezTo>
                    <a:cubicBezTo>
                      <a:pt x="192" y="184"/>
                      <a:pt x="284" y="234"/>
                      <a:pt x="343" y="134"/>
                    </a:cubicBezTo>
                    <a:close/>
                    <a:moveTo>
                      <a:pt x="218" y="167"/>
                    </a:moveTo>
                    <a:cubicBezTo>
                      <a:pt x="184" y="167"/>
                      <a:pt x="159" y="167"/>
                      <a:pt x="142" y="192"/>
                    </a:cubicBezTo>
                    <a:cubicBezTo>
                      <a:pt x="134" y="192"/>
                      <a:pt x="134" y="201"/>
                      <a:pt x="126" y="201"/>
                    </a:cubicBezTo>
                    <a:cubicBezTo>
                      <a:pt x="126" y="209"/>
                      <a:pt x="117" y="209"/>
                      <a:pt x="109" y="209"/>
                    </a:cubicBezTo>
                    <a:lnTo>
                      <a:pt x="100" y="201"/>
                    </a:lnTo>
                    <a:cubicBezTo>
                      <a:pt x="92" y="176"/>
                      <a:pt x="92" y="159"/>
                      <a:pt x="100" y="142"/>
                    </a:cubicBezTo>
                    <a:cubicBezTo>
                      <a:pt x="100" y="125"/>
                      <a:pt x="109" y="117"/>
                      <a:pt x="109" y="109"/>
                    </a:cubicBezTo>
                    <a:cubicBezTo>
                      <a:pt x="142" y="134"/>
                      <a:pt x="167" y="150"/>
                      <a:pt x="209" y="150"/>
                    </a:cubicBezTo>
                    <a:cubicBezTo>
                      <a:pt x="234" y="142"/>
                      <a:pt x="259" y="150"/>
                      <a:pt x="284" y="150"/>
                    </a:cubicBezTo>
                    <a:cubicBezTo>
                      <a:pt x="259" y="167"/>
                      <a:pt x="234" y="167"/>
                      <a:pt x="218" y="167"/>
                    </a:cubicBezTo>
                    <a:close/>
                    <a:moveTo>
                      <a:pt x="218" y="167"/>
                    </a:moveTo>
                    <a:lnTo>
                      <a:pt x="218" y="167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808080"/>
                    </a:solidFill>
                    <a:bevel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2500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nodeType="withEffect" p14:presetBounceEnd="5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1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1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1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1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nodeType="withEffect" p14:presetBounceEnd="5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9" dur="1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0" dur="1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2" presetClass="entr" presetSubtype="8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2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22" presetClass="entr" presetSubtype="8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5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2" presetClass="entr" presetSubtype="8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22" presetClass="entr" presetSubtype="8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1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4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42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42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42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38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2" presetClass="entr" presetSubtype="8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2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22" presetClass="entr" presetSubtype="8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5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6" presetID="22" presetClass="entr" presetSubtype="8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5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22" presetClass="entr" presetSubtype="8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1" dur="5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4" grpId="0" animBg="1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37" name="任意多边形 36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009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535620" y="333508"/>
            <a:ext cx="2791629" cy="616721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362842"/>
            <a:ext cx="640269" cy="589581"/>
            <a:chOff x="445380" y="344047"/>
            <a:chExt cx="607069" cy="559040"/>
          </a:xfrm>
          <a:solidFill>
            <a:srgbClr val="F68808"/>
          </a:solidFill>
        </p:grpSpPr>
        <p:sp>
          <p:nvSpPr>
            <p:cNvPr id="51" name="矩形 50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53311" y="377787"/>
              <a:ext cx="59913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02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" name="Group 1"/>
          <p:cNvGrpSpPr/>
          <p:nvPr/>
        </p:nvGrpSpPr>
        <p:grpSpPr>
          <a:xfrm>
            <a:off x="6723912" y="2032149"/>
            <a:ext cx="2299866" cy="3729770"/>
            <a:chOff x="5564731" y="1690490"/>
            <a:chExt cx="2180614" cy="3536569"/>
          </a:xfrm>
        </p:grpSpPr>
        <p:sp>
          <p:nvSpPr>
            <p:cNvPr id="10" name="Donut 2"/>
            <p:cNvSpPr/>
            <p:nvPr/>
          </p:nvSpPr>
          <p:spPr>
            <a:xfrm>
              <a:off x="5572211" y="1694230"/>
              <a:ext cx="2173134" cy="2173134"/>
            </a:xfrm>
            <a:prstGeom prst="donut">
              <a:avLst>
                <a:gd name="adj" fmla="val 2147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" name="Block Arc 3"/>
            <p:cNvSpPr/>
            <p:nvPr/>
          </p:nvSpPr>
          <p:spPr>
            <a:xfrm>
              <a:off x="5564731" y="1690490"/>
              <a:ext cx="2180613" cy="2180613"/>
            </a:xfrm>
            <a:prstGeom prst="blockArc">
              <a:avLst>
                <a:gd name="adj1" fmla="val 2109551"/>
                <a:gd name="adj2" fmla="val 16130534"/>
                <a:gd name="adj3" fmla="val 2566"/>
              </a:avLst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2" name="TextBox 4"/>
            <p:cNvSpPr txBox="1"/>
            <p:nvPr/>
          </p:nvSpPr>
          <p:spPr>
            <a:xfrm>
              <a:off x="5572212" y="4526657"/>
              <a:ext cx="2173132" cy="7004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3" name="TextBox 5"/>
            <p:cNvSpPr txBox="1"/>
            <p:nvPr/>
          </p:nvSpPr>
          <p:spPr>
            <a:xfrm>
              <a:off x="5572211" y="4163197"/>
              <a:ext cx="2173132" cy="389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添加您的标题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4" name="TextBox 6"/>
            <p:cNvSpPr txBox="1"/>
            <p:nvPr/>
          </p:nvSpPr>
          <p:spPr>
            <a:xfrm>
              <a:off x="5572211" y="2457630"/>
              <a:ext cx="21731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4200" dirty="0"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Nexa Rust Slab Black 03" charset="0"/>
                  <a:sym typeface="字魂105号-简雅黑" panose="00000500000000000000" pitchFamily="2" charset="-122"/>
                </a:rPr>
                <a:t>70%</a:t>
              </a:r>
              <a:endParaRPr lang="en-US" sz="4200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5" name="Group 7"/>
          <p:cNvGrpSpPr/>
          <p:nvPr/>
        </p:nvGrpSpPr>
        <p:grpSpPr>
          <a:xfrm>
            <a:off x="9467878" y="2032149"/>
            <a:ext cx="2299866" cy="3729770"/>
            <a:chOff x="5564731" y="1690490"/>
            <a:chExt cx="2180614" cy="3536569"/>
          </a:xfrm>
        </p:grpSpPr>
        <p:sp>
          <p:nvSpPr>
            <p:cNvPr id="16" name="Donut 8"/>
            <p:cNvSpPr/>
            <p:nvPr/>
          </p:nvSpPr>
          <p:spPr>
            <a:xfrm>
              <a:off x="5572211" y="1694230"/>
              <a:ext cx="2173134" cy="2173134"/>
            </a:xfrm>
            <a:prstGeom prst="donut">
              <a:avLst>
                <a:gd name="adj" fmla="val 2147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7" name="Block Arc 9"/>
            <p:cNvSpPr/>
            <p:nvPr/>
          </p:nvSpPr>
          <p:spPr>
            <a:xfrm>
              <a:off x="5564731" y="1690490"/>
              <a:ext cx="2180613" cy="2180613"/>
            </a:xfrm>
            <a:prstGeom prst="blockArc">
              <a:avLst>
                <a:gd name="adj1" fmla="val 5334968"/>
                <a:gd name="adj2" fmla="val 16130534"/>
                <a:gd name="adj3" fmla="val 2566"/>
              </a:avLst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8" name="TextBox 10"/>
            <p:cNvSpPr txBox="1"/>
            <p:nvPr/>
          </p:nvSpPr>
          <p:spPr>
            <a:xfrm>
              <a:off x="5572212" y="4526657"/>
              <a:ext cx="2173132" cy="7004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9" name="TextBox 11"/>
            <p:cNvSpPr txBox="1"/>
            <p:nvPr/>
          </p:nvSpPr>
          <p:spPr>
            <a:xfrm>
              <a:off x="5572211" y="4163197"/>
              <a:ext cx="2173132" cy="389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添加您的标题</a:t>
              </a:r>
              <a:endParaRPr lang="en-US" altLang="zh-CN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TextBox 12"/>
            <p:cNvSpPr txBox="1"/>
            <p:nvPr/>
          </p:nvSpPr>
          <p:spPr>
            <a:xfrm>
              <a:off x="5572211" y="2457630"/>
              <a:ext cx="21731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4200" dirty="0"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Nexa Rust Slab Black 03" charset="0"/>
                  <a:sym typeface="字魂105号-简雅黑" panose="00000500000000000000" pitchFamily="2" charset="-122"/>
                </a:rPr>
                <a:t>50%</a:t>
              </a:r>
              <a:endParaRPr lang="en-US" sz="4200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1" name="Group 13"/>
          <p:cNvGrpSpPr/>
          <p:nvPr/>
        </p:nvGrpSpPr>
        <p:grpSpPr>
          <a:xfrm>
            <a:off x="1228089" y="2032149"/>
            <a:ext cx="2299866" cy="3729770"/>
            <a:chOff x="5564731" y="1690490"/>
            <a:chExt cx="2180614" cy="3536569"/>
          </a:xfrm>
        </p:grpSpPr>
        <p:sp>
          <p:nvSpPr>
            <p:cNvPr id="22" name="Donut 14"/>
            <p:cNvSpPr/>
            <p:nvPr/>
          </p:nvSpPr>
          <p:spPr>
            <a:xfrm>
              <a:off x="5572211" y="1694230"/>
              <a:ext cx="2173134" cy="2173134"/>
            </a:xfrm>
            <a:prstGeom prst="donut">
              <a:avLst>
                <a:gd name="adj" fmla="val 2147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3" name="Block Arc 15"/>
            <p:cNvSpPr/>
            <p:nvPr/>
          </p:nvSpPr>
          <p:spPr>
            <a:xfrm>
              <a:off x="5564731" y="1690490"/>
              <a:ext cx="2180613" cy="2180613"/>
            </a:xfrm>
            <a:prstGeom prst="blockArc">
              <a:avLst>
                <a:gd name="adj1" fmla="val 2109551"/>
                <a:gd name="adj2" fmla="val 16130534"/>
                <a:gd name="adj3" fmla="val 2566"/>
              </a:avLst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4" name="TextBox 16"/>
            <p:cNvSpPr txBox="1"/>
            <p:nvPr/>
          </p:nvSpPr>
          <p:spPr>
            <a:xfrm>
              <a:off x="5572212" y="4526657"/>
              <a:ext cx="2173132" cy="7004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5" name="TextBox 17"/>
            <p:cNvSpPr txBox="1"/>
            <p:nvPr/>
          </p:nvSpPr>
          <p:spPr>
            <a:xfrm>
              <a:off x="5572211" y="4163197"/>
              <a:ext cx="2173132" cy="389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添加您的标题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6" name="TextBox 18"/>
            <p:cNvSpPr txBox="1"/>
            <p:nvPr/>
          </p:nvSpPr>
          <p:spPr>
            <a:xfrm>
              <a:off x="5572211" y="2457630"/>
              <a:ext cx="21731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4200" dirty="0"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Nexa Rust Slab Black 03" charset="0"/>
                  <a:sym typeface="字魂105号-简雅黑" panose="00000500000000000000" pitchFamily="2" charset="-122"/>
                </a:rPr>
                <a:t>70%</a:t>
              </a:r>
              <a:endParaRPr lang="en-US" sz="4200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7" name="Group 19"/>
          <p:cNvGrpSpPr/>
          <p:nvPr/>
        </p:nvGrpSpPr>
        <p:grpSpPr>
          <a:xfrm>
            <a:off x="3972055" y="2032149"/>
            <a:ext cx="2299866" cy="3729770"/>
            <a:chOff x="5564731" y="1690490"/>
            <a:chExt cx="2180614" cy="3536569"/>
          </a:xfrm>
        </p:grpSpPr>
        <p:sp>
          <p:nvSpPr>
            <p:cNvPr id="29" name="Donut 20"/>
            <p:cNvSpPr/>
            <p:nvPr/>
          </p:nvSpPr>
          <p:spPr>
            <a:xfrm>
              <a:off x="5572211" y="1694230"/>
              <a:ext cx="2173134" cy="2173134"/>
            </a:xfrm>
            <a:prstGeom prst="donut">
              <a:avLst>
                <a:gd name="adj" fmla="val 2147"/>
              </a:avLst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0" name="Block Arc 21"/>
            <p:cNvSpPr/>
            <p:nvPr/>
          </p:nvSpPr>
          <p:spPr>
            <a:xfrm>
              <a:off x="5564731" y="1690490"/>
              <a:ext cx="2180613" cy="2180613"/>
            </a:xfrm>
            <a:prstGeom prst="blockArc">
              <a:avLst>
                <a:gd name="adj1" fmla="val 5334968"/>
                <a:gd name="adj2" fmla="val 16130534"/>
                <a:gd name="adj3" fmla="val 2566"/>
              </a:avLst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1" name="TextBox 22"/>
            <p:cNvSpPr txBox="1"/>
            <p:nvPr/>
          </p:nvSpPr>
          <p:spPr>
            <a:xfrm>
              <a:off x="5572212" y="4526657"/>
              <a:ext cx="2173132" cy="7004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2" name="TextBox 23"/>
            <p:cNvSpPr txBox="1"/>
            <p:nvPr/>
          </p:nvSpPr>
          <p:spPr>
            <a:xfrm>
              <a:off x="5572211" y="4163197"/>
              <a:ext cx="2173132" cy="3891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添加您的标题</a:t>
              </a:r>
              <a:endParaRPr lang="en-US" altLang="zh-CN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3" name="TextBox 24"/>
            <p:cNvSpPr txBox="1"/>
            <p:nvPr/>
          </p:nvSpPr>
          <p:spPr>
            <a:xfrm>
              <a:off x="5572211" y="2457630"/>
              <a:ext cx="21731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4200" dirty="0"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Nexa Rust Slab Black 03" charset="0"/>
                  <a:sym typeface="字魂105号-简雅黑" panose="00000500000000000000" pitchFamily="2" charset="-122"/>
                </a:rPr>
                <a:t>50%</a:t>
              </a:r>
              <a:endParaRPr lang="en-US" sz="4200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3" t="18554" r="11542" b="14588"/>
          <a:stretch>
            <a:fillRect/>
          </a:stretch>
        </p:blipFill>
        <p:spPr>
          <a:xfrm>
            <a:off x="7475625" y="1243569"/>
            <a:ext cx="5410710" cy="47526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rot="5400000">
            <a:off x="2353718" y="38471"/>
            <a:ext cx="2730247" cy="7437684"/>
          </a:xfrm>
          <a:prstGeom prst="rect">
            <a:avLst/>
          </a:prstGeom>
          <a:solidFill>
            <a:srgbClr val="F68808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7187" y="2980049"/>
            <a:ext cx="1683940" cy="1651645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en-US" altLang="zh-CN" sz="10100" dirty="0" smtClean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Gisha" panose="020B0502040204020203" pitchFamily="34" charset="-79"/>
                <a:sym typeface="字魂105号-简雅黑" panose="00000500000000000000" pitchFamily="2" charset="-122"/>
              </a:rPr>
              <a:t>03</a:t>
            </a:r>
            <a:endParaRPr lang="zh-CN" altLang="en-US" sz="10100" dirty="0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" name="TextBox 62"/>
          <p:cNvSpPr txBox="1"/>
          <p:nvPr/>
        </p:nvSpPr>
        <p:spPr>
          <a:xfrm>
            <a:off x="2177434" y="3896774"/>
            <a:ext cx="4641393" cy="435928"/>
          </a:xfrm>
          <a:prstGeom prst="rect">
            <a:avLst/>
          </a:prstGeom>
          <a:noFill/>
          <a:effectLst/>
        </p:spPr>
        <p:txBody>
          <a:bodyPr wrap="square" lIns="96433" tIns="48216" rIns="96433" bIns="48216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</a:t>
            </a:r>
            <a:r>
              <a:rPr lang="zh-CN" altLang="en-US" sz="11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粘贴</a:t>
            </a:r>
            <a:r>
              <a:rPr lang="zh-CN" altLang="en-US" sz="11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</a:t>
            </a:r>
            <a:r>
              <a:rPr lang="zh-CN" altLang="en-US" sz="11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粘贴</a:t>
            </a:r>
            <a:r>
              <a:rPr lang="en-US" altLang="zh-CN" sz="11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.</a:t>
            </a:r>
            <a:endParaRPr lang="en-US" altLang="zh-CN" sz="11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78288" y="3059313"/>
            <a:ext cx="4508197" cy="746558"/>
          </a:xfrm>
          <a:prstGeom prst="rect">
            <a:avLst/>
          </a:prstGeom>
        </p:spPr>
        <p:txBody>
          <a:bodyPr wrap="square" lIns="96433" tIns="48216" rIns="96433" bIns="48216">
            <a:spAutoFit/>
          </a:bodyPr>
          <a:lstStyle/>
          <a:p>
            <a:r>
              <a:rPr lang="zh-CN" altLang="en-US" sz="4200" b="1" dirty="0" smtClean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Gisha" panose="020B0502040204020203" pitchFamily="34" charset="-79"/>
                <a:sym typeface="字魂105号-简雅黑" panose="00000500000000000000" pitchFamily="2" charset="-122"/>
              </a:rPr>
              <a:t>添加您的标题</a:t>
            </a:r>
            <a:endParaRPr lang="en-US" altLang="zh-CN" sz="4200" b="1" dirty="0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cs typeface="Gisha" panose="020B0502040204020203" pitchFamily="34" charset="-79"/>
              <a:sym typeface="字魂105号-简雅黑" panose="00000500000000000000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867185" y="3619894"/>
            <a:ext cx="5155059" cy="276880"/>
            <a:chOff x="5444484" y="3347558"/>
            <a:chExt cx="4887760" cy="262538"/>
          </a:xfrm>
        </p:grpSpPr>
        <p:sp>
          <p:nvSpPr>
            <p:cNvPr id="8" name="任意多边形 7"/>
            <p:cNvSpPr/>
            <p:nvPr/>
          </p:nvSpPr>
          <p:spPr>
            <a:xfrm flipV="1">
              <a:off x="5545778" y="3347558"/>
              <a:ext cx="4786466" cy="178129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8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 tmFilter="0,0; .5, 1; 1, 1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6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900" decel="100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/>
          <p:bldP spid="5" grpId="0"/>
          <p:bldP spid="6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8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 tmFilter="0,0; .5, 1; 1, 1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6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900" decel="100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4" grpId="0"/>
          <p:bldP spid="5" grpId="0"/>
          <p:bldP spid="6" grpId="0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15" name="任意多边形 14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F688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535620" y="333508"/>
            <a:ext cx="2810850" cy="620594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0" y="362842"/>
            <a:ext cx="635459" cy="589581"/>
            <a:chOff x="445380" y="344047"/>
            <a:chExt cx="602509" cy="559040"/>
          </a:xfrm>
          <a:solidFill>
            <a:srgbClr val="0099B4"/>
          </a:solidFill>
        </p:grpSpPr>
        <p:sp>
          <p:nvSpPr>
            <p:cNvPr id="19" name="矩形 18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3311" y="377787"/>
              <a:ext cx="59457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43" name="Group 6"/>
          <p:cNvGrpSpPr/>
          <p:nvPr/>
        </p:nvGrpSpPr>
        <p:grpSpPr>
          <a:xfrm>
            <a:off x="3592116" y="1989487"/>
            <a:ext cx="5809744" cy="5243164"/>
            <a:chOff x="3405858" y="1886431"/>
            <a:chExt cx="5508498" cy="4971569"/>
          </a:xfrm>
        </p:grpSpPr>
        <p:sp>
          <p:nvSpPr>
            <p:cNvPr id="44" name="Freeform 5"/>
            <p:cNvSpPr/>
            <p:nvPr/>
          </p:nvSpPr>
          <p:spPr bwMode="auto">
            <a:xfrm>
              <a:off x="8914356" y="3905717"/>
              <a:ext cx="0" cy="26515"/>
            </a:xfrm>
            <a:custGeom>
              <a:avLst/>
              <a:gdLst>
                <a:gd name="T0" fmla="*/ 9 h 20"/>
                <a:gd name="T1" fmla="*/ 20 h 20"/>
                <a:gd name="T2" fmla="*/ 0 h 20"/>
                <a:gd name="T3" fmla="*/ 9 h 20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20">
                  <a:moveTo>
                    <a:pt x="0" y="9"/>
                  </a:moveTo>
                  <a:cubicBezTo>
                    <a:pt x="0" y="13"/>
                    <a:pt x="0" y="16"/>
                    <a:pt x="0" y="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lose/>
                </a:path>
              </a:pathLst>
            </a:custGeom>
            <a:solidFill>
              <a:srgbClr val="FFCF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5" name="Freeform 6"/>
            <p:cNvSpPr/>
            <p:nvPr/>
          </p:nvSpPr>
          <p:spPr bwMode="auto">
            <a:xfrm>
              <a:off x="7470115" y="3799656"/>
              <a:ext cx="1444241" cy="1701934"/>
            </a:xfrm>
            <a:custGeom>
              <a:avLst/>
              <a:gdLst>
                <a:gd name="T0" fmla="*/ 97 w 1067"/>
                <a:gd name="T1" fmla="*/ 432 h 1257"/>
                <a:gd name="T2" fmla="*/ 619 w 1067"/>
                <a:gd name="T3" fmla="*/ 432 h 1257"/>
                <a:gd name="T4" fmla="*/ 619 w 1067"/>
                <a:gd name="T5" fmla="*/ 409 h 1257"/>
                <a:gd name="T6" fmla="*/ 156 w 1067"/>
                <a:gd name="T7" fmla="*/ 409 h 1257"/>
                <a:gd name="T8" fmla="*/ 59 w 1067"/>
                <a:gd name="T9" fmla="*/ 313 h 1257"/>
                <a:gd name="T10" fmla="*/ 156 w 1067"/>
                <a:gd name="T11" fmla="*/ 216 h 1257"/>
                <a:gd name="T12" fmla="*/ 619 w 1067"/>
                <a:gd name="T13" fmla="*/ 216 h 1257"/>
                <a:gd name="T14" fmla="*/ 619 w 1067"/>
                <a:gd name="T15" fmla="*/ 213 h 1257"/>
                <a:gd name="T16" fmla="*/ 620 w 1067"/>
                <a:gd name="T17" fmla="*/ 194 h 1257"/>
                <a:gd name="T18" fmla="*/ 298 w 1067"/>
                <a:gd name="T19" fmla="*/ 194 h 1257"/>
                <a:gd name="T20" fmla="*/ 222 w 1067"/>
                <a:gd name="T21" fmla="*/ 157 h 1257"/>
                <a:gd name="T22" fmla="*/ 201 w 1067"/>
                <a:gd name="T23" fmla="*/ 97 h 1257"/>
                <a:gd name="T24" fmla="*/ 224 w 1067"/>
                <a:gd name="T25" fmla="*/ 35 h 1257"/>
                <a:gd name="T26" fmla="*/ 298 w 1067"/>
                <a:gd name="T27" fmla="*/ 0 h 1257"/>
                <a:gd name="T28" fmla="*/ 879 w 1067"/>
                <a:gd name="T29" fmla="*/ 0 h 1257"/>
                <a:gd name="T30" fmla="*/ 980 w 1067"/>
                <a:gd name="T31" fmla="*/ 0 h 1257"/>
                <a:gd name="T32" fmla="*/ 1067 w 1067"/>
                <a:gd name="T33" fmla="*/ 78 h 1257"/>
                <a:gd name="T34" fmla="*/ 1067 w 1067"/>
                <a:gd name="T35" fmla="*/ 811 h 1257"/>
                <a:gd name="T36" fmla="*/ 822 w 1067"/>
                <a:gd name="T37" fmla="*/ 1106 h 1257"/>
                <a:gd name="T38" fmla="*/ 822 w 1067"/>
                <a:gd name="T39" fmla="*/ 1257 h 1257"/>
                <a:gd name="T40" fmla="*/ 345 w 1067"/>
                <a:gd name="T41" fmla="*/ 1257 h 1257"/>
                <a:gd name="T42" fmla="*/ 345 w 1067"/>
                <a:gd name="T43" fmla="*/ 956 h 1257"/>
                <a:gd name="T44" fmla="*/ 419 w 1067"/>
                <a:gd name="T45" fmla="*/ 841 h 1257"/>
                <a:gd name="T46" fmla="*/ 295 w 1067"/>
                <a:gd name="T47" fmla="*/ 841 h 1257"/>
                <a:gd name="T48" fmla="*/ 198 w 1067"/>
                <a:gd name="T49" fmla="*/ 744 h 1257"/>
                <a:gd name="T50" fmla="*/ 295 w 1067"/>
                <a:gd name="T51" fmla="*/ 647 h 1257"/>
                <a:gd name="T52" fmla="*/ 536 w 1067"/>
                <a:gd name="T53" fmla="*/ 647 h 1257"/>
                <a:gd name="T54" fmla="*/ 536 w 1067"/>
                <a:gd name="T55" fmla="*/ 647 h 1257"/>
                <a:gd name="T56" fmla="*/ 547 w 1067"/>
                <a:gd name="T57" fmla="*/ 636 h 1257"/>
                <a:gd name="T58" fmla="*/ 536 w 1067"/>
                <a:gd name="T59" fmla="*/ 625 h 1257"/>
                <a:gd name="T60" fmla="*/ 536 w 1067"/>
                <a:gd name="T61" fmla="*/ 625 h 1257"/>
                <a:gd name="T62" fmla="*/ 97 w 1067"/>
                <a:gd name="T63" fmla="*/ 625 h 1257"/>
                <a:gd name="T64" fmla="*/ 0 w 1067"/>
                <a:gd name="T65" fmla="*/ 528 h 1257"/>
                <a:gd name="T66" fmla="*/ 97 w 1067"/>
                <a:gd name="T67" fmla="*/ 432 h 1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67" h="1257">
                  <a:moveTo>
                    <a:pt x="97" y="432"/>
                  </a:moveTo>
                  <a:cubicBezTo>
                    <a:pt x="619" y="432"/>
                    <a:pt x="619" y="432"/>
                    <a:pt x="619" y="432"/>
                  </a:cubicBezTo>
                  <a:cubicBezTo>
                    <a:pt x="619" y="409"/>
                    <a:pt x="619" y="409"/>
                    <a:pt x="619" y="409"/>
                  </a:cubicBezTo>
                  <a:cubicBezTo>
                    <a:pt x="156" y="409"/>
                    <a:pt x="156" y="409"/>
                    <a:pt x="156" y="409"/>
                  </a:cubicBezTo>
                  <a:cubicBezTo>
                    <a:pt x="103" y="409"/>
                    <a:pt x="59" y="366"/>
                    <a:pt x="59" y="313"/>
                  </a:cubicBezTo>
                  <a:cubicBezTo>
                    <a:pt x="59" y="259"/>
                    <a:pt x="103" y="216"/>
                    <a:pt x="156" y="216"/>
                  </a:cubicBezTo>
                  <a:cubicBezTo>
                    <a:pt x="619" y="216"/>
                    <a:pt x="619" y="216"/>
                    <a:pt x="619" y="216"/>
                  </a:cubicBezTo>
                  <a:cubicBezTo>
                    <a:pt x="619" y="213"/>
                    <a:pt x="619" y="213"/>
                    <a:pt x="619" y="213"/>
                  </a:cubicBezTo>
                  <a:cubicBezTo>
                    <a:pt x="619" y="206"/>
                    <a:pt x="619" y="200"/>
                    <a:pt x="620" y="194"/>
                  </a:cubicBezTo>
                  <a:cubicBezTo>
                    <a:pt x="298" y="194"/>
                    <a:pt x="298" y="194"/>
                    <a:pt x="298" y="194"/>
                  </a:cubicBezTo>
                  <a:cubicBezTo>
                    <a:pt x="267" y="194"/>
                    <a:pt x="240" y="179"/>
                    <a:pt x="222" y="157"/>
                  </a:cubicBezTo>
                  <a:cubicBezTo>
                    <a:pt x="209" y="140"/>
                    <a:pt x="201" y="120"/>
                    <a:pt x="201" y="97"/>
                  </a:cubicBezTo>
                  <a:cubicBezTo>
                    <a:pt x="201" y="73"/>
                    <a:pt x="210" y="52"/>
                    <a:pt x="224" y="35"/>
                  </a:cubicBezTo>
                  <a:cubicBezTo>
                    <a:pt x="242" y="14"/>
                    <a:pt x="269" y="0"/>
                    <a:pt x="298" y="0"/>
                  </a:cubicBezTo>
                  <a:cubicBezTo>
                    <a:pt x="879" y="0"/>
                    <a:pt x="879" y="0"/>
                    <a:pt x="879" y="0"/>
                  </a:cubicBezTo>
                  <a:cubicBezTo>
                    <a:pt x="980" y="0"/>
                    <a:pt x="980" y="0"/>
                    <a:pt x="980" y="0"/>
                  </a:cubicBezTo>
                  <a:cubicBezTo>
                    <a:pt x="1025" y="0"/>
                    <a:pt x="1062" y="34"/>
                    <a:pt x="1067" y="78"/>
                  </a:cubicBezTo>
                  <a:cubicBezTo>
                    <a:pt x="1067" y="811"/>
                    <a:pt x="1067" y="811"/>
                    <a:pt x="1067" y="811"/>
                  </a:cubicBezTo>
                  <a:cubicBezTo>
                    <a:pt x="822" y="1106"/>
                    <a:pt x="822" y="1106"/>
                    <a:pt x="822" y="1106"/>
                  </a:cubicBezTo>
                  <a:cubicBezTo>
                    <a:pt x="822" y="1257"/>
                    <a:pt x="822" y="1257"/>
                    <a:pt x="822" y="1257"/>
                  </a:cubicBezTo>
                  <a:cubicBezTo>
                    <a:pt x="345" y="1257"/>
                    <a:pt x="345" y="1257"/>
                    <a:pt x="345" y="1257"/>
                  </a:cubicBezTo>
                  <a:cubicBezTo>
                    <a:pt x="345" y="956"/>
                    <a:pt x="345" y="956"/>
                    <a:pt x="345" y="956"/>
                  </a:cubicBezTo>
                  <a:cubicBezTo>
                    <a:pt x="419" y="841"/>
                    <a:pt x="419" y="841"/>
                    <a:pt x="419" y="841"/>
                  </a:cubicBezTo>
                  <a:cubicBezTo>
                    <a:pt x="295" y="841"/>
                    <a:pt x="295" y="841"/>
                    <a:pt x="295" y="841"/>
                  </a:cubicBezTo>
                  <a:cubicBezTo>
                    <a:pt x="242" y="841"/>
                    <a:pt x="198" y="797"/>
                    <a:pt x="198" y="744"/>
                  </a:cubicBezTo>
                  <a:cubicBezTo>
                    <a:pt x="198" y="691"/>
                    <a:pt x="242" y="647"/>
                    <a:pt x="295" y="647"/>
                  </a:cubicBezTo>
                  <a:cubicBezTo>
                    <a:pt x="536" y="647"/>
                    <a:pt x="536" y="647"/>
                    <a:pt x="536" y="647"/>
                  </a:cubicBezTo>
                  <a:cubicBezTo>
                    <a:pt x="536" y="647"/>
                    <a:pt x="536" y="647"/>
                    <a:pt x="536" y="647"/>
                  </a:cubicBezTo>
                  <a:cubicBezTo>
                    <a:pt x="542" y="647"/>
                    <a:pt x="547" y="642"/>
                    <a:pt x="547" y="636"/>
                  </a:cubicBezTo>
                  <a:cubicBezTo>
                    <a:pt x="547" y="630"/>
                    <a:pt x="542" y="625"/>
                    <a:pt x="536" y="625"/>
                  </a:cubicBezTo>
                  <a:cubicBezTo>
                    <a:pt x="536" y="625"/>
                    <a:pt x="536" y="625"/>
                    <a:pt x="536" y="625"/>
                  </a:cubicBezTo>
                  <a:cubicBezTo>
                    <a:pt x="97" y="625"/>
                    <a:pt x="97" y="625"/>
                    <a:pt x="97" y="625"/>
                  </a:cubicBezTo>
                  <a:cubicBezTo>
                    <a:pt x="44" y="625"/>
                    <a:pt x="0" y="582"/>
                    <a:pt x="0" y="528"/>
                  </a:cubicBezTo>
                  <a:cubicBezTo>
                    <a:pt x="0" y="475"/>
                    <a:pt x="44" y="432"/>
                    <a:pt x="97" y="432"/>
                  </a:cubicBezTo>
                </a:path>
              </a:pathLst>
            </a:custGeom>
            <a:solidFill>
              <a:srgbClr val="FFCF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6" name="Rectangle 7"/>
            <p:cNvSpPr>
              <a:spLocks noChangeArrowheads="1"/>
            </p:cNvSpPr>
            <p:nvPr/>
          </p:nvSpPr>
          <p:spPr bwMode="auto">
            <a:xfrm>
              <a:off x="7807353" y="5501590"/>
              <a:ext cx="884111" cy="1499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Freeform 8"/>
            <p:cNvSpPr/>
            <p:nvPr/>
          </p:nvSpPr>
          <p:spPr bwMode="auto">
            <a:xfrm>
              <a:off x="7741894" y="5596879"/>
              <a:ext cx="1009228" cy="1261121"/>
            </a:xfrm>
            <a:custGeom>
              <a:avLst/>
              <a:gdLst>
                <a:gd name="T0" fmla="*/ 1218 w 1218"/>
                <a:gd name="T1" fmla="*/ 1522 h 1522"/>
                <a:gd name="T2" fmla="*/ 1211 w 1218"/>
                <a:gd name="T3" fmla="*/ 0 h 1522"/>
                <a:gd name="T4" fmla="*/ 12 w 1218"/>
                <a:gd name="T5" fmla="*/ 0 h 1522"/>
                <a:gd name="T6" fmla="*/ 0 w 1218"/>
                <a:gd name="T7" fmla="*/ 1522 h 1522"/>
                <a:gd name="T8" fmla="*/ 1218 w 1218"/>
                <a:gd name="T9" fmla="*/ 1522 h 1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8" h="1522">
                  <a:moveTo>
                    <a:pt x="1218" y="1522"/>
                  </a:moveTo>
                  <a:lnTo>
                    <a:pt x="1211" y="0"/>
                  </a:lnTo>
                  <a:lnTo>
                    <a:pt x="12" y="0"/>
                  </a:lnTo>
                  <a:lnTo>
                    <a:pt x="0" y="1522"/>
                  </a:lnTo>
                  <a:lnTo>
                    <a:pt x="1218" y="152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8" name="Oval 9"/>
            <p:cNvSpPr>
              <a:spLocks noChangeArrowheads="1"/>
            </p:cNvSpPr>
            <p:nvPr/>
          </p:nvSpPr>
          <p:spPr bwMode="auto">
            <a:xfrm>
              <a:off x="8476029" y="5711225"/>
              <a:ext cx="171519" cy="17069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9" name="Oval 10"/>
            <p:cNvSpPr>
              <a:spLocks noChangeArrowheads="1"/>
            </p:cNvSpPr>
            <p:nvPr/>
          </p:nvSpPr>
          <p:spPr bwMode="auto">
            <a:xfrm>
              <a:off x="8476029" y="6007033"/>
              <a:ext cx="171519" cy="17151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50" name="Group 4"/>
            <p:cNvGrpSpPr/>
            <p:nvPr/>
          </p:nvGrpSpPr>
          <p:grpSpPr>
            <a:xfrm>
              <a:off x="3405858" y="1886431"/>
              <a:ext cx="5036199" cy="3532300"/>
              <a:chOff x="3405858" y="1886431"/>
              <a:chExt cx="5036199" cy="3532300"/>
            </a:xfrm>
          </p:grpSpPr>
          <p:sp>
            <p:nvSpPr>
              <p:cNvPr id="54" name="Freeform 11"/>
              <p:cNvSpPr/>
              <p:nvPr/>
            </p:nvSpPr>
            <p:spPr bwMode="auto">
              <a:xfrm>
                <a:off x="3405858" y="1886431"/>
                <a:ext cx="5036199" cy="3532300"/>
              </a:xfrm>
              <a:custGeom>
                <a:avLst/>
                <a:gdLst>
                  <a:gd name="T0" fmla="*/ 3456 w 3720"/>
                  <a:gd name="T1" fmla="*/ 0 h 2609"/>
                  <a:gd name="T2" fmla="*/ 3720 w 3720"/>
                  <a:gd name="T3" fmla="*/ 264 h 2609"/>
                  <a:gd name="T4" fmla="*/ 3720 w 3720"/>
                  <a:gd name="T5" fmla="*/ 2345 h 2609"/>
                  <a:gd name="T6" fmla="*/ 3456 w 3720"/>
                  <a:gd name="T7" fmla="*/ 2609 h 2609"/>
                  <a:gd name="T8" fmla="*/ 264 w 3720"/>
                  <a:gd name="T9" fmla="*/ 2609 h 2609"/>
                  <a:gd name="T10" fmla="*/ 0 w 3720"/>
                  <a:gd name="T11" fmla="*/ 2345 h 2609"/>
                  <a:gd name="T12" fmla="*/ 0 w 3720"/>
                  <a:gd name="T13" fmla="*/ 264 h 2609"/>
                  <a:gd name="T14" fmla="*/ 264 w 3720"/>
                  <a:gd name="T15" fmla="*/ 0 h 2609"/>
                  <a:gd name="T16" fmla="*/ 3456 w 3720"/>
                  <a:gd name="T17" fmla="*/ 0 h 2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20" h="2609">
                    <a:moveTo>
                      <a:pt x="3456" y="0"/>
                    </a:moveTo>
                    <a:cubicBezTo>
                      <a:pt x="3601" y="0"/>
                      <a:pt x="3720" y="118"/>
                      <a:pt x="3720" y="264"/>
                    </a:cubicBezTo>
                    <a:cubicBezTo>
                      <a:pt x="3720" y="2345"/>
                      <a:pt x="3720" y="2345"/>
                      <a:pt x="3720" y="2345"/>
                    </a:cubicBezTo>
                    <a:cubicBezTo>
                      <a:pt x="3720" y="2490"/>
                      <a:pt x="3602" y="2609"/>
                      <a:pt x="3456" y="2609"/>
                    </a:cubicBezTo>
                    <a:cubicBezTo>
                      <a:pt x="264" y="2609"/>
                      <a:pt x="264" y="2609"/>
                      <a:pt x="264" y="2609"/>
                    </a:cubicBezTo>
                    <a:cubicBezTo>
                      <a:pt x="119" y="2609"/>
                      <a:pt x="0" y="2490"/>
                      <a:pt x="0" y="2345"/>
                    </a:cubicBezTo>
                    <a:cubicBezTo>
                      <a:pt x="0" y="264"/>
                      <a:pt x="0" y="264"/>
                      <a:pt x="0" y="264"/>
                    </a:cubicBezTo>
                    <a:cubicBezTo>
                      <a:pt x="0" y="118"/>
                      <a:pt x="119" y="0"/>
                      <a:pt x="264" y="0"/>
                    </a:cubicBezTo>
                    <a:lnTo>
                      <a:pt x="3456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5" name="Freeform 12"/>
              <p:cNvSpPr/>
              <p:nvPr/>
            </p:nvSpPr>
            <p:spPr bwMode="auto">
              <a:xfrm>
                <a:off x="3435687" y="1915432"/>
                <a:ext cx="4976540" cy="3474298"/>
              </a:xfrm>
              <a:custGeom>
                <a:avLst/>
                <a:gdLst>
                  <a:gd name="T0" fmla="*/ 0 w 3676"/>
                  <a:gd name="T1" fmla="*/ 243 h 2566"/>
                  <a:gd name="T2" fmla="*/ 242 w 3676"/>
                  <a:gd name="T3" fmla="*/ 0 h 2566"/>
                  <a:gd name="T4" fmla="*/ 3434 w 3676"/>
                  <a:gd name="T5" fmla="*/ 0 h 2566"/>
                  <a:gd name="T6" fmla="*/ 3676 w 3676"/>
                  <a:gd name="T7" fmla="*/ 243 h 2566"/>
                  <a:gd name="T8" fmla="*/ 3676 w 3676"/>
                  <a:gd name="T9" fmla="*/ 2324 h 2566"/>
                  <a:gd name="T10" fmla="*/ 3434 w 3676"/>
                  <a:gd name="T11" fmla="*/ 2566 h 2566"/>
                  <a:gd name="T12" fmla="*/ 242 w 3676"/>
                  <a:gd name="T13" fmla="*/ 2566 h 2566"/>
                  <a:gd name="T14" fmla="*/ 0 w 3676"/>
                  <a:gd name="T15" fmla="*/ 2324 h 2566"/>
                  <a:gd name="T16" fmla="*/ 0 w 3676"/>
                  <a:gd name="T17" fmla="*/ 243 h 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76" h="2566">
                    <a:moveTo>
                      <a:pt x="0" y="243"/>
                    </a:moveTo>
                    <a:cubicBezTo>
                      <a:pt x="0" y="109"/>
                      <a:pt x="109" y="0"/>
                      <a:pt x="242" y="0"/>
                    </a:cubicBezTo>
                    <a:cubicBezTo>
                      <a:pt x="3434" y="0"/>
                      <a:pt x="3434" y="0"/>
                      <a:pt x="3434" y="0"/>
                    </a:cubicBezTo>
                    <a:cubicBezTo>
                      <a:pt x="3567" y="0"/>
                      <a:pt x="3676" y="109"/>
                      <a:pt x="3676" y="243"/>
                    </a:cubicBezTo>
                    <a:cubicBezTo>
                      <a:pt x="3676" y="2324"/>
                      <a:pt x="3676" y="2324"/>
                      <a:pt x="3676" y="2324"/>
                    </a:cubicBezTo>
                    <a:cubicBezTo>
                      <a:pt x="3676" y="2457"/>
                      <a:pt x="3567" y="2566"/>
                      <a:pt x="3434" y="2566"/>
                    </a:cubicBezTo>
                    <a:cubicBezTo>
                      <a:pt x="242" y="2566"/>
                      <a:pt x="242" y="2566"/>
                      <a:pt x="242" y="2566"/>
                    </a:cubicBezTo>
                    <a:cubicBezTo>
                      <a:pt x="109" y="2566"/>
                      <a:pt x="0" y="2457"/>
                      <a:pt x="0" y="2324"/>
                    </a:cubicBezTo>
                    <a:lnTo>
                      <a:pt x="0" y="243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6" name="Rectangle 13"/>
              <p:cNvSpPr>
                <a:spLocks noChangeArrowheads="1"/>
              </p:cNvSpPr>
              <p:nvPr/>
            </p:nvSpPr>
            <p:spPr bwMode="auto">
              <a:xfrm>
                <a:off x="3891415" y="2355416"/>
                <a:ext cx="4064257" cy="2675498"/>
              </a:xfrm>
              <a:prstGeom prst="rect">
                <a:avLst/>
              </a:prstGeom>
              <a:blipFill>
                <a:blip r:embed="rId1"/>
                <a:srcRect/>
                <a:stretch>
                  <a:fillRect t="-23836" b="-16151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7" name="Freeform 14"/>
              <p:cNvSpPr/>
              <p:nvPr/>
            </p:nvSpPr>
            <p:spPr bwMode="auto">
              <a:xfrm>
                <a:off x="8087418" y="3481476"/>
                <a:ext cx="207149" cy="343038"/>
              </a:xfrm>
              <a:custGeom>
                <a:avLst/>
                <a:gdLst>
                  <a:gd name="T0" fmla="*/ 0 w 153"/>
                  <a:gd name="T1" fmla="*/ 55 h 253"/>
                  <a:gd name="T2" fmla="*/ 55 w 153"/>
                  <a:gd name="T3" fmla="*/ 0 h 253"/>
                  <a:gd name="T4" fmla="*/ 98 w 153"/>
                  <a:gd name="T5" fmla="*/ 0 h 253"/>
                  <a:gd name="T6" fmla="*/ 153 w 153"/>
                  <a:gd name="T7" fmla="*/ 55 h 253"/>
                  <a:gd name="T8" fmla="*/ 153 w 153"/>
                  <a:gd name="T9" fmla="*/ 198 h 253"/>
                  <a:gd name="T10" fmla="*/ 98 w 153"/>
                  <a:gd name="T11" fmla="*/ 253 h 253"/>
                  <a:gd name="T12" fmla="*/ 55 w 153"/>
                  <a:gd name="T13" fmla="*/ 253 h 253"/>
                  <a:gd name="T14" fmla="*/ 0 w 153"/>
                  <a:gd name="T15" fmla="*/ 198 h 253"/>
                  <a:gd name="T16" fmla="*/ 0 w 153"/>
                  <a:gd name="T17" fmla="*/ 55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3" h="253">
                    <a:moveTo>
                      <a:pt x="0" y="55"/>
                    </a:moveTo>
                    <a:cubicBezTo>
                      <a:pt x="0" y="17"/>
                      <a:pt x="17" y="0"/>
                      <a:pt x="55" y="0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136" y="0"/>
                      <a:pt x="153" y="17"/>
                      <a:pt x="153" y="55"/>
                    </a:cubicBezTo>
                    <a:cubicBezTo>
                      <a:pt x="153" y="198"/>
                      <a:pt x="153" y="198"/>
                      <a:pt x="153" y="198"/>
                    </a:cubicBezTo>
                    <a:cubicBezTo>
                      <a:pt x="153" y="236"/>
                      <a:pt x="136" y="253"/>
                      <a:pt x="98" y="253"/>
                    </a:cubicBezTo>
                    <a:cubicBezTo>
                      <a:pt x="55" y="253"/>
                      <a:pt x="55" y="253"/>
                      <a:pt x="55" y="253"/>
                    </a:cubicBezTo>
                    <a:cubicBezTo>
                      <a:pt x="17" y="253"/>
                      <a:pt x="0" y="236"/>
                      <a:pt x="0" y="198"/>
                    </a:cubicBezTo>
                    <a:lnTo>
                      <a:pt x="0" y="55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51" name="Freeform 15"/>
            <p:cNvSpPr/>
            <p:nvPr/>
          </p:nvSpPr>
          <p:spPr bwMode="auto">
            <a:xfrm>
              <a:off x="7937443" y="3635595"/>
              <a:ext cx="647961" cy="1865996"/>
            </a:xfrm>
            <a:custGeom>
              <a:avLst/>
              <a:gdLst>
                <a:gd name="T0" fmla="*/ 479 w 479"/>
                <a:gd name="T1" fmla="*/ 26 h 1378"/>
                <a:gd name="T2" fmla="*/ 479 w 479"/>
                <a:gd name="T3" fmla="*/ 1378 h 1378"/>
                <a:gd name="T4" fmla="*/ 0 w 479"/>
                <a:gd name="T5" fmla="*/ 1378 h 1378"/>
                <a:gd name="T6" fmla="*/ 0 w 479"/>
                <a:gd name="T7" fmla="*/ 1077 h 1378"/>
                <a:gd name="T8" fmla="*/ 275 w 479"/>
                <a:gd name="T9" fmla="*/ 698 h 1378"/>
                <a:gd name="T10" fmla="*/ 275 w 479"/>
                <a:gd name="T11" fmla="*/ 219 h 1378"/>
                <a:gd name="T12" fmla="*/ 479 w 479"/>
                <a:gd name="T13" fmla="*/ 26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9" h="1378">
                  <a:moveTo>
                    <a:pt x="479" y="26"/>
                  </a:moveTo>
                  <a:cubicBezTo>
                    <a:pt x="479" y="1378"/>
                    <a:pt x="479" y="1378"/>
                    <a:pt x="479" y="1378"/>
                  </a:cubicBezTo>
                  <a:cubicBezTo>
                    <a:pt x="0" y="1378"/>
                    <a:pt x="0" y="1378"/>
                    <a:pt x="0" y="1378"/>
                  </a:cubicBezTo>
                  <a:cubicBezTo>
                    <a:pt x="0" y="1077"/>
                    <a:pt x="0" y="1077"/>
                    <a:pt x="0" y="1077"/>
                  </a:cubicBezTo>
                  <a:cubicBezTo>
                    <a:pt x="275" y="698"/>
                    <a:pt x="275" y="698"/>
                    <a:pt x="275" y="698"/>
                  </a:cubicBezTo>
                  <a:cubicBezTo>
                    <a:pt x="275" y="219"/>
                    <a:pt x="275" y="219"/>
                    <a:pt x="275" y="219"/>
                  </a:cubicBezTo>
                  <a:cubicBezTo>
                    <a:pt x="275" y="0"/>
                    <a:pt x="479" y="26"/>
                    <a:pt x="479" y="26"/>
                  </a:cubicBezTo>
                  <a:close/>
                </a:path>
              </a:pathLst>
            </a:custGeom>
            <a:solidFill>
              <a:srgbClr val="FFCF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Freeform 16"/>
            <p:cNvSpPr/>
            <p:nvPr/>
          </p:nvSpPr>
          <p:spPr bwMode="auto">
            <a:xfrm>
              <a:off x="8585404" y="3799656"/>
              <a:ext cx="89488" cy="995142"/>
            </a:xfrm>
            <a:custGeom>
              <a:avLst/>
              <a:gdLst>
                <a:gd name="T0" fmla="*/ 108 w 108"/>
                <a:gd name="T1" fmla="*/ 0 h 1201"/>
                <a:gd name="T2" fmla="*/ 90 w 108"/>
                <a:gd name="T3" fmla="*/ 0 h 1201"/>
                <a:gd name="T4" fmla="*/ 2 w 108"/>
                <a:gd name="T5" fmla="*/ 0 h 1201"/>
                <a:gd name="T6" fmla="*/ 0 w 108"/>
                <a:gd name="T7" fmla="*/ 1201 h 1201"/>
                <a:gd name="T8" fmla="*/ 108 w 108"/>
                <a:gd name="T9" fmla="*/ 0 h 1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201">
                  <a:moveTo>
                    <a:pt x="108" y="0"/>
                  </a:moveTo>
                  <a:lnTo>
                    <a:pt x="90" y="0"/>
                  </a:lnTo>
                  <a:lnTo>
                    <a:pt x="2" y="0"/>
                  </a:lnTo>
                  <a:lnTo>
                    <a:pt x="0" y="1201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F2C4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3" name="Freeform 17"/>
            <p:cNvSpPr/>
            <p:nvPr/>
          </p:nvSpPr>
          <p:spPr bwMode="auto">
            <a:xfrm>
              <a:off x="8585404" y="3799656"/>
              <a:ext cx="89488" cy="995142"/>
            </a:xfrm>
            <a:custGeom>
              <a:avLst/>
              <a:gdLst>
                <a:gd name="T0" fmla="*/ 108 w 108"/>
                <a:gd name="T1" fmla="*/ 0 h 1201"/>
                <a:gd name="T2" fmla="*/ 90 w 108"/>
                <a:gd name="T3" fmla="*/ 0 h 1201"/>
                <a:gd name="T4" fmla="*/ 2 w 108"/>
                <a:gd name="T5" fmla="*/ 0 h 1201"/>
                <a:gd name="T6" fmla="*/ 0 w 108"/>
                <a:gd name="T7" fmla="*/ 1201 h 1201"/>
                <a:gd name="T8" fmla="*/ 108 w 108"/>
                <a:gd name="T9" fmla="*/ 0 h 1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201">
                  <a:moveTo>
                    <a:pt x="108" y="0"/>
                  </a:moveTo>
                  <a:lnTo>
                    <a:pt x="90" y="0"/>
                  </a:lnTo>
                  <a:lnTo>
                    <a:pt x="2" y="0"/>
                  </a:lnTo>
                  <a:lnTo>
                    <a:pt x="0" y="1201"/>
                  </a:lnTo>
                  <a:lnTo>
                    <a:pt x="10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58" name="TextBox 44"/>
          <p:cNvSpPr txBox="1"/>
          <p:nvPr/>
        </p:nvSpPr>
        <p:spPr>
          <a:xfrm>
            <a:off x="1194075" y="2626091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pPr algn="r"/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9" name="Oval 45"/>
          <p:cNvSpPr/>
          <p:nvPr/>
        </p:nvSpPr>
        <p:spPr>
          <a:xfrm>
            <a:off x="1484839" y="2102512"/>
            <a:ext cx="304704" cy="304688"/>
          </a:xfrm>
          <a:prstGeom prst="ellipse">
            <a:avLst/>
          </a:prstGeom>
          <a:solidFill>
            <a:srgbClr val="F68808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r>
              <a:rPr lang="en-US" sz="1300" b="1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1</a:t>
            </a:r>
            <a:endParaRPr lang="en-US" sz="1300" b="1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0" name="Freeform 47"/>
          <p:cNvSpPr>
            <a:spLocks noChangeArrowheads="1"/>
          </p:cNvSpPr>
          <p:nvPr/>
        </p:nvSpPr>
        <p:spPr bwMode="auto">
          <a:xfrm>
            <a:off x="2004971" y="2021853"/>
            <a:ext cx="530445" cy="466006"/>
          </a:xfrm>
          <a:custGeom>
            <a:avLst/>
            <a:gdLst>
              <a:gd name="T0" fmla="*/ 221804 w 498"/>
              <a:gd name="T1" fmla="*/ 194813 h 435"/>
              <a:gd name="T2" fmla="*/ 221804 w 498"/>
              <a:gd name="T3" fmla="*/ 194813 h 435"/>
              <a:gd name="T4" fmla="*/ 217341 w 498"/>
              <a:gd name="T5" fmla="*/ 147232 h 435"/>
              <a:gd name="T6" fmla="*/ 189671 w 498"/>
              <a:gd name="T7" fmla="*/ 131521 h 435"/>
              <a:gd name="T8" fmla="*/ 166018 w 498"/>
              <a:gd name="T9" fmla="*/ 103691 h 435"/>
              <a:gd name="T10" fmla="*/ 174051 w 498"/>
              <a:gd name="T11" fmla="*/ 87980 h 435"/>
              <a:gd name="T12" fmla="*/ 182084 w 498"/>
              <a:gd name="T13" fmla="*/ 71372 h 435"/>
              <a:gd name="T14" fmla="*/ 178068 w 498"/>
              <a:gd name="T15" fmla="*/ 67781 h 435"/>
              <a:gd name="T16" fmla="*/ 182084 w 498"/>
              <a:gd name="T17" fmla="*/ 51621 h 435"/>
              <a:gd name="T18" fmla="*/ 154415 w 498"/>
              <a:gd name="T19" fmla="*/ 27830 h 435"/>
              <a:gd name="T20" fmla="*/ 126745 w 498"/>
              <a:gd name="T21" fmla="*/ 51621 h 435"/>
              <a:gd name="T22" fmla="*/ 130762 w 498"/>
              <a:gd name="T23" fmla="*/ 67781 h 435"/>
              <a:gd name="T24" fmla="*/ 126745 w 498"/>
              <a:gd name="T25" fmla="*/ 71372 h 435"/>
              <a:gd name="T26" fmla="*/ 134778 w 498"/>
              <a:gd name="T27" fmla="*/ 87980 h 435"/>
              <a:gd name="T28" fmla="*/ 138795 w 498"/>
              <a:gd name="T29" fmla="*/ 103691 h 435"/>
              <a:gd name="T30" fmla="*/ 130762 w 498"/>
              <a:gd name="T31" fmla="*/ 123441 h 435"/>
              <a:gd name="T32" fmla="*/ 170035 w 498"/>
              <a:gd name="T33" fmla="*/ 163392 h 435"/>
              <a:gd name="T34" fmla="*/ 170035 w 498"/>
              <a:gd name="T35" fmla="*/ 194813 h 435"/>
              <a:gd name="T36" fmla="*/ 221804 w 498"/>
              <a:gd name="T37" fmla="*/ 194813 h 435"/>
              <a:gd name="T38" fmla="*/ 115142 w 498"/>
              <a:gd name="T39" fmla="*/ 135561 h 435"/>
              <a:gd name="T40" fmla="*/ 115142 w 498"/>
              <a:gd name="T41" fmla="*/ 135561 h 435"/>
              <a:gd name="T42" fmla="*/ 83455 w 498"/>
              <a:gd name="T43" fmla="*/ 103691 h 435"/>
              <a:gd name="T44" fmla="*/ 95059 w 498"/>
              <a:gd name="T45" fmla="*/ 75412 h 435"/>
              <a:gd name="T46" fmla="*/ 103092 w 498"/>
              <a:gd name="T47" fmla="*/ 59701 h 435"/>
              <a:gd name="T48" fmla="*/ 99075 w 498"/>
              <a:gd name="T49" fmla="*/ 51621 h 435"/>
              <a:gd name="T50" fmla="*/ 103092 w 498"/>
              <a:gd name="T51" fmla="*/ 31870 h 435"/>
              <a:gd name="T52" fmla="*/ 67389 w 498"/>
              <a:gd name="T53" fmla="*/ 0 h 435"/>
              <a:gd name="T54" fmla="*/ 31686 w 498"/>
              <a:gd name="T55" fmla="*/ 31870 h 435"/>
              <a:gd name="T56" fmla="*/ 31686 w 498"/>
              <a:gd name="T57" fmla="*/ 51621 h 435"/>
              <a:gd name="T58" fmla="*/ 31686 w 498"/>
              <a:gd name="T59" fmla="*/ 59701 h 435"/>
              <a:gd name="T60" fmla="*/ 39719 w 498"/>
              <a:gd name="T61" fmla="*/ 75412 h 435"/>
              <a:gd name="T62" fmla="*/ 47753 w 498"/>
              <a:gd name="T63" fmla="*/ 103691 h 435"/>
              <a:gd name="T64" fmla="*/ 20083 w 498"/>
              <a:gd name="T65" fmla="*/ 135561 h 435"/>
              <a:gd name="T66" fmla="*/ 0 w 498"/>
              <a:gd name="T67" fmla="*/ 155312 h 435"/>
              <a:gd name="T68" fmla="*/ 0 w 498"/>
              <a:gd name="T69" fmla="*/ 194813 h 435"/>
              <a:gd name="T70" fmla="*/ 154415 w 498"/>
              <a:gd name="T71" fmla="*/ 194813 h 435"/>
              <a:gd name="T72" fmla="*/ 154415 w 498"/>
              <a:gd name="T73" fmla="*/ 163392 h 435"/>
              <a:gd name="T74" fmla="*/ 115142 w 498"/>
              <a:gd name="T75" fmla="*/ 135561 h 435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498" h="435">
                <a:moveTo>
                  <a:pt x="497" y="434"/>
                </a:moveTo>
                <a:lnTo>
                  <a:pt x="497" y="434"/>
                </a:lnTo>
                <a:cubicBezTo>
                  <a:pt x="497" y="434"/>
                  <a:pt x="497" y="337"/>
                  <a:pt x="487" y="328"/>
                </a:cubicBezTo>
                <a:cubicBezTo>
                  <a:pt x="479" y="319"/>
                  <a:pt x="462" y="302"/>
                  <a:pt x="425" y="293"/>
                </a:cubicBezTo>
                <a:cubicBezTo>
                  <a:pt x="390" y="275"/>
                  <a:pt x="372" y="257"/>
                  <a:pt x="372" y="231"/>
                </a:cubicBezTo>
                <a:cubicBezTo>
                  <a:pt x="372" y="213"/>
                  <a:pt x="390" y="222"/>
                  <a:pt x="390" y="196"/>
                </a:cubicBezTo>
                <a:cubicBezTo>
                  <a:pt x="390" y="178"/>
                  <a:pt x="408" y="196"/>
                  <a:pt x="408" y="159"/>
                </a:cubicBezTo>
                <a:cubicBezTo>
                  <a:pt x="408" y="151"/>
                  <a:pt x="399" y="151"/>
                  <a:pt x="399" y="151"/>
                </a:cubicBezTo>
                <a:cubicBezTo>
                  <a:pt x="399" y="151"/>
                  <a:pt x="408" y="133"/>
                  <a:pt x="408" y="115"/>
                </a:cubicBezTo>
                <a:cubicBezTo>
                  <a:pt x="408" y="98"/>
                  <a:pt x="399" y="62"/>
                  <a:pt x="346" y="62"/>
                </a:cubicBezTo>
                <a:cubicBezTo>
                  <a:pt x="293" y="62"/>
                  <a:pt x="284" y="98"/>
                  <a:pt x="284" y="115"/>
                </a:cubicBezTo>
                <a:cubicBezTo>
                  <a:pt x="284" y="133"/>
                  <a:pt x="293" y="151"/>
                  <a:pt x="293" y="151"/>
                </a:cubicBezTo>
                <a:cubicBezTo>
                  <a:pt x="293" y="151"/>
                  <a:pt x="284" y="151"/>
                  <a:pt x="284" y="159"/>
                </a:cubicBezTo>
                <a:cubicBezTo>
                  <a:pt x="284" y="196"/>
                  <a:pt x="293" y="178"/>
                  <a:pt x="302" y="196"/>
                </a:cubicBezTo>
                <a:cubicBezTo>
                  <a:pt x="302" y="222"/>
                  <a:pt x="311" y="213"/>
                  <a:pt x="311" y="231"/>
                </a:cubicBezTo>
                <a:cubicBezTo>
                  <a:pt x="311" y="249"/>
                  <a:pt x="311" y="266"/>
                  <a:pt x="293" y="275"/>
                </a:cubicBezTo>
                <a:cubicBezTo>
                  <a:pt x="372" y="319"/>
                  <a:pt x="381" y="319"/>
                  <a:pt x="381" y="364"/>
                </a:cubicBezTo>
                <a:cubicBezTo>
                  <a:pt x="381" y="434"/>
                  <a:pt x="381" y="434"/>
                  <a:pt x="381" y="434"/>
                </a:cubicBezTo>
                <a:lnTo>
                  <a:pt x="497" y="434"/>
                </a:lnTo>
                <a:close/>
                <a:moveTo>
                  <a:pt x="258" y="302"/>
                </a:moveTo>
                <a:lnTo>
                  <a:pt x="258" y="302"/>
                </a:lnTo>
                <a:cubicBezTo>
                  <a:pt x="204" y="284"/>
                  <a:pt x="187" y="266"/>
                  <a:pt x="187" y="231"/>
                </a:cubicBezTo>
                <a:cubicBezTo>
                  <a:pt x="187" y="204"/>
                  <a:pt x="204" y="213"/>
                  <a:pt x="213" y="168"/>
                </a:cubicBezTo>
                <a:cubicBezTo>
                  <a:pt x="213" y="159"/>
                  <a:pt x="231" y="168"/>
                  <a:pt x="231" y="133"/>
                </a:cubicBezTo>
                <a:cubicBezTo>
                  <a:pt x="231" y="115"/>
                  <a:pt x="222" y="115"/>
                  <a:pt x="222" y="115"/>
                </a:cubicBezTo>
                <a:cubicBezTo>
                  <a:pt x="222" y="115"/>
                  <a:pt x="222" y="89"/>
                  <a:pt x="231" y="71"/>
                </a:cubicBezTo>
                <a:cubicBezTo>
                  <a:pt x="231" y="53"/>
                  <a:pt x="213" y="0"/>
                  <a:pt x="151" y="0"/>
                </a:cubicBezTo>
                <a:cubicBezTo>
                  <a:pt x="80" y="0"/>
                  <a:pt x="71" y="53"/>
                  <a:pt x="71" y="71"/>
                </a:cubicBezTo>
                <a:cubicBezTo>
                  <a:pt x="71" y="89"/>
                  <a:pt x="71" y="115"/>
                  <a:pt x="71" y="115"/>
                </a:cubicBezTo>
                <a:cubicBezTo>
                  <a:pt x="71" y="115"/>
                  <a:pt x="71" y="115"/>
                  <a:pt x="71" y="133"/>
                </a:cubicBezTo>
                <a:cubicBezTo>
                  <a:pt x="71" y="168"/>
                  <a:pt x="80" y="159"/>
                  <a:pt x="89" y="168"/>
                </a:cubicBezTo>
                <a:cubicBezTo>
                  <a:pt x="89" y="213"/>
                  <a:pt x="107" y="204"/>
                  <a:pt x="107" y="231"/>
                </a:cubicBezTo>
                <a:cubicBezTo>
                  <a:pt x="107" y="266"/>
                  <a:pt x="89" y="284"/>
                  <a:pt x="45" y="302"/>
                </a:cubicBezTo>
                <a:cubicBezTo>
                  <a:pt x="27" y="310"/>
                  <a:pt x="0" y="319"/>
                  <a:pt x="0" y="346"/>
                </a:cubicBezTo>
                <a:cubicBezTo>
                  <a:pt x="0" y="434"/>
                  <a:pt x="0" y="434"/>
                  <a:pt x="0" y="434"/>
                </a:cubicBezTo>
                <a:cubicBezTo>
                  <a:pt x="346" y="434"/>
                  <a:pt x="346" y="434"/>
                  <a:pt x="346" y="434"/>
                </a:cubicBezTo>
                <a:cubicBezTo>
                  <a:pt x="346" y="434"/>
                  <a:pt x="346" y="381"/>
                  <a:pt x="346" y="364"/>
                </a:cubicBezTo>
                <a:cubicBezTo>
                  <a:pt x="346" y="346"/>
                  <a:pt x="302" y="328"/>
                  <a:pt x="258" y="302"/>
                </a:cubicBezTo>
                <a:close/>
              </a:path>
            </a:pathLst>
          </a:custGeom>
          <a:solidFill>
            <a:srgbClr val="F68808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1" name="TextBox 47"/>
          <p:cNvSpPr txBox="1"/>
          <p:nvPr/>
        </p:nvSpPr>
        <p:spPr>
          <a:xfrm>
            <a:off x="618011" y="2948910"/>
            <a:ext cx="2571004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algn="ctr"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2" name="TextBox 48"/>
          <p:cNvSpPr txBox="1"/>
          <p:nvPr/>
        </p:nvSpPr>
        <p:spPr>
          <a:xfrm>
            <a:off x="10116087" y="2626091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pPr algn="r"/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3" name="Oval 49"/>
          <p:cNvSpPr/>
          <p:nvPr/>
        </p:nvSpPr>
        <p:spPr>
          <a:xfrm>
            <a:off x="10321421" y="2102512"/>
            <a:ext cx="304704" cy="304688"/>
          </a:xfrm>
          <a:prstGeom prst="ellipse">
            <a:avLst/>
          </a:prstGeom>
          <a:solidFill>
            <a:srgbClr val="F68808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r>
              <a:rPr lang="en-US" sz="1300" b="1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3</a:t>
            </a:r>
            <a:endParaRPr lang="en-US" sz="1300" b="1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4" name="TextBox 51"/>
          <p:cNvSpPr txBox="1"/>
          <p:nvPr/>
        </p:nvSpPr>
        <p:spPr>
          <a:xfrm>
            <a:off x="9525719" y="2988415"/>
            <a:ext cx="2571004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algn="ctr"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5" name="TextBox 52"/>
          <p:cNvSpPr txBox="1"/>
          <p:nvPr/>
        </p:nvSpPr>
        <p:spPr>
          <a:xfrm>
            <a:off x="1266083" y="4982932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16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6" name="Oval 53"/>
          <p:cNvSpPr/>
          <p:nvPr/>
        </p:nvSpPr>
        <p:spPr>
          <a:xfrm>
            <a:off x="1484839" y="4459353"/>
            <a:ext cx="304704" cy="304688"/>
          </a:xfrm>
          <a:prstGeom prst="ellipse">
            <a:avLst/>
          </a:prstGeom>
          <a:solidFill>
            <a:srgbClr val="0099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r>
              <a:rPr lang="en-US" sz="1300" b="1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</a:t>
            </a:r>
            <a:endParaRPr lang="en-US" sz="1300" b="1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7" name="TextBox 55"/>
          <p:cNvSpPr txBox="1"/>
          <p:nvPr/>
        </p:nvSpPr>
        <p:spPr>
          <a:xfrm>
            <a:off x="618011" y="5305751"/>
            <a:ext cx="2571004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algn="ctr"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8" name="TextBox 56"/>
          <p:cNvSpPr txBox="1"/>
          <p:nvPr/>
        </p:nvSpPr>
        <p:spPr>
          <a:xfrm>
            <a:off x="10176144" y="4982932"/>
            <a:ext cx="1425856" cy="343595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此处添加标题</a:t>
            </a:r>
            <a:endParaRPr lang="en-US" altLang="zh-CN" sz="16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9" name="Oval 57"/>
          <p:cNvSpPr/>
          <p:nvPr/>
        </p:nvSpPr>
        <p:spPr>
          <a:xfrm>
            <a:off x="10321421" y="4459353"/>
            <a:ext cx="304704" cy="304688"/>
          </a:xfrm>
          <a:prstGeom prst="ellipse">
            <a:avLst/>
          </a:prstGeom>
          <a:solidFill>
            <a:srgbClr val="0099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r>
              <a:rPr lang="en-US" sz="1300" b="1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4</a:t>
            </a:r>
            <a:endParaRPr lang="en-US" sz="1300" b="1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0" name="TextBox 59"/>
          <p:cNvSpPr txBox="1"/>
          <p:nvPr/>
        </p:nvSpPr>
        <p:spPr>
          <a:xfrm>
            <a:off x="9525719" y="5345256"/>
            <a:ext cx="2571004" cy="569939"/>
          </a:xfrm>
          <a:prstGeom prst="rect">
            <a:avLst/>
          </a:prstGeom>
          <a:noFill/>
        </p:spPr>
        <p:txBody>
          <a:bodyPr wrap="square" lIns="96433" tIns="48216" rIns="96433" bIns="48216" rtlCol="0">
            <a:spAutoFit/>
          </a:bodyPr>
          <a:lstStyle/>
          <a:p>
            <a:pPr algn="ctr" defTabSz="1285875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1" name="Freeform 65"/>
          <p:cNvSpPr>
            <a:spLocks noChangeArrowheads="1"/>
          </p:cNvSpPr>
          <p:nvPr/>
        </p:nvSpPr>
        <p:spPr bwMode="auto">
          <a:xfrm>
            <a:off x="10881335" y="2031323"/>
            <a:ext cx="450879" cy="447064"/>
          </a:xfrm>
          <a:custGeom>
            <a:avLst/>
            <a:gdLst>
              <a:gd name="T0" fmla="*/ 172604 w 417"/>
              <a:gd name="T1" fmla="*/ 91192 h 417"/>
              <a:gd name="T2" fmla="*/ 172604 w 417"/>
              <a:gd name="T3" fmla="*/ 91192 h 417"/>
              <a:gd name="T4" fmla="*/ 188460 w 417"/>
              <a:gd name="T5" fmla="*/ 63340 h 417"/>
              <a:gd name="T6" fmla="*/ 184836 w 417"/>
              <a:gd name="T7" fmla="*/ 47617 h 417"/>
              <a:gd name="T8" fmla="*/ 152671 w 417"/>
              <a:gd name="T9" fmla="*/ 35488 h 417"/>
              <a:gd name="T10" fmla="*/ 144516 w 417"/>
              <a:gd name="T11" fmla="*/ 7637 h 417"/>
              <a:gd name="T12" fmla="*/ 124583 w 417"/>
              <a:gd name="T13" fmla="*/ 0 h 417"/>
              <a:gd name="T14" fmla="*/ 96495 w 417"/>
              <a:gd name="T15" fmla="*/ 15723 h 417"/>
              <a:gd name="T16" fmla="*/ 68407 w 417"/>
              <a:gd name="T17" fmla="*/ 0 h 417"/>
              <a:gd name="T18" fmla="*/ 48474 w 417"/>
              <a:gd name="T19" fmla="*/ 7637 h 417"/>
              <a:gd name="T20" fmla="*/ 40320 w 417"/>
              <a:gd name="T21" fmla="*/ 35488 h 417"/>
              <a:gd name="T22" fmla="*/ 8155 w 417"/>
              <a:gd name="T23" fmla="*/ 47617 h 417"/>
              <a:gd name="T24" fmla="*/ 0 w 417"/>
              <a:gd name="T25" fmla="*/ 63340 h 417"/>
              <a:gd name="T26" fmla="*/ 19933 w 417"/>
              <a:gd name="T27" fmla="*/ 91192 h 417"/>
              <a:gd name="T28" fmla="*/ 0 w 417"/>
              <a:gd name="T29" fmla="*/ 123536 h 417"/>
              <a:gd name="T30" fmla="*/ 8155 w 417"/>
              <a:gd name="T31" fmla="*/ 139258 h 417"/>
              <a:gd name="T32" fmla="*/ 40320 w 417"/>
              <a:gd name="T33" fmla="*/ 147344 h 417"/>
              <a:gd name="T34" fmla="*/ 48474 w 417"/>
              <a:gd name="T35" fmla="*/ 178790 h 417"/>
              <a:gd name="T36" fmla="*/ 68407 w 417"/>
              <a:gd name="T37" fmla="*/ 186876 h 417"/>
              <a:gd name="T38" fmla="*/ 96495 w 417"/>
              <a:gd name="T39" fmla="*/ 167110 h 417"/>
              <a:gd name="T40" fmla="*/ 124583 w 417"/>
              <a:gd name="T41" fmla="*/ 186876 h 417"/>
              <a:gd name="T42" fmla="*/ 144516 w 417"/>
              <a:gd name="T43" fmla="*/ 178790 h 417"/>
              <a:gd name="T44" fmla="*/ 152671 w 417"/>
              <a:gd name="T45" fmla="*/ 147344 h 417"/>
              <a:gd name="T46" fmla="*/ 184836 w 417"/>
              <a:gd name="T47" fmla="*/ 139258 h 417"/>
              <a:gd name="T48" fmla="*/ 188460 w 417"/>
              <a:gd name="T49" fmla="*/ 119043 h 417"/>
              <a:gd name="T50" fmla="*/ 172604 w 417"/>
              <a:gd name="T51" fmla="*/ 91192 h 417"/>
              <a:gd name="T52" fmla="*/ 96495 w 417"/>
              <a:gd name="T53" fmla="*/ 131172 h 417"/>
              <a:gd name="T54" fmla="*/ 96495 w 417"/>
              <a:gd name="T55" fmla="*/ 131172 h 417"/>
              <a:gd name="T56" fmla="*/ 56629 w 417"/>
              <a:gd name="T57" fmla="*/ 91192 h 417"/>
              <a:gd name="T58" fmla="*/ 96495 w 417"/>
              <a:gd name="T59" fmla="*/ 51660 h 417"/>
              <a:gd name="T60" fmla="*/ 136362 w 417"/>
              <a:gd name="T61" fmla="*/ 91192 h 417"/>
              <a:gd name="T62" fmla="*/ 96495 w 417"/>
              <a:gd name="T63" fmla="*/ 131172 h 417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417" h="417">
                <a:moveTo>
                  <a:pt x="381" y="203"/>
                </a:moveTo>
                <a:lnTo>
                  <a:pt x="381" y="203"/>
                </a:lnTo>
                <a:cubicBezTo>
                  <a:pt x="381" y="177"/>
                  <a:pt x="399" y="159"/>
                  <a:pt x="416" y="141"/>
                </a:cubicBezTo>
                <a:cubicBezTo>
                  <a:pt x="416" y="132"/>
                  <a:pt x="408" y="115"/>
                  <a:pt x="408" y="106"/>
                </a:cubicBezTo>
                <a:cubicBezTo>
                  <a:pt x="372" y="115"/>
                  <a:pt x="354" y="97"/>
                  <a:pt x="337" y="79"/>
                </a:cubicBezTo>
                <a:cubicBezTo>
                  <a:pt x="319" y="62"/>
                  <a:pt x="310" y="44"/>
                  <a:pt x="319" y="17"/>
                </a:cubicBezTo>
                <a:cubicBezTo>
                  <a:pt x="310" y="9"/>
                  <a:pt x="293" y="0"/>
                  <a:pt x="275" y="0"/>
                </a:cubicBezTo>
                <a:cubicBezTo>
                  <a:pt x="266" y="17"/>
                  <a:pt x="240" y="35"/>
                  <a:pt x="213" y="35"/>
                </a:cubicBezTo>
                <a:cubicBezTo>
                  <a:pt x="187" y="35"/>
                  <a:pt x="160" y="17"/>
                  <a:pt x="151" y="0"/>
                </a:cubicBezTo>
                <a:cubicBezTo>
                  <a:pt x="133" y="0"/>
                  <a:pt x="116" y="9"/>
                  <a:pt x="107" y="17"/>
                </a:cubicBezTo>
                <a:cubicBezTo>
                  <a:pt x="116" y="44"/>
                  <a:pt x="107" y="62"/>
                  <a:pt x="89" y="79"/>
                </a:cubicBezTo>
                <a:cubicBezTo>
                  <a:pt x="72" y="97"/>
                  <a:pt x="44" y="115"/>
                  <a:pt x="18" y="106"/>
                </a:cubicBezTo>
                <a:cubicBezTo>
                  <a:pt x="18" y="115"/>
                  <a:pt x="9" y="132"/>
                  <a:pt x="0" y="141"/>
                </a:cubicBezTo>
                <a:cubicBezTo>
                  <a:pt x="27" y="159"/>
                  <a:pt x="44" y="177"/>
                  <a:pt x="44" y="203"/>
                </a:cubicBezTo>
                <a:cubicBezTo>
                  <a:pt x="44" y="230"/>
                  <a:pt x="27" y="256"/>
                  <a:pt x="0" y="275"/>
                </a:cubicBezTo>
                <a:cubicBezTo>
                  <a:pt x="9" y="283"/>
                  <a:pt x="18" y="301"/>
                  <a:pt x="18" y="310"/>
                </a:cubicBezTo>
                <a:cubicBezTo>
                  <a:pt x="44" y="310"/>
                  <a:pt x="72" y="310"/>
                  <a:pt x="89" y="328"/>
                </a:cubicBezTo>
                <a:cubicBezTo>
                  <a:pt x="107" y="345"/>
                  <a:pt x="116" y="372"/>
                  <a:pt x="107" y="398"/>
                </a:cubicBezTo>
                <a:cubicBezTo>
                  <a:pt x="116" y="407"/>
                  <a:pt x="133" y="407"/>
                  <a:pt x="151" y="416"/>
                </a:cubicBezTo>
                <a:cubicBezTo>
                  <a:pt x="160" y="389"/>
                  <a:pt x="187" y="372"/>
                  <a:pt x="213" y="372"/>
                </a:cubicBezTo>
                <a:cubicBezTo>
                  <a:pt x="240" y="372"/>
                  <a:pt x="266" y="389"/>
                  <a:pt x="275" y="416"/>
                </a:cubicBezTo>
                <a:cubicBezTo>
                  <a:pt x="293" y="407"/>
                  <a:pt x="310" y="407"/>
                  <a:pt x="319" y="398"/>
                </a:cubicBezTo>
                <a:cubicBezTo>
                  <a:pt x="310" y="372"/>
                  <a:pt x="319" y="345"/>
                  <a:pt x="337" y="328"/>
                </a:cubicBezTo>
                <a:cubicBezTo>
                  <a:pt x="354" y="310"/>
                  <a:pt x="372" y="301"/>
                  <a:pt x="408" y="310"/>
                </a:cubicBezTo>
                <a:cubicBezTo>
                  <a:pt x="408" y="292"/>
                  <a:pt x="416" y="283"/>
                  <a:pt x="416" y="265"/>
                </a:cubicBezTo>
                <a:cubicBezTo>
                  <a:pt x="399" y="256"/>
                  <a:pt x="381" y="230"/>
                  <a:pt x="381" y="203"/>
                </a:cubicBezTo>
                <a:close/>
                <a:moveTo>
                  <a:pt x="213" y="292"/>
                </a:moveTo>
                <a:lnTo>
                  <a:pt x="213" y="292"/>
                </a:lnTo>
                <a:cubicBezTo>
                  <a:pt x="160" y="292"/>
                  <a:pt x="125" y="256"/>
                  <a:pt x="125" y="203"/>
                </a:cubicBezTo>
                <a:cubicBezTo>
                  <a:pt x="125" y="159"/>
                  <a:pt x="160" y="115"/>
                  <a:pt x="213" y="115"/>
                </a:cubicBezTo>
                <a:cubicBezTo>
                  <a:pt x="266" y="115"/>
                  <a:pt x="301" y="159"/>
                  <a:pt x="301" y="203"/>
                </a:cubicBezTo>
                <a:cubicBezTo>
                  <a:pt x="301" y="256"/>
                  <a:pt x="266" y="292"/>
                  <a:pt x="213" y="292"/>
                </a:cubicBezTo>
                <a:close/>
              </a:path>
            </a:pathLst>
          </a:custGeom>
          <a:solidFill>
            <a:srgbClr val="F68808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2" name="Freeform 116"/>
          <p:cNvSpPr>
            <a:spLocks noChangeArrowheads="1"/>
          </p:cNvSpPr>
          <p:nvPr/>
        </p:nvSpPr>
        <p:spPr bwMode="auto">
          <a:xfrm>
            <a:off x="2031153" y="4365432"/>
            <a:ext cx="477401" cy="492529"/>
          </a:xfrm>
          <a:custGeom>
            <a:avLst/>
            <a:gdLst>
              <a:gd name="T0" fmla="*/ 179798 w 445"/>
              <a:gd name="T1" fmla="*/ 71025 h 462"/>
              <a:gd name="T2" fmla="*/ 179798 w 445"/>
              <a:gd name="T3" fmla="*/ 71025 h 462"/>
              <a:gd name="T4" fmla="*/ 119566 w 445"/>
              <a:gd name="T5" fmla="*/ 3574 h 462"/>
              <a:gd name="T6" fmla="*/ 16182 w 445"/>
              <a:gd name="T7" fmla="*/ 110781 h 462"/>
              <a:gd name="T8" fmla="*/ 4045 w 445"/>
              <a:gd name="T9" fmla="*/ 142497 h 462"/>
              <a:gd name="T10" fmla="*/ 36409 w 445"/>
              <a:gd name="T11" fmla="*/ 158578 h 462"/>
              <a:gd name="T12" fmla="*/ 44050 w 445"/>
              <a:gd name="T13" fmla="*/ 154558 h 462"/>
              <a:gd name="T14" fmla="*/ 60232 w 445"/>
              <a:gd name="T15" fmla="*/ 166172 h 462"/>
              <a:gd name="T16" fmla="*/ 71919 w 445"/>
              <a:gd name="T17" fmla="*/ 193867 h 462"/>
              <a:gd name="T18" fmla="*/ 84055 w 445"/>
              <a:gd name="T19" fmla="*/ 201908 h 462"/>
              <a:gd name="T20" fmla="*/ 107879 w 445"/>
              <a:gd name="T21" fmla="*/ 193867 h 462"/>
              <a:gd name="T22" fmla="*/ 111924 w 445"/>
              <a:gd name="T23" fmla="*/ 185827 h 462"/>
              <a:gd name="T24" fmla="*/ 103833 w 445"/>
              <a:gd name="T25" fmla="*/ 174213 h 462"/>
              <a:gd name="T26" fmla="*/ 91697 w 445"/>
              <a:gd name="T27" fmla="*/ 150538 h 462"/>
              <a:gd name="T28" fmla="*/ 103833 w 445"/>
              <a:gd name="T29" fmla="*/ 138477 h 462"/>
              <a:gd name="T30" fmla="*/ 187439 w 445"/>
              <a:gd name="T31" fmla="*/ 158578 h 462"/>
              <a:gd name="T32" fmla="*/ 179798 w 445"/>
              <a:gd name="T33" fmla="*/ 71025 h 462"/>
              <a:gd name="T34" fmla="*/ 175303 w 445"/>
              <a:gd name="T35" fmla="*/ 138477 h 462"/>
              <a:gd name="T36" fmla="*/ 175303 w 445"/>
              <a:gd name="T37" fmla="*/ 138477 h 462"/>
              <a:gd name="T38" fmla="*/ 135747 w 445"/>
              <a:gd name="T39" fmla="*/ 91127 h 462"/>
              <a:gd name="T40" fmla="*/ 127656 w 445"/>
              <a:gd name="T41" fmla="*/ 27695 h 462"/>
              <a:gd name="T42" fmla="*/ 163616 w 445"/>
              <a:gd name="T43" fmla="*/ 79066 h 462"/>
              <a:gd name="T44" fmla="*/ 175303 w 445"/>
              <a:gd name="T45" fmla="*/ 138477 h 46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445" h="462">
                <a:moveTo>
                  <a:pt x="400" y="159"/>
                </a:moveTo>
                <a:lnTo>
                  <a:pt x="400" y="159"/>
                </a:lnTo>
                <a:cubicBezTo>
                  <a:pt x="364" y="71"/>
                  <a:pt x="302" y="0"/>
                  <a:pt x="266" y="8"/>
                </a:cubicBezTo>
                <a:cubicBezTo>
                  <a:pt x="213" y="36"/>
                  <a:pt x="302" y="142"/>
                  <a:pt x="36" y="248"/>
                </a:cubicBezTo>
                <a:cubicBezTo>
                  <a:pt x="9" y="257"/>
                  <a:pt x="0" y="292"/>
                  <a:pt x="9" y="319"/>
                </a:cubicBezTo>
                <a:cubicBezTo>
                  <a:pt x="18" y="337"/>
                  <a:pt x="53" y="363"/>
                  <a:pt x="81" y="355"/>
                </a:cubicBezTo>
                <a:lnTo>
                  <a:pt x="98" y="346"/>
                </a:lnTo>
                <a:cubicBezTo>
                  <a:pt x="116" y="372"/>
                  <a:pt x="134" y="355"/>
                  <a:pt x="134" y="372"/>
                </a:cubicBezTo>
                <a:cubicBezTo>
                  <a:pt x="143" y="390"/>
                  <a:pt x="160" y="425"/>
                  <a:pt x="160" y="434"/>
                </a:cubicBezTo>
                <a:cubicBezTo>
                  <a:pt x="169" y="443"/>
                  <a:pt x="178" y="461"/>
                  <a:pt x="187" y="452"/>
                </a:cubicBezTo>
                <a:cubicBezTo>
                  <a:pt x="196" y="452"/>
                  <a:pt x="231" y="443"/>
                  <a:pt x="240" y="434"/>
                </a:cubicBezTo>
                <a:cubicBezTo>
                  <a:pt x="257" y="434"/>
                  <a:pt x="257" y="425"/>
                  <a:pt x="249" y="416"/>
                </a:cubicBezTo>
                <a:cubicBezTo>
                  <a:pt x="249" y="408"/>
                  <a:pt x="231" y="399"/>
                  <a:pt x="231" y="390"/>
                </a:cubicBezTo>
                <a:cubicBezTo>
                  <a:pt x="222" y="381"/>
                  <a:pt x="213" y="346"/>
                  <a:pt x="204" y="337"/>
                </a:cubicBezTo>
                <a:cubicBezTo>
                  <a:pt x="196" y="328"/>
                  <a:pt x="213" y="310"/>
                  <a:pt x="231" y="310"/>
                </a:cubicBezTo>
                <a:cubicBezTo>
                  <a:pt x="355" y="302"/>
                  <a:pt x="373" y="372"/>
                  <a:pt x="417" y="355"/>
                </a:cubicBezTo>
                <a:cubicBezTo>
                  <a:pt x="444" y="346"/>
                  <a:pt x="444" y="248"/>
                  <a:pt x="400" y="159"/>
                </a:cubicBezTo>
                <a:close/>
                <a:moveTo>
                  <a:pt x="390" y="310"/>
                </a:moveTo>
                <a:lnTo>
                  <a:pt x="390" y="310"/>
                </a:lnTo>
                <a:cubicBezTo>
                  <a:pt x="381" y="310"/>
                  <a:pt x="328" y="275"/>
                  <a:pt x="302" y="204"/>
                </a:cubicBezTo>
                <a:cubicBezTo>
                  <a:pt x="275" y="133"/>
                  <a:pt x="275" y="62"/>
                  <a:pt x="284" y="62"/>
                </a:cubicBezTo>
                <a:cubicBezTo>
                  <a:pt x="293" y="62"/>
                  <a:pt x="337" y="106"/>
                  <a:pt x="364" y="177"/>
                </a:cubicBezTo>
                <a:cubicBezTo>
                  <a:pt x="400" y="248"/>
                  <a:pt x="390" y="302"/>
                  <a:pt x="390" y="310"/>
                </a:cubicBezTo>
                <a:close/>
              </a:path>
            </a:pathLst>
          </a:custGeom>
          <a:solidFill>
            <a:srgbClr val="0099B4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3" name="Freeform 123"/>
          <p:cNvSpPr>
            <a:spLocks noChangeArrowheads="1"/>
          </p:cNvSpPr>
          <p:nvPr/>
        </p:nvSpPr>
        <p:spPr bwMode="auto">
          <a:xfrm>
            <a:off x="10864286" y="4363539"/>
            <a:ext cx="484977" cy="496315"/>
          </a:xfrm>
          <a:custGeom>
            <a:avLst/>
            <a:gdLst>
              <a:gd name="T0" fmla="*/ 123628 w 452"/>
              <a:gd name="T1" fmla="*/ 135490 h 462"/>
              <a:gd name="T2" fmla="*/ 123628 w 452"/>
              <a:gd name="T3" fmla="*/ 135490 h 462"/>
              <a:gd name="T4" fmla="*/ 195108 w 452"/>
              <a:gd name="T5" fmla="*/ 11703 h 462"/>
              <a:gd name="T6" fmla="*/ 195108 w 452"/>
              <a:gd name="T7" fmla="*/ 8102 h 462"/>
              <a:gd name="T8" fmla="*/ 191062 w 452"/>
              <a:gd name="T9" fmla="*/ 8102 h 462"/>
              <a:gd name="T10" fmla="*/ 71480 w 452"/>
              <a:gd name="T11" fmla="*/ 80124 h 462"/>
              <a:gd name="T12" fmla="*/ 4046 w 452"/>
              <a:gd name="T13" fmla="*/ 135490 h 462"/>
              <a:gd name="T14" fmla="*/ 15735 w 452"/>
              <a:gd name="T15" fmla="*/ 147644 h 462"/>
              <a:gd name="T16" fmla="*/ 39561 w 452"/>
              <a:gd name="T17" fmla="*/ 139542 h 462"/>
              <a:gd name="T18" fmla="*/ 67883 w 452"/>
              <a:gd name="T19" fmla="*/ 167450 h 462"/>
              <a:gd name="T20" fmla="*/ 59791 w 452"/>
              <a:gd name="T21" fmla="*/ 191307 h 462"/>
              <a:gd name="T22" fmla="*/ 67883 w 452"/>
              <a:gd name="T23" fmla="*/ 203461 h 462"/>
              <a:gd name="T24" fmla="*/ 123628 w 452"/>
              <a:gd name="T25" fmla="*/ 135490 h 462"/>
              <a:gd name="T26" fmla="*/ 135317 w 452"/>
              <a:gd name="T27" fmla="*/ 67520 h 462"/>
              <a:gd name="T28" fmla="*/ 135317 w 452"/>
              <a:gd name="T29" fmla="*/ 67520 h 462"/>
              <a:gd name="T30" fmla="*/ 135317 w 452"/>
              <a:gd name="T31" fmla="*/ 43663 h 462"/>
              <a:gd name="T32" fmla="*/ 159143 w 452"/>
              <a:gd name="T33" fmla="*/ 43663 h 462"/>
              <a:gd name="T34" fmla="*/ 159143 w 452"/>
              <a:gd name="T35" fmla="*/ 67520 h 462"/>
              <a:gd name="T36" fmla="*/ 135317 w 452"/>
              <a:gd name="T37" fmla="*/ 67520 h 46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0099B4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89" name="Group 85"/>
          <p:cNvGrpSpPr/>
          <p:nvPr/>
        </p:nvGrpSpPr>
        <p:grpSpPr>
          <a:xfrm>
            <a:off x="4292153" y="5778886"/>
            <a:ext cx="788631" cy="353943"/>
            <a:chOff x="4069599" y="5482289"/>
            <a:chExt cx="747740" cy="335609"/>
          </a:xfrm>
        </p:grpSpPr>
        <p:sp>
          <p:nvSpPr>
            <p:cNvPr id="90" name="Rectangle 22"/>
            <p:cNvSpPr>
              <a:spLocks noChangeArrowheads="1"/>
            </p:cNvSpPr>
            <p:nvPr/>
          </p:nvSpPr>
          <p:spPr bwMode="auto">
            <a:xfrm>
              <a:off x="4069599" y="5562078"/>
              <a:ext cx="177319" cy="178976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1" name="TextBox 66"/>
            <p:cNvSpPr txBox="1"/>
            <p:nvPr/>
          </p:nvSpPr>
          <p:spPr>
            <a:xfrm>
              <a:off x="4228839" y="5482289"/>
              <a:ext cx="588500" cy="335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b="1">
                  <a:solidFill>
                    <a:schemeClr val="tx2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15%</a:t>
              </a:r>
              <a:endParaRPr lang="en-US" sz="1700" b="1">
                <a:solidFill>
                  <a:schemeClr val="tx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2" name="Group 86"/>
          <p:cNvGrpSpPr/>
          <p:nvPr/>
        </p:nvGrpSpPr>
        <p:grpSpPr>
          <a:xfrm>
            <a:off x="5269105" y="5778886"/>
            <a:ext cx="787028" cy="353943"/>
            <a:chOff x="5144287" y="5482289"/>
            <a:chExt cx="746220" cy="335609"/>
          </a:xfrm>
        </p:grpSpPr>
        <p:sp>
          <p:nvSpPr>
            <p:cNvPr id="93" name="Rectangle 22"/>
            <p:cNvSpPr>
              <a:spLocks noChangeArrowheads="1"/>
            </p:cNvSpPr>
            <p:nvPr/>
          </p:nvSpPr>
          <p:spPr bwMode="auto">
            <a:xfrm>
              <a:off x="5144287" y="5562078"/>
              <a:ext cx="177319" cy="178976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4" name="TextBox 71"/>
            <p:cNvSpPr txBox="1"/>
            <p:nvPr/>
          </p:nvSpPr>
          <p:spPr>
            <a:xfrm>
              <a:off x="5303527" y="5482289"/>
              <a:ext cx="586980" cy="335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b="1">
                  <a:solidFill>
                    <a:schemeClr val="tx2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20%</a:t>
              </a:r>
              <a:endParaRPr lang="en-US" sz="1700" b="1">
                <a:solidFill>
                  <a:schemeClr val="tx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5" name="Group 87"/>
          <p:cNvGrpSpPr/>
          <p:nvPr/>
        </p:nvGrpSpPr>
        <p:grpSpPr>
          <a:xfrm>
            <a:off x="6246054" y="5778886"/>
            <a:ext cx="788631" cy="353943"/>
            <a:chOff x="5903654" y="5482289"/>
            <a:chExt cx="747740" cy="335609"/>
          </a:xfrm>
        </p:grpSpPr>
        <p:sp>
          <p:nvSpPr>
            <p:cNvPr id="96" name="Rectangle 22"/>
            <p:cNvSpPr>
              <a:spLocks noChangeArrowheads="1"/>
            </p:cNvSpPr>
            <p:nvPr/>
          </p:nvSpPr>
          <p:spPr bwMode="auto">
            <a:xfrm>
              <a:off x="5903654" y="5562078"/>
              <a:ext cx="177319" cy="178976"/>
            </a:xfrm>
            <a:prstGeom prst="rect">
              <a:avLst/>
            </a:pr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7" name="TextBox 73"/>
            <p:cNvSpPr txBox="1"/>
            <p:nvPr/>
          </p:nvSpPr>
          <p:spPr>
            <a:xfrm>
              <a:off x="6062894" y="5482289"/>
              <a:ext cx="588500" cy="335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b="1">
                  <a:solidFill>
                    <a:schemeClr val="tx2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25%</a:t>
              </a:r>
              <a:endParaRPr lang="en-US" sz="1700" b="1">
                <a:solidFill>
                  <a:schemeClr val="tx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8" name="Group 88"/>
          <p:cNvGrpSpPr/>
          <p:nvPr/>
        </p:nvGrpSpPr>
        <p:grpSpPr>
          <a:xfrm>
            <a:off x="7223009" y="5778886"/>
            <a:ext cx="783822" cy="353943"/>
            <a:chOff x="6848483" y="5482289"/>
            <a:chExt cx="743180" cy="335609"/>
          </a:xfrm>
        </p:grpSpPr>
        <p:sp>
          <p:nvSpPr>
            <p:cNvPr id="99" name="Rectangle 22"/>
            <p:cNvSpPr>
              <a:spLocks noChangeArrowheads="1"/>
            </p:cNvSpPr>
            <p:nvPr/>
          </p:nvSpPr>
          <p:spPr bwMode="auto">
            <a:xfrm>
              <a:off x="6848483" y="5562078"/>
              <a:ext cx="177319" cy="178976"/>
            </a:xfrm>
            <a:prstGeom prst="rect">
              <a:avLst/>
            </a:pr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00" name="TextBox 75"/>
            <p:cNvSpPr txBox="1"/>
            <p:nvPr/>
          </p:nvSpPr>
          <p:spPr>
            <a:xfrm>
              <a:off x="7007723" y="5482289"/>
              <a:ext cx="583940" cy="335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00" b="1">
                  <a:solidFill>
                    <a:schemeClr val="tx2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30%</a:t>
              </a:r>
              <a:endParaRPr lang="en-US" sz="1700" b="1">
                <a:solidFill>
                  <a:schemeClr val="tx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5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6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5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 animBg="1"/>
      <p:bldP spid="60" grpId="0" animBg="1"/>
      <p:bldP spid="61" grpId="0"/>
      <p:bldP spid="62" grpId="0"/>
      <p:bldP spid="63" grpId="0" animBg="1"/>
      <p:bldP spid="64" grpId="0"/>
      <p:bldP spid="65" grpId="0"/>
      <p:bldP spid="66" grpId="0" animBg="1"/>
      <p:bldP spid="67" grpId="0"/>
      <p:bldP spid="68" grpId="0"/>
      <p:bldP spid="69" grpId="0" animBg="1"/>
      <p:bldP spid="70" grpId="0"/>
      <p:bldP spid="71" grpId="0" animBg="1"/>
      <p:bldP spid="72" grpId="0" animBg="1"/>
      <p:bldP spid="7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15" name="任意多边形 14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F688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535620" y="333508"/>
            <a:ext cx="2810850" cy="620594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0" y="362842"/>
            <a:ext cx="635459" cy="589581"/>
            <a:chOff x="445380" y="344047"/>
            <a:chExt cx="602509" cy="559040"/>
          </a:xfrm>
          <a:solidFill>
            <a:srgbClr val="0099B4"/>
          </a:solidFill>
        </p:grpSpPr>
        <p:sp>
          <p:nvSpPr>
            <p:cNvPr id="19" name="矩形 18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3311" y="377787"/>
              <a:ext cx="59457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859631" y="1803140"/>
            <a:ext cx="3879392" cy="462086"/>
            <a:chOff x="179512" y="2794116"/>
            <a:chExt cx="3240360" cy="328796"/>
          </a:xfrm>
          <a:solidFill>
            <a:srgbClr val="0099B4"/>
          </a:solidFill>
        </p:grpSpPr>
        <p:sp>
          <p:nvSpPr>
            <p:cNvPr id="10" name="矩形 9"/>
            <p:cNvSpPr/>
            <p:nvPr/>
          </p:nvSpPr>
          <p:spPr>
            <a:xfrm>
              <a:off x="179512" y="2796499"/>
              <a:ext cx="3240360" cy="3264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" name="文本框 11"/>
            <p:cNvSpPr txBox="1"/>
            <p:nvPr/>
          </p:nvSpPr>
          <p:spPr>
            <a:xfrm>
              <a:off x="250837" y="2794116"/>
              <a:ext cx="1604096" cy="322839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300" b="1" dirty="0">
                  <a:solidFill>
                    <a:schemeClr val="bg1">
                      <a:lumMod val="9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1    </a:t>
              </a:r>
              <a:r>
                <a:rPr lang="zh-CN" altLang="en-US" sz="2300" b="1" dirty="0">
                  <a:solidFill>
                    <a:schemeClr val="bg1">
                      <a:lumMod val="9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以人为本</a:t>
              </a:r>
              <a:endParaRPr lang="zh-CN" altLang="en-US" sz="2300" b="1" dirty="0">
                <a:solidFill>
                  <a:schemeClr val="bg1">
                    <a:lumMod val="9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812751" y="2338893"/>
            <a:ext cx="4090356" cy="886821"/>
          </a:xfrm>
          <a:prstGeom prst="rect">
            <a:avLst/>
          </a:prstGeom>
        </p:spPr>
        <p:txBody>
          <a:bodyPr lIns="96433" tIns="48216" rIns="96433" bIns="48216">
            <a:spAutoFit/>
          </a:bodyPr>
          <a:lstStyle/>
          <a:p>
            <a:pPr defTabSz="964565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在此录入上述图表的综合分析说明，在此录入上述图表的综合分析说明，在此录入上述图表的综合分析说明。</a:t>
            </a:r>
            <a:endParaRPr lang="zh-CN" altLang="en-US" sz="15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 bwMode="auto">
          <a:xfrm>
            <a:off x="859631" y="3557728"/>
            <a:ext cx="3879392" cy="462086"/>
            <a:chOff x="179512" y="2794116"/>
            <a:chExt cx="3240360" cy="328796"/>
          </a:xfrm>
          <a:solidFill>
            <a:srgbClr val="F68808"/>
          </a:solidFill>
        </p:grpSpPr>
        <p:sp>
          <p:nvSpPr>
            <p:cNvPr id="21" name="矩形 20"/>
            <p:cNvSpPr/>
            <p:nvPr/>
          </p:nvSpPr>
          <p:spPr>
            <a:xfrm>
              <a:off x="179512" y="2796499"/>
              <a:ext cx="3240360" cy="3264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2" name="文本框 11"/>
            <p:cNvSpPr txBox="1"/>
            <p:nvPr/>
          </p:nvSpPr>
          <p:spPr>
            <a:xfrm>
              <a:off x="250837" y="2794116"/>
              <a:ext cx="1604096" cy="322839"/>
            </a:xfrm>
            <a:prstGeom prst="rect">
              <a:avLst/>
            </a:prstGeom>
            <a:grpFill/>
            <a:ln>
              <a:noFill/>
            </a:ln>
          </p:spPr>
          <p:txBody>
            <a:bodyPr wrap="none">
              <a:spAutoFit/>
            </a:bodyPr>
            <a:lstStyle/>
            <a:p>
              <a:pPr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300" b="1" dirty="0">
                  <a:solidFill>
                    <a:schemeClr val="bg1">
                      <a:lumMod val="9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2    </a:t>
              </a:r>
              <a:r>
                <a:rPr lang="zh-CN" altLang="en-US" sz="2300" b="1" dirty="0">
                  <a:solidFill>
                    <a:schemeClr val="bg1">
                      <a:lumMod val="9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勇于创新</a:t>
              </a:r>
              <a:endParaRPr lang="zh-CN" altLang="en-US" sz="2300" b="1" dirty="0">
                <a:solidFill>
                  <a:schemeClr val="bg1">
                    <a:lumMod val="9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812751" y="4093479"/>
            <a:ext cx="4090356" cy="596356"/>
          </a:xfrm>
          <a:prstGeom prst="rect">
            <a:avLst/>
          </a:prstGeom>
        </p:spPr>
        <p:txBody>
          <a:bodyPr lIns="96433" tIns="48216" rIns="96433" bIns="48216">
            <a:spAutoFit/>
          </a:bodyPr>
          <a:lstStyle/>
          <a:p>
            <a:pPr defTabSz="964565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在此录入上述图表的综合分析说明，在此录入上述图表的综合分析说明。</a:t>
            </a:r>
            <a:endParaRPr lang="zh-CN" altLang="en-US" sz="15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 bwMode="auto">
          <a:xfrm>
            <a:off x="859631" y="5036067"/>
            <a:ext cx="3879392" cy="462086"/>
            <a:chOff x="179512" y="2794116"/>
            <a:chExt cx="3240360" cy="328796"/>
          </a:xfrm>
          <a:solidFill>
            <a:srgbClr val="0099B4"/>
          </a:solidFill>
        </p:grpSpPr>
        <p:sp>
          <p:nvSpPr>
            <p:cNvPr id="25" name="矩形 24"/>
            <p:cNvSpPr/>
            <p:nvPr/>
          </p:nvSpPr>
          <p:spPr>
            <a:xfrm>
              <a:off x="179512" y="2796499"/>
              <a:ext cx="3240360" cy="32641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5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6" name="文本框 11"/>
            <p:cNvSpPr txBox="1"/>
            <p:nvPr/>
          </p:nvSpPr>
          <p:spPr>
            <a:xfrm>
              <a:off x="250837" y="2794116"/>
              <a:ext cx="1604096" cy="32284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300" b="1" dirty="0">
                  <a:solidFill>
                    <a:schemeClr val="bg1">
                      <a:lumMod val="9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3    </a:t>
              </a:r>
              <a:r>
                <a:rPr lang="zh-CN" altLang="en-US" sz="2300" b="1" dirty="0">
                  <a:solidFill>
                    <a:schemeClr val="bg1">
                      <a:lumMod val="9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精益求精</a:t>
              </a:r>
              <a:endParaRPr lang="zh-CN" altLang="en-US" sz="2300" b="1" dirty="0">
                <a:solidFill>
                  <a:schemeClr val="bg1">
                    <a:lumMod val="9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812751" y="5571820"/>
            <a:ext cx="4090356" cy="886821"/>
          </a:xfrm>
          <a:prstGeom prst="rect">
            <a:avLst/>
          </a:prstGeom>
        </p:spPr>
        <p:txBody>
          <a:bodyPr lIns="96433" tIns="48216" rIns="96433" bIns="48216">
            <a:spAutoFit/>
          </a:bodyPr>
          <a:lstStyle/>
          <a:p>
            <a:pPr defTabSz="964565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在此录入上述图表的综合分析说明，在此录入上述图表的综合分析说明，在此录入上述图表的综合分析说明。</a:t>
            </a:r>
            <a:endParaRPr lang="zh-CN" altLang="en-US" sz="15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05239" y="1803140"/>
            <a:ext cx="6769634" cy="4526096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5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5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3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15" name="任意多边形 14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F688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535620" y="333508"/>
            <a:ext cx="2810850" cy="620594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0" y="362842"/>
            <a:ext cx="635459" cy="589581"/>
            <a:chOff x="445380" y="344047"/>
            <a:chExt cx="602509" cy="559040"/>
          </a:xfrm>
          <a:solidFill>
            <a:srgbClr val="0099B4"/>
          </a:solidFill>
        </p:grpSpPr>
        <p:sp>
          <p:nvSpPr>
            <p:cNvPr id="19" name="矩形 18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3311" y="377787"/>
              <a:ext cx="59457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1" name="Rectangle 9"/>
          <p:cNvSpPr/>
          <p:nvPr/>
        </p:nvSpPr>
        <p:spPr>
          <a:xfrm>
            <a:off x="0" y="4620860"/>
            <a:ext cx="12872145" cy="8572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anchor="ctr"/>
          <a:lstStyle/>
          <a:p>
            <a:pPr algn="ctr" defTabSz="964565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40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2" name="Rectangle 11"/>
          <p:cNvSpPr/>
          <p:nvPr/>
        </p:nvSpPr>
        <p:spPr>
          <a:xfrm>
            <a:off x="-13394" y="4620860"/>
            <a:ext cx="12895585" cy="719917"/>
          </a:xfrm>
          <a:prstGeom prst="rect">
            <a:avLst/>
          </a:prstGeom>
          <a:solidFill>
            <a:srgbClr val="0099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anchor="ctr"/>
          <a:lstStyle/>
          <a:p>
            <a:pPr algn="ctr" defTabSz="964565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40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 bwMode="auto">
          <a:xfrm>
            <a:off x="4564187" y="2263551"/>
            <a:ext cx="3730377" cy="2250158"/>
            <a:chOff x="4388285" y="2049378"/>
            <a:chExt cx="3536515" cy="2133600"/>
          </a:xfrm>
        </p:grpSpPr>
        <p:pic>
          <p:nvPicPr>
            <p:cNvPr id="44" name="Picture 4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4388285" y="2049378"/>
              <a:ext cx="3536515" cy="2133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" name="Rectangle 18"/>
            <p:cNvSpPr/>
            <p:nvPr/>
          </p:nvSpPr>
          <p:spPr>
            <a:xfrm>
              <a:off x="4907334" y="2304966"/>
              <a:ext cx="2450799" cy="1530350"/>
            </a:xfrm>
            <a:prstGeom prst="rect">
              <a:avLst/>
            </a:prstGeom>
            <a:blipFill>
              <a:blip r:embed="rId2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4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 bwMode="auto">
          <a:xfrm>
            <a:off x="922549" y="2263551"/>
            <a:ext cx="3728702" cy="2250158"/>
            <a:chOff x="629088" y="2049378"/>
            <a:chExt cx="3536515" cy="2133600"/>
          </a:xfrm>
        </p:grpSpPr>
        <p:pic>
          <p:nvPicPr>
            <p:cNvPr id="47" name="Picture 3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629088" y="2049378"/>
              <a:ext cx="3536515" cy="2133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8" name="Rectangle 19"/>
            <p:cNvSpPr/>
            <p:nvPr/>
          </p:nvSpPr>
          <p:spPr>
            <a:xfrm>
              <a:off x="1153134" y="2304966"/>
              <a:ext cx="2451899" cy="1530350"/>
            </a:xfrm>
            <a:prstGeom prst="rect">
              <a:avLst/>
            </a:prstGeom>
            <a:blipFill>
              <a:blip r:embed="rId3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4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 bwMode="auto">
          <a:xfrm>
            <a:off x="8207500" y="2263551"/>
            <a:ext cx="3728703" cy="2250158"/>
            <a:chOff x="8233332" y="2049378"/>
            <a:chExt cx="3536515" cy="2133600"/>
          </a:xfrm>
        </p:grpSpPr>
        <p:pic>
          <p:nvPicPr>
            <p:cNvPr id="50" name="Picture 5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8233332" y="2049378"/>
              <a:ext cx="3536515" cy="2133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" name="Rectangle 20"/>
            <p:cNvSpPr/>
            <p:nvPr/>
          </p:nvSpPr>
          <p:spPr>
            <a:xfrm>
              <a:off x="8749438" y="2304966"/>
              <a:ext cx="2450310" cy="1530350"/>
            </a:xfrm>
            <a:prstGeom prst="rect">
              <a:avLst/>
            </a:prstGeom>
            <a:blipFill>
              <a:blip r:embed="rId4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64565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4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52" name="矩形 51"/>
          <p:cNvSpPr>
            <a:spLocks noChangeArrowheads="1"/>
          </p:cNvSpPr>
          <p:nvPr/>
        </p:nvSpPr>
        <p:spPr bwMode="auto">
          <a:xfrm>
            <a:off x="1388009" y="1536939"/>
            <a:ext cx="10117894" cy="666881"/>
          </a:xfrm>
          <a:prstGeom prst="rect">
            <a:avLst/>
          </a:prstGeom>
          <a:noFill/>
          <a:ln>
            <a:noFill/>
          </a:ln>
        </p:spPr>
        <p:txBody>
          <a:bodyPr lIns="96423" tIns="48212" rIns="96423" bIns="4821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algn="ctr" defTabSz="964565" fontAlgn="auto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点击在此录入上述图表的综合描述说明，在此录入上述图表的综合描述说明。在此录入上述图表的综合描述说明，在此录入上述图表的综合描述说明，在此录入上述图表的综合描述说明。</a:t>
            </a:r>
            <a:endParaRPr lang="zh-CN" altLang="en-US" sz="15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099443" y="4736955"/>
            <a:ext cx="1374539" cy="451309"/>
          </a:xfrm>
          <a:prstGeom prst="rect">
            <a:avLst/>
          </a:prstGeom>
        </p:spPr>
        <p:txBody>
          <a:bodyPr wrap="none" lIns="96423" tIns="48212" rIns="96423" bIns="48212">
            <a:spAutoFit/>
          </a:bodyPr>
          <a:lstStyle/>
          <a:p>
            <a:pPr algn="ctr" defTabSz="96456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300" b="1" dirty="0" smtClean="0">
                <a:solidFill>
                  <a:schemeClr val="bg1">
                    <a:lumMod val="95000"/>
                  </a:schemeClr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教育项目</a:t>
            </a:r>
            <a:endParaRPr lang="en-US" altLang="zh-CN" sz="2300" b="1" dirty="0">
              <a:solidFill>
                <a:schemeClr val="bg1">
                  <a:lumMod val="95000"/>
                </a:schemeClr>
              </a:solidFill>
              <a:effectLst>
                <a:reflection blurRad="6350" stA="55000" endA="50" endPos="85000" dist="29997" dir="5400000" sy="-100000" algn="bl" rotWithShape="0"/>
              </a:effectLst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4" name="矩形 47"/>
          <p:cNvSpPr>
            <a:spLocks noChangeArrowheads="1"/>
          </p:cNvSpPr>
          <p:nvPr/>
        </p:nvSpPr>
        <p:spPr bwMode="auto">
          <a:xfrm>
            <a:off x="1558789" y="5409420"/>
            <a:ext cx="2456222" cy="1297694"/>
          </a:xfrm>
          <a:prstGeom prst="rect">
            <a:avLst/>
          </a:prstGeom>
          <a:noFill/>
          <a:ln>
            <a:noFill/>
          </a:ln>
        </p:spPr>
        <p:txBody>
          <a:bodyPr lIns="96423" tIns="48212" rIns="96423" bIns="4821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algn="ctr" defTabSz="964565" fontAlgn="auto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在此录入上述图表的描述说明，在此录入上述图表的描述说明，在此录入上述图表的描述说明。</a:t>
            </a:r>
            <a:endParaRPr lang="zh-CN" altLang="en-US" sz="15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742106" y="4736955"/>
            <a:ext cx="1374539" cy="451309"/>
          </a:xfrm>
          <a:prstGeom prst="rect">
            <a:avLst/>
          </a:prstGeom>
        </p:spPr>
        <p:txBody>
          <a:bodyPr wrap="none" lIns="96423" tIns="48212" rIns="96423" bIns="48212">
            <a:spAutoFit/>
          </a:bodyPr>
          <a:lstStyle/>
          <a:p>
            <a:pPr algn="ctr" defTabSz="96456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300" b="1" dirty="0">
                <a:solidFill>
                  <a:schemeClr val="bg1">
                    <a:lumMod val="95000"/>
                  </a:schemeClr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教育项目</a:t>
            </a:r>
            <a:endParaRPr lang="en-US" altLang="zh-CN" sz="2300" b="1" dirty="0">
              <a:solidFill>
                <a:schemeClr val="bg1">
                  <a:lumMod val="95000"/>
                </a:schemeClr>
              </a:solidFill>
              <a:effectLst>
                <a:reflection blurRad="6350" stA="55000" endA="50" endPos="85000" dist="29997" dir="5400000" sy="-100000" algn="bl" rotWithShape="0"/>
              </a:effectLst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6" name="矩形 47"/>
          <p:cNvSpPr>
            <a:spLocks noChangeArrowheads="1"/>
          </p:cNvSpPr>
          <p:nvPr/>
        </p:nvSpPr>
        <p:spPr bwMode="auto">
          <a:xfrm>
            <a:off x="5202102" y="5409420"/>
            <a:ext cx="2454548" cy="1297694"/>
          </a:xfrm>
          <a:prstGeom prst="rect">
            <a:avLst/>
          </a:prstGeom>
          <a:noFill/>
          <a:ln>
            <a:noFill/>
          </a:ln>
        </p:spPr>
        <p:txBody>
          <a:bodyPr lIns="96423" tIns="48212" rIns="96423" bIns="4821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algn="ctr" defTabSz="964565" fontAlgn="auto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在此录入上述图表的描述说明，在此录入上述图表的描述说明，在此录入上述图表的描述说明。</a:t>
            </a:r>
            <a:endParaRPr lang="zh-CN" altLang="en-US" sz="15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384769" y="4736955"/>
            <a:ext cx="1374539" cy="451309"/>
          </a:xfrm>
          <a:prstGeom prst="rect">
            <a:avLst/>
          </a:prstGeom>
        </p:spPr>
        <p:txBody>
          <a:bodyPr wrap="none" lIns="96423" tIns="48212" rIns="96423" bIns="48212">
            <a:spAutoFit/>
          </a:bodyPr>
          <a:lstStyle/>
          <a:p>
            <a:pPr algn="ctr" defTabSz="96456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300" b="1" dirty="0">
                <a:solidFill>
                  <a:schemeClr val="bg1">
                    <a:lumMod val="95000"/>
                  </a:schemeClr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教育项目</a:t>
            </a:r>
            <a:endParaRPr lang="en-US" altLang="zh-CN" sz="2300" b="1" dirty="0">
              <a:solidFill>
                <a:schemeClr val="bg1">
                  <a:lumMod val="95000"/>
                </a:schemeClr>
              </a:solidFill>
              <a:effectLst>
                <a:reflection blurRad="6350" stA="55000" endA="50" endPos="85000" dist="29997" dir="5400000" sy="-100000" algn="bl" rotWithShape="0"/>
              </a:effectLst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8" name="矩形 47"/>
          <p:cNvSpPr>
            <a:spLocks noChangeArrowheads="1"/>
          </p:cNvSpPr>
          <p:nvPr/>
        </p:nvSpPr>
        <p:spPr bwMode="auto">
          <a:xfrm>
            <a:off x="8843740" y="5409420"/>
            <a:ext cx="2456223" cy="1297694"/>
          </a:xfrm>
          <a:prstGeom prst="rect">
            <a:avLst/>
          </a:prstGeom>
          <a:noFill/>
          <a:ln>
            <a:noFill/>
          </a:ln>
        </p:spPr>
        <p:txBody>
          <a:bodyPr lIns="96423" tIns="48212" rIns="96423" bIns="4821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algn="ctr" defTabSz="964565" fontAlgn="auto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在此录入上述图表的描述说明，在此录入上述图表的描述说明，在此录入上述图表的描述说明。</a:t>
            </a:r>
            <a:endParaRPr lang="zh-CN" altLang="en-US" sz="15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52" grpId="0"/>
      <p:bldP spid="54" grpId="0"/>
      <p:bldP spid="56" grpId="0"/>
      <p:bldP spid="5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15" name="任意多边形 14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F688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535620" y="333508"/>
            <a:ext cx="2810850" cy="620594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0" y="362842"/>
            <a:ext cx="635459" cy="589581"/>
            <a:chOff x="445380" y="344047"/>
            <a:chExt cx="602509" cy="559040"/>
          </a:xfrm>
          <a:solidFill>
            <a:srgbClr val="0099B4"/>
          </a:solidFill>
        </p:grpSpPr>
        <p:sp>
          <p:nvSpPr>
            <p:cNvPr id="19" name="矩形 18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3311" y="377787"/>
              <a:ext cx="59457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" r="259" b="26680"/>
          <a:stretch>
            <a:fillRect/>
          </a:stretch>
        </p:blipFill>
        <p:spPr>
          <a:xfrm>
            <a:off x="0" y="2680222"/>
            <a:ext cx="12858750" cy="4608728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9666720" y="1542292"/>
            <a:ext cx="2051922" cy="4030919"/>
            <a:chOff x="9666720" y="1542292"/>
            <a:chExt cx="2051922" cy="4030919"/>
          </a:xfrm>
        </p:grpSpPr>
        <p:sp>
          <p:nvSpPr>
            <p:cNvPr id="13" name="矩形 12"/>
            <p:cNvSpPr/>
            <p:nvPr/>
          </p:nvSpPr>
          <p:spPr>
            <a:xfrm rot="5400000">
              <a:off x="8677221" y="2531791"/>
              <a:ext cx="4030919" cy="2051922"/>
            </a:xfrm>
            <a:prstGeom prst="rect">
              <a:avLst/>
            </a:prstGeom>
            <a:solidFill>
              <a:srgbClr val="0099B4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0399196" y="1763130"/>
              <a:ext cx="638316" cy="5467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955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04</a:t>
              </a:r>
              <a:endParaRPr lang="zh-CN" altLang="en-US" sz="2955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9813751" y="3832349"/>
              <a:ext cx="1772648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您的内容打在这里，或者通过复制您的文本后，在此框中选择粘贴您的内容打在这里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，</a:t>
              </a:r>
              <a:endParaRPr lang="en-US" altLang="zh-CN" sz="14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10291404" y="2892087"/>
              <a:ext cx="694760" cy="692253"/>
              <a:chOff x="5287964" y="2994026"/>
              <a:chExt cx="879475" cy="876300"/>
            </a:xfrm>
            <a:solidFill>
              <a:schemeClr val="bg1"/>
            </a:solidFill>
          </p:grpSpPr>
          <p:sp>
            <p:nvSpPr>
              <p:cNvPr id="38" name="Freeform 75"/>
              <p:cNvSpPr>
                <a:spLocks noEditPoints="1"/>
              </p:cNvSpPr>
              <p:nvPr/>
            </p:nvSpPr>
            <p:spPr bwMode="auto">
              <a:xfrm>
                <a:off x="5287964" y="3076576"/>
                <a:ext cx="796925" cy="793750"/>
              </a:xfrm>
              <a:custGeom>
                <a:avLst/>
                <a:gdLst>
                  <a:gd name="T0" fmla="*/ 105 w 211"/>
                  <a:gd name="T1" fmla="*/ 211 h 211"/>
                  <a:gd name="T2" fmla="*/ 211 w 211"/>
                  <a:gd name="T3" fmla="*/ 106 h 211"/>
                  <a:gd name="T4" fmla="*/ 198 w 211"/>
                  <a:gd name="T5" fmla="*/ 56 h 211"/>
                  <a:gd name="T6" fmla="*/ 196 w 211"/>
                  <a:gd name="T7" fmla="*/ 56 h 211"/>
                  <a:gd name="T8" fmla="*/ 194 w 211"/>
                  <a:gd name="T9" fmla="*/ 56 h 211"/>
                  <a:gd name="T10" fmla="*/ 181 w 211"/>
                  <a:gd name="T11" fmla="*/ 55 h 211"/>
                  <a:gd name="T12" fmla="*/ 171 w 211"/>
                  <a:gd name="T13" fmla="*/ 65 h 211"/>
                  <a:gd name="T14" fmla="*/ 183 w 211"/>
                  <a:gd name="T15" fmla="*/ 106 h 211"/>
                  <a:gd name="T16" fmla="*/ 105 w 211"/>
                  <a:gd name="T17" fmla="*/ 183 h 211"/>
                  <a:gd name="T18" fmla="*/ 28 w 211"/>
                  <a:gd name="T19" fmla="*/ 106 h 211"/>
                  <a:gd name="T20" fmla="*/ 105 w 211"/>
                  <a:gd name="T21" fmla="*/ 28 h 211"/>
                  <a:gd name="T22" fmla="*/ 146 w 211"/>
                  <a:gd name="T23" fmla="*/ 40 h 211"/>
                  <a:gd name="T24" fmla="*/ 155 w 211"/>
                  <a:gd name="T25" fmla="*/ 31 h 211"/>
                  <a:gd name="T26" fmla="*/ 154 w 211"/>
                  <a:gd name="T27" fmla="*/ 16 h 211"/>
                  <a:gd name="T28" fmla="*/ 154 w 211"/>
                  <a:gd name="T29" fmla="*/ 12 h 211"/>
                  <a:gd name="T30" fmla="*/ 105 w 211"/>
                  <a:gd name="T31" fmla="*/ 0 h 211"/>
                  <a:gd name="T32" fmla="*/ 0 w 211"/>
                  <a:gd name="T33" fmla="*/ 106 h 211"/>
                  <a:gd name="T34" fmla="*/ 105 w 211"/>
                  <a:gd name="T35" fmla="*/ 211 h 211"/>
                  <a:gd name="T36" fmla="*/ 105 w 211"/>
                  <a:gd name="T37" fmla="*/ 211 h 211"/>
                  <a:gd name="T38" fmla="*/ 105 w 211"/>
                  <a:gd name="T39" fmla="*/ 211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11" h="211">
                    <a:moveTo>
                      <a:pt x="105" y="211"/>
                    </a:moveTo>
                    <a:cubicBezTo>
                      <a:pt x="164" y="211"/>
                      <a:pt x="211" y="164"/>
                      <a:pt x="211" y="106"/>
                    </a:cubicBezTo>
                    <a:cubicBezTo>
                      <a:pt x="211" y="88"/>
                      <a:pt x="206" y="71"/>
                      <a:pt x="198" y="56"/>
                    </a:cubicBezTo>
                    <a:cubicBezTo>
                      <a:pt x="198" y="56"/>
                      <a:pt x="197" y="56"/>
                      <a:pt x="196" y="56"/>
                    </a:cubicBezTo>
                    <a:cubicBezTo>
                      <a:pt x="195" y="56"/>
                      <a:pt x="195" y="56"/>
                      <a:pt x="194" y="56"/>
                    </a:cubicBezTo>
                    <a:cubicBezTo>
                      <a:pt x="181" y="55"/>
                      <a:pt x="181" y="55"/>
                      <a:pt x="181" y="55"/>
                    </a:cubicBezTo>
                    <a:cubicBezTo>
                      <a:pt x="171" y="65"/>
                      <a:pt x="171" y="65"/>
                      <a:pt x="171" y="65"/>
                    </a:cubicBezTo>
                    <a:cubicBezTo>
                      <a:pt x="179" y="77"/>
                      <a:pt x="183" y="91"/>
                      <a:pt x="183" y="106"/>
                    </a:cubicBezTo>
                    <a:cubicBezTo>
                      <a:pt x="183" y="149"/>
                      <a:pt x="148" y="183"/>
                      <a:pt x="105" y="183"/>
                    </a:cubicBezTo>
                    <a:cubicBezTo>
                      <a:pt x="62" y="183"/>
                      <a:pt x="28" y="149"/>
                      <a:pt x="28" y="106"/>
                    </a:cubicBezTo>
                    <a:cubicBezTo>
                      <a:pt x="28" y="63"/>
                      <a:pt x="62" y="28"/>
                      <a:pt x="105" y="28"/>
                    </a:cubicBezTo>
                    <a:cubicBezTo>
                      <a:pt x="120" y="28"/>
                      <a:pt x="134" y="32"/>
                      <a:pt x="146" y="40"/>
                    </a:cubicBezTo>
                    <a:cubicBezTo>
                      <a:pt x="155" y="31"/>
                      <a:pt x="155" y="31"/>
                      <a:pt x="155" y="31"/>
                    </a:cubicBezTo>
                    <a:cubicBezTo>
                      <a:pt x="154" y="16"/>
                      <a:pt x="154" y="16"/>
                      <a:pt x="154" y="16"/>
                    </a:cubicBezTo>
                    <a:cubicBezTo>
                      <a:pt x="154" y="14"/>
                      <a:pt x="154" y="13"/>
                      <a:pt x="154" y="12"/>
                    </a:cubicBezTo>
                    <a:cubicBezTo>
                      <a:pt x="139" y="5"/>
                      <a:pt x="123" y="0"/>
                      <a:pt x="105" y="0"/>
                    </a:cubicBezTo>
                    <a:cubicBezTo>
                      <a:pt x="47" y="0"/>
                      <a:pt x="0" y="48"/>
                      <a:pt x="0" y="106"/>
                    </a:cubicBezTo>
                    <a:cubicBezTo>
                      <a:pt x="0" y="164"/>
                      <a:pt x="47" y="211"/>
                      <a:pt x="105" y="211"/>
                    </a:cubicBezTo>
                    <a:close/>
                    <a:moveTo>
                      <a:pt x="105" y="211"/>
                    </a:moveTo>
                    <a:cubicBezTo>
                      <a:pt x="105" y="211"/>
                      <a:pt x="105" y="211"/>
                      <a:pt x="105" y="21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6435" tIns="48218" rIns="96435" bIns="48218" numCol="1" anchor="t" anchorCtr="0" compatLnSpc="1"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9" name="Freeform 76"/>
              <p:cNvSpPr>
                <a:spLocks noEditPoints="1"/>
              </p:cNvSpPr>
              <p:nvPr/>
            </p:nvSpPr>
            <p:spPr bwMode="auto">
              <a:xfrm>
                <a:off x="5487989" y="3279776"/>
                <a:ext cx="392113" cy="392113"/>
              </a:xfrm>
              <a:custGeom>
                <a:avLst/>
                <a:gdLst>
                  <a:gd name="T0" fmla="*/ 52 w 104"/>
                  <a:gd name="T1" fmla="*/ 25 h 104"/>
                  <a:gd name="T2" fmla="*/ 54 w 104"/>
                  <a:gd name="T3" fmla="*/ 25 h 104"/>
                  <a:gd name="T4" fmla="*/ 74 w 104"/>
                  <a:gd name="T5" fmla="*/ 5 h 104"/>
                  <a:gd name="T6" fmla="*/ 74 w 104"/>
                  <a:gd name="T7" fmla="*/ 5 h 104"/>
                  <a:gd name="T8" fmla="*/ 52 w 104"/>
                  <a:gd name="T9" fmla="*/ 0 h 104"/>
                  <a:gd name="T10" fmla="*/ 0 w 104"/>
                  <a:gd name="T11" fmla="*/ 52 h 104"/>
                  <a:gd name="T12" fmla="*/ 52 w 104"/>
                  <a:gd name="T13" fmla="*/ 104 h 104"/>
                  <a:gd name="T14" fmla="*/ 104 w 104"/>
                  <a:gd name="T15" fmla="*/ 52 h 104"/>
                  <a:gd name="T16" fmla="*/ 99 w 104"/>
                  <a:gd name="T17" fmla="*/ 30 h 104"/>
                  <a:gd name="T18" fmla="*/ 99 w 104"/>
                  <a:gd name="T19" fmla="*/ 30 h 104"/>
                  <a:gd name="T20" fmla="*/ 79 w 104"/>
                  <a:gd name="T21" fmla="*/ 50 h 104"/>
                  <a:gd name="T22" fmla="*/ 79 w 104"/>
                  <a:gd name="T23" fmla="*/ 52 h 104"/>
                  <a:gd name="T24" fmla="*/ 52 w 104"/>
                  <a:gd name="T25" fmla="*/ 79 h 104"/>
                  <a:gd name="T26" fmla="*/ 25 w 104"/>
                  <a:gd name="T27" fmla="*/ 52 h 104"/>
                  <a:gd name="T28" fmla="*/ 52 w 104"/>
                  <a:gd name="T29" fmla="*/ 25 h 104"/>
                  <a:gd name="T30" fmla="*/ 52 w 104"/>
                  <a:gd name="T31" fmla="*/ 25 h 104"/>
                  <a:gd name="T32" fmla="*/ 52 w 104"/>
                  <a:gd name="T33" fmla="*/ 25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4" h="104">
                    <a:moveTo>
                      <a:pt x="52" y="25"/>
                    </a:moveTo>
                    <a:cubicBezTo>
                      <a:pt x="53" y="25"/>
                      <a:pt x="54" y="25"/>
                      <a:pt x="54" y="25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74" y="5"/>
                      <a:pt x="74" y="5"/>
                      <a:pt x="74" y="5"/>
                    </a:cubicBezTo>
                    <a:cubicBezTo>
                      <a:pt x="68" y="2"/>
                      <a:pt x="60" y="0"/>
                      <a:pt x="52" y="0"/>
                    </a:cubicBezTo>
                    <a:cubicBezTo>
                      <a:pt x="24" y="0"/>
                      <a:pt x="0" y="23"/>
                      <a:pt x="0" y="52"/>
                    </a:cubicBezTo>
                    <a:cubicBezTo>
                      <a:pt x="0" y="81"/>
                      <a:pt x="24" y="104"/>
                      <a:pt x="52" y="104"/>
                    </a:cubicBezTo>
                    <a:cubicBezTo>
                      <a:pt x="81" y="104"/>
                      <a:pt x="104" y="81"/>
                      <a:pt x="104" y="52"/>
                    </a:cubicBezTo>
                    <a:cubicBezTo>
                      <a:pt x="104" y="44"/>
                      <a:pt x="102" y="37"/>
                      <a:pt x="99" y="30"/>
                    </a:cubicBezTo>
                    <a:cubicBezTo>
                      <a:pt x="99" y="30"/>
                      <a:pt x="99" y="30"/>
                      <a:pt x="99" y="3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1"/>
                      <a:pt x="79" y="52"/>
                    </a:cubicBezTo>
                    <a:cubicBezTo>
                      <a:pt x="79" y="67"/>
                      <a:pt x="67" y="79"/>
                      <a:pt x="52" y="79"/>
                    </a:cubicBezTo>
                    <a:cubicBezTo>
                      <a:pt x="37" y="79"/>
                      <a:pt x="25" y="67"/>
                      <a:pt x="25" y="52"/>
                    </a:cubicBezTo>
                    <a:cubicBezTo>
                      <a:pt x="25" y="37"/>
                      <a:pt x="37" y="25"/>
                      <a:pt x="52" y="25"/>
                    </a:cubicBezTo>
                    <a:close/>
                    <a:moveTo>
                      <a:pt x="52" y="25"/>
                    </a:moveTo>
                    <a:cubicBezTo>
                      <a:pt x="52" y="25"/>
                      <a:pt x="52" y="25"/>
                      <a:pt x="52" y="2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6435" tIns="48218" rIns="96435" bIns="48218" numCol="1" anchor="t" anchorCtr="0" compatLnSpc="1"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0" name="Freeform 77"/>
              <p:cNvSpPr>
                <a:spLocks noEditPoints="1"/>
              </p:cNvSpPr>
              <p:nvPr/>
            </p:nvSpPr>
            <p:spPr bwMode="auto">
              <a:xfrm>
                <a:off x="5722939" y="2994026"/>
                <a:ext cx="444500" cy="441325"/>
              </a:xfrm>
              <a:custGeom>
                <a:avLst/>
                <a:gdLst>
                  <a:gd name="T0" fmla="*/ 99 w 118"/>
                  <a:gd name="T1" fmla="*/ 32 h 117"/>
                  <a:gd name="T2" fmla="*/ 105 w 118"/>
                  <a:gd name="T3" fmla="*/ 26 h 117"/>
                  <a:gd name="T4" fmla="*/ 105 w 118"/>
                  <a:gd name="T5" fmla="*/ 17 h 117"/>
                  <a:gd name="T6" fmla="*/ 101 w 118"/>
                  <a:gd name="T7" fmla="*/ 13 h 117"/>
                  <a:gd name="T8" fmla="*/ 96 w 118"/>
                  <a:gd name="T9" fmla="*/ 11 h 117"/>
                  <a:gd name="T10" fmla="*/ 92 w 118"/>
                  <a:gd name="T11" fmla="*/ 13 h 117"/>
                  <a:gd name="T12" fmla="*/ 85 w 118"/>
                  <a:gd name="T13" fmla="*/ 19 h 117"/>
                  <a:gd name="T14" fmla="*/ 84 w 118"/>
                  <a:gd name="T15" fmla="*/ 2 h 117"/>
                  <a:gd name="T16" fmla="*/ 82 w 118"/>
                  <a:gd name="T17" fmla="*/ 0 h 117"/>
                  <a:gd name="T18" fmla="*/ 80 w 118"/>
                  <a:gd name="T19" fmla="*/ 1 h 117"/>
                  <a:gd name="T20" fmla="*/ 54 w 118"/>
                  <a:gd name="T21" fmla="*/ 26 h 117"/>
                  <a:gd name="T22" fmla="*/ 51 w 118"/>
                  <a:gd name="T23" fmla="*/ 35 h 117"/>
                  <a:gd name="T24" fmla="*/ 51 w 118"/>
                  <a:gd name="T25" fmla="*/ 36 h 117"/>
                  <a:gd name="T26" fmla="*/ 52 w 118"/>
                  <a:gd name="T27" fmla="*/ 52 h 117"/>
                  <a:gd name="T28" fmla="*/ 43 w 118"/>
                  <a:gd name="T29" fmla="*/ 62 h 117"/>
                  <a:gd name="T30" fmla="*/ 26 w 118"/>
                  <a:gd name="T31" fmla="*/ 78 h 117"/>
                  <a:gd name="T32" fmla="*/ 26 w 118"/>
                  <a:gd name="T33" fmla="*/ 79 h 117"/>
                  <a:gd name="T34" fmla="*/ 10 w 118"/>
                  <a:gd name="T35" fmla="*/ 95 h 117"/>
                  <a:gd name="T36" fmla="*/ 2 w 118"/>
                  <a:gd name="T37" fmla="*/ 102 h 117"/>
                  <a:gd name="T38" fmla="*/ 1 w 118"/>
                  <a:gd name="T39" fmla="*/ 106 h 117"/>
                  <a:gd name="T40" fmla="*/ 0 w 118"/>
                  <a:gd name="T41" fmla="*/ 111 h 117"/>
                  <a:gd name="T42" fmla="*/ 6 w 118"/>
                  <a:gd name="T43" fmla="*/ 117 h 117"/>
                  <a:gd name="T44" fmla="*/ 6 w 118"/>
                  <a:gd name="T45" fmla="*/ 117 h 117"/>
                  <a:gd name="T46" fmla="*/ 12 w 118"/>
                  <a:gd name="T47" fmla="*/ 117 h 117"/>
                  <a:gd name="T48" fmla="*/ 16 w 118"/>
                  <a:gd name="T49" fmla="*/ 115 h 117"/>
                  <a:gd name="T50" fmla="*/ 66 w 118"/>
                  <a:gd name="T51" fmla="*/ 65 h 117"/>
                  <a:gd name="T52" fmla="*/ 81 w 118"/>
                  <a:gd name="T53" fmla="*/ 66 h 117"/>
                  <a:gd name="T54" fmla="*/ 82 w 118"/>
                  <a:gd name="T55" fmla="*/ 66 h 117"/>
                  <a:gd name="T56" fmla="*/ 83 w 118"/>
                  <a:gd name="T57" fmla="*/ 66 h 117"/>
                  <a:gd name="T58" fmla="*/ 91 w 118"/>
                  <a:gd name="T59" fmla="*/ 63 h 117"/>
                  <a:gd name="T60" fmla="*/ 116 w 118"/>
                  <a:gd name="T61" fmla="*/ 37 h 117"/>
                  <a:gd name="T62" fmla="*/ 115 w 118"/>
                  <a:gd name="T63" fmla="*/ 33 h 117"/>
                  <a:gd name="T64" fmla="*/ 99 w 118"/>
                  <a:gd name="T65" fmla="*/ 32 h 117"/>
                  <a:gd name="T66" fmla="*/ 99 w 118"/>
                  <a:gd name="T67" fmla="*/ 32 h 117"/>
                  <a:gd name="T68" fmla="*/ 99 w 118"/>
                  <a:gd name="T69" fmla="*/ 32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18" h="117">
                    <a:moveTo>
                      <a:pt x="99" y="32"/>
                    </a:moveTo>
                    <a:cubicBezTo>
                      <a:pt x="105" y="26"/>
                      <a:pt x="105" y="26"/>
                      <a:pt x="105" y="26"/>
                    </a:cubicBezTo>
                    <a:cubicBezTo>
                      <a:pt x="108" y="24"/>
                      <a:pt x="108" y="20"/>
                      <a:pt x="105" y="17"/>
                    </a:cubicBezTo>
                    <a:cubicBezTo>
                      <a:pt x="101" y="13"/>
                      <a:pt x="101" y="13"/>
                      <a:pt x="101" y="13"/>
                    </a:cubicBezTo>
                    <a:cubicBezTo>
                      <a:pt x="100" y="12"/>
                      <a:pt x="98" y="11"/>
                      <a:pt x="96" y="11"/>
                    </a:cubicBezTo>
                    <a:cubicBezTo>
                      <a:pt x="95" y="11"/>
                      <a:pt x="93" y="12"/>
                      <a:pt x="92" y="13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2"/>
                      <a:pt x="84" y="2"/>
                      <a:pt x="84" y="2"/>
                    </a:cubicBezTo>
                    <a:cubicBezTo>
                      <a:pt x="84" y="1"/>
                      <a:pt x="83" y="0"/>
                      <a:pt x="82" y="0"/>
                    </a:cubicBezTo>
                    <a:cubicBezTo>
                      <a:pt x="81" y="0"/>
                      <a:pt x="80" y="0"/>
                      <a:pt x="80" y="1"/>
                    </a:cubicBezTo>
                    <a:cubicBezTo>
                      <a:pt x="54" y="26"/>
                      <a:pt x="54" y="26"/>
                      <a:pt x="54" y="26"/>
                    </a:cubicBezTo>
                    <a:cubicBezTo>
                      <a:pt x="52" y="29"/>
                      <a:pt x="51" y="32"/>
                      <a:pt x="51" y="35"/>
                    </a:cubicBezTo>
                    <a:cubicBezTo>
                      <a:pt x="51" y="36"/>
                      <a:pt x="51" y="36"/>
                      <a:pt x="51" y="36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43" y="62"/>
                      <a:pt x="43" y="62"/>
                      <a:pt x="43" y="62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6" y="79"/>
                      <a:pt x="26" y="79"/>
                      <a:pt x="26" y="79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1" y="103"/>
                      <a:pt x="1" y="104"/>
                      <a:pt x="1" y="106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0" y="115"/>
                      <a:pt x="3" y="117"/>
                      <a:pt x="6" y="117"/>
                    </a:cubicBezTo>
                    <a:cubicBezTo>
                      <a:pt x="6" y="117"/>
                      <a:pt x="6" y="117"/>
                      <a:pt x="6" y="117"/>
                    </a:cubicBezTo>
                    <a:cubicBezTo>
                      <a:pt x="12" y="117"/>
                      <a:pt x="12" y="117"/>
                      <a:pt x="12" y="117"/>
                    </a:cubicBezTo>
                    <a:cubicBezTo>
                      <a:pt x="14" y="117"/>
                      <a:pt x="15" y="116"/>
                      <a:pt x="16" y="115"/>
                    </a:cubicBezTo>
                    <a:cubicBezTo>
                      <a:pt x="66" y="65"/>
                      <a:pt x="66" y="65"/>
                      <a:pt x="66" y="65"/>
                    </a:cubicBezTo>
                    <a:cubicBezTo>
                      <a:pt x="81" y="66"/>
                      <a:pt x="81" y="66"/>
                      <a:pt x="81" y="66"/>
                    </a:cubicBezTo>
                    <a:cubicBezTo>
                      <a:pt x="82" y="66"/>
                      <a:pt x="82" y="66"/>
                      <a:pt x="82" y="66"/>
                    </a:cubicBezTo>
                    <a:cubicBezTo>
                      <a:pt x="82" y="66"/>
                      <a:pt x="82" y="66"/>
                      <a:pt x="83" y="66"/>
                    </a:cubicBezTo>
                    <a:cubicBezTo>
                      <a:pt x="86" y="66"/>
                      <a:pt x="89" y="65"/>
                      <a:pt x="91" y="63"/>
                    </a:cubicBezTo>
                    <a:cubicBezTo>
                      <a:pt x="116" y="37"/>
                      <a:pt x="116" y="37"/>
                      <a:pt x="116" y="37"/>
                    </a:cubicBezTo>
                    <a:cubicBezTo>
                      <a:pt x="118" y="36"/>
                      <a:pt x="117" y="33"/>
                      <a:pt x="115" y="33"/>
                    </a:cubicBezTo>
                    <a:lnTo>
                      <a:pt x="99" y="32"/>
                    </a:lnTo>
                    <a:close/>
                    <a:moveTo>
                      <a:pt x="99" y="32"/>
                    </a:moveTo>
                    <a:cubicBezTo>
                      <a:pt x="99" y="32"/>
                      <a:pt x="99" y="32"/>
                      <a:pt x="99" y="3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6435" tIns="48218" rIns="96435" bIns="48218" numCol="1" anchor="t" anchorCtr="0" compatLnSpc="1"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1242260" y="1542292"/>
            <a:ext cx="2051922" cy="4030919"/>
            <a:chOff x="1242260" y="1542292"/>
            <a:chExt cx="2051922" cy="4030919"/>
          </a:xfrm>
        </p:grpSpPr>
        <p:sp>
          <p:nvSpPr>
            <p:cNvPr id="10" name="矩形 9"/>
            <p:cNvSpPr/>
            <p:nvPr/>
          </p:nvSpPr>
          <p:spPr>
            <a:xfrm rot="5400000">
              <a:off x="252761" y="2531791"/>
              <a:ext cx="4030919" cy="2051922"/>
            </a:xfrm>
            <a:prstGeom prst="rect">
              <a:avLst/>
            </a:prstGeom>
            <a:solidFill>
              <a:srgbClr val="F68808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892451" y="1763130"/>
              <a:ext cx="623889" cy="5467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955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01</a:t>
              </a:r>
              <a:endParaRPr lang="zh-CN" altLang="en-US" sz="2955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461670" y="3816087"/>
              <a:ext cx="1655337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您的内容打在这里，或者通过复制您的文本后，在此框中选择粘贴您的内容打在这里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，</a:t>
              </a:r>
              <a:endParaRPr lang="en-US" altLang="zh-CN" sz="14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1869457" y="2880536"/>
              <a:ext cx="697940" cy="703805"/>
              <a:chOff x="5216526" y="1358901"/>
              <a:chExt cx="566738" cy="571500"/>
            </a:xfrm>
            <a:solidFill>
              <a:schemeClr val="bg1"/>
            </a:solidFill>
          </p:grpSpPr>
          <p:sp>
            <p:nvSpPr>
              <p:cNvPr id="42" name="Freeform 78"/>
              <p:cNvSpPr/>
              <p:nvPr/>
            </p:nvSpPr>
            <p:spPr bwMode="auto">
              <a:xfrm>
                <a:off x="5416551" y="1562101"/>
                <a:ext cx="366713" cy="368300"/>
              </a:xfrm>
              <a:custGeom>
                <a:avLst/>
                <a:gdLst>
                  <a:gd name="T0" fmla="*/ 27 w 97"/>
                  <a:gd name="T1" fmla="*/ 26 h 98"/>
                  <a:gd name="T2" fmla="*/ 26 w 97"/>
                  <a:gd name="T3" fmla="*/ 27 h 98"/>
                  <a:gd name="T4" fmla="*/ 0 w 97"/>
                  <a:gd name="T5" fmla="*/ 90 h 98"/>
                  <a:gd name="T6" fmla="*/ 0 w 97"/>
                  <a:gd name="T7" fmla="*/ 91 h 98"/>
                  <a:gd name="T8" fmla="*/ 1 w 97"/>
                  <a:gd name="T9" fmla="*/ 93 h 98"/>
                  <a:gd name="T10" fmla="*/ 53 w 97"/>
                  <a:gd name="T11" fmla="*/ 89 h 98"/>
                  <a:gd name="T12" fmla="*/ 89 w 97"/>
                  <a:gd name="T13" fmla="*/ 51 h 98"/>
                  <a:gd name="T14" fmla="*/ 92 w 97"/>
                  <a:gd name="T15" fmla="*/ 2 h 98"/>
                  <a:gd name="T16" fmla="*/ 91 w 97"/>
                  <a:gd name="T17" fmla="*/ 1 h 98"/>
                  <a:gd name="T18" fmla="*/ 89 w 97"/>
                  <a:gd name="T19" fmla="*/ 1 h 98"/>
                  <a:gd name="T20" fmla="*/ 27 w 97"/>
                  <a:gd name="T21" fmla="*/ 26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7" h="98">
                    <a:moveTo>
                      <a:pt x="27" y="26"/>
                    </a:moveTo>
                    <a:cubicBezTo>
                      <a:pt x="26" y="26"/>
                      <a:pt x="26" y="27"/>
                      <a:pt x="26" y="27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1"/>
                      <a:pt x="0" y="91"/>
                    </a:cubicBezTo>
                    <a:cubicBezTo>
                      <a:pt x="0" y="92"/>
                      <a:pt x="1" y="92"/>
                      <a:pt x="1" y="93"/>
                    </a:cubicBezTo>
                    <a:cubicBezTo>
                      <a:pt x="19" y="98"/>
                      <a:pt x="37" y="96"/>
                      <a:pt x="53" y="89"/>
                    </a:cubicBezTo>
                    <a:cubicBezTo>
                      <a:pt x="70" y="81"/>
                      <a:pt x="82" y="67"/>
                      <a:pt x="89" y="51"/>
                    </a:cubicBezTo>
                    <a:cubicBezTo>
                      <a:pt x="96" y="35"/>
                      <a:pt x="97" y="18"/>
                      <a:pt x="92" y="2"/>
                    </a:cubicBezTo>
                    <a:cubicBezTo>
                      <a:pt x="92" y="2"/>
                      <a:pt x="92" y="1"/>
                      <a:pt x="91" y="1"/>
                    </a:cubicBezTo>
                    <a:cubicBezTo>
                      <a:pt x="90" y="0"/>
                      <a:pt x="90" y="0"/>
                      <a:pt x="89" y="1"/>
                    </a:cubicBezTo>
                    <a:lnTo>
                      <a:pt x="27" y="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6435" tIns="48218" rIns="96435" bIns="48218" numCol="1" anchor="t" anchorCtr="0" compatLnSpc="1"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3" name="Freeform 79"/>
              <p:cNvSpPr>
                <a:spLocks noEditPoints="1"/>
              </p:cNvSpPr>
              <p:nvPr/>
            </p:nvSpPr>
            <p:spPr bwMode="auto">
              <a:xfrm>
                <a:off x="5359401" y="1358901"/>
                <a:ext cx="385763" cy="263525"/>
              </a:xfrm>
              <a:custGeom>
                <a:avLst/>
                <a:gdLst>
                  <a:gd name="T0" fmla="*/ 41 w 102"/>
                  <a:gd name="T1" fmla="*/ 69 h 70"/>
                  <a:gd name="T2" fmla="*/ 100 w 102"/>
                  <a:gd name="T3" fmla="*/ 45 h 70"/>
                  <a:gd name="T4" fmla="*/ 101 w 102"/>
                  <a:gd name="T5" fmla="*/ 43 h 70"/>
                  <a:gd name="T6" fmla="*/ 101 w 102"/>
                  <a:gd name="T7" fmla="*/ 42 h 70"/>
                  <a:gd name="T8" fmla="*/ 65 w 102"/>
                  <a:gd name="T9" fmla="*/ 9 h 70"/>
                  <a:gd name="T10" fmla="*/ 1 w 102"/>
                  <a:gd name="T11" fmla="*/ 13 h 70"/>
                  <a:gd name="T12" fmla="*/ 0 w 102"/>
                  <a:gd name="T13" fmla="*/ 14 h 70"/>
                  <a:gd name="T14" fmla="*/ 0 w 102"/>
                  <a:gd name="T15" fmla="*/ 14 h 70"/>
                  <a:gd name="T16" fmla="*/ 0 w 102"/>
                  <a:gd name="T17" fmla="*/ 16 h 70"/>
                  <a:gd name="T18" fmla="*/ 38 w 102"/>
                  <a:gd name="T19" fmla="*/ 68 h 70"/>
                  <a:gd name="T20" fmla="*/ 41 w 102"/>
                  <a:gd name="T21" fmla="*/ 69 h 70"/>
                  <a:gd name="T22" fmla="*/ 43 w 102"/>
                  <a:gd name="T23" fmla="*/ 56 h 70"/>
                  <a:gd name="T24" fmla="*/ 16 w 102"/>
                  <a:gd name="T25" fmla="*/ 19 h 70"/>
                  <a:gd name="T26" fmla="*/ 32 w 102"/>
                  <a:gd name="T27" fmla="*/ 15 h 70"/>
                  <a:gd name="T28" fmla="*/ 61 w 102"/>
                  <a:gd name="T29" fmla="*/ 20 h 70"/>
                  <a:gd name="T30" fmla="*/ 79 w 102"/>
                  <a:gd name="T31" fmla="*/ 31 h 70"/>
                  <a:gd name="T32" fmla="*/ 85 w 102"/>
                  <a:gd name="T33" fmla="*/ 38 h 70"/>
                  <a:gd name="T34" fmla="*/ 43 w 102"/>
                  <a:gd name="T35" fmla="*/ 56 h 70"/>
                  <a:gd name="T36" fmla="*/ 43 w 102"/>
                  <a:gd name="T37" fmla="*/ 56 h 70"/>
                  <a:gd name="T38" fmla="*/ 43 w 102"/>
                  <a:gd name="T39" fmla="*/ 56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2" h="70">
                    <a:moveTo>
                      <a:pt x="41" y="69"/>
                    </a:moveTo>
                    <a:cubicBezTo>
                      <a:pt x="100" y="45"/>
                      <a:pt x="100" y="45"/>
                      <a:pt x="100" y="45"/>
                    </a:cubicBezTo>
                    <a:cubicBezTo>
                      <a:pt x="101" y="44"/>
                      <a:pt x="101" y="44"/>
                      <a:pt x="101" y="43"/>
                    </a:cubicBezTo>
                    <a:cubicBezTo>
                      <a:pt x="102" y="43"/>
                      <a:pt x="102" y="42"/>
                      <a:pt x="101" y="42"/>
                    </a:cubicBezTo>
                    <a:cubicBezTo>
                      <a:pt x="93" y="27"/>
                      <a:pt x="81" y="15"/>
                      <a:pt x="65" y="9"/>
                    </a:cubicBezTo>
                    <a:cubicBezTo>
                      <a:pt x="44" y="0"/>
                      <a:pt x="21" y="2"/>
                      <a:pt x="1" y="13"/>
                    </a:cubicBezTo>
                    <a:cubicBezTo>
                      <a:pt x="1" y="13"/>
                      <a:pt x="0" y="13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5"/>
                      <a:pt x="0" y="16"/>
                      <a:pt x="0" y="16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38" y="69"/>
                      <a:pt x="40" y="70"/>
                      <a:pt x="41" y="69"/>
                    </a:cubicBezTo>
                    <a:close/>
                    <a:moveTo>
                      <a:pt x="43" y="56"/>
                    </a:moveTo>
                    <a:cubicBezTo>
                      <a:pt x="16" y="19"/>
                      <a:pt x="16" y="19"/>
                      <a:pt x="16" y="19"/>
                    </a:cubicBezTo>
                    <a:cubicBezTo>
                      <a:pt x="22" y="17"/>
                      <a:pt x="27" y="16"/>
                      <a:pt x="32" y="15"/>
                    </a:cubicBezTo>
                    <a:cubicBezTo>
                      <a:pt x="42" y="14"/>
                      <a:pt x="52" y="16"/>
                      <a:pt x="61" y="20"/>
                    </a:cubicBezTo>
                    <a:cubicBezTo>
                      <a:pt x="67" y="23"/>
                      <a:pt x="74" y="26"/>
                      <a:pt x="79" y="31"/>
                    </a:cubicBezTo>
                    <a:cubicBezTo>
                      <a:pt x="81" y="34"/>
                      <a:pt x="83" y="36"/>
                      <a:pt x="85" y="38"/>
                    </a:cubicBezTo>
                    <a:lnTo>
                      <a:pt x="43" y="56"/>
                    </a:lnTo>
                    <a:close/>
                    <a:moveTo>
                      <a:pt x="43" y="56"/>
                    </a:moveTo>
                    <a:cubicBezTo>
                      <a:pt x="43" y="56"/>
                      <a:pt x="43" y="56"/>
                      <a:pt x="43" y="56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6435" tIns="48218" rIns="96435" bIns="48218" numCol="1" anchor="t" anchorCtr="0" compatLnSpc="1"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4" name="Freeform 80"/>
              <p:cNvSpPr>
                <a:spLocks noEditPoints="1"/>
              </p:cNvSpPr>
              <p:nvPr/>
            </p:nvSpPr>
            <p:spPr bwMode="auto">
              <a:xfrm>
                <a:off x="5216526" y="1438276"/>
                <a:ext cx="260350" cy="450850"/>
              </a:xfrm>
              <a:custGeom>
                <a:avLst/>
                <a:gdLst>
                  <a:gd name="T0" fmla="*/ 43 w 69"/>
                  <a:gd name="T1" fmla="*/ 118 h 120"/>
                  <a:gd name="T2" fmla="*/ 68 w 69"/>
                  <a:gd name="T3" fmla="*/ 57 h 120"/>
                  <a:gd name="T4" fmla="*/ 68 w 69"/>
                  <a:gd name="T5" fmla="*/ 55 h 120"/>
                  <a:gd name="T6" fmla="*/ 29 w 69"/>
                  <a:gd name="T7" fmla="*/ 1 h 120"/>
                  <a:gd name="T8" fmla="*/ 28 w 69"/>
                  <a:gd name="T9" fmla="*/ 0 h 120"/>
                  <a:gd name="T10" fmla="*/ 26 w 69"/>
                  <a:gd name="T11" fmla="*/ 1 h 120"/>
                  <a:gd name="T12" fmla="*/ 8 w 69"/>
                  <a:gd name="T13" fmla="*/ 27 h 120"/>
                  <a:gd name="T14" fmla="*/ 6 w 69"/>
                  <a:gd name="T15" fmla="*/ 80 h 120"/>
                  <a:gd name="T16" fmla="*/ 40 w 69"/>
                  <a:gd name="T17" fmla="*/ 119 h 120"/>
                  <a:gd name="T18" fmla="*/ 42 w 69"/>
                  <a:gd name="T19" fmla="*/ 120 h 120"/>
                  <a:gd name="T20" fmla="*/ 43 w 69"/>
                  <a:gd name="T21" fmla="*/ 118 h 120"/>
                  <a:gd name="T22" fmla="*/ 43 w 69"/>
                  <a:gd name="T23" fmla="*/ 118 h 120"/>
                  <a:gd name="T24" fmla="*/ 43 w 69"/>
                  <a:gd name="T25" fmla="*/ 118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9" h="120">
                    <a:moveTo>
                      <a:pt x="43" y="118"/>
                    </a:moveTo>
                    <a:cubicBezTo>
                      <a:pt x="68" y="57"/>
                      <a:pt x="68" y="57"/>
                      <a:pt x="68" y="57"/>
                    </a:cubicBezTo>
                    <a:cubicBezTo>
                      <a:pt x="69" y="57"/>
                      <a:pt x="69" y="56"/>
                      <a:pt x="68" y="55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29" y="1"/>
                      <a:pt x="28" y="0"/>
                    </a:cubicBezTo>
                    <a:cubicBezTo>
                      <a:pt x="27" y="0"/>
                      <a:pt x="27" y="1"/>
                      <a:pt x="26" y="1"/>
                    </a:cubicBezTo>
                    <a:cubicBezTo>
                      <a:pt x="18" y="8"/>
                      <a:pt x="12" y="17"/>
                      <a:pt x="8" y="27"/>
                    </a:cubicBezTo>
                    <a:cubicBezTo>
                      <a:pt x="1" y="44"/>
                      <a:pt x="0" y="63"/>
                      <a:pt x="6" y="80"/>
                    </a:cubicBezTo>
                    <a:cubicBezTo>
                      <a:pt x="12" y="97"/>
                      <a:pt x="24" y="111"/>
                      <a:pt x="40" y="119"/>
                    </a:cubicBezTo>
                    <a:cubicBezTo>
                      <a:pt x="40" y="120"/>
                      <a:pt x="41" y="120"/>
                      <a:pt x="42" y="120"/>
                    </a:cubicBezTo>
                    <a:cubicBezTo>
                      <a:pt x="42" y="119"/>
                      <a:pt x="43" y="119"/>
                      <a:pt x="43" y="118"/>
                    </a:cubicBezTo>
                    <a:close/>
                    <a:moveTo>
                      <a:pt x="43" y="118"/>
                    </a:moveTo>
                    <a:cubicBezTo>
                      <a:pt x="43" y="118"/>
                      <a:pt x="43" y="118"/>
                      <a:pt x="43" y="1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6435" tIns="48218" rIns="96435" bIns="48218" numCol="1" anchor="t" anchorCtr="0" compatLnSpc="1"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4050413" y="1542292"/>
            <a:ext cx="2051922" cy="4030919"/>
            <a:chOff x="4050413" y="1542292"/>
            <a:chExt cx="2051922" cy="4030919"/>
          </a:xfrm>
        </p:grpSpPr>
        <p:sp>
          <p:nvSpPr>
            <p:cNvPr id="11" name="矩形 10"/>
            <p:cNvSpPr/>
            <p:nvPr/>
          </p:nvSpPr>
          <p:spPr>
            <a:xfrm rot="5400000">
              <a:off x="3060914" y="2531791"/>
              <a:ext cx="4030919" cy="2051922"/>
            </a:xfrm>
            <a:prstGeom prst="rect">
              <a:avLst/>
            </a:prstGeom>
            <a:solidFill>
              <a:srgbClr val="0099B4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4693659" y="1763130"/>
              <a:ext cx="623889" cy="5467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955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02</a:t>
              </a:r>
              <a:endParaRPr lang="zh-CN" altLang="en-US" sz="2955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4287761" y="3832349"/>
              <a:ext cx="1709566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您的内容打在这里，或者通过复制您的文本后，在此框中选择粘贴您的内容打在这里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，</a:t>
              </a:r>
              <a:endParaRPr lang="en-US" altLang="zh-CN" sz="14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4638331" y="2819928"/>
              <a:ext cx="803515" cy="764412"/>
              <a:chOff x="6323014" y="4870451"/>
              <a:chExt cx="652463" cy="620713"/>
            </a:xfrm>
            <a:solidFill>
              <a:schemeClr val="bg1"/>
            </a:solidFill>
          </p:grpSpPr>
          <p:sp>
            <p:nvSpPr>
              <p:cNvPr id="46" name="Freeform 81"/>
              <p:cNvSpPr/>
              <p:nvPr/>
            </p:nvSpPr>
            <p:spPr bwMode="auto">
              <a:xfrm>
                <a:off x="6789739" y="4870451"/>
                <a:ext cx="185738" cy="185738"/>
              </a:xfrm>
              <a:custGeom>
                <a:avLst/>
                <a:gdLst>
                  <a:gd name="T0" fmla="*/ 38 w 49"/>
                  <a:gd name="T1" fmla="*/ 11 h 49"/>
                  <a:gd name="T2" fmla="*/ 3 w 49"/>
                  <a:gd name="T3" fmla="*/ 7 h 49"/>
                  <a:gd name="T4" fmla="*/ 2 w 49"/>
                  <a:gd name="T5" fmla="*/ 15 h 49"/>
                  <a:gd name="T6" fmla="*/ 34 w 49"/>
                  <a:gd name="T7" fmla="*/ 47 h 49"/>
                  <a:gd name="T8" fmla="*/ 42 w 49"/>
                  <a:gd name="T9" fmla="*/ 46 h 49"/>
                  <a:gd name="T10" fmla="*/ 38 w 49"/>
                  <a:gd name="T11" fmla="*/ 1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49">
                    <a:moveTo>
                      <a:pt x="38" y="11"/>
                    </a:moveTo>
                    <a:cubicBezTo>
                      <a:pt x="28" y="2"/>
                      <a:pt x="14" y="0"/>
                      <a:pt x="3" y="7"/>
                    </a:cubicBezTo>
                    <a:cubicBezTo>
                      <a:pt x="0" y="9"/>
                      <a:pt x="0" y="13"/>
                      <a:pt x="2" y="15"/>
                    </a:cubicBezTo>
                    <a:cubicBezTo>
                      <a:pt x="34" y="47"/>
                      <a:pt x="34" y="47"/>
                      <a:pt x="34" y="47"/>
                    </a:cubicBezTo>
                    <a:cubicBezTo>
                      <a:pt x="36" y="49"/>
                      <a:pt x="40" y="49"/>
                      <a:pt x="42" y="46"/>
                    </a:cubicBezTo>
                    <a:cubicBezTo>
                      <a:pt x="49" y="35"/>
                      <a:pt x="47" y="21"/>
                      <a:pt x="38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6435" tIns="48218" rIns="96435" bIns="48218" numCol="1" anchor="t" anchorCtr="0" compatLnSpc="1"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7" name="Freeform 82"/>
              <p:cNvSpPr>
                <a:spLocks noEditPoints="1"/>
              </p:cNvSpPr>
              <p:nvPr/>
            </p:nvSpPr>
            <p:spPr bwMode="auto">
              <a:xfrm>
                <a:off x="6364289" y="4924426"/>
                <a:ext cx="554038" cy="566738"/>
              </a:xfrm>
              <a:custGeom>
                <a:avLst/>
                <a:gdLst>
                  <a:gd name="T0" fmla="*/ 134 w 147"/>
                  <a:gd name="T1" fmla="*/ 115 h 151"/>
                  <a:gd name="T2" fmla="*/ 147 w 147"/>
                  <a:gd name="T3" fmla="*/ 72 h 151"/>
                  <a:gd name="T4" fmla="*/ 75 w 147"/>
                  <a:gd name="T5" fmla="*/ 0 h 151"/>
                  <a:gd name="T6" fmla="*/ 74 w 147"/>
                  <a:gd name="T7" fmla="*/ 0 h 151"/>
                  <a:gd name="T8" fmla="*/ 3 w 147"/>
                  <a:gd name="T9" fmla="*/ 72 h 151"/>
                  <a:gd name="T10" fmla="*/ 15 w 147"/>
                  <a:gd name="T11" fmla="*/ 112 h 151"/>
                  <a:gd name="T12" fmla="*/ 2 w 147"/>
                  <a:gd name="T13" fmla="*/ 137 h 151"/>
                  <a:gd name="T14" fmla="*/ 6 w 147"/>
                  <a:gd name="T15" fmla="*/ 150 h 151"/>
                  <a:gd name="T16" fmla="*/ 11 w 147"/>
                  <a:gd name="T17" fmla="*/ 151 h 151"/>
                  <a:gd name="T18" fmla="*/ 20 w 147"/>
                  <a:gd name="T19" fmla="*/ 146 h 151"/>
                  <a:gd name="T20" fmla="*/ 29 w 147"/>
                  <a:gd name="T21" fmla="*/ 128 h 151"/>
                  <a:gd name="T22" fmla="*/ 74 w 147"/>
                  <a:gd name="T23" fmla="*/ 145 h 151"/>
                  <a:gd name="T24" fmla="*/ 75 w 147"/>
                  <a:gd name="T25" fmla="*/ 145 h 151"/>
                  <a:gd name="T26" fmla="*/ 119 w 147"/>
                  <a:gd name="T27" fmla="*/ 129 h 151"/>
                  <a:gd name="T28" fmla="*/ 127 w 147"/>
                  <a:gd name="T29" fmla="*/ 146 h 151"/>
                  <a:gd name="T30" fmla="*/ 136 w 147"/>
                  <a:gd name="T31" fmla="*/ 151 h 151"/>
                  <a:gd name="T32" fmla="*/ 141 w 147"/>
                  <a:gd name="T33" fmla="*/ 150 h 151"/>
                  <a:gd name="T34" fmla="*/ 145 w 147"/>
                  <a:gd name="T35" fmla="*/ 137 h 151"/>
                  <a:gd name="T36" fmla="*/ 134 w 147"/>
                  <a:gd name="T37" fmla="*/ 115 h 151"/>
                  <a:gd name="T38" fmla="*/ 75 w 147"/>
                  <a:gd name="T39" fmla="*/ 125 h 151"/>
                  <a:gd name="T40" fmla="*/ 74 w 147"/>
                  <a:gd name="T41" fmla="*/ 125 h 151"/>
                  <a:gd name="T42" fmla="*/ 22 w 147"/>
                  <a:gd name="T43" fmla="*/ 72 h 151"/>
                  <a:gd name="T44" fmla="*/ 74 w 147"/>
                  <a:gd name="T45" fmla="*/ 20 h 151"/>
                  <a:gd name="T46" fmla="*/ 75 w 147"/>
                  <a:gd name="T47" fmla="*/ 19 h 151"/>
                  <a:gd name="T48" fmla="*/ 128 w 147"/>
                  <a:gd name="T49" fmla="*/ 72 h 151"/>
                  <a:gd name="T50" fmla="*/ 75 w 147"/>
                  <a:gd name="T51" fmla="*/ 125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47" h="151">
                    <a:moveTo>
                      <a:pt x="134" y="115"/>
                    </a:moveTo>
                    <a:cubicBezTo>
                      <a:pt x="142" y="103"/>
                      <a:pt x="147" y="88"/>
                      <a:pt x="147" y="72"/>
                    </a:cubicBezTo>
                    <a:cubicBezTo>
                      <a:pt x="147" y="32"/>
                      <a:pt x="115" y="0"/>
                      <a:pt x="75" y="0"/>
                    </a:cubicBezTo>
                    <a:cubicBezTo>
                      <a:pt x="75" y="0"/>
                      <a:pt x="74" y="0"/>
                      <a:pt x="74" y="0"/>
                    </a:cubicBezTo>
                    <a:cubicBezTo>
                      <a:pt x="35" y="0"/>
                      <a:pt x="3" y="33"/>
                      <a:pt x="3" y="72"/>
                    </a:cubicBezTo>
                    <a:cubicBezTo>
                      <a:pt x="3" y="87"/>
                      <a:pt x="7" y="101"/>
                      <a:pt x="15" y="112"/>
                    </a:cubicBezTo>
                    <a:cubicBezTo>
                      <a:pt x="2" y="137"/>
                      <a:pt x="2" y="137"/>
                      <a:pt x="2" y="137"/>
                    </a:cubicBezTo>
                    <a:cubicBezTo>
                      <a:pt x="0" y="142"/>
                      <a:pt x="2" y="148"/>
                      <a:pt x="6" y="150"/>
                    </a:cubicBezTo>
                    <a:cubicBezTo>
                      <a:pt x="8" y="151"/>
                      <a:pt x="9" y="151"/>
                      <a:pt x="11" y="151"/>
                    </a:cubicBezTo>
                    <a:cubicBezTo>
                      <a:pt x="14" y="151"/>
                      <a:pt x="18" y="149"/>
                      <a:pt x="20" y="146"/>
                    </a:cubicBezTo>
                    <a:cubicBezTo>
                      <a:pt x="29" y="128"/>
                      <a:pt x="29" y="128"/>
                      <a:pt x="29" y="128"/>
                    </a:cubicBezTo>
                    <a:cubicBezTo>
                      <a:pt x="41" y="138"/>
                      <a:pt x="57" y="145"/>
                      <a:pt x="74" y="145"/>
                    </a:cubicBezTo>
                    <a:cubicBezTo>
                      <a:pt x="74" y="145"/>
                      <a:pt x="75" y="145"/>
                      <a:pt x="75" y="145"/>
                    </a:cubicBezTo>
                    <a:cubicBezTo>
                      <a:pt x="92" y="145"/>
                      <a:pt x="107" y="139"/>
                      <a:pt x="119" y="129"/>
                    </a:cubicBezTo>
                    <a:cubicBezTo>
                      <a:pt x="127" y="146"/>
                      <a:pt x="127" y="146"/>
                      <a:pt x="127" y="146"/>
                    </a:cubicBezTo>
                    <a:cubicBezTo>
                      <a:pt x="129" y="149"/>
                      <a:pt x="133" y="151"/>
                      <a:pt x="136" y="151"/>
                    </a:cubicBezTo>
                    <a:cubicBezTo>
                      <a:pt x="138" y="151"/>
                      <a:pt x="139" y="151"/>
                      <a:pt x="141" y="150"/>
                    </a:cubicBezTo>
                    <a:cubicBezTo>
                      <a:pt x="145" y="148"/>
                      <a:pt x="147" y="142"/>
                      <a:pt x="145" y="137"/>
                    </a:cubicBezTo>
                    <a:lnTo>
                      <a:pt x="134" y="115"/>
                    </a:lnTo>
                    <a:close/>
                    <a:moveTo>
                      <a:pt x="75" y="125"/>
                    </a:moveTo>
                    <a:cubicBezTo>
                      <a:pt x="75" y="125"/>
                      <a:pt x="74" y="125"/>
                      <a:pt x="74" y="125"/>
                    </a:cubicBezTo>
                    <a:cubicBezTo>
                      <a:pt x="45" y="125"/>
                      <a:pt x="22" y="101"/>
                      <a:pt x="22" y="72"/>
                    </a:cubicBezTo>
                    <a:cubicBezTo>
                      <a:pt x="22" y="43"/>
                      <a:pt x="45" y="20"/>
                      <a:pt x="74" y="20"/>
                    </a:cubicBezTo>
                    <a:cubicBezTo>
                      <a:pt x="74" y="20"/>
                      <a:pt x="75" y="19"/>
                      <a:pt x="75" y="19"/>
                    </a:cubicBezTo>
                    <a:cubicBezTo>
                      <a:pt x="104" y="19"/>
                      <a:pt x="128" y="43"/>
                      <a:pt x="128" y="72"/>
                    </a:cubicBezTo>
                    <a:cubicBezTo>
                      <a:pt x="128" y="102"/>
                      <a:pt x="104" y="125"/>
                      <a:pt x="75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6435" tIns="48218" rIns="96435" bIns="48218" numCol="1" anchor="t" anchorCtr="0" compatLnSpc="1"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8" name="Freeform 83"/>
              <p:cNvSpPr/>
              <p:nvPr/>
            </p:nvSpPr>
            <p:spPr bwMode="auto">
              <a:xfrm>
                <a:off x="6534151" y="5092701"/>
                <a:ext cx="131763" cy="236538"/>
              </a:xfrm>
              <a:custGeom>
                <a:avLst/>
                <a:gdLst>
                  <a:gd name="T0" fmla="*/ 30 w 35"/>
                  <a:gd name="T1" fmla="*/ 0 h 63"/>
                  <a:gd name="T2" fmla="*/ 29 w 35"/>
                  <a:gd name="T3" fmla="*/ 0 h 63"/>
                  <a:gd name="T4" fmla="*/ 24 w 35"/>
                  <a:gd name="T5" fmla="*/ 6 h 63"/>
                  <a:gd name="T6" fmla="*/ 24 w 35"/>
                  <a:gd name="T7" fmla="*/ 27 h 63"/>
                  <a:gd name="T8" fmla="*/ 2 w 35"/>
                  <a:gd name="T9" fmla="*/ 54 h 63"/>
                  <a:gd name="T10" fmla="*/ 3 w 35"/>
                  <a:gd name="T11" fmla="*/ 61 h 63"/>
                  <a:gd name="T12" fmla="*/ 6 w 35"/>
                  <a:gd name="T13" fmla="*/ 63 h 63"/>
                  <a:gd name="T14" fmla="*/ 10 w 35"/>
                  <a:gd name="T15" fmla="*/ 61 h 63"/>
                  <a:gd name="T16" fmla="*/ 29 w 35"/>
                  <a:gd name="T17" fmla="*/ 39 h 63"/>
                  <a:gd name="T18" fmla="*/ 33 w 35"/>
                  <a:gd name="T19" fmla="*/ 34 h 63"/>
                  <a:gd name="T20" fmla="*/ 35 w 35"/>
                  <a:gd name="T21" fmla="*/ 29 h 63"/>
                  <a:gd name="T22" fmla="*/ 35 w 35"/>
                  <a:gd name="T23" fmla="*/ 6 h 63"/>
                  <a:gd name="T24" fmla="*/ 30 w 35"/>
                  <a:gd name="T2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63">
                    <a:moveTo>
                      <a:pt x="30" y="0"/>
                    </a:moveTo>
                    <a:cubicBezTo>
                      <a:pt x="30" y="0"/>
                      <a:pt x="29" y="0"/>
                      <a:pt x="29" y="0"/>
                    </a:cubicBezTo>
                    <a:cubicBezTo>
                      <a:pt x="26" y="1"/>
                      <a:pt x="24" y="3"/>
                      <a:pt x="24" y="6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0" y="56"/>
                      <a:pt x="0" y="59"/>
                      <a:pt x="3" y="61"/>
                    </a:cubicBezTo>
                    <a:cubicBezTo>
                      <a:pt x="4" y="62"/>
                      <a:pt x="5" y="63"/>
                      <a:pt x="6" y="63"/>
                    </a:cubicBezTo>
                    <a:cubicBezTo>
                      <a:pt x="8" y="63"/>
                      <a:pt x="9" y="62"/>
                      <a:pt x="10" y="61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5" y="33"/>
                      <a:pt x="35" y="31"/>
                      <a:pt x="35" y="29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5" y="3"/>
                      <a:pt x="33" y="0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6435" tIns="48218" rIns="96435" bIns="48218" numCol="1" anchor="t" anchorCtr="0" compatLnSpc="1"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9" name="Freeform 84"/>
              <p:cNvSpPr/>
              <p:nvPr/>
            </p:nvSpPr>
            <p:spPr bwMode="auto">
              <a:xfrm>
                <a:off x="6323014" y="4870451"/>
                <a:ext cx="184150" cy="185738"/>
              </a:xfrm>
              <a:custGeom>
                <a:avLst/>
                <a:gdLst>
                  <a:gd name="T0" fmla="*/ 11 w 49"/>
                  <a:gd name="T1" fmla="*/ 11 h 49"/>
                  <a:gd name="T2" fmla="*/ 7 w 49"/>
                  <a:gd name="T3" fmla="*/ 46 h 49"/>
                  <a:gd name="T4" fmla="*/ 14 w 49"/>
                  <a:gd name="T5" fmla="*/ 47 h 49"/>
                  <a:gd name="T6" fmla="*/ 46 w 49"/>
                  <a:gd name="T7" fmla="*/ 15 h 49"/>
                  <a:gd name="T8" fmla="*/ 45 w 49"/>
                  <a:gd name="T9" fmla="*/ 7 h 49"/>
                  <a:gd name="T10" fmla="*/ 11 w 49"/>
                  <a:gd name="T11" fmla="*/ 1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49">
                    <a:moveTo>
                      <a:pt x="11" y="11"/>
                    </a:moveTo>
                    <a:cubicBezTo>
                      <a:pt x="1" y="21"/>
                      <a:pt x="0" y="35"/>
                      <a:pt x="7" y="46"/>
                    </a:cubicBezTo>
                    <a:cubicBezTo>
                      <a:pt x="9" y="49"/>
                      <a:pt x="12" y="49"/>
                      <a:pt x="14" y="47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9" y="13"/>
                      <a:pt x="48" y="9"/>
                      <a:pt x="45" y="7"/>
                    </a:cubicBezTo>
                    <a:cubicBezTo>
                      <a:pt x="35" y="0"/>
                      <a:pt x="20" y="2"/>
                      <a:pt x="11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6435" tIns="48218" rIns="96435" bIns="48218" numCol="1" anchor="t" anchorCtr="0" compatLnSpc="1"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6858566" y="1542292"/>
            <a:ext cx="2051922" cy="4030919"/>
            <a:chOff x="6858566" y="1542292"/>
            <a:chExt cx="2051922" cy="4030919"/>
          </a:xfrm>
        </p:grpSpPr>
        <p:sp>
          <p:nvSpPr>
            <p:cNvPr id="12" name="矩形 11"/>
            <p:cNvSpPr/>
            <p:nvPr/>
          </p:nvSpPr>
          <p:spPr>
            <a:xfrm rot="5400000">
              <a:off x="5869067" y="2531791"/>
              <a:ext cx="4030919" cy="2051922"/>
            </a:xfrm>
            <a:prstGeom prst="rect">
              <a:avLst/>
            </a:prstGeom>
            <a:solidFill>
              <a:srgbClr val="F68808">
                <a:alpha val="7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7540511" y="1763130"/>
              <a:ext cx="620683" cy="5467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955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03</a:t>
              </a:r>
              <a:endParaRPr lang="zh-CN" altLang="en-US" sz="2955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7032674" y="3832349"/>
              <a:ext cx="1772965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您的内容打在这里，或者通过复制您的文本后，在此框中选择粘贴您的内容打在这里</a:t>
              </a:r>
              <a:r>
                <a:rPr lang="zh-CN" altLang="en-US" sz="14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，</a:t>
              </a:r>
              <a:endParaRPr lang="en-US" altLang="zh-CN" sz="14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50" name="Group 4"/>
            <p:cNvGrpSpPr>
              <a:grpSpLocks noChangeAspect="1"/>
            </p:cNvGrpSpPr>
            <p:nvPr/>
          </p:nvGrpSpPr>
          <p:grpSpPr bwMode="auto">
            <a:xfrm>
              <a:off x="7512780" y="2888645"/>
              <a:ext cx="707691" cy="695696"/>
              <a:chOff x="3722" y="2043"/>
              <a:chExt cx="236" cy="232"/>
            </a:xfrm>
            <a:solidFill>
              <a:schemeClr val="bg1"/>
            </a:solidFill>
          </p:grpSpPr>
          <p:sp>
            <p:nvSpPr>
              <p:cNvPr id="51" name="Freeform 5"/>
              <p:cNvSpPr>
                <a:spLocks noEditPoints="1"/>
              </p:cNvSpPr>
              <p:nvPr/>
            </p:nvSpPr>
            <p:spPr bwMode="auto">
              <a:xfrm>
                <a:off x="3810" y="2089"/>
                <a:ext cx="14" cy="32"/>
              </a:xfrm>
              <a:custGeom>
                <a:avLst/>
                <a:gdLst>
                  <a:gd name="T0" fmla="*/ 4 w 6"/>
                  <a:gd name="T1" fmla="*/ 0 h 13"/>
                  <a:gd name="T2" fmla="*/ 2 w 6"/>
                  <a:gd name="T3" fmla="*/ 0 h 13"/>
                  <a:gd name="T4" fmla="*/ 0 w 6"/>
                  <a:gd name="T5" fmla="*/ 2 h 13"/>
                  <a:gd name="T6" fmla="*/ 0 w 6"/>
                  <a:gd name="T7" fmla="*/ 13 h 13"/>
                  <a:gd name="T8" fmla="*/ 6 w 6"/>
                  <a:gd name="T9" fmla="*/ 13 h 13"/>
                  <a:gd name="T10" fmla="*/ 6 w 6"/>
                  <a:gd name="T11" fmla="*/ 2 h 13"/>
                  <a:gd name="T12" fmla="*/ 4 w 6"/>
                  <a:gd name="T13" fmla="*/ 0 h 13"/>
                  <a:gd name="T14" fmla="*/ 4 w 6"/>
                  <a:gd name="T15" fmla="*/ 0 h 13"/>
                  <a:gd name="T16" fmla="*/ 4 w 6"/>
                  <a:gd name="T1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13">
                    <a:moveTo>
                      <a:pt x="4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1"/>
                      <a:pt x="5" y="0"/>
                      <a:pt x="4" y="0"/>
                    </a:cubicBezTo>
                    <a:close/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6435" tIns="48218" rIns="96435" bIns="48218" numCol="1" anchor="t" anchorCtr="0" compatLnSpc="1"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2" name="Freeform 6"/>
              <p:cNvSpPr>
                <a:spLocks noEditPoints="1"/>
              </p:cNvSpPr>
              <p:nvPr/>
            </p:nvSpPr>
            <p:spPr bwMode="auto">
              <a:xfrm>
                <a:off x="3853" y="2089"/>
                <a:ext cx="17" cy="32"/>
              </a:xfrm>
              <a:custGeom>
                <a:avLst/>
                <a:gdLst>
                  <a:gd name="T0" fmla="*/ 4 w 7"/>
                  <a:gd name="T1" fmla="*/ 0 h 13"/>
                  <a:gd name="T2" fmla="*/ 3 w 7"/>
                  <a:gd name="T3" fmla="*/ 0 h 13"/>
                  <a:gd name="T4" fmla="*/ 0 w 7"/>
                  <a:gd name="T5" fmla="*/ 2 h 13"/>
                  <a:gd name="T6" fmla="*/ 0 w 7"/>
                  <a:gd name="T7" fmla="*/ 13 h 13"/>
                  <a:gd name="T8" fmla="*/ 7 w 7"/>
                  <a:gd name="T9" fmla="*/ 13 h 13"/>
                  <a:gd name="T10" fmla="*/ 7 w 7"/>
                  <a:gd name="T11" fmla="*/ 2 h 13"/>
                  <a:gd name="T12" fmla="*/ 4 w 7"/>
                  <a:gd name="T13" fmla="*/ 0 h 13"/>
                  <a:gd name="T14" fmla="*/ 4 w 7"/>
                  <a:gd name="T15" fmla="*/ 0 h 13"/>
                  <a:gd name="T16" fmla="*/ 4 w 7"/>
                  <a:gd name="T1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13">
                    <a:moveTo>
                      <a:pt x="4" y="0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1"/>
                      <a:pt x="6" y="0"/>
                      <a:pt x="4" y="0"/>
                    </a:cubicBezTo>
                    <a:close/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6435" tIns="48218" rIns="96435" bIns="48218" numCol="1" anchor="t" anchorCtr="0" compatLnSpc="1"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3" name="Freeform 7"/>
              <p:cNvSpPr>
                <a:spLocks noEditPoints="1"/>
              </p:cNvSpPr>
              <p:nvPr/>
            </p:nvSpPr>
            <p:spPr bwMode="auto">
              <a:xfrm>
                <a:off x="3722" y="2043"/>
                <a:ext cx="236" cy="232"/>
              </a:xfrm>
              <a:custGeom>
                <a:avLst/>
                <a:gdLst>
                  <a:gd name="T0" fmla="*/ 48 w 97"/>
                  <a:gd name="T1" fmla="*/ 0 h 95"/>
                  <a:gd name="T2" fmla="*/ 0 w 97"/>
                  <a:gd name="T3" fmla="*/ 49 h 95"/>
                  <a:gd name="T4" fmla="*/ 14 w 97"/>
                  <a:gd name="T5" fmla="*/ 83 h 95"/>
                  <a:gd name="T6" fmla="*/ 33 w 97"/>
                  <a:gd name="T7" fmla="*/ 95 h 95"/>
                  <a:gd name="T8" fmla="*/ 35 w 97"/>
                  <a:gd name="T9" fmla="*/ 95 h 95"/>
                  <a:gd name="T10" fmla="*/ 39 w 97"/>
                  <a:gd name="T11" fmla="*/ 92 h 95"/>
                  <a:gd name="T12" fmla="*/ 36 w 97"/>
                  <a:gd name="T13" fmla="*/ 86 h 95"/>
                  <a:gd name="T14" fmla="*/ 20 w 97"/>
                  <a:gd name="T15" fmla="*/ 76 h 95"/>
                  <a:gd name="T16" fmla="*/ 9 w 97"/>
                  <a:gd name="T17" fmla="*/ 49 h 95"/>
                  <a:gd name="T18" fmla="*/ 48 w 97"/>
                  <a:gd name="T19" fmla="*/ 9 h 95"/>
                  <a:gd name="T20" fmla="*/ 87 w 97"/>
                  <a:gd name="T21" fmla="*/ 49 h 95"/>
                  <a:gd name="T22" fmla="*/ 76 w 97"/>
                  <a:gd name="T23" fmla="*/ 76 h 95"/>
                  <a:gd name="T24" fmla="*/ 62 w 97"/>
                  <a:gd name="T25" fmla="*/ 84 h 95"/>
                  <a:gd name="T26" fmla="*/ 57 w 97"/>
                  <a:gd name="T27" fmla="*/ 82 h 95"/>
                  <a:gd name="T28" fmla="*/ 53 w 97"/>
                  <a:gd name="T29" fmla="*/ 65 h 95"/>
                  <a:gd name="T30" fmla="*/ 67 w 97"/>
                  <a:gd name="T31" fmla="*/ 50 h 95"/>
                  <a:gd name="T32" fmla="*/ 67 w 97"/>
                  <a:gd name="T33" fmla="*/ 35 h 95"/>
                  <a:gd name="T34" fmla="*/ 29 w 97"/>
                  <a:gd name="T35" fmla="*/ 35 h 95"/>
                  <a:gd name="T36" fmla="*/ 29 w 97"/>
                  <a:gd name="T37" fmla="*/ 50 h 95"/>
                  <a:gd name="T38" fmla="*/ 43 w 97"/>
                  <a:gd name="T39" fmla="*/ 65 h 95"/>
                  <a:gd name="T40" fmla="*/ 50 w 97"/>
                  <a:gd name="T41" fmla="*/ 88 h 95"/>
                  <a:gd name="T42" fmla="*/ 62 w 97"/>
                  <a:gd name="T43" fmla="*/ 93 h 95"/>
                  <a:gd name="T44" fmla="*/ 82 w 97"/>
                  <a:gd name="T45" fmla="*/ 83 h 95"/>
                  <a:gd name="T46" fmla="*/ 83 w 97"/>
                  <a:gd name="T47" fmla="*/ 83 h 95"/>
                  <a:gd name="T48" fmla="*/ 97 w 97"/>
                  <a:gd name="T49" fmla="*/ 49 h 95"/>
                  <a:gd name="T50" fmla="*/ 48 w 97"/>
                  <a:gd name="T51" fmla="*/ 0 h 95"/>
                  <a:gd name="T52" fmla="*/ 48 w 97"/>
                  <a:gd name="T53" fmla="*/ 0 h 95"/>
                  <a:gd name="T54" fmla="*/ 48 w 97"/>
                  <a:gd name="T55" fmla="*/ 0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7" h="95">
                    <a:moveTo>
                      <a:pt x="48" y="0"/>
                    </a:moveTo>
                    <a:cubicBezTo>
                      <a:pt x="21" y="0"/>
                      <a:pt x="0" y="22"/>
                      <a:pt x="0" y="49"/>
                    </a:cubicBezTo>
                    <a:cubicBezTo>
                      <a:pt x="0" y="61"/>
                      <a:pt x="5" y="74"/>
                      <a:pt x="14" y="83"/>
                    </a:cubicBezTo>
                    <a:cubicBezTo>
                      <a:pt x="19" y="88"/>
                      <a:pt x="26" y="92"/>
                      <a:pt x="33" y="95"/>
                    </a:cubicBezTo>
                    <a:cubicBezTo>
                      <a:pt x="34" y="95"/>
                      <a:pt x="34" y="95"/>
                      <a:pt x="35" y="95"/>
                    </a:cubicBezTo>
                    <a:cubicBezTo>
                      <a:pt x="37" y="95"/>
                      <a:pt x="38" y="94"/>
                      <a:pt x="39" y="92"/>
                    </a:cubicBezTo>
                    <a:cubicBezTo>
                      <a:pt x="40" y="89"/>
                      <a:pt x="39" y="87"/>
                      <a:pt x="36" y="86"/>
                    </a:cubicBezTo>
                    <a:cubicBezTo>
                      <a:pt x="30" y="84"/>
                      <a:pt x="25" y="81"/>
                      <a:pt x="20" y="76"/>
                    </a:cubicBezTo>
                    <a:cubicBezTo>
                      <a:pt x="13" y="69"/>
                      <a:pt x="9" y="59"/>
                      <a:pt x="9" y="49"/>
                    </a:cubicBezTo>
                    <a:cubicBezTo>
                      <a:pt x="9" y="27"/>
                      <a:pt x="27" y="9"/>
                      <a:pt x="48" y="9"/>
                    </a:cubicBezTo>
                    <a:cubicBezTo>
                      <a:pt x="70" y="9"/>
                      <a:pt x="87" y="27"/>
                      <a:pt x="87" y="49"/>
                    </a:cubicBezTo>
                    <a:cubicBezTo>
                      <a:pt x="87" y="59"/>
                      <a:pt x="83" y="69"/>
                      <a:pt x="76" y="76"/>
                    </a:cubicBezTo>
                    <a:cubicBezTo>
                      <a:pt x="73" y="79"/>
                      <a:pt x="66" y="84"/>
                      <a:pt x="62" y="84"/>
                    </a:cubicBezTo>
                    <a:cubicBezTo>
                      <a:pt x="60" y="84"/>
                      <a:pt x="58" y="83"/>
                      <a:pt x="57" y="82"/>
                    </a:cubicBezTo>
                    <a:cubicBezTo>
                      <a:pt x="53" y="78"/>
                      <a:pt x="53" y="70"/>
                      <a:pt x="53" y="65"/>
                    </a:cubicBezTo>
                    <a:cubicBezTo>
                      <a:pt x="61" y="65"/>
                      <a:pt x="67" y="58"/>
                      <a:pt x="67" y="50"/>
                    </a:cubicBezTo>
                    <a:cubicBezTo>
                      <a:pt x="67" y="35"/>
                      <a:pt x="67" y="35"/>
                      <a:pt x="67" y="35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29" y="50"/>
                      <a:pt x="29" y="50"/>
                      <a:pt x="29" y="50"/>
                    </a:cubicBezTo>
                    <a:cubicBezTo>
                      <a:pt x="29" y="58"/>
                      <a:pt x="35" y="65"/>
                      <a:pt x="43" y="65"/>
                    </a:cubicBezTo>
                    <a:cubicBezTo>
                      <a:pt x="43" y="71"/>
                      <a:pt x="44" y="82"/>
                      <a:pt x="50" y="88"/>
                    </a:cubicBezTo>
                    <a:cubicBezTo>
                      <a:pt x="53" y="91"/>
                      <a:pt x="57" y="93"/>
                      <a:pt x="62" y="93"/>
                    </a:cubicBezTo>
                    <a:cubicBezTo>
                      <a:pt x="71" y="93"/>
                      <a:pt x="81" y="84"/>
                      <a:pt x="82" y="83"/>
                    </a:cubicBezTo>
                    <a:cubicBezTo>
                      <a:pt x="83" y="83"/>
                      <a:pt x="83" y="83"/>
                      <a:pt x="83" y="83"/>
                    </a:cubicBezTo>
                    <a:cubicBezTo>
                      <a:pt x="92" y="74"/>
                      <a:pt x="97" y="62"/>
                      <a:pt x="97" y="49"/>
                    </a:cubicBezTo>
                    <a:cubicBezTo>
                      <a:pt x="97" y="22"/>
                      <a:pt x="75" y="0"/>
                      <a:pt x="48" y="0"/>
                    </a:cubicBezTo>
                    <a:close/>
                    <a:moveTo>
                      <a:pt x="48" y="0"/>
                    </a:moveTo>
                    <a:cubicBezTo>
                      <a:pt x="48" y="0"/>
                      <a:pt x="48" y="0"/>
                      <a:pt x="48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6435" tIns="48218" rIns="96435" bIns="48218" numCol="1" anchor="t" anchorCtr="0" compatLnSpc="1"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 p14:presetBounceEnd="50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 p14:presetBounceEnd="5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9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0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15" name="任意多边形 14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F688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535620" y="333508"/>
            <a:ext cx="2810850" cy="620594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0" y="362842"/>
            <a:ext cx="635459" cy="589581"/>
            <a:chOff x="445380" y="344047"/>
            <a:chExt cx="602509" cy="559040"/>
          </a:xfrm>
          <a:solidFill>
            <a:srgbClr val="0099B4"/>
          </a:solidFill>
        </p:grpSpPr>
        <p:sp>
          <p:nvSpPr>
            <p:cNvPr id="19" name="矩形 18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3311" y="377787"/>
              <a:ext cx="59457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9" name="Rectangle 12"/>
          <p:cNvSpPr/>
          <p:nvPr/>
        </p:nvSpPr>
        <p:spPr>
          <a:xfrm>
            <a:off x="501919" y="1267169"/>
            <a:ext cx="3659273" cy="2480151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9050">
            <a:solidFill>
              <a:srgbClr val="F68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" name="Rectangle 13"/>
          <p:cNvSpPr/>
          <p:nvPr/>
        </p:nvSpPr>
        <p:spPr>
          <a:xfrm>
            <a:off x="4599739" y="1267169"/>
            <a:ext cx="3659273" cy="2480151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19050">
            <a:solidFill>
              <a:srgbClr val="0099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1" name="Rectangle 14"/>
          <p:cNvSpPr/>
          <p:nvPr/>
        </p:nvSpPr>
        <p:spPr>
          <a:xfrm>
            <a:off x="8692518" y="1281616"/>
            <a:ext cx="3659273" cy="248015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9050">
            <a:solidFill>
              <a:srgbClr val="F68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2" name="Rectangle 23"/>
          <p:cNvSpPr/>
          <p:nvPr/>
        </p:nvSpPr>
        <p:spPr>
          <a:xfrm>
            <a:off x="501919" y="4028535"/>
            <a:ext cx="3659273" cy="248015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rgbClr val="0099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Rectangle 24"/>
          <p:cNvSpPr/>
          <p:nvPr/>
        </p:nvSpPr>
        <p:spPr>
          <a:xfrm>
            <a:off x="4599739" y="4028535"/>
            <a:ext cx="3659273" cy="2480151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19050">
            <a:solidFill>
              <a:srgbClr val="F68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1" name="Rectangle 25"/>
          <p:cNvSpPr/>
          <p:nvPr/>
        </p:nvSpPr>
        <p:spPr>
          <a:xfrm>
            <a:off x="8692518" y="4042982"/>
            <a:ext cx="3659273" cy="248015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9050">
            <a:solidFill>
              <a:srgbClr val="0099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2" name="Group 35"/>
          <p:cNvGrpSpPr/>
          <p:nvPr/>
        </p:nvGrpSpPr>
        <p:grpSpPr>
          <a:xfrm>
            <a:off x="501920" y="3107478"/>
            <a:ext cx="2768072" cy="567038"/>
            <a:chOff x="356920" y="2142793"/>
            <a:chExt cx="1968407" cy="403249"/>
          </a:xfrm>
        </p:grpSpPr>
        <p:sp>
          <p:nvSpPr>
            <p:cNvPr id="23" name="Snip Single Corner Rectangle 26"/>
            <p:cNvSpPr/>
            <p:nvPr/>
          </p:nvSpPr>
          <p:spPr>
            <a:xfrm>
              <a:off x="356920" y="2142793"/>
              <a:ext cx="1968407" cy="403249"/>
            </a:xfrm>
            <a:prstGeom prst="snip1Rect">
              <a:avLst>
                <a:gd name="adj" fmla="val 50000"/>
              </a:avLst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6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4" name="TextBox 34"/>
            <p:cNvSpPr txBox="1"/>
            <p:nvPr/>
          </p:nvSpPr>
          <p:spPr>
            <a:xfrm>
              <a:off x="903397" y="2256866"/>
              <a:ext cx="875453" cy="1751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单击添加标题</a:t>
              </a:r>
              <a:endParaRPr lang="en-US" altLang="zh-CN" sz="16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5" name="Group 36"/>
          <p:cNvGrpSpPr/>
          <p:nvPr/>
        </p:nvGrpSpPr>
        <p:grpSpPr>
          <a:xfrm>
            <a:off x="4599739" y="3107478"/>
            <a:ext cx="2768072" cy="567038"/>
            <a:chOff x="356920" y="2142793"/>
            <a:chExt cx="1968407" cy="403249"/>
          </a:xfrm>
        </p:grpSpPr>
        <p:sp>
          <p:nvSpPr>
            <p:cNvPr id="26" name="Snip Single Corner Rectangle 37"/>
            <p:cNvSpPr/>
            <p:nvPr/>
          </p:nvSpPr>
          <p:spPr>
            <a:xfrm>
              <a:off x="356920" y="2142793"/>
              <a:ext cx="1968407" cy="403249"/>
            </a:xfrm>
            <a:prstGeom prst="snip1Rect">
              <a:avLst>
                <a:gd name="adj" fmla="val 50000"/>
              </a:avLst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6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7" name="TextBox 38"/>
            <p:cNvSpPr txBox="1"/>
            <p:nvPr/>
          </p:nvSpPr>
          <p:spPr>
            <a:xfrm>
              <a:off x="903397" y="2256866"/>
              <a:ext cx="875453" cy="1751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单击添加标题</a:t>
              </a:r>
              <a:endParaRPr lang="en-US" altLang="zh-CN" sz="16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8" name="Group 39"/>
          <p:cNvGrpSpPr/>
          <p:nvPr/>
        </p:nvGrpSpPr>
        <p:grpSpPr>
          <a:xfrm>
            <a:off x="8692519" y="3107478"/>
            <a:ext cx="2768072" cy="567038"/>
            <a:chOff x="356920" y="2142793"/>
            <a:chExt cx="1968407" cy="403249"/>
          </a:xfrm>
        </p:grpSpPr>
        <p:sp>
          <p:nvSpPr>
            <p:cNvPr id="29" name="Snip Single Corner Rectangle 40"/>
            <p:cNvSpPr/>
            <p:nvPr/>
          </p:nvSpPr>
          <p:spPr>
            <a:xfrm>
              <a:off x="356920" y="2142793"/>
              <a:ext cx="1968407" cy="403249"/>
            </a:xfrm>
            <a:prstGeom prst="snip1Rect">
              <a:avLst>
                <a:gd name="adj" fmla="val 50000"/>
              </a:avLst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6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0" name="TextBox 41"/>
            <p:cNvSpPr txBox="1"/>
            <p:nvPr/>
          </p:nvSpPr>
          <p:spPr>
            <a:xfrm>
              <a:off x="903397" y="2256866"/>
              <a:ext cx="875453" cy="1751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单击添加标题</a:t>
              </a:r>
              <a:endParaRPr lang="en-US" altLang="zh-CN" sz="16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1" name="Group 42"/>
          <p:cNvGrpSpPr/>
          <p:nvPr/>
        </p:nvGrpSpPr>
        <p:grpSpPr>
          <a:xfrm>
            <a:off x="501920" y="5840464"/>
            <a:ext cx="2768072" cy="567038"/>
            <a:chOff x="356920" y="2142793"/>
            <a:chExt cx="1968407" cy="403249"/>
          </a:xfrm>
        </p:grpSpPr>
        <p:sp>
          <p:nvSpPr>
            <p:cNvPr id="32" name="Snip Single Corner Rectangle 44"/>
            <p:cNvSpPr/>
            <p:nvPr/>
          </p:nvSpPr>
          <p:spPr>
            <a:xfrm>
              <a:off x="356920" y="2142793"/>
              <a:ext cx="1968407" cy="403249"/>
            </a:xfrm>
            <a:prstGeom prst="snip1Rect">
              <a:avLst>
                <a:gd name="adj" fmla="val 50000"/>
              </a:avLst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6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3" name="TextBox 46"/>
            <p:cNvSpPr txBox="1"/>
            <p:nvPr/>
          </p:nvSpPr>
          <p:spPr>
            <a:xfrm>
              <a:off x="903397" y="2256866"/>
              <a:ext cx="875453" cy="1751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单击添加标题</a:t>
              </a:r>
              <a:endParaRPr lang="en-US" altLang="zh-CN" sz="16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4" name="Group 47"/>
          <p:cNvGrpSpPr/>
          <p:nvPr/>
        </p:nvGrpSpPr>
        <p:grpSpPr>
          <a:xfrm>
            <a:off x="4599739" y="5840464"/>
            <a:ext cx="2768072" cy="567038"/>
            <a:chOff x="356920" y="2142793"/>
            <a:chExt cx="1968407" cy="403249"/>
          </a:xfrm>
        </p:grpSpPr>
        <p:sp>
          <p:nvSpPr>
            <p:cNvPr id="35" name="Snip Single Corner Rectangle 48"/>
            <p:cNvSpPr/>
            <p:nvPr/>
          </p:nvSpPr>
          <p:spPr>
            <a:xfrm>
              <a:off x="356920" y="2142793"/>
              <a:ext cx="1968407" cy="403249"/>
            </a:xfrm>
            <a:prstGeom prst="snip1Rect">
              <a:avLst>
                <a:gd name="adj" fmla="val 50000"/>
              </a:avLst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6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6" name="TextBox 49"/>
            <p:cNvSpPr txBox="1"/>
            <p:nvPr/>
          </p:nvSpPr>
          <p:spPr>
            <a:xfrm>
              <a:off x="903397" y="2256866"/>
              <a:ext cx="875453" cy="1751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单击添加标题</a:t>
              </a:r>
              <a:endParaRPr lang="en-US" altLang="zh-CN" sz="16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7" name="Group 54"/>
          <p:cNvGrpSpPr/>
          <p:nvPr/>
        </p:nvGrpSpPr>
        <p:grpSpPr>
          <a:xfrm>
            <a:off x="8692519" y="5840464"/>
            <a:ext cx="2768072" cy="567038"/>
            <a:chOff x="356920" y="2142793"/>
            <a:chExt cx="1968407" cy="403249"/>
          </a:xfrm>
        </p:grpSpPr>
        <p:sp>
          <p:nvSpPr>
            <p:cNvPr id="38" name="Snip Single Corner Rectangle 55"/>
            <p:cNvSpPr/>
            <p:nvPr/>
          </p:nvSpPr>
          <p:spPr>
            <a:xfrm>
              <a:off x="356920" y="2142793"/>
              <a:ext cx="1968407" cy="403249"/>
            </a:xfrm>
            <a:prstGeom prst="snip1Rect">
              <a:avLst>
                <a:gd name="adj" fmla="val 50000"/>
              </a:avLst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6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9" name="TextBox 56"/>
            <p:cNvSpPr txBox="1"/>
            <p:nvPr/>
          </p:nvSpPr>
          <p:spPr>
            <a:xfrm>
              <a:off x="903397" y="2256866"/>
              <a:ext cx="875453" cy="17510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单击添加标题</a:t>
              </a:r>
              <a:endParaRPr lang="en-US" altLang="zh-CN" sz="1600" b="1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15" name="任意多边形 14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F688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535620" y="333508"/>
            <a:ext cx="2810850" cy="620594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0" y="362842"/>
            <a:ext cx="635459" cy="589581"/>
            <a:chOff x="445380" y="344047"/>
            <a:chExt cx="602509" cy="559040"/>
          </a:xfrm>
          <a:solidFill>
            <a:srgbClr val="0099B4"/>
          </a:solidFill>
        </p:grpSpPr>
        <p:sp>
          <p:nvSpPr>
            <p:cNvPr id="19" name="矩形 18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53311" y="377787"/>
              <a:ext cx="594578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03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21" name="Freeform 5"/>
          <p:cNvSpPr/>
          <p:nvPr/>
        </p:nvSpPr>
        <p:spPr bwMode="auto">
          <a:xfrm>
            <a:off x="7077454" y="2252807"/>
            <a:ext cx="2561937" cy="1964497"/>
          </a:xfrm>
          <a:custGeom>
            <a:avLst/>
            <a:gdLst/>
            <a:ahLst/>
            <a:cxnLst>
              <a:cxn ang="0">
                <a:pos x="6" y="327"/>
              </a:cxn>
              <a:cxn ang="0">
                <a:pos x="4" y="307"/>
              </a:cxn>
              <a:cxn ang="0">
                <a:pos x="180" y="122"/>
              </a:cxn>
              <a:cxn ang="0">
                <a:pos x="394" y="57"/>
              </a:cxn>
              <a:cxn ang="0">
                <a:pos x="557" y="38"/>
              </a:cxn>
              <a:cxn ang="0">
                <a:pos x="557" y="127"/>
              </a:cxn>
              <a:cxn ang="0">
                <a:pos x="516" y="111"/>
              </a:cxn>
              <a:cxn ang="0">
                <a:pos x="473" y="129"/>
              </a:cxn>
              <a:cxn ang="0">
                <a:pos x="455" y="172"/>
              </a:cxn>
              <a:cxn ang="0">
                <a:pos x="473" y="214"/>
              </a:cxn>
              <a:cxn ang="0">
                <a:pos x="516" y="232"/>
              </a:cxn>
              <a:cxn ang="0">
                <a:pos x="557" y="216"/>
              </a:cxn>
              <a:cxn ang="0">
                <a:pos x="557" y="327"/>
              </a:cxn>
              <a:cxn ang="0">
                <a:pos x="325" y="327"/>
              </a:cxn>
              <a:cxn ang="0">
                <a:pos x="340" y="366"/>
              </a:cxn>
              <a:cxn ang="0">
                <a:pos x="322" y="409"/>
              </a:cxn>
              <a:cxn ang="0">
                <a:pos x="279" y="427"/>
              </a:cxn>
              <a:cxn ang="0">
                <a:pos x="236" y="409"/>
              </a:cxn>
              <a:cxn ang="0">
                <a:pos x="219" y="366"/>
              </a:cxn>
              <a:cxn ang="0">
                <a:pos x="232" y="327"/>
              </a:cxn>
              <a:cxn ang="0">
                <a:pos x="6" y="327"/>
              </a:cxn>
            </a:cxnLst>
            <a:rect l="0" t="0" r="r" b="b"/>
            <a:pathLst>
              <a:path w="557" h="427">
                <a:moveTo>
                  <a:pt x="6" y="327"/>
                </a:moveTo>
                <a:cubicBezTo>
                  <a:pt x="5" y="321"/>
                  <a:pt x="4" y="314"/>
                  <a:pt x="4" y="307"/>
                </a:cubicBezTo>
                <a:cubicBezTo>
                  <a:pt x="0" y="201"/>
                  <a:pt x="59" y="139"/>
                  <a:pt x="180" y="122"/>
                </a:cubicBezTo>
                <a:cubicBezTo>
                  <a:pt x="224" y="32"/>
                  <a:pt x="295" y="10"/>
                  <a:pt x="394" y="57"/>
                </a:cubicBezTo>
                <a:cubicBezTo>
                  <a:pt x="445" y="6"/>
                  <a:pt x="499" y="0"/>
                  <a:pt x="557" y="38"/>
                </a:cubicBezTo>
                <a:cubicBezTo>
                  <a:pt x="557" y="127"/>
                  <a:pt x="557" y="127"/>
                  <a:pt x="557" y="127"/>
                </a:cubicBezTo>
                <a:cubicBezTo>
                  <a:pt x="545" y="116"/>
                  <a:pt x="532" y="111"/>
                  <a:pt x="516" y="111"/>
                </a:cubicBezTo>
                <a:cubicBezTo>
                  <a:pt x="499" y="111"/>
                  <a:pt x="485" y="117"/>
                  <a:pt x="473" y="129"/>
                </a:cubicBezTo>
                <a:cubicBezTo>
                  <a:pt x="461" y="141"/>
                  <a:pt x="455" y="155"/>
                  <a:pt x="455" y="172"/>
                </a:cubicBezTo>
                <a:cubicBezTo>
                  <a:pt x="455" y="188"/>
                  <a:pt x="461" y="202"/>
                  <a:pt x="473" y="214"/>
                </a:cubicBezTo>
                <a:cubicBezTo>
                  <a:pt x="485" y="226"/>
                  <a:pt x="499" y="232"/>
                  <a:pt x="516" y="232"/>
                </a:cubicBezTo>
                <a:cubicBezTo>
                  <a:pt x="532" y="232"/>
                  <a:pt x="545" y="227"/>
                  <a:pt x="557" y="216"/>
                </a:cubicBezTo>
                <a:cubicBezTo>
                  <a:pt x="557" y="327"/>
                  <a:pt x="557" y="327"/>
                  <a:pt x="557" y="327"/>
                </a:cubicBezTo>
                <a:cubicBezTo>
                  <a:pt x="325" y="327"/>
                  <a:pt x="325" y="327"/>
                  <a:pt x="325" y="327"/>
                </a:cubicBezTo>
                <a:cubicBezTo>
                  <a:pt x="335" y="338"/>
                  <a:pt x="340" y="351"/>
                  <a:pt x="340" y="366"/>
                </a:cubicBezTo>
                <a:cubicBezTo>
                  <a:pt x="340" y="383"/>
                  <a:pt x="334" y="397"/>
                  <a:pt x="322" y="409"/>
                </a:cubicBezTo>
                <a:cubicBezTo>
                  <a:pt x="310" y="421"/>
                  <a:pt x="296" y="427"/>
                  <a:pt x="279" y="427"/>
                </a:cubicBezTo>
                <a:cubicBezTo>
                  <a:pt x="262" y="427"/>
                  <a:pt x="248" y="421"/>
                  <a:pt x="236" y="409"/>
                </a:cubicBezTo>
                <a:cubicBezTo>
                  <a:pt x="224" y="397"/>
                  <a:pt x="219" y="383"/>
                  <a:pt x="219" y="366"/>
                </a:cubicBezTo>
                <a:cubicBezTo>
                  <a:pt x="219" y="351"/>
                  <a:pt x="223" y="338"/>
                  <a:pt x="232" y="327"/>
                </a:cubicBezTo>
                <a:lnTo>
                  <a:pt x="6" y="327"/>
                </a:lnTo>
                <a:close/>
              </a:path>
            </a:pathLst>
          </a:custGeom>
          <a:solidFill>
            <a:srgbClr val="0099B4"/>
          </a:solidFill>
          <a:ln w="19050">
            <a:solidFill>
              <a:schemeClr val="bg1"/>
            </a:solidFill>
            <a:round/>
          </a:ln>
        </p:spPr>
        <p:txBody>
          <a:bodyPr vert="horz" wrap="square" lIns="128583" tIns="64291" rIns="128583" bIns="64291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2" name="Freeform 6"/>
          <p:cNvSpPr/>
          <p:nvPr/>
        </p:nvSpPr>
        <p:spPr bwMode="auto">
          <a:xfrm>
            <a:off x="7106546" y="3757694"/>
            <a:ext cx="3009936" cy="1435071"/>
          </a:xfrm>
          <a:custGeom>
            <a:avLst/>
            <a:gdLst/>
            <a:ahLst/>
            <a:cxnLst>
              <a:cxn ang="0">
                <a:pos x="551" y="0"/>
              </a:cxn>
              <a:cxn ang="0">
                <a:pos x="551" y="109"/>
              </a:cxn>
              <a:cxn ang="0">
                <a:pos x="552" y="108"/>
              </a:cxn>
              <a:cxn ang="0">
                <a:pos x="595" y="90"/>
              </a:cxn>
              <a:cxn ang="0">
                <a:pos x="637" y="108"/>
              </a:cxn>
              <a:cxn ang="0">
                <a:pos x="655" y="150"/>
              </a:cxn>
              <a:cxn ang="0">
                <a:pos x="637" y="193"/>
              </a:cxn>
              <a:cxn ang="0">
                <a:pos x="595" y="211"/>
              </a:cxn>
              <a:cxn ang="0">
                <a:pos x="552" y="193"/>
              </a:cxn>
              <a:cxn ang="0">
                <a:pos x="551" y="192"/>
              </a:cxn>
              <a:cxn ang="0">
                <a:pos x="551" y="312"/>
              </a:cxn>
              <a:cxn ang="0">
                <a:pos x="474" y="239"/>
              </a:cxn>
              <a:cxn ang="0">
                <a:pos x="252" y="158"/>
              </a:cxn>
              <a:cxn ang="0">
                <a:pos x="0" y="0"/>
              </a:cxn>
              <a:cxn ang="0">
                <a:pos x="226" y="0"/>
              </a:cxn>
              <a:cxn ang="0">
                <a:pos x="213" y="39"/>
              </a:cxn>
              <a:cxn ang="0">
                <a:pos x="230" y="82"/>
              </a:cxn>
              <a:cxn ang="0">
                <a:pos x="273" y="100"/>
              </a:cxn>
              <a:cxn ang="0">
                <a:pos x="316" y="82"/>
              </a:cxn>
              <a:cxn ang="0">
                <a:pos x="334" y="39"/>
              </a:cxn>
              <a:cxn ang="0">
                <a:pos x="319" y="0"/>
              </a:cxn>
              <a:cxn ang="0">
                <a:pos x="551" y="0"/>
              </a:cxn>
            </a:cxnLst>
            <a:rect l="0" t="0" r="r" b="b"/>
            <a:pathLst>
              <a:path w="655" h="312">
                <a:moveTo>
                  <a:pt x="551" y="0"/>
                </a:moveTo>
                <a:cubicBezTo>
                  <a:pt x="551" y="109"/>
                  <a:pt x="551" y="109"/>
                  <a:pt x="551" y="109"/>
                </a:cubicBezTo>
                <a:cubicBezTo>
                  <a:pt x="551" y="108"/>
                  <a:pt x="551" y="108"/>
                  <a:pt x="552" y="108"/>
                </a:cubicBezTo>
                <a:cubicBezTo>
                  <a:pt x="564" y="96"/>
                  <a:pt x="578" y="90"/>
                  <a:pt x="595" y="90"/>
                </a:cubicBezTo>
                <a:cubicBezTo>
                  <a:pt x="611" y="90"/>
                  <a:pt x="626" y="96"/>
                  <a:pt x="637" y="108"/>
                </a:cubicBezTo>
                <a:cubicBezTo>
                  <a:pt x="649" y="119"/>
                  <a:pt x="655" y="134"/>
                  <a:pt x="655" y="150"/>
                </a:cubicBezTo>
                <a:cubicBezTo>
                  <a:pt x="655" y="167"/>
                  <a:pt x="649" y="181"/>
                  <a:pt x="637" y="193"/>
                </a:cubicBezTo>
                <a:cubicBezTo>
                  <a:pt x="626" y="205"/>
                  <a:pt x="611" y="211"/>
                  <a:pt x="595" y="211"/>
                </a:cubicBezTo>
                <a:cubicBezTo>
                  <a:pt x="578" y="211"/>
                  <a:pt x="564" y="205"/>
                  <a:pt x="552" y="193"/>
                </a:cubicBezTo>
                <a:cubicBezTo>
                  <a:pt x="551" y="193"/>
                  <a:pt x="551" y="192"/>
                  <a:pt x="551" y="192"/>
                </a:cubicBezTo>
                <a:cubicBezTo>
                  <a:pt x="551" y="312"/>
                  <a:pt x="551" y="312"/>
                  <a:pt x="551" y="312"/>
                </a:cubicBezTo>
                <a:cubicBezTo>
                  <a:pt x="515" y="301"/>
                  <a:pt x="489" y="277"/>
                  <a:pt x="474" y="239"/>
                </a:cubicBezTo>
                <a:cubicBezTo>
                  <a:pt x="377" y="279"/>
                  <a:pt x="303" y="252"/>
                  <a:pt x="252" y="158"/>
                </a:cubicBezTo>
                <a:cubicBezTo>
                  <a:pt x="99" y="153"/>
                  <a:pt x="16" y="101"/>
                  <a:pt x="0" y="0"/>
                </a:cubicBezTo>
                <a:cubicBezTo>
                  <a:pt x="226" y="0"/>
                  <a:pt x="226" y="0"/>
                  <a:pt x="226" y="0"/>
                </a:cubicBezTo>
                <a:cubicBezTo>
                  <a:pt x="217" y="11"/>
                  <a:pt x="213" y="24"/>
                  <a:pt x="213" y="39"/>
                </a:cubicBezTo>
                <a:cubicBezTo>
                  <a:pt x="213" y="56"/>
                  <a:pt x="218" y="70"/>
                  <a:pt x="230" y="82"/>
                </a:cubicBezTo>
                <a:cubicBezTo>
                  <a:pt x="242" y="94"/>
                  <a:pt x="256" y="100"/>
                  <a:pt x="273" y="100"/>
                </a:cubicBezTo>
                <a:cubicBezTo>
                  <a:pt x="290" y="100"/>
                  <a:pt x="304" y="94"/>
                  <a:pt x="316" y="82"/>
                </a:cubicBezTo>
                <a:cubicBezTo>
                  <a:pt x="328" y="70"/>
                  <a:pt x="334" y="56"/>
                  <a:pt x="334" y="39"/>
                </a:cubicBezTo>
                <a:cubicBezTo>
                  <a:pt x="334" y="24"/>
                  <a:pt x="329" y="11"/>
                  <a:pt x="319" y="0"/>
                </a:cubicBezTo>
                <a:lnTo>
                  <a:pt x="551" y="0"/>
                </a:lnTo>
                <a:close/>
              </a:path>
            </a:pathLst>
          </a:custGeom>
          <a:solidFill>
            <a:srgbClr val="F68808"/>
          </a:solidFill>
          <a:ln w="19050">
            <a:solidFill>
              <a:schemeClr val="bg1"/>
            </a:solidFill>
            <a:round/>
          </a:ln>
        </p:spPr>
        <p:txBody>
          <a:bodyPr vert="horz" wrap="square" lIns="128583" tIns="64291" rIns="128583" bIns="64291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3" name="Freeform 7"/>
          <p:cNvSpPr/>
          <p:nvPr/>
        </p:nvSpPr>
        <p:spPr bwMode="auto">
          <a:xfrm>
            <a:off x="9639391" y="3274811"/>
            <a:ext cx="2127513" cy="2391139"/>
          </a:xfrm>
          <a:custGeom>
            <a:avLst/>
            <a:gdLst/>
            <a:ahLst/>
            <a:cxnLst>
              <a:cxn ang="0">
                <a:pos x="0" y="417"/>
              </a:cxn>
              <a:cxn ang="0">
                <a:pos x="0" y="297"/>
              </a:cxn>
              <a:cxn ang="0">
                <a:pos x="1" y="298"/>
              </a:cxn>
              <a:cxn ang="0">
                <a:pos x="44" y="316"/>
              </a:cxn>
              <a:cxn ang="0">
                <a:pos x="86" y="298"/>
              </a:cxn>
              <a:cxn ang="0">
                <a:pos x="104" y="255"/>
              </a:cxn>
              <a:cxn ang="0">
                <a:pos x="86" y="213"/>
              </a:cxn>
              <a:cxn ang="0">
                <a:pos x="44" y="195"/>
              </a:cxn>
              <a:cxn ang="0">
                <a:pos x="1" y="213"/>
              </a:cxn>
              <a:cxn ang="0">
                <a:pos x="0" y="214"/>
              </a:cxn>
              <a:cxn ang="0">
                <a:pos x="0" y="105"/>
              </a:cxn>
              <a:cxn ang="0">
                <a:pos x="189" y="105"/>
              </a:cxn>
              <a:cxn ang="0">
                <a:pos x="186" y="103"/>
              </a:cxn>
              <a:cxn ang="0">
                <a:pos x="169" y="61"/>
              </a:cxn>
              <a:cxn ang="0">
                <a:pos x="186" y="18"/>
              </a:cxn>
              <a:cxn ang="0">
                <a:pos x="229" y="0"/>
              </a:cxn>
              <a:cxn ang="0">
                <a:pos x="272" y="18"/>
              </a:cxn>
              <a:cxn ang="0">
                <a:pos x="290" y="61"/>
              </a:cxn>
              <a:cxn ang="0">
                <a:pos x="272" y="103"/>
              </a:cxn>
              <a:cxn ang="0">
                <a:pos x="270" y="105"/>
              </a:cxn>
              <a:cxn ang="0">
                <a:pos x="447" y="105"/>
              </a:cxn>
              <a:cxn ang="0">
                <a:pos x="396" y="280"/>
              </a:cxn>
              <a:cxn ang="0">
                <a:pos x="183" y="455"/>
              </a:cxn>
              <a:cxn ang="0">
                <a:pos x="234" y="520"/>
              </a:cxn>
              <a:cxn ang="0">
                <a:pos x="204" y="520"/>
              </a:cxn>
              <a:cxn ang="0">
                <a:pos x="61" y="422"/>
              </a:cxn>
              <a:cxn ang="0">
                <a:pos x="0" y="417"/>
              </a:cxn>
            </a:cxnLst>
            <a:rect l="0" t="0" r="r" b="b"/>
            <a:pathLst>
              <a:path w="463" h="520">
                <a:moveTo>
                  <a:pt x="0" y="417"/>
                </a:moveTo>
                <a:cubicBezTo>
                  <a:pt x="0" y="297"/>
                  <a:pt x="0" y="297"/>
                  <a:pt x="0" y="297"/>
                </a:cubicBezTo>
                <a:cubicBezTo>
                  <a:pt x="0" y="297"/>
                  <a:pt x="0" y="298"/>
                  <a:pt x="1" y="298"/>
                </a:cubicBezTo>
                <a:cubicBezTo>
                  <a:pt x="13" y="310"/>
                  <a:pt x="27" y="316"/>
                  <a:pt x="44" y="316"/>
                </a:cubicBezTo>
                <a:cubicBezTo>
                  <a:pt x="60" y="316"/>
                  <a:pt x="75" y="310"/>
                  <a:pt x="86" y="298"/>
                </a:cubicBezTo>
                <a:cubicBezTo>
                  <a:pt x="98" y="286"/>
                  <a:pt x="104" y="272"/>
                  <a:pt x="104" y="255"/>
                </a:cubicBezTo>
                <a:cubicBezTo>
                  <a:pt x="104" y="239"/>
                  <a:pt x="98" y="224"/>
                  <a:pt x="86" y="213"/>
                </a:cubicBezTo>
                <a:cubicBezTo>
                  <a:pt x="75" y="201"/>
                  <a:pt x="60" y="195"/>
                  <a:pt x="44" y="195"/>
                </a:cubicBezTo>
                <a:cubicBezTo>
                  <a:pt x="27" y="195"/>
                  <a:pt x="13" y="201"/>
                  <a:pt x="1" y="213"/>
                </a:cubicBezTo>
                <a:cubicBezTo>
                  <a:pt x="0" y="213"/>
                  <a:pt x="0" y="213"/>
                  <a:pt x="0" y="214"/>
                </a:cubicBezTo>
                <a:cubicBezTo>
                  <a:pt x="0" y="105"/>
                  <a:pt x="0" y="105"/>
                  <a:pt x="0" y="105"/>
                </a:cubicBezTo>
                <a:cubicBezTo>
                  <a:pt x="189" y="105"/>
                  <a:pt x="189" y="105"/>
                  <a:pt x="189" y="105"/>
                </a:cubicBezTo>
                <a:cubicBezTo>
                  <a:pt x="188" y="105"/>
                  <a:pt x="187" y="104"/>
                  <a:pt x="186" y="103"/>
                </a:cubicBezTo>
                <a:cubicBezTo>
                  <a:pt x="175" y="91"/>
                  <a:pt x="169" y="77"/>
                  <a:pt x="169" y="61"/>
                </a:cubicBezTo>
                <a:cubicBezTo>
                  <a:pt x="169" y="44"/>
                  <a:pt x="175" y="30"/>
                  <a:pt x="186" y="18"/>
                </a:cubicBezTo>
                <a:cubicBezTo>
                  <a:pt x="198" y="6"/>
                  <a:pt x="213" y="0"/>
                  <a:pt x="229" y="0"/>
                </a:cubicBezTo>
                <a:cubicBezTo>
                  <a:pt x="246" y="0"/>
                  <a:pt x="260" y="6"/>
                  <a:pt x="272" y="18"/>
                </a:cubicBezTo>
                <a:cubicBezTo>
                  <a:pt x="284" y="30"/>
                  <a:pt x="290" y="44"/>
                  <a:pt x="290" y="61"/>
                </a:cubicBezTo>
                <a:cubicBezTo>
                  <a:pt x="290" y="77"/>
                  <a:pt x="284" y="91"/>
                  <a:pt x="272" y="103"/>
                </a:cubicBezTo>
                <a:cubicBezTo>
                  <a:pt x="271" y="104"/>
                  <a:pt x="270" y="105"/>
                  <a:pt x="270" y="105"/>
                </a:cubicBezTo>
                <a:cubicBezTo>
                  <a:pt x="447" y="105"/>
                  <a:pt x="447" y="105"/>
                  <a:pt x="447" y="105"/>
                </a:cubicBezTo>
                <a:cubicBezTo>
                  <a:pt x="463" y="158"/>
                  <a:pt x="446" y="216"/>
                  <a:pt x="396" y="280"/>
                </a:cubicBezTo>
                <a:cubicBezTo>
                  <a:pt x="383" y="399"/>
                  <a:pt x="312" y="458"/>
                  <a:pt x="183" y="455"/>
                </a:cubicBezTo>
                <a:cubicBezTo>
                  <a:pt x="234" y="520"/>
                  <a:pt x="234" y="520"/>
                  <a:pt x="234" y="520"/>
                </a:cubicBezTo>
                <a:cubicBezTo>
                  <a:pt x="204" y="520"/>
                  <a:pt x="204" y="520"/>
                  <a:pt x="204" y="520"/>
                </a:cubicBezTo>
                <a:cubicBezTo>
                  <a:pt x="61" y="422"/>
                  <a:pt x="61" y="422"/>
                  <a:pt x="61" y="422"/>
                </a:cubicBezTo>
                <a:cubicBezTo>
                  <a:pt x="38" y="424"/>
                  <a:pt x="17" y="422"/>
                  <a:pt x="0" y="417"/>
                </a:cubicBezTo>
                <a:close/>
              </a:path>
            </a:pathLst>
          </a:custGeom>
          <a:solidFill>
            <a:srgbClr val="0099B4"/>
          </a:solidFill>
          <a:ln w="19050">
            <a:solidFill>
              <a:schemeClr val="bg1"/>
            </a:solidFill>
            <a:round/>
          </a:ln>
        </p:spPr>
        <p:txBody>
          <a:bodyPr vert="horz" wrap="square" lIns="128583" tIns="64291" rIns="128583" bIns="64291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4" name="Freeform 8"/>
          <p:cNvSpPr/>
          <p:nvPr/>
        </p:nvSpPr>
        <p:spPr bwMode="auto">
          <a:xfrm>
            <a:off x="9170058" y="2239234"/>
            <a:ext cx="2523149" cy="1518460"/>
          </a:xfrm>
          <a:custGeom>
            <a:avLst/>
            <a:gdLst/>
            <a:ahLst/>
            <a:cxnLst>
              <a:cxn ang="0">
                <a:pos x="102" y="330"/>
              </a:cxn>
              <a:cxn ang="0">
                <a:pos x="102" y="219"/>
              </a:cxn>
              <a:cxn ang="0">
                <a:pos x="61" y="235"/>
              </a:cxn>
              <a:cxn ang="0">
                <a:pos x="18" y="217"/>
              </a:cxn>
              <a:cxn ang="0">
                <a:pos x="0" y="175"/>
              </a:cxn>
              <a:cxn ang="0">
                <a:pos x="18" y="132"/>
              </a:cxn>
              <a:cxn ang="0">
                <a:pos x="61" y="114"/>
              </a:cxn>
              <a:cxn ang="0">
                <a:pos x="102" y="130"/>
              </a:cxn>
              <a:cxn ang="0">
                <a:pos x="102" y="41"/>
              </a:cxn>
              <a:cxn ang="0">
                <a:pos x="107" y="45"/>
              </a:cxn>
              <a:cxn ang="0">
                <a:pos x="347" y="77"/>
              </a:cxn>
              <a:cxn ang="0">
                <a:pos x="512" y="269"/>
              </a:cxn>
              <a:cxn ang="0">
                <a:pos x="549" y="330"/>
              </a:cxn>
              <a:cxn ang="0">
                <a:pos x="372" y="330"/>
              </a:cxn>
              <a:cxn ang="0">
                <a:pos x="374" y="328"/>
              </a:cxn>
              <a:cxn ang="0">
                <a:pos x="392" y="286"/>
              </a:cxn>
              <a:cxn ang="0">
                <a:pos x="374" y="243"/>
              </a:cxn>
              <a:cxn ang="0">
                <a:pos x="331" y="225"/>
              </a:cxn>
              <a:cxn ang="0">
                <a:pos x="288" y="243"/>
              </a:cxn>
              <a:cxn ang="0">
                <a:pos x="271" y="286"/>
              </a:cxn>
              <a:cxn ang="0">
                <a:pos x="288" y="328"/>
              </a:cxn>
              <a:cxn ang="0">
                <a:pos x="291" y="330"/>
              </a:cxn>
              <a:cxn ang="0">
                <a:pos x="102" y="330"/>
              </a:cxn>
            </a:cxnLst>
            <a:rect l="0" t="0" r="r" b="b"/>
            <a:pathLst>
              <a:path w="549" h="330">
                <a:moveTo>
                  <a:pt x="102" y="330"/>
                </a:moveTo>
                <a:cubicBezTo>
                  <a:pt x="102" y="219"/>
                  <a:pt x="102" y="219"/>
                  <a:pt x="102" y="219"/>
                </a:cubicBezTo>
                <a:cubicBezTo>
                  <a:pt x="90" y="230"/>
                  <a:pt x="77" y="235"/>
                  <a:pt x="61" y="235"/>
                </a:cubicBezTo>
                <a:cubicBezTo>
                  <a:pt x="44" y="235"/>
                  <a:pt x="30" y="229"/>
                  <a:pt x="18" y="217"/>
                </a:cubicBezTo>
                <a:cubicBezTo>
                  <a:pt x="6" y="205"/>
                  <a:pt x="0" y="191"/>
                  <a:pt x="0" y="175"/>
                </a:cubicBezTo>
                <a:cubicBezTo>
                  <a:pt x="0" y="158"/>
                  <a:pt x="6" y="144"/>
                  <a:pt x="18" y="132"/>
                </a:cubicBezTo>
                <a:cubicBezTo>
                  <a:pt x="30" y="120"/>
                  <a:pt x="44" y="114"/>
                  <a:pt x="61" y="114"/>
                </a:cubicBezTo>
                <a:cubicBezTo>
                  <a:pt x="77" y="114"/>
                  <a:pt x="90" y="119"/>
                  <a:pt x="102" y="130"/>
                </a:cubicBezTo>
                <a:cubicBezTo>
                  <a:pt x="102" y="41"/>
                  <a:pt x="102" y="41"/>
                  <a:pt x="102" y="41"/>
                </a:cubicBezTo>
                <a:cubicBezTo>
                  <a:pt x="103" y="42"/>
                  <a:pt x="105" y="43"/>
                  <a:pt x="107" y="45"/>
                </a:cubicBezTo>
                <a:cubicBezTo>
                  <a:pt x="194" y="0"/>
                  <a:pt x="274" y="10"/>
                  <a:pt x="347" y="77"/>
                </a:cubicBezTo>
                <a:cubicBezTo>
                  <a:pt x="452" y="100"/>
                  <a:pt x="508" y="164"/>
                  <a:pt x="512" y="269"/>
                </a:cubicBezTo>
                <a:cubicBezTo>
                  <a:pt x="530" y="288"/>
                  <a:pt x="542" y="309"/>
                  <a:pt x="549" y="330"/>
                </a:cubicBezTo>
                <a:cubicBezTo>
                  <a:pt x="372" y="330"/>
                  <a:pt x="372" y="330"/>
                  <a:pt x="372" y="330"/>
                </a:cubicBezTo>
                <a:cubicBezTo>
                  <a:pt x="372" y="330"/>
                  <a:pt x="373" y="329"/>
                  <a:pt x="374" y="328"/>
                </a:cubicBezTo>
                <a:cubicBezTo>
                  <a:pt x="386" y="316"/>
                  <a:pt x="392" y="302"/>
                  <a:pt x="392" y="286"/>
                </a:cubicBezTo>
                <a:cubicBezTo>
                  <a:pt x="392" y="269"/>
                  <a:pt x="386" y="255"/>
                  <a:pt x="374" y="243"/>
                </a:cubicBezTo>
                <a:cubicBezTo>
                  <a:pt x="362" y="231"/>
                  <a:pt x="348" y="225"/>
                  <a:pt x="331" y="225"/>
                </a:cubicBezTo>
                <a:cubicBezTo>
                  <a:pt x="315" y="225"/>
                  <a:pt x="300" y="231"/>
                  <a:pt x="288" y="243"/>
                </a:cubicBezTo>
                <a:cubicBezTo>
                  <a:pt x="277" y="255"/>
                  <a:pt x="271" y="269"/>
                  <a:pt x="271" y="286"/>
                </a:cubicBezTo>
                <a:cubicBezTo>
                  <a:pt x="271" y="302"/>
                  <a:pt x="277" y="316"/>
                  <a:pt x="288" y="328"/>
                </a:cubicBezTo>
                <a:cubicBezTo>
                  <a:pt x="289" y="329"/>
                  <a:pt x="290" y="330"/>
                  <a:pt x="291" y="330"/>
                </a:cubicBezTo>
                <a:lnTo>
                  <a:pt x="102" y="330"/>
                </a:lnTo>
                <a:close/>
              </a:path>
            </a:pathLst>
          </a:custGeom>
          <a:solidFill>
            <a:srgbClr val="F68808"/>
          </a:solidFill>
          <a:ln w="19050">
            <a:solidFill>
              <a:schemeClr val="bg1"/>
            </a:solidFill>
            <a:round/>
          </a:ln>
        </p:spPr>
        <p:txBody>
          <a:bodyPr vert="horz" wrap="square" lIns="128583" tIns="64291" rIns="128583" bIns="64291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5" name="TextBox 36"/>
          <p:cNvSpPr txBox="1"/>
          <p:nvPr/>
        </p:nvSpPr>
        <p:spPr>
          <a:xfrm>
            <a:off x="1935481" y="1960141"/>
            <a:ext cx="3485081" cy="114550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r>
              <a:rPr 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.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6" name="TextBox 39"/>
          <p:cNvSpPr txBox="1"/>
          <p:nvPr/>
        </p:nvSpPr>
        <p:spPr>
          <a:xfrm>
            <a:off x="1935480" y="2898545"/>
            <a:ext cx="3485083" cy="930057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7" name="TextBox 41"/>
          <p:cNvSpPr txBox="1"/>
          <p:nvPr/>
        </p:nvSpPr>
        <p:spPr>
          <a:xfrm>
            <a:off x="1935481" y="3836948"/>
            <a:ext cx="3485081" cy="930057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8" name="TextBox 42"/>
          <p:cNvSpPr txBox="1"/>
          <p:nvPr/>
        </p:nvSpPr>
        <p:spPr>
          <a:xfrm>
            <a:off x="1935481" y="4775352"/>
            <a:ext cx="3485081" cy="930057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9" name="Text Placeholder 3"/>
          <p:cNvSpPr txBox="1"/>
          <p:nvPr/>
        </p:nvSpPr>
        <p:spPr>
          <a:xfrm>
            <a:off x="5642034" y="2210868"/>
            <a:ext cx="868828" cy="523220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85875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4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20%</a:t>
            </a:r>
            <a:endParaRPr lang="en-US" sz="34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0" name="Text Placeholder 3"/>
          <p:cNvSpPr txBox="1"/>
          <p:nvPr/>
        </p:nvSpPr>
        <p:spPr>
          <a:xfrm>
            <a:off x="5642034" y="5093750"/>
            <a:ext cx="868828" cy="523220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85875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4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50%</a:t>
            </a:r>
            <a:endParaRPr lang="en-US" sz="34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" name="Text Placeholder 3"/>
          <p:cNvSpPr txBox="1"/>
          <p:nvPr/>
        </p:nvSpPr>
        <p:spPr>
          <a:xfrm>
            <a:off x="5647644" y="3171828"/>
            <a:ext cx="857607" cy="523220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85875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4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70%</a:t>
            </a:r>
            <a:endParaRPr lang="en-US" sz="34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2" name="Text Placeholder 3"/>
          <p:cNvSpPr txBox="1"/>
          <p:nvPr/>
        </p:nvSpPr>
        <p:spPr>
          <a:xfrm>
            <a:off x="5644438" y="4132789"/>
            <a:ext cx="864019" cy="523220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defTabSz="1285875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4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90%</a:t>
            </a:r>
            <a:endParaRPr lang="en-US" sz="34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33" name="Group 48"/>
          <p:cNvGrpSpPr/>
          <p:nvPr/>
        </p:nvGrpSpPr>
        <p:grpSpPr>
          <a:xfrm>
            <a:off x="1209756" y="2134667"/>
            <a:ext cx="693802" cy="673901"/>
            <a:chOff x="860271" y="1518068"/>
            <a:chExt cx="493370" cy="479245"/>
          </a:xfrm>
        </p:grpSpPr>
        <p:sp>
          <p:nvSpPr>
            <p:cNvPr id="34" name="Rounded Rectangle 35"/>
            <p:cNvSpPr/>
            <p:nvPr/>
          </p:nvSpPr>
          <p:spPr>
            <a:xfrm>
              <a:off x="860271" y="1518068"/>
              <a:ext cx="493370" cy="479245"/>
            </a:xfrm>
            <a:prstGeom prst="roundRect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5" name="Freeform 6"/>
            <p:cNvSpPr>
              <a:spLocks noEditPoints="1"/>
            </p:cNvSpPr>
            <p:nvPr/>
          </p:nvSpPr>
          <p:spPr bwMode="auto">
            <a:xfrm>
              <a:off x="997419" y="1671965"/>
              <a:ext cx="219075" cy="171450"/>
            </a:xfrm>
            <a:custGeom>
              <a:avLst/>
              <a:gdLst/>
              <a:ahLst/>
              <a:cxnLst>
                <a:cxn ang="0">
                  <a:pos x="64" y="48"/>
                </a:cxn>
                <a:cxn ang="0">
                  <a:pos x="61" y="50"/>
                </a:cxn>
                <a:cxn ang="0">
                  <a:pos x="2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2" y="41"/>
                </a:cxn>
                <a:cxn ang="0">
                  <a:pos x="61" y="41"/>
                </a:cxn>
                <a:cxn ang="0">
                  <a:pos x="64" y="43"/>
                </a:cxn>
                <a:cxn ang="0">
                  <a:pos x="64" y="48"/>
                </a:cxn>
                <a:cxn ang="0">
                  <a:pos x="59" y="20"/>
                </a:cxn>
                <a:cxn ang="0">
                  <a:pos x="57" y="23"/>
                </a:cxn>
                <a:cxn ang="0">
                  <a:pos x="7" y="23"/>
                </a:cxn>
                <a:cxn ang="0">
                  <a:pos x="4" y="20"/>
                </a:cxn>
                <a:cxn ang="0">
                  <a:pos x="4" y="16"/>
                </a:cxn>
                <a:cxn ang="0">
                  <a:pos x="7" y="13"/>
                </a:cxn>
                <a:cxn ang="0">
                  <a:pos x="57" y="13"/>
                </a:cxn>
                <a:cxn ang="0">
                  <a:pos x="59" y="16"/>
                </a:cxn>
                <a:cxn ang="0">
                  <a:pos x="59" y="20"/>
                </a:cxn>
                <a:cxn ang="0">
                  <a:pos x="50" y="34"/>
                </a:cxn>
                <a:cxn ang="0">
                  <a:pos x="48" y="36"/>
                </a:cxn>
                <a:cxn ang="0">
                  <a:pos x="16" y="36"/>
                </a:cxn>
                <a:cxn ang="0">
                  <a:pos x="13" y="34"/>
                </a:cxn>
                <a:cxn ang="0">
                  <a:pos x="13" y="29"/>
                </a:cxn>
                <a:cxn ang="0">
                  <a:pos x="16" y="27"/>
                </a:cxn>
                <a:cxn ang="0">
                  <a:pos x="48" y="27"/>
                </a:cxn>
                <a:cxn ang="0">
                  <a:pos x="50" y="29"/>
                </a:cxn>
                <a:cxn ang="0">
                  <a:pos x="50" y="34"/>
                </a:cxn>
                <a:cxn ang="0">
                  <a:pos x="45" y="7"/>
                </a:cxn>
                <a:cxn ang="0">
                  <a:pos x="43" y="9"/>
                </a:cxn>
                <a:cxn ang="0">
                  <a:pos x="20" y="9"/>
                </a:cxn>
                <a:cxn ang="0">
                  <a:pos x="18" y="7"/>
                </a:cxn>
                <a:cxn ang="0">
                  <a:pos x="18" y="2"/>
                </a:cxn>
                <a:cxn ang="0">
                  <a:pos x="20" y="0"/>
                </a:cxn>
                <a:cxn ang="0">
                  <a:pos x="43" y="0"/>
                </a:cxn>
                <a:cxn ang="0">
                  <a:pos x="45" y="2"/>
                </a:cxn>
                <a:cxn ang="0">
                  <a:pos x="45" y="7"/>
                </a:cxn>
              </a:cxnLst>
              <a:rect l="0" t="0" r="r" b="b"/>
              <a:pathLst>
                <a:path w="64" h="50">
                  <a:moveTo>
                    <a:pt x="64" y="48"/>
                  </a:moveTo>
                  <a:cubicBezTo>
                    <a:pt x="64" y="49"/>
                    <a:pt x="63" y="50"/>
                    <a:pt x="61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1" y="50"/>
                    <a:pt x="0" y="49"/>
                    <a:pt x="0" y="48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1" y="41"/>
                    <a:pt x="2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3" y="41"/>
                    <a:pt x="64" y="42"/>
                    <a:pt x="64" y="43"/>
                  </a:cubicBezTo>
                  <a:lnTo>
                    <a:pt x="64" y="48"/>
                  </a:lnTo>
                  <a:close/>
                  <a:moveTo>
                    <a:pt x="59" y="20"/>
                  </a:moveTo>
                  <a:cubicBezTo>
                    <a:pt x="59" y="22"/>
                    <a:pt x="58" y="23"/>
                    <a:pt x="57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5" y="23"/>
                    <a:pt x="4" y="22"/>
                    <a:pt x="4" y="2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4"/>
                    <a:pt x="5" y="13"/>
                    <a:pt x="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8" y="13"/>
                    <a:pt x="59" y="14"/>
                    <a:pt x="59" y="16"/>
                  </a:cubicBezTo>
                  <a:lnTo>
                    <a:pt x="59" y="20"/>
                  </a:lnTo>
                  <a:close/>
                  <a:moveTo>
                    <a:pt x="50" y="34"/>
                  </a:moveTo>
                  <a:cubicBezTo>
                    <a:pt x="50" y="35"/>
                    <a:pt x="49" y="36"/>
                    <a:pt x="48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5" y="36"/>
                    <a:pt x="13" y="35"/>
                    <a:pt x="13" y="34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28"/>
                    <a:pt x="15" y="27"/>
                    <a:pt x="16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9" y="27"/>
                    <a:pt x="50" y="28"/>
                    <a:pt x="50" y="29"/>
                  </a:cubicBezTo>
                  <a:lnTo>
                    <a:pt x="50" y="34"/>
                  </a:lnTo>
                  <a:close/>
                  <a:moveTo>
                    <a:pt x="45" y="7"/>
                  </a:moveTo>
                  <a:cubicBezTo>
                    <a:pt x="45" y="8"/>
                    <a:pt x="44" y="9"/>
                    <a:pt x="43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9" y="9"/>
                    <a:pt x="18" y="8"/>
                    <a:pt x="18" y="7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9" y="0"/>
                    <a:pt x="20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5" y="2"/>
                  </a:cubicBezTo>
                  <a:lnTo>
                    <a:pt x="45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6" name="Group 50"/>
          <p:cNvGrpSpPr/>
          <p:nvPr/>
        </p:nvGrpSpPr>
        <p:grpSpPr>
          <a:xfrm>
            <a:off x="1181473" y="3073071"/>
            <a:ext cx="693802" cy="673901"/>
            <a:chOff x="840159" y="2185414"/>
            <a:chExt cx="493370" cy="479245"/>
          </a:xfrm>
        </p:grpSpPr>
        <p:sp>
          <p:nvSpPr>
            <p:cNvPr id="37" name="Rounded Rectangle 38"/>
            <p:cNvSpPr/>
            <p:nvPr/>
          </p:nvSpPr>
          <p:spPr>
            <a:xfrm>
              <a:off x="840159" y="2185414"/>
              <a:ext cx="493370" cy="479245"/>
            </a:xfrm>
            <a:prstGeom prst="roundRect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8" name="Freeform 100"/>
            <p:cNvSpPr>
              <a:spLocks noEditPoints="1"/>
            </p:cNvSpPr>
            <p:nvPr/>
          </p:nvSpPr>
          <p:spPr bwMode="auto">
            <a:xfrm>
              <a:off x="971750" y="2314705"/>
              <a:ext cx="230188" cy="220663"/>
            </a:xfrm>
            <a:custGeom>
              <a:avLst/>
              <a:gdLst/>
              <a:ahLst/>
              <a:cxnLst>
                <a:cxn ang="0">
                  <a:pos x="63" y="49"/>
                </a:cxn>
                <a:cxn ang="0">
                  <a:pos x="58" y="44"/>
                </a:cxn>
                <a:cxn ang="0">
                  <a:pos x="54" y="48"/>
                </a:cxn>
                <a:cxn ang="0">
                  <a:pos x="63" y="57"/>
                </a:cxn>
                <a:cxn ang="0">
                  <a:pos x="64" y="60"/>
                </a:cxn>
                <a:cxn ang="0">
                  <a:pos x="59" y="64"/>
                </a:cxn>
                <a:cxn ang="0">
                  <a:pos x="56" y="63"/>
                </a:cxn>
                <a:cxn ang="0">
                  <a:pos x="29" y="36"/>
                </a:cxn>
                <a:cxn ang="0">
                  <a:pos x="15" y="42"/>
                </a:cxn>
                <a:cxn ang="0">
                  <a:pos x="0" y="27"/>
                </a:cxn>
                <a:cxn ang="0">
                  <a:pos x="26" y="0"/>
                </a:cxn>
                <a:cxn ang="0">
                  <a:pos x="41" y="15"/>
                </a:cxn>
                <a:cxn ang="0">
                  <a:pos x="36" y="30"/>
                </a:cxn>
                <a:cxn ang="0">
                  <a:pos x="50" y="44"/>
                </a:cxn>
                <a:cxn ang="0">
                  <a:pos x="54" y="40"/>
                </a:cxn>
                <a:cxn ang="0">
                  <a:pos x="49" y="35"/>
                </a:cxn>
                <a:cxn ang="0">
                  <a:pos x="54" y="31"/>
                </a:cxn>
                <a:cxn ang="0">
                  <a:pos x="55" y="31"/>
                </a:cxn>
                <a:cxn ang="0">
                  <a:pos x="67" y="44"/>
                </a:cxn>
                <a:cxn ang="0">
                  <a:pos x="63" y="49"/>
                </a:cxn>
                <a:cxn ang="0">
                  <a:pos x="25" y="8"/>
                </a:cxn>
                <a:cxn ang="0">
                  <a:pos x="18" y="16"/>
                </a:cxn>
                <a:cxn ang="0">
                  <a:pos x="19" y="19"/>
                </a:cxn>
                <a:cxn ang="0">
                  <a:pos x="15" y="18"/>
                </a:cxn>
                <a:cxn ang="0">
                  <a:pos x="7" y="26"/>
                </a:cxn>
                <a:cxn ang="0">
                  <a:pos x="15" y="34"/>
                </a:cxn>
                <a:cxn ang="0">
                  <a:pos x="23" y="26"/>
                </a:cxn>
                <a:cxn ang="0">
                  <a:pos x="22" y="23"/>
                </a:cxn>
                <a:cxn ang="0">
                  <a:pos x="25" y="24"/>
                </a:cxn>
                <a:cxn ang="0">
                  <a:pos x="33" y="16"/>
                </a:cxn>
                <a:cxn ang="0">
                  <a:pos x="25" y="8"/>
                </a:cxn>
              </a:cxnLst>
              <a:rect l="0" t="0" r="r" b="b"/>
              <a:pathLst>
                <a:path w="67" h="64">
                  <a:moveTo>
                    <a:pt x="63" y="49"/>
                  </a:moveTo>
                  <a:cubicBezTo>
                    <a:pt x="62" y="49"/>
                    <a:pt x="58" y="45"/>
                    <a:pt x="58" y="44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63" y="58"/>
                    <a:pt x="64" y="59"/>
                    <a:pt x="64" y="60"/>
                  </a:cubicBezTo>
                  <a:cubicBezTo>
                    <a:pt x="64" y="62"/>
                    <a:pt x="61" y="64"/>
                    <a:pt x="59" y="64"/>
                  </a:cubicBezTo>
                  <a:cubicBezTo>
                    <a:pt x="58" y="64"/>
                    <a:pt x="57" y="64"/>
                    <a:pt x="56" y="63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5" y="39"/>
                    <a:pt x="20" y="42"/>
                    <a:pt x="15" y="42"/>
                  </a:cubicBezTo>
                  <a:cubicBezTo>
                    <a:pt x="6" y="42"/>
                    <a:pt x="0" y="36"/>
                    <a:pt x="0" y="27"/>
                  </a:cubicBezTo>
                  <a:cubicBezTo>
                    <a:pt x="0" y="14"/>
                    <a:pt x="13" y="0"/>
                    <a:pt x="26" y="0"/>
                  </a:cubicBezTo>
                  <a:cubicBezTo>
                    <a:pt x="35" y="0"/>
                    <a:pt x="41" y="6"/>
                    <a:pt x="41" y="15"/>
                  </a:cubicBezTo>
                  <a:cubicBezTo>
                    <a:pt x="41" y="21"/>
                    <a:pt x="39" y="26"/>
                    <a:pt x="36" y="30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53" y="39"/>
                    <a:pt x="49" y="36"/>
                    <a:pt x="49" y="35"/>
                  </a:cubicBezTo>
                  <a:cubicBezTo>
                    <a:pt x="49" y="34"/>
                    <a:pt x="53" y="31"/>
                    <a:pt x="54" y="31"/>
                  </a:cubicBezTo>
                  <a:cubicBezTo>
                    <a:pt x="54" y="31"/>
                    <a:pt x="54" y="31"/>
                    <a:pt x="55" y="31"/>
                  </a:cubicBezTo>
                  <a:cubicBezTo>
                    <a:pt x="56" y="32"/>
                    <a:pt x="67" y="43"/>
                    <a:pt x="67" y="44"/>
                  </a:cubicBezTo>
                  <a:cubicBezTo>
                    <a:pt x="67" y="45"/>
                    <a:pt x="64" y="49"/>
                    <a:pt x="63" y="49"/>
                  </a:cubicBezTo>
                  <a:close/>
                  <a:moveTo>
                    <a:pt x="25" y="8"/>
                  </a:moveTo>
                  <a:cubicBezTo>
                    <a:pt x="21" y="8"/>
                    <a:pt x="18" y="12"/>
                    <a:pt x="18" y="16"/>
                  </a:cubicBezTo>
                  <a:cubicBezTo>
                    <a:pt x="18" y="17"/>
                    <a:pt x="18" y="18"/>
                    <a:pt x="19" y="19"/>
                  </a:cubicBezTo>
                  <a:cubicBezTo>
                    <a:pt x="17" y="19"/>
                    <a:pt x="16" y="18"/>
                    <a:pt x="15" y="18"/>
                  </a:cubicBezTo>
                  <a:cubicBezTo>
                    <a:pt x="11" y="18"/>
                    <a:pt x="7" y="22"/>
                    <a:pt x="7" y="26"/>
                  </a:cubicBezTo>
                  <a:cubicBezTo>
                    <a:pt x="7" y="30"/>
                    <a:pt x="11" y="34"/>
                    <a:pt x="15" y="34"/>
                  </a:cubicBezTo>
                  <a:cubicBezTo>
                    <a:pt x="19" y="34"/>
                    <a:pt x="23" y="30"/>
                    <a:pt x="23" y="26"/>
                  </a:cubicBezTo>
                  <a:cubicBezTo>
                    <a:pt x="23" y="25"/>
                    <a:pt x="23" y="24"/>
                    <a:pt x="22" y="23"/>
                  </a:cubicBezTo>
                  <a:cubicBezTo>
                    <a:pt x="23" y="23"/>
                    <a:pt x="24" y="24"/>
                    <a:pt x="25" y="24"/>
                  </a:cubicBezTo>
                  <a:cubicBezTo>
                    <a:pt x="30" y="24"/>
                    <a:pt x="33" y="20"/>
                    <a:pt x="33" y="16"/>
                  </a:cubicBezTo>
                  <a:cubicBezTo>
                    <a:pt x="33" y="12"/>
                    <a:pt x="30" y="8"/>
                    <a:pt x="25" y="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9" name="Group 52"/>
          <p:cNvGrpSpPr/>
          <p:nvPr/>
        </p:nvGrpSpPr>
        <p:grpSpPr>
          <a:xfrm>
            <a:off x="1181473" y="4011474"/>
            <a:ext cx="693802" cy="673901"/>
            <a:chOff x="840159" y="2852760"/>
            <a:chExt cx="493370" cy="479245"/>
          </a:xfrm>
        </p:grpSpPr>
        <p:sp>
          <p:nvSpPr>
            <p:cNvPr id="40" name="Rounded Rectangle 40"/>
            <p:cNvSpPr/>
            <p:nvPr/>
          </p:nvSpPr>
          <p:spPr>
            <a:xfrm>
              <a:off x="840159" y="2852760"/>
              <a:ext cx="493370" cy="479245"/>
            </a:xfrm>
            <a:prstGeom prst="roundRect">
              <a:avLst/>
            </a:prstGeom>
            <a:solidFill>
              <a:srgbClr val="F688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1" name="Freeform 144"/>
            <p:cNvSpPr>
              <a:spLocks noEditPoints="1"/>
            </p:cNvSpPr>
            <p:nvPr/>
          </p:nvSpPr>
          <p:spPr bwMode="auto">
            <a:xfrm>
              <a:off x="955869" y="2990792"/>
              <a:ext cx="261950" cy="203180"/>
            </a:xfrm>
            <a:custGeom>
              <a:avLst/>
              <a:gdLst/>
              <a:ahLst/>
              <a:cxnLst>
                <a:cxn ang="0">
                  <a:pos x="67" y="55"/>
                </a:cxn>
                <a:cxn ang="0">
                  <a:pos x="65" y="56"/>
                </a:cxn>
                <a:cxn ang="0">
                  <a:pos x="8" y="56"/>
                </a:cxn>
                <a:cxn ang="0">
                  <a:pos x="6" y="55"/>
                </a:cxn>
                <a:cxn ang="0">
                  <a:pos x="0" y="36"/>
                </a:cxn>
                <a:cxn ang="0">
                  <a:pos x="36" y="0"/>
                </a:cxn>
                <a:cxn ang="0">
                  <a:pos x="72" y="36"/>
                </a:cxn>
                <a:cxn ang="0">
                  <a:pos x="67" y="55"/>
                </a:cxn>
                <a:cxn ang="0">
                  <a:pos x="11" y="30"/>
                </a:cxn>
                <a:cxn ang="0">
                  <a:pos x="6" y="36"/>
                </a:cxn>
                <a:cxn ang="0">
                  <a:pos x="11" y="41"/>
                </a:cxn>
                <a:cxn ang="0">
                  <a:pos x="16" y="36"/>
                </a:cxn>
                <a:cxn ang="0">
                  <a:pos x="11" y="30"/>
                </a:cxn>
                <a:cxn ang="0">
                  <a:pos x="18" y="12"/>
                </a:cxn>
                <a:cxn ang="0">
                  <a:pos x="13" y="18"/>
                </a:cxn>
                <a:cxn ang="0">
                  <a:pos x="18" y="23"/>
                </a:cxn>
                <a:cxn ang="0">
                  <a:pos x="24" y="18"/>
                </a:cxn>
                <a:cxn ang="0">
                  <a:pos x="18" y="12"/>
                </a:cxn>
                <a:cxn ang="0">
                  <a:pos x="45" y="22"/>
                </a:cxn>
                <a:cxn ang="0">
                  <a:pos x="43" y="18"/>
                </a:cxn>
                <a:cxn ang="0">
                  <a:pos x="40" y="20"/>
                </a:cxn>
                <a:cxn ang="0">
                  <a:pos x="36" y="36"/>
                </a:cxn>
                <a:cxn ang="0">
                  <a:pos x="29" y="41"/>
                </a:cxn>
                <a:cxn ang="0">
                  <a:pos x="34" y="51"/>
                </a:cxn>
                <a:cxn ang="0">
                  <a:pos x="44" y="45"/>
                </a:cxn>
                <a:cxn ang="0">
                  <a:pos x="41" y="37"/>
                </a:cxn>
                <a:cxn ang="0">
                  <a:pos x="45" y="22"/>
                </a:cxn>
                <a:cxn ang="0">
                  <a:pos x="36" y="5"/>
                </a:cxn>
                <a:cxn ang="0">
                  <a:pos x="31" y="10"/>
                </a:cxn>
                <a:cxn ang="0">
                  <a:pos x="36" y="15"/>
                </a:cxn>
                <a:cxn ang="0">
                  <a:pos x="42" y="10"/>
                </a:cxn>
                <a:cxn ang="0">
                  <a:pos x="36" y="5"/>
                </a:cxn>
                <a:cxn ang="0">
                  <a:pos x="54" y="12"/>
                </a:cxn>
                <a:cxn ang="0">
                  <a:pos x="49" y="18"/>
                </a:cxn>
                <a:cxn ang="0">
                  <a:pos x="54" y="23"/>
                </a:cxn>
                <a:cxn ang="0">
                  <a:pos x="60" y="18"/>
                </a:cxn>
                <a:cxn ang="0">
                  <a:pos x="54" y="12"/>
                </a:cxn>
                <a:cxn ang="0">
                  <a:pos x="62" y="30"/>
                </a:cxn>
                <a:cxn ang="0">
                  <a:pos x="57" y="36"/>
                </a:cxn>
                <a:cxn ang="0">
                  <a:pos x="62" y="41"/>
                </a:cxn>
                <a:cxn ang="0">
                  <a:pos x="67" y="36"/>
                </a:cxn>
                <a:cxn ang="0">
                  <a:pos x="62" y="30"/>
                </a:cxn>
              </a:cxnLst>
              <a:rect l="0" t="0" r="r" b="b"/>
              <a:pathLst>
                <a:path w="72" h="56">
                  <a:moveTo>
                    <a:pt x="67" y="55"/>
                  </a:moveTo>
                  <a:cubicBezTo>
                    <a:pt x="66" y="56"/>
                    <a:pt x="66" y="56"/>
                    <a:pt x="65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7" y="56"/>
                    <a:pt x="7" y="56"/>
                    <a:pt x="6" y="55"/>
                  </a:cubicBezTo>
                  <a:cubicBezTo>
                    <a:pt x="2" y="49"/>
                    <a:pt x="0" y="42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42"/>
                    <a:pt x="70" y="49"/>
                    <a:pt x="67" y="55"/>
                  </a:cubicBezTo>
                  <a:close/>
                  <a:moveTo>
                    <a:pt x="11" y="30"/>
                  </a:moveTo>
                  <a:cubicBezTo>
                    <a:pt x="8" y="30"/>
                    <a:pt x="6" y="33"/>
                    <a:pt x="6" y="36"/>
                  </a:cubicBezTo>
                  <a:cubicBezTo>
                    <a:pt x="6" y="38"/>
                    <a:pt x="8" y="41"/>
                    <a:pt x="11" y="41"/>
                  </a:cubicBezTo>
                  <a:cubicBezTo>
                    <a:pt x="14" y="41"/>
                    <a:pt x="16" y="38"/>
                    <a:pt x="16" y="36"/>
                  </a:cubicBezTo>
                  <a:cubicBezTo>
                    <a:pt x="16" y="33"/>
                    <a:pt x="14" y="30"/>
                    <a:pt x="11" y="30"/>
                  </a:cubicBezTo>
                  <a:close/>
                  <a:moveTo>
                    <a:pt x="18" y="12"/>
                  </a:moveTo>
                  <a:cubicBezTo>
                    <a:pt x="16" y="12"/>
                    <a:pt x="13" y="15"/>
                    <a:pt x="13" y="18"/>
                  </a:cubicBezTo>
                  <a:cubicBezTo>
                    <a:pt x="13" y="20"/>
                    <a:pt x="16" y="23"/>
                    <a:pt x="18" y="23"/>
                  </a:cubicBezTo>
                  <a:cubicBezTo>
                    <a:pt x="21" y="23"/>
                    <a:pt x="24" y="20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  <a:moveTo>
                    <a:pt x="45" y="22"/>
                  </a:moveTo>
                  <a:cubicBezTo>
                    <a:pt x="45" y="20"/>
                    <a:pt x="44" y="19"/>
                    <a:pt x="43" y="18"/>
                  </a:cubicBezTo>
                  <a:cubicBezTo>
                    <a:pt x="42" y="18"/>
                    <a:pt x="40" y="19"/>
                    <a:pt x="40" y="20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3" y="36"/>
                    <a:pt x="30" y="38"/>
                    <a:pt x="29" y="41"/>
                  </a:cubicBezTo>
                  <a:cubicBezTo>
                    <a:pt x="28" y="45"/>
                    <a:pt x="30" y="50"/>
                    <a:pt x="34" y="51"/>
                  </a:cubicBezTo>
                  <a:cubicBezTo>
                    <a:pt x="39" y="52"/>
                    <a:pt x="43" y="49"/>
                    <a:pt x="44" y="45"/>
                  </a:cubicBezTo>
                  <a:cubicBezTo>
                    <a:pt x="45" y="42"/>
                    <a:pt x="43" y="39"/>
                    <a:pt x="41" y="37"/>
                  </a:cubicBezTo>
                  <a:lnTo>
                    <a:pt x="45" y="22"/>
                  </a:lnTo>
                  <a:close/>
                  <a:moveTo>
                    <a:pt x="36" y="5"/>
                  </a:moveTo>
                  <a:cubicBezTo>
                    <a:pt x="34" y="5"/>
                    <a:pt x="31" y="7"/>
                    <a:pt x="31" y="10"/>
                  </a:cubicBezTo>
                  <a:cubicBezTo>
                    <a:pt x="31" y="13"/>
                    <a:pt x="34" y="15"/>
                    <a:pt x="36" y="15"/>
                  </a:cubicBezTo>
                  <a:cubicBezTo>
                    <a:pt x="39" y="15"/>
                    <a:pt x="42" y="13"/>
                    <a:pt x="42" y="10"/>
                  </a:cubicBezTo>
                  <a:cubicBezTo>
                    <a:pt x="42" y="7"/>
                    <a:pt x="39" y="5"/>
                    <a:pt x="36" y="5"/>
                  </a:cubicBezTo>
                  <a:close/>
                  <a:moveTo>
                    <a:pt x="54" y="12"/>
                  </a:moveTo>
                  <a:cubicBezTo>
                    <a:pt x="52" y="12"/>
                    <a:pt x="49" y="15"/>
                    <a:pt x="49" y="18"/>
                  </a:cubicBezTo>
                  <a:cubicBezTo>
                    <a:pt x="49" y="20"/>
                    <a:pt x="52" y="23"/>
                    <a:pt x="54" y="23"/>
                  </a:cubicBezTo>
                  <a:cubicBezTo>
                    <a:pt x="57" y="23"/>
                    <a:pt x="60" y="20"/>
                    <a:pt x="60" y="18"/>
                  </a:cubicBezTo>
                  <a:cubicBezTo>
                    <a:pt x="60" y="15"/>
                    <a:pt x="57" y="12"/>
                    <a:pt x="54" y="12"/>
                  </a:cubicBezTo>
                  <a:close/>
                  <a:moveTo>
                    <a:pt x="62" y="30"/>
                  </a:moveTo>
                  <a:cubicBezTo>
                    <a:pt x="59" y="30"/>
                    <a:pt x="57" y="33"/>
                    <a:pt x="57" y="36"/>
                  </a:cubicBezTo>
                  <a:cubicBezTo>
                    <a:pt x="57" y="38"/>
                    <a:pt x="59" y="41"/>
                    <a:pt x="62" y="41"/>
                  </a:cubicBezTo>
                  <a:cubicBezTo>
                    <a:pt x="65" y="41"/>
                    <a:pt x="67" y="38"/>
                    <a:pt x="67" y="36"/>
                  </a:cubicBezTo>
                  <a:cubicBezTo>
                    <a:pt x="67" y="33"/>
                    <a:pt x="65" y="30"/>
                    <a:pt x="62" y="3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42" name="Group 54"/>
          <p:cNvGrpSpPr/>
          <p:nvPr/>
        </p:nvGrpSpPr>
        <p:grpSpPr>
          <a:xfrm>
            <a:off x="1181473" y="4949878"/>
            <a:ext cx="693802" cy="673901"/>
            <a:chOff x="840159" y="3520106"/>
            <a:chExt cx="493370" cy="479245"/>
          </a:xfrm>
        </p:grpSpPr>
        <p:sp>
          <p:nvSpPr>
            <p:cNvPr id="43" name="Rounded Rectangle 37"/>
            <p:cNvSpPr/>
            <p:nvPr/>
          </p:nvSpPr>
          <p:spPr>
            <a:xfrm>
              <a:off x="840159" y="3520106"/>
              <a:ext cx="493370" cy="479245"/>
            </a:xfrm>
            <a:prstGeom prst="roundRect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91440"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4" name="Freeform 152"/>
            <p:cNvSpPr>
              <a:spLocks noEditPoints="1"/>
            </p:cNvSpPr>
            <p:nvPr/>
          </p:nvSpPr>
          <p:spPr bwMode="auto">
            <a:xfrm>
              <a:off x="955869" y="3638690"/>
              <a:ext cx="261950" cy="242077"/>
            </a:xfrm>
            <a:custGeom>
              <a:avLst/>
              <a:gdLst/>
              <a:ahLst/>
              <a:cxnLst>
                <a:cxn ang="0">
                  <a:pos x="67" y="20"/>
                </a:cxn>
                <a:cxn ang="0">
                  <a:pos x="46" y="36"/>
                </a:cxn>
                <a:cxn ang="0">
                  <a:pos x="42" y="40"/>
                </a:cxn>
                <a:cxn ang="0">
                  <a:pos x="39" y="47"/>
                </a:cxn>
                <a:cxn ang="0">
                  <a:pos x="44" y="52"/>
                </a:cxn>
                <a:cxn ang="0">
                  <a:pos x="52" y="58"/>
                </a:cxn>
                <a:cxn ang="0">
                  <a:pos x="52" y="61"/>
                </a:cxn>
                <a:cxn ang="0">
                  <a:pos x="51" y="62"/>
                </a:cxn>
                <a:cxn ang="0">
                  <a:pos x="17" y="62"/>
                </a:cxn>
                <a:cxn ang="0">
                  <a:pos x="16" y="61"/>
                </a:cxn>
                <a:cxn ang="0">
                  <a:pos x="16" y="58"/>
                </a:cxn>
                <a:cxn ang="0">
                  <a:pos x="24" y="52"/>
                </a:cxn>
                <a:cxn ang="0">
                  <a:pos x="29" y="47"/>
                </a:cxn>
                <a:cxn ang="0">
                  <a:pos x="26" y="40"/>
                </a:cxn>
                <a:cxn ang="0">
                  <a:pos x="22" y="36"/>
                </a:cxn>
                <a:cxn ang="0">
                  <a:pos x="0" y="20"/>
                </a:cxn>
                <a:cxn ang="0">
                  <a:pos x="0" y="15"/>
                </a:cxn>
                <a:cxn ang="0">
                  <a:pos x="4" y="11"/>
                </a:cxn>
                <a:cxn ang="0">
                  <a:pos x="16" y="11"/>
                </a:cxn>
                <a:cxn ang="0">
                  <a:pos x="16" y="7"/>
                </a:cxn>
                <a:cxn ang="0">
                  <a:pos x="22" y="0"/>
                </a:cxn>
                <a:cxn ang="0">
                  <a:pos x="45" y="0"/>
                </a:cxn>
                <a:cxn ang="0">
                  <a:pos x="52" y="7"/>
                </a:cxn>
                <a:cxn ang="0">
                  <a:pos x="52" y="11"/>
                </a:cxn>
                <a:cxn ang="0">
                  <a:pos x="63" y="11"/>
                </a:cxn>
                <a:cxn ang="0">
                  <a:pos x="67" y="15"/>
                </a:cxn>
                <a:cxn ang="0">
                  <a:pos x="67" y="20"/>
                </a:cxn>
                <a:cxn ang="0">
                  <a:pos x="16" y="16"/>
                </a:cxn>
                <a:cxn ang="0">
                  <a:pos x="6" y="16"/>
                </a:cxn>
                <a:cxn ang="0">
                  <a:pos x="6" y="20"/>
                </a:cxn>
                <a:cxn ang="0">
                  <a:pos x="19" y="31"/>
                </a:cxn>
                <a:cxn ang="0">
                  <a:pos x="16" y="16"/>
                </a:cxn>
                <a:cxn ang="0">
                  <a:pos x="62" y="16"/>
                </a:cxn>
                <a:cxn ang="0">
                  <a:pos x="52" y="16"/>
                </a:cxn>
                <a:cxn ang="0">
                  <a:pos x="49" y="31"/>
                </a:cxn>
                <a:cxn ang="0">
                  <a:pos x="62" y="20"/>
                </a:cxn>
                <a:cxn ang="0">
                  <a:pos x="62" y="16"/>
                </a:cxn>
              </a:cxnLst>
              <a:rect l="0" t="0" r="r" b="b"/>
              <a:pathLst>
                <a:path w="67" h="62">
                  <a:moveTo>
                    <a:pt x="67" y="20"/>
                  </a:moveTo>
                  <a:cubicBezTo>
                    <a:pt x="67" y="27"/>
                    <a:pt x="58" y="36"/>
                    <a:pt x="46" y="36"/>
                  </a:cubicBezTo>
                  <a:cubicBezTo>
                    <a:pt x="44" y="38"/>
                    <a:pt x="42" y="40"/>
                    <a:pt x="42" y="40"/>
                  </a:cubicBezTo>
                  <a:cubicBezTo>
                    <a:pt x="40" y="42"/>
                    <a:pt x="39" y="44"/>
                    <a:pt x="39" y="47"/>
                  </a:cubicBezTo>
                  <a:cubicBezTo>
                    <a:pt x="39" y="49"/>
                    <a:pt x="40" y="52"/>
                    <a:pt x="44" y="52"/>
                  </a:cubicBezTo>
                  <a:cubicBezTo>
                    <a:pt x="48" y="52"/>
                    <a:pt x="52" y="54"/>
                    <a:pt x="52" y="58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52" y="62"/>
                    <a:pt x="51" y="62"/>
                    <a:pt x="51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6" y="62"/>
                    <a:pt x="16" y="62"/>
                    <a:pt x="16" y="61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4"/>
                    <a:pt x="20" y="52"/>
                    <a:pt x="24" y="52"/>
                  </a:cubicBezTo>
                  <a:cubicBezTo>
                    <a:pt x="27" y="52"/>
                    <a:pt x="29" y="49"/>
                    <a:pt x="29" y="47"/>
                  </a:cubicBezTo>
                  <a:cubicBezTo>
                    <a:pt x="29" y="44"/>
                    <a:pt x="28" y="42"/>
                    <a:pt x="26" y="40"/>
                  </a:cubicBezTo>
                  <a:cubicBezTo>
                    <a:pt x="25" y="40"/>
                    <a:pt x="24" y="38"/>
                    <a:pt x="22" y="36"/>
                  </a:cubicBezTo>
                  <a:cubicBezTo>
                    <a:pt x="10" y="36"/>
                    <a:pt x="0" y="27"/>
                    <a:pt x="0" y="2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2"/>
                    <a:pt x="2" y="11"/>
                    <a:pt x="4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3"/>
                    <a:pt x="19" y="0"/>
                    <a:pt x="22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2" y="3"/>
                    <a:pt x="52" y="7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6" y="11"/>
                    <a:pt x="67" y="12"/>
                    <a:pt x="67" y="15"/>
                  </a:cubicBezTo>
                  <a:lnTo>
                    <a:pt x="67" y="20"/>
                  </a:lnTo>
                  <a:close/>
                  <a:moveTo>
                    <a:pt x="16" y="16"/>
                  </a:moveTo>
                  <a:cubicBezTo>
                    <a:pt x="6" y="16"/>
                    <a:pt x="6" y="16"/>
                    <a:pt x="6" y="16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4"/>
                    <a:pt x="11" y="29"/>
                    <a:pt x="19" y="31"/>
                  </a:cubicBezTo>
                  <a:cubicBezTo>
                    <a:pt x="17" y="27"/>
                    <a:pt x="16" y="22"/>
                    <a:pt x="16" y="16"/>
                  </a:cubicBezTo>
                  <a:close/>
                  <a:moveTo>
                    <a:pt x="62" y="16"/>
                  </a:moveTo>
                  <a:cubicBezTo>
                    <a:pt x="52" y="16"/>
                    <a:pt x="52" y="16"/>
                    <a:pt x="52" y="16"/>
                  </a:cubicBezTo>
                  <a:cubicBezTo>
                    <a:pt x="52" y="22"/>
                    <a:pt x="51" y="27"/>
                    <a:pt x="49" y="31"/>
                  </a:cubicBezTo>
                  <a:cubicBezTo>
                    <a:pt x="57" y="29"/>
                    <a:pt x="62" y="24"/>
                    <a:pt x="62" y="20"/>
                  </a:cubicBezTo>
                  <a:lnTo>
                    <a:pt x="62" y="1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500"/>
                            </p:stCondLst>
                            <p:childTnLst>
                              <p:par>
                                <p:cTn id="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3" t="18554" r="11542" b="14588"/>
          <a:stretch>
            <a:fillRect/>
          </a:stretch>
        </p:blipFill>
        <p:spPr>
          <a:xfrm>
            <a:off x="7475625" y="1243569"/>
            <a:ext cx="5410710" cy="475265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 rot="5400000">
            <a:off x="2353719" y="38471"/>
            <a:ext cx="2730247" cy="7437684"/>
          </a:xfrm>
          <a:prstGeom prst="rect">
            <a:avLst/>
          </a:prstGeom>
          <a:solidFill>
            <a:srgbClr val="0099B4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433" tIns="48216" rIns="96433" bIns="48216"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7188" y="2980049"/>
            <a:ext cx="1746456" cy="1651645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en-US" altLang="zh-CN" sz="10100" dirty="0" smtClean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Gisha" panose="020B0502040204020203" pitchFamily="34" charset="-79"/>
                <a:sym typeface="字魂105号-简雅黑" panose="00000500000000000000" pitchFamily="2" charset="-122"/>
              </a:rPr>
              <a:t>04</a:t>
            </a:r>
            <a:endParaRPr lang="zh-CN" altLang="en-US" sz="10100" dirty="0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TextBox 62"/>
          <p:cNvSpPr txBox="1"/>
          <p:nvPr/>
        </p:nvSpPr>
        <p:spPr>
          <a:xfrm>
            <a:off x="2177435" y="3883700"/>
            <a:ext cx="4641393" cy="435928"/>
          </a:xfrm>
          <a:prstGeom prst="rect">
            <a:avLst/>
          </a:prstGeom>
          <a:noFill/>
          <a:effectLst/>
        </p:spPr>
        <p:txBody>
          <a:bodyPr wrap="square" lIns="96433" tIns="48216" rIns="96433" bIns="48216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</a:t>
            </a:r>
            <a:r>
              <a:rPr lang="zh-CN" altLang="en-US" sz="11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粘贴</a:t>
            </a:r>
            <a:r>
              <a:rPr lang="zh-CN" altLang="en-US" sz="11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</a:t>
            </a:r>
            <a:r>
              <a:rPr lang="zh-CN" altLang="en-US" sz="11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粘贴</a:t>
            </a:r>
            <a:r>
              <a:rPr lang="en-US" altLang="zh-CN" sz="1100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.</a:t>
            </a:r>
            <a:endParaRPr lang="en-US" altLang="zh-CN" sz="11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192742" y="3059313"/>
            <a:ext cx="4508197" cy="746558"/>
          </a:xfrm>
          <a:prstGeom prst="rect">
            <a:avLst/>
          </a:prstGeom>
        </p:spPr>
        <p:txBody>
          <a:bodyPr wrap="square" lIns="96433" tIns="48216" rIns="96433" bIns="48216">
            <a:spAutoFit/>
          </a:bodyPr>
          <a:lstStyle/>
          <a:p>
            <a:r>
              <a:rPr lang="zh-CN" altLang="en-US" sz="4200" b="1" dirty="0" smtClean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Gisha" panose="020B0502040204020203" pitchFamily="34" charset="-79"/>
                <a:sym typeface="字魂105号-简雅黑" panose="00000500000000000000" pitchFamily="2" charset="-122"/>
              </a:rPr>
              <a:t>添加您的标题</a:t>
            </a:r>
            <a:endParaRPr lang="en-US" altLang="zh-CN" sz="4200" b="1" dirty="0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cs typeface="Gisha" panose="020B0502040204020203" pitchFamily="34" charset="-79"/>
              <a:sym typeface="字魂105号-简雅黑" panose="00000500000000000000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867186" y="3619894"/>
            <a:ext cx="5155059" cy="276880"/>
            <a:chOff x="5444484" y="3347558"/>
            <a:chExt cx="4887760" cy="262538"/>
          </a:xfrm>
        </p:grpSpPr>
        <p:sp>
          <p:nvSpPr>
            <p:cNvPr id="16" name="任意多边形 15"/>
            <p:cNvSpPr/>
            <p:nvPr/>
          </p:nvSpPr>
          <p:spPr>
            <a:xfrm flipV="1">
              <a:off x="5545778" y="3347558"/>
              <a:ext cx="4786466" cy="178129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8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 tmFilter="0,0; .5, 1; 1, 1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6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9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12" grpId="0"/>
          <p:bldP spid="13" grpId="0"/>
          <p:bldP spid="14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4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8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 tmFilter="0,0; .5, 1; 1, 1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6" presetID="37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900" decel="100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100" accel="100000" fill="hold">
                                              <p:stCondLst>
                                                <p:cond delay="90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0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12" grpId="0"/>
          <p:bldP spid="13" grpId="0"/>
          <p:bldP spid="14" grpId="0"/>
        </p:bldLst>
      </p:timing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37" name="任意多边形 36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009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535620" y="333508"/>
            <a:ext cx="2791629" cy="616721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362842"/>
            <a:ext cx="654696" cy="589581"/>
            <a:chOff x="445380" y="344047"/>
            <a:chExt cx="620748" cy="559040"/>
          </a:xfrm>
          <a:solidFill>
            <a:srgbClr val="F68808"/>
          </a:solidFill>
        </p:grpSpPr>
        <p:sp>
          <p:nvSpPr>
            <p:cNvPr id="51" name="矩形 50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53311" y="377787"/>
              <a:ext cx="612817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04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53" name="Group 1"/>
          <p:cNvGrpSpPr/>
          <p:nvPr/>
        </p:nvGrpSpPr>
        <p:grpSpPr>
          <a:xfrm>
            <a:off x="6530384" y="2026740"/>
            <a:ext cx="343195" cy="5273605"/>
            <a:chOff x="6078047" y="1859293"/>
            <a:chExt cx="325400" cy="5000433"/>
          </a:xfrm>
        </p:grpSpPr>
        <p:sp>
          <p:nvSpPr>
            <p:cNvPr id="58" name="Freeform 5"/>
            <p:cNvSpPr/>
            <p:nvPr/>
          </p:nvSpPr>
          <p:spPr bwMode="auto">
            <a:xfrm>
              <a:off x="6078047" y="1859293"/>
              <a:ext cx="325400" cy="3305615"/>
            </a:xfrm>
            <a:custGeom>
              <a:avLst/>
              <a:gdLst>
                <a:gd name="T0" fmla="*/ 290 w 290"/>
                <a:gd name="T1" fmla="*/ 0 h 2946"/>
                <a:gd name="T2" fmla="*/ 290 w 290"/>
                <a:gd name="T3" fmla="*/ 2946 h 2946"/>
                <a:gd name="T4" fmla="*/ 0 w 290"/>
                <a:gd name="T5" fmla="*/ 2946 h 2946"/>
                <a:gd name="T6" fmla="*/ 0 w 290"/>
                <a:gd name="T7" fmla="*/ 290 h 2946"/>
                <a:gd name="T8" fmla="*/ 290 w 290"/>
                <a:gd name="T9" fmla="*/ 0 h 2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" h="2946">
                  <a:moveTo>
                    <a:pt x="290" y="0"/>
                  </a:moveTo>
                  <a:lnTo>
                    <a:pt x="290" y="2946"/>
                  </a:lnTo>
                  <a:lnTo>
                    <a:pt x="0" y="2946"/>
                  </a:lnTo>
                  <a:lnTo>
                    <a:pt x="0" y="29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D7790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9" name="Freeform 5"/>
            <p:cNvSpPr/>
            <p:nvPr/>
          </p:nvSpPr>
          <p:spPr bwMode="auto">
            <a:xfrm>
              <a:off x="6078047" y="3554111"/>
              <a:ext cx="325400" cy="3305615"/>
            </a:xfrm>
            <a:custGeom>
              <a:avLst/>
              <a:gdLst>
                <a:gd name="T0" fmla="*/ 290 w 290"/>
                <a:gd name="T1" fmla="*/ 0 h 2946"/>
                <a:gd name="T2" fmla="*/ 290 w 290"/>
                <a:gd name="T3" fmla="*/ 2946 h 2946"/>
                <a:gd name="T4" fmla="*/ 0 w 290"/>
                <a:gd name="T5" fmla="*/ 2946 h 2946"/>
                <a:gd name="T6" fmla="*/ 0 w 290"/>
                <a:gd name="T7" fmla="*/ 290 h 2946"/>
                <a:gd name="T8" fmla="*/ 290 w 290"/>
                <a:gd name="T9" fmla="*/ 0 h 2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" h="2946">
                  <a:moveTo>
                    <a:pt x="290" y="0"/>
                  </a:moveTo>
                  <a:lnTo>
                    <a:pt x="290" y="2946"/>
                  </a:lnTo>
                  <a:lnTo>
                    <a:pt x="0" y="2946"/>
                  </a:lnTo>
                  <a:lnTo>
                    <a:pt x="0" y="290"/>
                  </a:lnTo>
                  <a:lnTo>
                    <a:pt x="290" y="0"/>
                  </a:lnTo>
                  <a:close/>
                </a:path>
              </a:pathLst>
            </a:custGeom>
            <a:solidFill>
              <a:srgbClr val="D7790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0" name="Group 4"/>
          <p:cNvGrpSpPr/>
          <p:nvPr/>
        </p:nvGrpSpPr>
        <p:grpSpPr>
          <a:xfrm>
            <a:off x="6530382" y="1856856"/>
            <a:ext cx="1242057" cy="676886"/>
            <a:chOff x="6078047" y="1698209"/>
            <a:chExt cx="1177654" cy="641823"/>
          </a:xfrm>
        </p:grpSpPr>
        <p:sp>
          <p:nvSpPr>
            <p:cNvPr id="61" name="Freeform 7"/>
            <p:cNvSpPr/>
            <p:nvPr/>
          </p:nvSpPr>
          <p:spPr bwMode="auto">
            <a:xfrm>
              <a:off x="6078047" y="1859293"/>
              <a:ext cx="830331" cy="325400"/>
            </a:xfrm>
            <a:custGeom>
              <a:avLst/>
              <a:gdLst>
                <a:gd name="T0" fmla="*/ 740 w 740"/>
                <a:gd name="T1" fmla="*/ 290 h 290"/>
                <a:gd name="T2" fmla="*/ 0 w 740"/>
                <a:gd name="T3" fmla="*/ 290 h 290"/>
                <a:gd name="T4" fmla="*/ 290 w 740"/>
                <a:gd name="T5" fmla="*/ 0 h 290"/>
                <a:gd name="T6" fmla="*/ 740 w 740"/>
                <a:gd name="T7" fmla="*/ 0 h 290"/>
                <a:gd name="T8" fmla="*/ 740 w 740"/>
                <a:gd name="T9" fmla="*/ 29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0" h="290">
                  <a:moveTo>
                    <a:pt x="740" y="290"/>
                  </a:moveTo>
                  <a:lnTo>
                    <a:pt x="0" y="290"/>
                  </a:lnTo>
                  <a:lnTo>
                    <a:pt x="290" y="0"/>
                  </a:lnTo>
                  <a:lnTo>
                    <a:pt x="740" y="0"/>
                  </a:lnTo>
                  <a:lnTo>
                    <a:pt x="740" y="290"/>
                  </a:ln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2" name="Freeform 9"/>
            <p:cNvSpPr/>
            <p:nvPr/>
          </p:nvSpPr>
          <p:spPr bwMode="auto">
            <a:xfrm>
              <a:off x="6907860" y="1698209"/>
              <a:ext cx="347841" cy="641823"/>
            </a:xfrm>
            <a:custGeom>
              <a:avLst/>
              <a:gdLst>
                <a:gd name="T0" fmla="*/ 310 w 310"/>
                <a:gd name="T1" fmla="*/ 286 h 572"/>
                <a:gd name="T2" fmla="*/ 0 w 310"/>
                <a:gd name="T3" fmla="*/ 0 h 572"/>
                <a:gd name="T4" fmla="*/ 0 w 310"/>
                <a:gd name="T5" fmla="*/ 286 h 572"/>
                <a:gd name="T6" fmla="*/ 0 w 310"/>
                <a:gd name="T7" fmla="*/ 572 h 572"/>
                <a:gd name="T8" fmla="*/ 310 w 310"/>
                <a:gd name="T9" fmla="*/ 286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0" h="572">
                  <a:moveTo>
                    <a:pt x="310" y="286"/>
                  </a:moveTo>
                  <a:lnTo>
                    <a:pt x="0" y="0"/>
                  </a:lnTo>
                  <a:lnTo>
                    <a:pt x="0" y="286"/>
                  </a:lnTo>
                  <a:lnTo>
                    <a:pt x="0" y="572"/>
                  </a:lnTo>
                  <a:lnTo>
                    <a:pt x="310" y="286"/>
                  </a:ln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63" name="Freeform 18"/>
          <p:cNvSpPr/>
          <p:nvPr/>
        </p:nvSpPr>
        <p:spPr bwMode="auto">
          <a:xfrm>
            <a:off x="5287779" y="2590542"/>
            <a:ext cx="366864" cy="678070"/>
          </a:xfrm>
          <a:custGeom>
            <a:avLst/>
            <a:gdLst>
              <a:gd name="T0" fmla="*/ 0 w 310"/>
              <a:gd name="T1" fmla="*/ 286 h 573"/>
              <a:gd name="T2" fmla="*/ 310 w 310"/>
              <a:gd name="T3" fmla="*/ 0 h 573"/>
              <a:gd name="T4" fmla="*/ 310 w 310"/>
              <a:gd name="T5" fmla="*/ 286 h 573"/>
              <a:gd name="T6" fmla="*/ 310 w 310"/>
              <a:gd name="T7" fmla="*/ 573 h 573"/>
              <a:gd name="T8" fmla="*/ 0 w 310"/>
              <a:gd name="T9" fmla="*/ 286 h 5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0" h="573">
                <a:moveTo>
                  <a:pt x="0" y="286"/>
                </a:moveTo>
                <a:lnTo>
                  <a:pt x="310" y="0"/>
                </a:lnTo>
                <a:lnTo>
                  <a:pt x="310" y="286"/>
                </a:lnTo>
                <a:lnTo>
                  <a:pt x="310" y="573"/>
                </a:lnTo>
                <a:lnTo>
                  <a:pt x="0" y="28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420" tIns="48210" rIns="96420" bIns="48210" numCol="1" anchor="t" anchorCtr="0" compatLnSpc="1"/>
          <a:lstStyle/>
          <a:p>
            <a:endParaRPr 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4" name="Group 8"/>
          <p:cNvGrpSpPr/>
          <p:nvPr/>
        </p:nvGrpSpPr>
        <p:grpSpPr>
          <a:xfrm>
            <a:off x="6949319" y="4171325"/>
            <a:ext cx="344379" cy="3129020"/>
            <a:chOff x="6475260" y="3892789"/>
            <a:chExt cx="326522" cy="2966937"/>
          </a:xfrm>
        </p:grpSpPr>
        <p:sp>
          <p:nvSpPr>
            <p:cNvPr id="65" name="Freeform 21"/>
            <p:cNvSpPr/>
            <p:nvPr/>
          </p:nvSpPr>
          <p:spPr bwMode="auto">
            <a:xfrm>
              <a:off x="6475260" y="3892789"/>
              <a:ext cx="326522" cy="2248626"/>
            </a:xfrm>
            <a:custGeom>
              <a:avLst/>
              <a:gdLst>
                <a:gd name="T0" fmla="*/ 291 w 291"/>
                <a:gd name="T1" fmla="*/ 0 h 2004"/>
                <a:gd name="T2" fmla="*/ 291 w 291"/>
                <a:gd name="T3" fmla="*/ 2004 h 2004"/>
                <a:gd name="T4" fmla="*/ 0 w 291"/>
                <a:gd name="T5" fmla="*/ 2004 h 2004"/>
                <a:gd name="T6" fmla="*/ 0 w 291"/>
                <a:gd name="T7" fmla="*/ 291 h 2004"/>
                <a:gd name="T8" fmla="*/ 291 w 291"/>
                <a:gd name="T9" fmla="*/ 0 h 2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2004">
                  <a:moveTo>
                    <a:pt x="291" y="0"/>
                  </a:moveTo>
                  <a:lnTo>
                    <a:pt x="291" y="2004"/>
                  </a:lnTo>
                  <a:lnTo>
                    <a:pt x="0" y="2004"/>
                  </a:lnTo>
                  <a:lnTo>
                    <a:pt x="0" y="29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D7790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6" name="Freeform 21"/>
            <p:cNvSpPr/>
            <p:nvPr/>
          </p:nvSpPr>
          <p:spPr bwMode="auto">
            <a:xfrm>
              <a:off x="6475260" y="4611100"/>
              <a:ext cx="326522" cy="2248626"/>
            </a:xfrm>
            <a:custGeom>
              <a:avLst/>
              <a:gdLst>
                <a:gd name="T0" fmla="*/ 291 w 291"/>
                <a:gd name="T1" fmla="*/ 0 h 2004"/>
                <a:gd name="T2" fmla="*/ 291 w 291"/>
                <a:gd name="T3" fmla="*/ 2004 h 2004"/>
                <a:gd name="T4" fmla="*/ 0 w 291"/>
                <a:gd name="T5" fmla="*/ 2004 h 2004"/>
                <a:gd name="T6" fmla="*/ 0 w 291"/>
                <a:gd name="T7" fmla="*/ 291 h 2004"/>
                <a:gd name="T8" fmla="*/ 291 w 291"/>
                <a:gd name="T9" fmla="*/ 0 h 2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2004">
                  <a:moveTo>
                    <a:pt x="291" y="0"/>
                  </a:moveTo>
                  <a:lnTo>
                    <a:pt x="291" y="2004"/>
                  </a:lnTo>
                  <a:lnTo>
                    <a:pt x="0" y="2004"/>
                  </a:lnTo>
                  <a:lnTo>
                    <a:pt x="0" y="291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rgbClr val="D7790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7" name="Group 11"/>
          <p:cNvGrpSpPr/>
          <p:nvPr/>
        </p:nvGrpSpPr>
        <p:grpSpPr>
          <a:xfrm>
            <a:off x="6111448" y="3096434"/>
            <a:ext cx="343195" cy="4210945"/>
            <a:chOff x="5680835" y="2873577"/>
            <a:chExt cx="325400" cy="3992819"/>
          </a:xfrm>
        </p:grpSpPr>
        <p:sp>
          <p:nvSpPr>
            <p:cNvPr id="68" name="Freeform 13"/>
            <p:cNvSpPr/>
            <p:nvPr/>
          </p:nvSpPr>
          <p:spPr bwMode="auto">
            <a:xfrm>
              <a:off x="5680835" y="2873577"/>
              <a:ext cx="325400" cy="2609933"/>
            </a:xfrm>
            <a:custGeom>
              <a:avLst/>
              <a:gdLst>
                <a:gd name="T0" fmla="*/ 0 w 290"/>
                <a:gd name="T1" fmla="*/ 0 h 2326"/>
                <a:gd name="T2" fmla="*/ 0 w 290"/>
                <a:gd name="T3" fmla="*/ 2326 h 2326"/>
                <a:gd name="T4" fmla="*/ 290 w 290"/>
                <a:gd name="T5" fmla="*/ 2326 h 2326"/>
                <a:gd name="T6" fmla="*/ 290 w 290"/>
                <a:gd name="T7" fmla="*/ 291 h 2326"/>
                <a:gd name="T8" fmla="*/ 0 w 290"/>
                <a:gd name="T9" fmla="*/ 0 h 2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" h="2326">
                  <a:moveTo>
                    <a:pt x="0" y="0"/>
                  </a:moveTo>
                  <a:lnTo>
                    <a:pt x="0" y="2326"/>
                  </a:lnTo>
                  <a:lnTo>
                    <a:pt x="290" y="2326"/>
                  </a:lnTo>
                  <a:lnTo>
                    <a:pt x="290" y="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A8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9" name="Freeform 13"/>
            <p:cNvSpPr/>
            <p:nvPr/>
          </p:nvSpPr>
          <p:spPr bwMode="auto">
            <a:xfrm>
              <a:off x="5680835" y="4256463"/>
              <a:ext cx="325400" cy="2609933"/>
            </a:xfrm>
            <a:custGeom>
              <a:avLst/>
              <a:gdLst>
                <a:gd name="T0" fmla="*/ 0 w 290"/>
                <a:gd name="T1" fmla="*/ 0 h 2326"/>
                <a:gd name="T2" fmla="*/ 0 w 290"/>
                <a:gd name="T3" fmla="*/ 2326 h 2326"/>
                <a:gd name="T4" fmla="*/ 290 w 290"/>
                <a:gd name="T5" fmla="*/ 2326 h 2326"/>
                <a:gd name="T6" fmla="*/ 290 w 290"/>
                <a:gd name="T7" fmla="*/ 291 h 2326"/>
                <a:gd name="T8" fmla="*/ 0 w 290"/>
                <a:gd name="T9" fmla="*/ 0 h 2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" h="2326">
                  <a:moveTo>
                    <a:pt x="0" y="0"/>
                  </a:moveTo>
                  <a:lnTo>
                    <a:pt x="0" y="2326"/>
                  </a:lnTo>
                  <a:lnTo>
                    <a:pt x="290" y="2326"/>
                  </a:lnTo>
                  <a:lnTo>
                    <a:pt x="290" y="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A8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0" name="Group 14"/>
          <p:cNvGrpSpPr/>
          <p:nvPr/>
        </p:nvGrpSpPr>
        <p:grpSpPr>
          <a:xfrm>
            <a:off x="5692512" y="5236960"/>
            <a:ext cx="343195" cy="2063383"/>
            <a:chOff x="5283622" y="4903226"/>
            <a:chExt cx="325400" cy="1956500"/>
          </a:xfrm>
        </p:grpSpPr>
        <p:sp>
          <p:nvSpPr>
            <p:cNvPr id="71" name="Freeform 29"/>
            <p:cNvSpPr/>
            <p:nvPr/>
          </p:nvSpPr>
          <p:spPr bwMode="auto">
            <a:xfrm>
              <a:off x="5283622" y="4903226"/>
              <a:ext cx="325400" cy="1605681"/>
            </a:xfrm>
            <a:custGeom>
              <a:avLst/>
              <a:gdLst>
                <a:gd name="T0" fmla="*/ 0 w 290"/>
                <a:gd name="T1" fmla="*/ 0 h 1431"/>
                <a:gd name="T2" fmla="*/ 0 w 290"/>
                <a:gd name="T3" fmla="*/ 1431 h 1431"/>
                <a:gd name="T4" fmla="*/ 290 w 290"/>
                <a:gd name="T5" fmla="*/ 1431 h 1431"/>
                <a:gd name="T6" fmla="*/ 290 w 290"/>
                <a:gd name="T7" fmla="*/ 290 h 1431"/>
                <a:gd name="T8" fmla="*/ 0 w 290"/>
                <a:gd name="T9" fmla="*/ 0 h 1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" h="1431">
                  <a:moveTo>
                    <a:pt x="0" y="0"/>
                  </a:moveTo>
                  <a:lnTo>
                    <a:pt x="0" y="1431"/>
                  </a:lnTo>
                  <a:lnTo>
                    <a:pt x="290" y="1431"/>
                  </a:lnTo>
                  <a:lnTo>
                    <a:pt x="290" y="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A8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2" name="Freeform 29"/>
            <p:cNvSpPr/>
            <p:nvPr/>
          </p:nvSpPr>
          <p:spPr bwMode="auto">
            <a:xfrm>
              <a:off x="5283622" y="5254045"/>
              <a:ext cx="325400" cy="1605681"/>
            </a:xfrm>
            <a:custGeom>
              <a:avLst/>
              <a:gdLst>
                <a:gd name="T0" fmla="*/ 0 w 290"/>
                <a:gd name="T1" fmla="*/ 0 h 1431"/>
                <a:gd name="T2" fmla="*/ 0 w 290"/>
                <a:gd name="T3" fmla="*/ 1431 h 1431"/>
                <a:gd name="T4" fmla="*/ 290 w 290"/>
                <a:gd name="T5" fmla="*/ 1431 h 1431"/>
                <a:gd name="T6" fmla="*/ 290 w 290"/>
                <a:gd name="T7" fmla="*/ 290 h 1431"/>
                <a:gd name="T8" fmla="*/ 0 w 290"/>
                <a:gd name="T9" fmla="*/ 0 h 1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" h="1431">
                  <a:moveTo>
                    <a:pt x="0" y="0"/>
                  </a:moveTo>
                  <a:lnTo>
                    <a:pt x="0" y="1431"/>
                  </a:lnTo>
                  <a:lnTo>
                    <a:pt x="290" y="1431"/>
                  </a:lnTo>
                  <a:lnTo>
                    <a:pt x="290" y="2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A8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3" name="Group 17"/>
          <p:cNvGrpSpPr/>
          <p:nvPr/>
        </p:nvGrpSpPr>
        <p:grpSpPr>
          <a:xfrm>
            <a:off x="5287779" y="2925453"/>
            <a:ext cx="1166864" cy="678070"/>
            <a:chOff x="4899875" y="2711455"/>
            <a:chExt cx="1106360" cy="642946"/>
          </a:xfrm>
        </p:grpSpPr>
        <p:sp>
          <p:nvSpPr>
            <p:cNvPr id="74" name="Freeform 15"/>
            <p:cNvSpPr/>
            <p:nvPr/>
          </p:nvSpPr>
          <p:spPr bwMode="auto">
            <a:xfrm>
              <a:off x="5211810" y="2873577"/>
              <a:ext cx="794425" cy="326522"/>
            </a:xfrm>
            <a:custGeom>
              <a:avLst/>
              <a:gdLst>
                <a:gd name="T0" fmla="*/ 0 w 708"/>
                <a:gd name="T1" fmla="*/ 291 h 291"/>
                <a:gd name="T2" fmla="*/ 708 w 708"/>
                <a:gd name="T3" fmla="*/ 291 h 291"/>
                <a:gd name="T4" fmla="*/ 418 w 708"/>
                <a:gd name="T5" fmla="*/ 0 h 291"/>
                <a:gd name="T6" fmla="*/ 0 w 708"/>
                <a:gd name="T7" fmla="*/ 0 h 291"/>
                <a:gd name="T8" fmla="*/ 0 w 708"/>
                <a:gd name="T9" fmla="*/ 29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8" h="291">
                  <a:moveTo>
                    <a:pt x="0" y="291"/>
                  </a:moveTo>
                  <a:lnTo>
                    <a:pt x="708" y="291"/>
                  </a:lnTo>
                  <a:lnTo>
                    <a:pt x="418" y="0"/>
                  </a:lnTo>
                  <a:lnTo>
                    <a:pt x="0" y="0"/>
                  </a:lnTo>
                  <a:lnTo>
                    <a:pt x="0" y="291"/>
                  </a:ln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5" name="Freeform 17"/>
            <p:cNvSpPr/>
            <p:nvPr/>
          </p:nvSpPr>
          <p:spPr bwMode="auto">
            <a:xfrm>
              <a:off x="4899875" y="2711455"/>
              <a:ext cx="347841" cy="642946"/>
            </a:xfrm>
            <a:custGeom>
              <a:avLst/>
              <a:gdLst>
                <a:gd name="T0" fmla="*/ 0 w 310"/>
                <a:gd name="T1" fmla="*/ 286 h 573"/>
                <a:gd name="T2" fmla="*/ 310 w 310"/>
                <a:gd name="T3" fmla="*/ 0 h 573"/>
                <a:gd name="T4" fmla="*/ 310 w 310"/>
                <a:gd name="T5" fmla="*/ 286 h 573"/>
                <a:gd name="T6" fmla="*/ 310 w 310"/>
                <a:gd name="T7" fmla="*/ 573 h 573"/>
                <a:gd name="T8" fmla="*/ 0 w 310"/>
                <a:gd name="T9" fmla="*/ 286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0" h="573">
                  <a:moveTo>
                    <a:pt x="0" y="286"/>
                  </a:moveTo>
                  <a:lnTo>
                    <a:pt x="310" y="0"/>
                  </a:lnTo>
                  <a:lnTo>
                    <a:pt x="310" y="286"/>
                  </a:lnTo>
                  <a:lnTo>
                    <a:pt x="310" y="573"/>
                  </a:lnTo>
                  <a:lnTo>
                    <a:pt x="0" y="286"/>
                  </a:ln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6" name="Group 20"/>
          <p:cNvGrpSpPr/>
          <p:nvPr/>
        </p:nvGrpSpPr>
        <p:grpSpPr>
          <a:xfrm>
            <a:off x="5038076" y="5065022"/>
            <a:ext cx="997633" cy="676886"/>
            <a:chOff x="4663118" y="4740194"/>
            <a:chExt cx="945904" cy="641823"/>
          </a:xfrm>
        </p:grpSpPr>
        <p:sp>
          <p:nvSpPr>
            <p:cNvPr id="77" name="Freeform 31"/>
            <p:cNvSpPr/>
            <p:nvPr/>
          </p:nvSpPr>
          <p:spPr bwMode="auto">
            <a:xfrm>
              <a:off x="4975053" y="4903226"/>
              <a:ext cx="633969" cy="325400"/>
            </a:xfrm>
            <a:custGeom>
              <a:avLst/>
              <a:gdLst>
                <a:gd name="T0" fmla="*/ 0 w 565"/>
                <a:gd name="T1" fmla="*/ 290 h 290"/>
                <a:gd name="T2" fmla="*/ 565 w 565"/>
                <a:gd name="T3" fmla="*/ 290 h 290"/>
                <a:gd name="T4" fmla="*/ 275 w 565"/>
                <a:gd name="T5" fmla="*/ 0 h 290"/>
                <a:gd name="T6" fmla="*/ 0 w 565"/>
                <a:gd name="T7" fmla="*/ 0 h 290"/>
                <a:gd name="T8" fmla="*/ 0 w 565"/>
                <a:gd name="T9" fmla="*/ 29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290">
                  <a:moveTo>
                    <a:pt x="0" y="290"/>
                  </a:moveTo>
                  <a:lnTo>
                    <a:pt x="565" y="290"/>
                  </a:lnTo>
                  <a:lnTo>
                    <a:pt x="275" y="0"/>
                  </a:lnTo>
                  <a:lnTo>
                    <a:pt x="0" y="0"/>
                  </a:lnTo>
                  <a:lnTo>
                    <a:pt x="0" y="290"/>
                  </a:ln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8" name="Freeform 33"/>
            <p:cNvSpPr/>
            <p:nvPr/>
          </p:nvSpPr>
          <p:spPr bwMode="auto">
            <a:xfrm>
              <a:off x="4663118" y="4740194"/>
              <a:ext cx="352330" cy="641823"/>
            </a:xfrm>
            <a:custGeom>
              <a:avLst/>
              <a:gdLst>
                <a:gd name="T0" fmla="*/ 0 w 314"/>
                <a:gd name="T1" fmla="*/ 286 h 572"/>
                <a:gd name="T2" fmla="*/ 314 w 314"/>
                <a:gd name="T3" fmla="*/ 0 h 572"/>
                <a:gd name="T4" fmla="*/ 314 w 314"/>
                <a:gd name="T5" fmla="*/ 286 h 572"/>
                <a:gd name="T6" fmla="*/ 314 w 314"/>
                <a:gd name="T7" fmla="*/ 572 h 572"/>
                <a:gd name="T8" fmla="*/ 0 w 314"/>
                <a:gd name="T9" fmla="*/ 286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572">
                  <a:moveTo>
                    <a:pt x="0" y="286"/>
                  </a:moveTo>
                  <a:lnTo>
                    <a:pt x="314" y="0"/>
                  </a:lnTo>
                  <a:lnTo>
                    <a:pt x="314" y="286"/>
                  </a:lnTo>
                  <a:lnTo>
                    <a:pt x="314" y="572"/>
                  </a:lnTo>
                  <a:lnTo>
                    <a:pt x="0" y="286"/>
                  </a:ln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9" name="Group 23"/>
          <p:cNvGrpSpPr/>
          <p:nvPr/>
        </p:nvGrpSpPr>
        <p:grpSpPr>
          <a:xfrm>
            <a:off x="6949318" y="3995237"/>
            <a:ext cx="1106510" cy="678070"/>
            <a:chOff x="6475260" y="3725824"/>
            <a:chExt cx="1049135" cy="642946"/>
          </a:xfrm>
        </p:grpSpPr>
        <p:sp>
          <p:nvSpPr>
            <p:cNvPr id="80" name="Freeform 23"/>
            <p:cNvSpPr/>
            <p:nvPr/>
          </p:nvSpPr>
          <p:spPr bwMode="auto">
            <a:xfrm>
              <a:off x="6475260" y="3892789"/>
              <a:ext cx="732711" cy="326522"/>
            </a:xfrm>
            <a:custGeom>
              <a:avLst/>
              <a:gdLst>
                <a:gd name="T0" fmla="*/ 653 w 653"/>
                <a:gd name="T1" fmla="*/ 291 h 291"/>
                <a:gd name="T2" fmla="*/ 0 w 653"/>
                <a:gd name="T3" fmla="*/ 291 h 291"/>
                <a:gd name="T4" fmla="*/ 291 w 653"/>
                <a:gd name="T5" fmla="*/ 0 h 291"/>
                <a:gd name="T6" fmla="*/ 653 w 653"/>
                <a:gd name="T7" fmla="*/ 0 h 291"/>
                <a:gd name="T8" fmla="*/ 653 w 653"/>
                <a:gd name="T9" fmla="*/ 29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3" h="291">
                  <a:moveTo>
                    <a:pt x="653" y="291"/>
                  </a:moveTo>
                  <a:lnTo>
                    <a:pt x="0" y="291"/>
                  </a:lnTo>
                  <a:lnTo>
                    <a:pt x="291" y="0"/>
                  </a:lnTo>
                  <a:lnTo>
                    <a:pt x="653" y="0"/>
                  </a:lnTo>
                  <a:lnTo>
                    <a:pt x="653" y="291"/>
                  </a:ln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1" name="Freeform 25"/>
            <p:cNvSpPr/>
            <p:nvPr/>
          </p:nvSpPr>
          <p:spPr bwMode="auto">
            <a:xfrm>
              <a:off x="7172065" y="3725824"/>
              <a:ext cx="352330" cy="642946"/>
            </a:xfrm>
            <a:custGeom>
              <a:avLst/>
              <a:gdLst>
                <a:gd name="T0" fmla="*/ 314 w 314"/>
                <a:gd name="T1" fmla="*/ 286 h 573"/>
                <a:gd name="T2" fmla="*/ 0 w 314"/>
                <a:gd name="T3" fmla="*/ 0 h 573"/>
                <a:gd name="T4" fmla="*/ 0 w 314"/>
                <a:gd name="T5" fmla="*/ 286 h 573"/>
                <a:gd name="T6" fmla="*/ 0 w 314"/>
                <a:gd name="T7" fmla="*/ 573 h 573"/>
                <a:gd name="T8" fmla="*/ 314 w 314"/>
                <a:gd name="T9" fmla="*/ 286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573">
                  <a:moveTo>
                    <a:pt x="314" y="286"/>
                  </a:moveTo>
                  <a:lnTo>
                    <a:pt x="0" y="0"/>
                  </a:lnTo>
                  <a:lnTo>
                    <a:pt x="0" y="286"/>
                  </a:lnTo>
                  <a:lnTo>
                    <a:pt x="0" y="573"/>
                  </a:lnTo>
                  <a:lnTo>
                    <a:pt x="314" y="286"/>
                  </a:ln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82" name="Rectangle 26"/>
          <p:cNvSpPr/>
          <p:nvPr/>
        </p:nvSpPr>
        <p:spPr>
          <a:xfrm>
            <a:off x="8175634" y="3883091"/>
            <a:ext cx="3239866" cy="897593"/>
          </a:xfrm>
          <a:prstGeom prst="rect">
            <a:avLst/>
          </a:prstGeom>
        </p:spPr>
        <p:txBody>
          <a:bodyPr wrap="square" lIns="96420" tIns="48210" rIns="96420" bIns="482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3" name="Rectangle 27"/>
          <p:cNvSpPr/>
          <p:nvPr/>
        </p:nvSpPr>
        <p:spPr>
          <a:xfrm>
            <a:off x="7870029" y="1744117"/>
            <a:ext cx="3239866" cy="897593"/>
          </a:xfrm>
          <a:prstGeom prst="rect">
            <a:avLst/>
          </a:prstGeom>
        </p:spPr>
        <p:txBody>
          <a:bodyPr wrap="square" lIns="96420" tIns="48210" rIns="96420" bIns="482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4" name="Rectangle 28"/>
          <p:cNvSpPr/>
          <p:nvPr/>
        </p:nvSpPr>
        <p:spPr>
          <a:xfrm>
            <a:off x="1676847" y="4899884"/>
            <a:ext cx="3239866" cy="897593"/>
          </a:xfrm>
          <a:prstGeom prst="rect">
            <a:avLst/>
          </a:prstGeom>
        </p:spPr>
        <p:txBody>
          <a:bodyPr wrap="square" lIns="96420" tIns="48210" rIns="96420" bIns="482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5" name="Rectangle 29"/>
          <p:cNvSpPr/>
          <p:nvPr/>
        </p:nvSpPr>
        <p:spPr>
          <a:xfrm>
            <a:off x="1937513" y="2817431"/>
            <a:ext cx="3239866" cy="897593"/>
          </a:xfrm>
          <a:prstGeom prst="rect">
            <a:avLst/>
          </a:prstGeom>
        </p:spPr>
        <p:txBody>
          <a:bodyPr wrap="square" lIns="96420" tIns="48210" rIns="96420" bIns="4821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4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2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2" presetClass="entr" presetSubtype="4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9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2" presetClass="entr" presetSubtype="4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5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22" presetClass="entr" presetSubtype="2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 p14:presetBounceEnd="58000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000">
                                          <p:cBhvr additive="base">
                                            <p:cTn id="31" dur="125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000">
                                          <p:cBhvr additive="base">
                                            <p:cTn id="32" dur="125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58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000">
                                          <p:cBhvr additive="base">
                                            <p:cTn id="35" dur="125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000">
                                          <p:cBhvr additive="base">
                                            <p:cTn id="36" dur="125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 p14:presetBounceEnd="58000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000">
                                          <p:cBhvr additive="base">
                                            <p:cTn id="39" dur="125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000">
                                          <p:cBhvr additive="base">
                                            <p:cTn id="40" dur="125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 p14:presetBounceEnd="58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000">
                                          <p:cBhvr additive="base">
                                            <p:cTn id="43" dur="125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000">
                                          <p:cBhvr additive="base">
                                            <p:cTn id="44" dur="125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2" grpId="0"/>
          <p:bldP spid="83" grpId="0"/>
          <p:bldP spid="84" grpId="0"/>
          <p:bldP spid="85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22" presetClass="entr" presetSubtype="4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3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22" presetClass="entr" presetSubtype="2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2" presetClass="entr" presetSubtype="4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19" dur="5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2" presetClass="entr" presetSubtype="4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5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22" presetClass="entr" presetSubtype="2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8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25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25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125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125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125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125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125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125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2" grpId="0"/>
          <p:bldP spid="83" grpId="0"/>
          <p:bldP spid="84" grpId="0"/>
          <p:bldP spid="85" grpId="0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37" name="任意多边形 36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009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535620" y="333508"/>
            <a:ext cx="2791629" cy="616721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362842"/>
            <a:ext cx="654696" cy="589581"/>
            <a:chOff x="445380" y="344047"/>
            <a:chExt cx="620748" cy="559040"/>
          </a:xfrm>
          <a:solidFill>
            <a:srgbClr val="F68808"/>
          </a:solidFill>
        </p:grpSpPr>
        <p:sp>
          <p:nvSpPr>
            <p:cNvPr id="51" name="矩形 50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53311" y="377787"/>
              <a:ext cx="612817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04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8" name="Group 4"/>
          <p:cNvGrpSpPr/>
          <p:nvPr/>
        </p:nvGrpSpPr>
        <p:grpSpPr>
          <a:xfrm>
            <a:off x="4252817" y="1799813"/>
            <a:ext cx="4353117" cy="5432838"/>
            <a:chOff x="4251942" y="2254853"/>
            <a:chExt cx="3688116" cy="4603147"/>
          </a:xfrm>
        </p:grpSpPr>
        <p:sp>
          <p:nvSpPr>
            <p:cNvPr id="39" name="Freeform 5"/>
            <p:cNvSpPr/>
            <p:nvPr/>
          </p:nvSpPr>
          <p:spPr bwMode="auto">
            <a:xfrm>
              <a:off x="5423736" y="4458388"/>
              <a:ext cx="1447235" cy="2399612"/>
            </a:xfrm>
            <a:custGeom>
              <a:avLst/>
              <a:gdLst>
                <a:gd name="T0" fmla="*/ 0 w 130"/>
                <a:gd name="T1" fmla="*/ 3 h 216"/>
                <a:gd name="T2" fmla="*/ 44 w 130"/>
                <a:gd name="T3" fmla="*/ 61 h 216"/>
                <a:gd name="T4" fmla="*/ 36 w 130"/>
                <a:gd name="T5" fmla="*/ 216 h 216"/>
                <a:gd name="T6" fmla="*/ 93 w 130"/>
                <a:gd name="T7" fmla="*/ 216 h 216"/>
                <a:gd name="T8" fmla="*/ 83 w 130"/>
                <a:gd name="T9" fmla="*/ 63 h 216"/>
                <a:gd name="T10" fmla="*/ 130 w 130"/>
                <a:gd name="T11" fmla="*/ 2 h 216"/>
                <a:gd name="T12" fmla="*/ 64 w 130"/>
                <a:gd name="T13" fmla="*/ 52 h 216"/>
                <a:gd name="T14" fmla="*/ 0 w 130"/>
                <a:gd name="T15" fmla="*/ 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0" h="216">
                  <a:moveTo>
                    <a:pt x="0" y="3"/>
                  </a:moveTo>
                  <a:cubicBezTo>
                    <a:pt x="0" y="3"/>
                    <a:pt x="34" y="33"/>
                    <a:pt x="44" y="61"/>
                  </a:cubicBezTo>
                  <a:cubicBezTo>
                    <a:pt x="64" y="112"/>
                    <a:pt x="52" y="171"/>
                    <a:pt x="36" y="216"/>
                  </a:cubicBezTo>
                  <a:cubicBezTo>
                    <a:pt x="93" y="216"/>
                    <a:pt x="93" y="216"/>
                    <a:pt x="93" y="216"/>
                  </a:cubicBezTo>
                  <a:cubicBezTo>
                    <a:pt x="93" y="216"/>
                    <a:pt x="64" y="121"/>
                    <a:pt x="83" y="63"/>
                  </a:cubicBezTo>
                  <a:cubicBezTo>
                    <a:pt x="101" y="9"/>
                    <a:pt x="130" y="2"/>
                    <a:pt x="130" y="2"/>
                  </a:cubicBezTo>
                  <a:cubicBezTo>
                    <a:pt x="130" y="2"/>
                    <a:pt x="98" y="0"/>
                    <a:pt x="64" y="52"/>
                  </a:cubicBezTo>
                  <a:cubicBezTo>
                    <a:pt x="64" y="52"/>
                    <a:pt x="34" y="15"/>
                    <a:pt x="0" y="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0" name="Oval 6"/>
            <p:cNvSpPr>
              <a:spLocks noChangeArrowheads="1"/>
            </p:cNvSpPr>
            <p:nvPr/>
          </p:nvSpPr>
          <p:spPr bwMode="auto">
            <a:xfrm>
              <a:off x="5969950" y="4491067"/>
              <a:ext cx="308121" cy="322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6511497" y="4402366"/>
              <a:ext cx="1428561" cy="854337"/>
            </a:xfrm>
            <a:custGeom>
              <a:avLst/>
              <a:gdLst>
                <a:gd name="T0" fmla="*/ 60 w 128"/>
                <a:gd name="T1" fmla="*/ 7 h 77"/>
                <a:gd name="T2" fmla="*/ 128 w 128"/>
                <a:gd name="T3" fmla="*/ 16 h 77"/>
                <a:gd name="T4" fmla="*/ 64 w 128"/>
                <a:gd name="T5" fmla="*/ 60 h 77"/>
                <a:gd name="T6" fmla="*/ 0 w 128"/>
                <a:gd name="T7" fmla="*/ 54 h 77"/>
                <a:gd name="T8" fmla="*/ 60 w 128"/>
                <a:gd name="T9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" h="77">
                  <a:moveTo>
                    <a:pt x="60" y="7"/>
                  </a:moveTo>
                  <a:cubicBezTo>
                    <a:pt x="93" y="0"/>
                    <a:pt x="128" y="16"/>
                    <a:pt x="128" y="16"/>
                  </a:cubicBezTo>
                  <a:cubicBezTo>
                    <a:pt x="110" y="23"/>
                    <a:pt x="94" y="48"/>
                    <a:pt x="64" y="60"/>
                  </a:cubicBezTo>
                  <a:cubicBezTo>
                    <a:pt x="19" y="77"/>
                    <a:pt x="0" y="54"/>
                    <a:pt x="0" y="54"/>
                  </a:cubicBezTo>
                  <a:cubicBezTo>
                    <a:pt x="5" y="40"/>
                    <a:pt x="20" y="16"/>
                    <a:pt x="60" y="7"/>
                  </a:cubicBez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2" name="Freeform 8"/>
            <p:cNvSpPr/>
            <p:nvPr/>
          </p:nvSpPr>
          <p:spPr bwMode="auto">
            <a:xfrm>
              <a:off x="4434014" y="4388360"/>
              <a:ext cx="1335191" cy="877679"/>
            </a:xfrm>
            <a:custGeom>
              <a:avLst/>
              <a:gdLst>
                <a:gd name="T0" fmla="*/ 41 w 120"/>
                <a:gd name="T1" fmla="*/ 56 h 79"/>
                <a:gd name="T2" fmla="*/ 0 w 120"/>
                <a:gd name="T3" fmla="*/ 0 h 79"/>
                <a:gd name="T4" fmla="*/ 76 w 120"/>
                <a:gd name="T5" fmla="*/ 17 h 79"/>
                <a:gd name="T6" fmla="*/ 116 w 120"/>
                <a:gd name="T7" fmla="*/ 67 h 79"/>
                <a:gd name="T8" fmla="*/ 41 w 120"/>
                <a:gd name="T9" fmla="*/ 56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79">
                  <a:moveTo>
                    <a:pt x="41" y="56"/>
                  </a:moveTo>
                  <a:cubicBezTo>
                    <a:pt x="13" y="37"/>
                    <a:pt x="0" y="0"/>
                    <a:pt x="0" y="0"/>
                  </a:cubicBezTo>
                  <a:cubicBezTo>
                    <a:pt x="17" y="9"/>
                    <a:pt x="47" y="3"/>
                    <a:pt x="76" y="17"/>
                  </a:cubicBezTo>
                  <a:cubicBezTo>
                    <a:pt x="120" y="38"/>
                    <a:pt x="116" y="67"/>
                    <a:pt x="116" y="67"/>
                  </a:cubicBezTo>
                  <a:cubicBezTo>
                    <a:pt x="102" y="73"/>
                    <a:pt x="74" y="79"/>
                    <a:pt x="41" y="56"/>
                  </a:cubicBez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3" name="Freeform 9"/>
            <p:cNvSpPr/>
            <p:nvPr/>
          </p:nvSpPr>
          <p:spPr bwMode="auto">
            <a:xfrm>
              <a:off x="7057711" y="3767449"/>
              <a:ext cx="868341" cy="653591"/>
            </a:xfrm>
            <a:custGeom>
              <a:avLst/>
              <a:gdLst>
                <a:gd name="T0" fmla="*/ 33 w 78"/>
                <a:gd name="T1" fmla="*/ 9 h 59"/>
                <a:gd name="T2" fmla="*/ 78 w 78"/>
                <a:gd name="T3" fmla="*/ 7 h 59"/>
                <a:gd name="T4" fmla="*/ 42 w 78"/>
                <a:gd name="T5" fmla="*/ 43 h 59"/>
                <a:gd name="T6" fmla="*/ 0 w 78"/>
                <a:gd name="T7" fmla="*/ 47 h 59"/>
                <a:gd name="T8" fmla="*/ 33 w 78"/>
                <a:gd name="T9" fmla="*/ 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59">
                  <a:moveTo>
                    <a:pt x="33" y="9"/>
                  </a:moveTo>
                  <a:cubicBezTo>
                    <a:pt x="53" y="0"/>
                    <a:pt x="78" y="7"/>
                    <a:pt x="78" y="7"/>
                  </a:cubicBezTo>
                  <a:cubicBezTo>
                    <a:pt x="67" y="13"/>
                    <a:pt x="60" y="31"/>
                    <a:pt x="42" y="43"/>
                  </a:cubicBezTo>
                  <a:cubicBezTo>
                    <a:pt x="14" y="59"/>
                    <a:pt x="0" y="47"/>
                    <a:pt x="0" y="47"/>
                  </a:cubicBezTo>
                  <a:cubicBezTo>
                    <a:pt x="1" y="37"/>
                    <a:pt x="8" y="20"/>
                    <a:pt x="33" y="9"/>
                  </a:cubicBez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4" name="Freeform 10"/>
            <p:cNvSpPr/>
            <p:nvPr/>
          </p:nvSpPr>
          <p:spPr bwMode="auto">
            <a:xfrm>
              <a:off x="4251942" y="3734769"/>
              <a:ext cx="859004" cy="634917"/>
            </a:xfrm>
            <a:custGeom>
              <a:avLst/>
              <a:gdLst>
                <a:gd name="T0" fmla="*/ 23 w 77"/>
                <a:gd name="T1" fmla="*/ 40 h 57"/>
                <a:gd name="T2" fmla="*/ 0 w 77"/>
                <a:gd name="T3" fmla="*/ 0 h 57"/>
                <a:gd name="T4" fmla="*/ 49 w 77"/>
                <a:gd name="T5" fmla="*/ 16 h 57"/>
                <a:gd name="T6" fmla="*/ 72 w 77"/>
                <a:gd name="T7" fmla="*/ 52 h 57"/>
                <a:gd name="T8" fmla="*/ 23 w 77"/>
                <a:gd name="T9" fmla="*/ 4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57">
                  <a:moveTo>
                    <a:pt x="23" y="40"/>
                  </a:moveTo>
                  <a:cubicBezTo>
                    <a:pt x="6" y="25"/>
                    <a:pt x="0" y="0"/>
                    <a:pt x="0" y="0"/>
                  </a:cubicBezTo>
                  <a:cubicBezTo>
                    <a:pt x="11" y="7"/>
                    <a:pt x="31" y="5"/>
                    <a:pt x="49" y="16"/>
                  </a:cubicBezTo>
                  <a:cubicBezTo>
                    <a:pt x="77" y="33"/>
                    <a:pt x="72" y="52"/>
                    <a:pt x="72" y="52"/>
                  </a:cubicBezTo>
                  <a:cubicBezTo>
                    <a:pt x="63" y="55"/>
                    <a:pt x="44" y="57"/>
                    <a:pt x="23" y="40"/>
                  </a:cubicBez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5" name="Freeform 11"/>
            <p:cNvSpPr/>
            <p:nvPr/>
          </p:nvSpPr>
          <p:spPr bwMode="auto">
            <a:xfrm>
              <a:off x="5745862" y="2278196"/>
              <a:ext cx="322127" cy="700276"/>
            </a:xfrm>
            <a:custGeom>
              <a:avLst/>
              <a:gdLst>
                <a:gd name="T0" fmla="*/ 1 w 29"/>
                <a:gd name="T1" fmla="*/ 31 h 63"/>
                <a:gd name="T2" fmla="*/ 11 w 29"/>
                <a:gd name="T3" fmla="*/ 0 h 63"/>
                <a:gd name="T4" fmla="*/ 25 w 29"/>
                <a:gd name="T5" fmla="*/ 34 h 63"/>
                <a:gd name="T6" fmla="*/ 17 w 29"/>
                <a:gd name="T7" fmla="*/ 63 h 63"/>
                <a:gd name="T8" fmla="*/ 1 w 29"/>
                <a:gd name="T9" fmla="*/ 3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63">
                  <a:moveTo>
                    <a:pt x="1" y="31"/>
                  </a:moveTo>
                  <a:cubicBezTo>
                    <a:pt x="0" y="15"/>
                    <a:pt x="11" y="0"/>
                    <a:pt x="11" y="0"/>
                  </a:cubicBezTo>
                  <a:cubicBezTo>
                    <a:pt x="12" y="9"/>
                    <a:pt x="23" y="19"/>
                    <a:pt x="25" y="34"/>
                  </a:cubicBezTo>
                  <a:cubicBezTo>
                    <a:pt x="29" y="57"/>
                    <a:pt x="17" y="63"/>
                    <a:pt x="17" y="63"/>
                  </a:cubicBezTo>
                  <a:cubicBezTo>
                    <a:pt x="11" y="60"/>
                    <a:pt x="1" y="51"/>
                    <a:pt x="1" y="31"/>
                  </a:cubicBez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6" name="Freeform 12"/>
            <p:cNvSpPr/>
            <p:nvPr/>
          </p:nvSpPr>
          <p:spPr bwMode="auto">
            <a:xfrm>
              <a:off x="4989565" y="2721704"/>
              <a:ext cx="275442" cy="424834"/>
            </a:xfrm>
            <a:custGeom>
              <a:avLst/>
              <a:gdLst>
                <a:gd name="T0" fmla="*/ 3 w 25"/>
                <a:gd name="T1" fmla="*/ 21 h 38"/>
                <a:gd name="T2" fmla="*/ 4 w 25"/>
                <a:gd name="T3" fmla="*/ 0 h 38"/>
                <a:gd name="T4" fmla="*/ 19 w 25"/>
                <a:gd name="T5" fmla="*/ 19 h 38"/>
                <a:gd name="T6" fmla="*/ 19 w 25"/>
                <a:gd name="T7" fmla="*/ 38 h 38"/>
                <a:gd name="T8" fmla="*/ 3 w 25"/>
                <a:gd name="T9" fmla="*/ 2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8">
                  <a:moveTo>
                    <a:pt x="3" y="21"/>
                  </a:moveTo>
                  <a:cubicBezTo>
                    <a:pt x="0" y="11"/>
                    <a:pt x="4" y="0"/>
                    <a:pt x="4" y="0"/>
                  </a:cubicBezTo>
                  <a:cubicBezTo>
                    <a:pt x="7" y="5"/>
                    <a:pt x="15" y="10"/>
                    <a:pt x="19" y="19"/>
                  </a:cubicBezTo>
                  <a:cubicBezTo>
                    <a:pt x="25" y="32"/>
                    <a:pt x="19" y="38"/>
                    <a:pt x="19" y="38"/>
                  </a:cubicBezTo>
                  <a:cubicBezTo>
                    <a:pt x="14" y="37"/>
                    <a:pt x="7" y="33"/>
                    <a:pt x="3" y="21"/>
                  </a:cubicBez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0" name="Freeform 13"/>
            <p:cNvSpPr/>
            <p:nvPr/>
          </p:nvSpPr>
          <p:spPr bwMode="auto">
            <a:xfrm>
              <a:off x="7104396" y="2745046"/>
              <a:ext cx="308121" cy="378149"/>
            </a:xfrm>
            <a:custGeom>
              <a:avLst/>
              <a:gdLst>
                <a:gd name="T0" fmla="*/ 9 w 28"/>
                <a:gd name="T1" fmla="*/ 9 h 34"/>
                <a:gd name="T2" fmla="*/ 28 w 28"/>
                <a:gd name="T3" fmla="*/ 0 h 34"/>
                <a:gd name="T4" fmla="*/ 19 w 28"/>
                <a:gd name="T5" fmla="*/ 22 h 34"/>
                <a:gd name="T6" fmla="*/ 2 w 28"/>
                <a:gd name="T7" fmla="*/ 31 h 34"/>
                <a:gd name="T8" fmla="*/ 9 w 28"/>
                <a:gd name="T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4">
                  <a:moveTo>
                    <a:pt x="9" y="9"/>
                  </a:moveTo>
                  <a:cubicBezTo>
                    <a:pt x="17" y="2"/>
                    <a:pt x="28" y="0"/>
                    <a:pt x="28" y="0"/>
                  </a:cubicBezTo>
                  <a:cubicBezTo>
                    <a:pt x="25" y="5"/>
                    <a:pt x="25" y="14"/>
                    <a:pt x="19" y="22"/>
                  </a:cubicBezTo>
                  <a:cubicBezTo>
                    <a:pt x="10" y="34"/>
                    <a:pt x="2" y="31"/>
                    <a:pt x="2" y="31"/>
                  </a:cubicBezTo>
                  <a:cubicBezTo>
                    <a:pt x="1" y="27"/>
                    <a:pt x="0" y="18"/>
                    <a:pt x="9" y="9"/>
                  </a:cubicBez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4" name="Freeform 14"/>
            <p:cNvSpPr/>
            <p:nvPr/>
          </p:nvSpPr>
          <p:spPr bwMode="auto">
            <a:xfrm>
              <a:off x="6324757" y="2254853"/>
              <a:ext cx="378149" cy="658259"/>
            </a:xfrm>
            <a:custGeom>
              <a:avLst/>
              <a:gdLst>
                <a:gd name="T0" fmla="*/ 8 w 34"/>
                <a:gd name="T1" fmla="*/ 23 h 59"/>
                <a:gd name="T2" fmla="*/ 32 w 34"/>
                <a:gd name="T3" fmla="*/ 0 h 59"/>
                <a:gd name="T4" fmla="*/ 29 w 34"/>
                <a:gd name="T5" fmla="*/ 37 h 59"/>
                <a:gd name="T6" fmla="*/ 8 w 34"/>
                <a:gd name="T7" fmla="*/ 59 h 59"/>
                <a:gd name="T8" fmla="*/ 8 w 34"/>
                <a:gd name="T9" fmla="*/ 2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59">
                  <a:moveTo>
                    <a:pt x="8" y="23"/>
                  </a:moveTo>
                  <a:cubicBezTo>
                    <a:pt x="15" y="8"/>
                    <a:pt x="32" y="0"/>
                    <a:pt x="32" y="0"/>
                  </a:cubicBezTo>
                  <a:cubicBezTo>
                    <a:pt x="29" y="8"/>
                    <a:pt x="34" y="22"/>
                    <a:pt x="29" y="37"/>
                  </a:cubicBezTo>
                  <a:cubicBezTo>
                    <a:pt x="22" y="58"/>
                    <a:pt x="8" y="59"/>
                    <a:pt x="8" y="59"/>
                  </a:cubicBezTo>
                  <a:cubicBezTo>
                    <a:pt x="4" y="53"/>
                    <a:pt x="0" y="40"/>
                    <a:pt x="8" y="23"/>
                  </a:cubicBez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5" name="Freeform 15"/>
            <p:cNvSpPr/>
            <p:nvPr/>
          </p:nvSpPr>
          <p:spPr bwMode="auto">
            <a:xfrm>
              <a:off x="4877521" y="3155875"/>
              <a:ext cx="1013065" cy="1311850"/>
            </a:xfrm>
            <a:custGeom>
              <a:avLst/>
              <a:gdLst>
                <a:gd name="T0" fmla="*/ 14 w 91"/>
                <a:gd name="T1" fmla="*/ 69 h 118"/>
                <a:gd name="T2" fmla="*/ 9 w 91"/>
                <a:gd name="T3" fmla="*/ 0 h 118"/>
                <a:gd name="T4" fmla="*/ 65 w 91"/>
                <a:gd name="T5" fmla="*/ 54 h 118"/>
                <a:gd name="T6" fmla="*/ 72 w 91"/>
                <a:gd name="T7" fmla="*/ 118 h 118"/>
                <a:gd name="T8" fmla="*/ 14 w 91"/>
                <a:gd name="T9" fmla="*/ 69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18">
                  <a:moveTo>
                    <a:pt x="14" y="69"/>
                  </a:moveTo>
                  <a:cubicBezTo>
                    <a:pt x="0" y="38"/>
                    <a:pt x="9" y="0"/>
                    <a:pt x="9" y="0"/>
                  </a:cubicBezTo>
                  <a:cubicBezTo>
                    <a:pt x="19" y="16"/>
                    <a:pt x="47" y="27"/>
                    <a:pt x="65" y="54"/>
                  </a:cubicBezTo>
                  <a:cubicBezTo>
                    <a:pt x="91" y="95"/>
                    <a:pt x="72" y="118"/>
                    <a:pt x="72" y="118"/>
                  </a:cubicBezTo>
                  <a:cubicBezTo>
                    <a:pt x="58" y="116"/>
                    <a:pt x="31" y="106"/>
                    <a:pt x="14" y="69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6" name="Freeform 16"/>
            <p:cNvSpPr/>
            <p:nvPr/>
          </p:nvSpPr>
          <p:spPr bwMode="auto">
            <a:xfrm>
              <a:off x="5311692" y="2488278"/>
              <a:ext cx="522872" cy="999060"/>
            </a:xfrm>
            <a:custGeom>
              <a:avLst/>
              <a:gdLst>
                <a:gd name="T0" fmla="*/ 3 w 47"/>
                <a:gd name="T1" fmla="*/ 46 h 90"/>
                <a:gd name="T2" fmla="*/ 14 w 47"/>
                <a:gd name="T3" fmla="*/ 0 h 90"/>
                <a:gd name="T4" fmla="*/ 39 w 47"/>
                <a:gd name="T5" fmla="*/ 47 h 90"/>
                <a:gd name="T6" fmla="*/ 30 w 47"/>
                <a:gd name="T7" fmla="*/ 90 h 90"/>
                <a:gd name="T8" fmla="*/ 3 w 47"/>
                <a:gd name="T9" fmla="*/ 4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90">
                  <a:moveTo>
                    <a:pt x="3" y="46"/>
                  </a:moveTo>
                  <a:cubicBezTo>
                    <a:pt x="0" y="23"/>
                    <a:pt x="14" y="0"/>
                    <a:pt x="14" y="0"/>
                  </a:cubicBezTo>
                  <a:cubicBezTo>
                    <a:pt x="17" y="13"/>
                    <a:pt x="33" y="25"/>
                    <a:pt x="39" y="47"/>
                  </a:cubicBezTo>
                  <a:cubicBezTo>
                    <a:pt x="47" y="79"/>
                    <a:pt x="30" y="90"/>
                    <a:pt x="30" y="90"/>
                  </a:cubicBezTo>
                  <a:cubicBezTo>
                    <a:pt x="21" y="85"/>
                    <a:pt x="6" y="73"/>
                    <a:pt x="3" y="46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7" name="Freeform 17"/>
            <p:cNvSpPr/>
            <p:nvPr/>
          </p:nvSpPr>
          <p:spPr bwMode="auto">
            <a:xfrm>
              <a:off x="6492823" y="2520958"/>
              <a:ext cx="620911" cy="891685"/>
            </a:xfrm>
            <a:custGeom>
              <a:avLst/>
              <a:gdLst>
                <a:gd name="T0" fmla="*/ 17 w 56"/>
                <a:gd name="T1" fmla="*/ 26 h 80"/>
                <a:gd name="T2" fmla="*/ 56 w 56"/>
                <a:gd name="T3" fmla="*/ 0 h 80"/>
                <a:gd name="T4" fmla="*/ 42 w 56"/>
                <a:gd name="T5" fmla="*/ 51 h 80"/>
                <a:gd name="T6" fmla="*/ 7 w 56"/>
                <a:gd name="T7" fmla="*/ 76 h 80"/>
                <a:gd name="T8" fmla="*/ 17 w 56"/>
                <a:gd name="T9" fmla="*/ 2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80">
                  <a:moveTo>
                    <a:pt x="17" y="26"/>
                  </a:moveTo>
                  <a:cubicBezTo>
                    <a:pt x="31" y="7"/>
                    <a:pt x="56" y="0"/>
                    <a:pt x="56" y="0"/>
                  </a:cubicBezTo>
                  <a:cubicBezTo>
                    <a:pt x="50" y="11"/>
                    <a:pt x="53" y="31"/>
                    <a:pt x="42" y="51"/>
                  </a:cubicBezTo>
                  <a:cubicBezTo>
                    <a:pt x="27" y="80"/>
                    <a:pt x="7" y="76"/>
                    <a:pt x="7" y="76"/>
                  </a:cubicBezTo>
                  <a:cubicBezTo>
                    <a:pt x="4" y="67"/>
                    <a:pt x="0" y="48"/>
                    <a:pt x="17" y="26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6" name="Freeform 18"/>
            <p:cNvSpPr/>
            <p:nvPr/>
          </p:nvSpPr>
          <p:spPr bwMode="auto">
            <a:xfrm>
              <a:off x="6422795" y="3165212"/>
              <a:ext cx="947706" cy="1279171"/>
            </a:xfrm>
            <a:custGeom>
              <a:avLst/>
              <a:gdLst>
                <a:gd name="T0" fmla="*/ 25 w 85"/>
                <a:gd name="T1" fmla="*/ 35 h 115"/>
                <a:gd name="T2" fmla="*/ 85 w 85"/>
                <a:gd name="T3" fmla="*/ 0 h 115"/>
                <a:gd name="T4" fmla="*/ 61 w 85"/>
                <a:gd name="T5" fmla="*/ 74 h 115"/>
                <a:gd name="T6" fmla="*/ 8 w 85"/>
                <a:gd name="T7" fmla="*/ 109 h 115"/>
                <a:gd name="T8" fmla="*/ 25 w 85"/>
                <a:gd name="T9" fmla="*/ 3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15">
                  <a:moveTo>
                    <a:pt x="25" y="35"/>
                  </a:moveTo>
                  <a:cubicBezTo>
                    <a:pt x="47" y="9"/>
                    <a:pt x="85" y="0"/>
                    <a:pt x="85" y="0"/>
                  </a:cubicBezTo>
                  <a:cubicBezTo>
                    <a:pt x="75" y="16"/>
                    <a:pt x="78" y="46"/>
                    <a:pt x="61" y="74"/>
                  </a:cubicBezTo>
                  <a:cubicBezTo>
                    <a:pt x="36" y="115"/>
                    <a:pt x="8" y="109"/>
                    <a:pt x="8" y="109"/>
                  </a:cubicBezTo>
                  <a:cubicBezTo>
                    <a:pt x="3" y="95"/>
                    <a:pt x="0" y="67"/>
                    <a:pt x="25" y="35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7" name="Freeform 19"/>
            <p:cNvSpPr/>
            <p:nvPr/>
          </p:nvSpPr>
          <p:spPr bwMode="auto">
            <a:xfrm>
              <a:off x="4499373" y="3211897"/>
              <a:ext cx="420165" cy="564889"/>
            </a:xfrm>
            <a:custGeom>
              <a:avLst/>
              <a:gdLst>
                <a:gd name="T0" fmla="*/ 6 w 38"/>
                <a:gd name="T1" fmla="*/ 29 h 51"/>
                <a:gd name="T2" fmla="*/ 4 w 38"/>
                <a:gd name="T3" fmla="*/ 0 h 51"/>
                <a:gd name="T4" fmla="*/ 28 w 38"/>
                <a:gd name="T5" fmla="*/ 24 h 51"/>
                <a:gd name="T6" fmla="*/ 30 w 38"/>
                <a:gd name="T7" fmla="*/ 51 h 51"/>
                <a:gd name="T8" fmla="*/ 6 w 38"/>
                <a:gd name="T9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51">
                  <a:moveTo>
                    <a:pt x="6" y="29"/>
                  </a:moveTo>
                  <a:cubicBezTo>
                    <a:pt x="0" y="16"/>
                    <a:pt x="4" y="0"/>
                    <a:pt x="4" y="0"/>
                  </a:cubicBezTo>
                  <a:cubicBezTo>
                    <a:pt x="9" y="7"/>
                    <a:pt x="20" y="12"/>
                    <a:pt x="28" y="24"/>
                  </a:cubicBezTo>
                  <a:cubicBezTo>
                    <a:pt x="38" y="41"/>
                    <a:pt x="30" y="51"/>
                    <a:pt x="30" y="51"/>
                  </a:cubicBezTo>
                  <a:cubicBezTo>
                    <a:pt x="24" y="49"/>
                    <a:pt x="13" y="45"/>
                    <a:pt x="6" y="29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8" name="Freeform 20"/>
            <p:cNvSpPr/>
            <p:nvPr/>
          </p:nvSpPr>
          <p:spPr bwMode="auto">
            <a:xfrm>
              <a:off x="7347158" y="3342615"/>
              <a:ext cx="499530" cy="466851"/>
            </a:xfrm>
            <a:custGeom>
              <a:avLst/>
              <a:gdLst>
                <a:gd name="T0" fmla="*/ 16 w 45"/>
                <a:gd name="T1" fmla="*/ 8 h 42"/>
                <a:gd name="T2" fmla="*/ 45 w 45"/>
                <a:gd name="T3" fmla="*/ 1 h 42"/>
                <a:gd name="T4" fmla="*/ 26 w 45"/>
                <a:gd name="T5" fmla="*/ 28 h 42"/>
                <a:gd name="T6" fmla="*/ 0 w 45"/>
                <a:gd name="T7" fmla="*/ 35 h 42"/>
                <a:gd name="T8" fmla="*/ 16 w 45"/>
                <a:gd name="T9" fmla="*/ 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42">
                  <a:moveTo>
                    <a:pt x="16" y="8"/>
                  </a:moveTo>
                  <a:cubicBezTo>
                    <a:pt x="28" y="0"/>
                    <a:pt x="45" y="1"/>
                    <a:pt x="45" y="1"/>
                  </a:cubicBezTo>
                  <a:cubicBezTo>
                    <a:pt x="39" y="6"/>
                    <a:pt x="36" y="19"/>
                    <a:pt x="26" y="28"/>
                  </a:cubicBezTo>
                  <a:cubicBezTo>
                    <a:pt x="11" y="42"/>
                    <a:pt x="0" y="35"/>
                    <a:pt x="0" y="35"/>
                  </a:cubicBezTo>
                  <a:cubicBezTo>
                    <a:pt x="0" y="29"/>
                    <a:pt x="2" y="17"/>
                    <a:pt x="16" y="8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9" name="Freeform 21"/>
            <p:cNvSpPr/>
            <p:nvPr/>
          </p:nvSpPr>
          <p:spPr bwMode="auto">
            <a:xfrm>
              <a:off x="5787879" y="2866427"/>
              <a:ext cx="634916" cy="1479916"/>
            </a:xfrm>
            <a:custGeom>
              <a:avLst/>
              <a:gdLst>
                <a:gd name="T0" fmla="*/ 39 w 57"/>
                <a:gd name="T1" fmla="*/ 0 h 133"/>
                <a:gd name="T2" fmla="*/ 6 w 57"/>
                <a:gd name="T3" fmla="*/ 61 h 133"/>
                <a:gd name="T4" fmla="*/ 29 w 57"/>
                <a:gd name="T5" fmla="*/ 133 h 133"/>
                <a:gd name="T6" fmla="*/ 57 w 57"/>
                <a:gd name="T7" fmla="*/ 75 h 133"/>
                <a:gd name="T8" fmla="*/ 39 w 57"/>
                <a:gd name="T9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33">
                  <a:moveTo>
                    <a:pt x="39" y="0"/>
                  </a:moveTo>
                  <a:cubicBezTo>
                    <a:pt x="39" y="0"/>
                    <a:pt x="11" y="27"/>
                    <a:pt x="6" y="61"/>
                  </a:cubicBezTo>
                  <a:cubicBezTo>
                    <a:pt x="0" y="101"/>
                    <a:pt x="18" y="123"/>
                    <a:pt x="29" y="133"/>
                  </a:cubicBezTo>
                  <a:cubicBezTo>
                    <a:pt x="29" y="133"/>
                    <a:pt x="57" y="124"/>
                    <a:pt x="57" y="75"/>
                  </a:cubicBezTo>
                  <a:cubicBezTo>
                    <a:pt x="57" y="43"/>
                    <a:pt x="39" y="19"/>
                    <a:pt x="39" y="0"/>
                  </a:cubicBezTo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90" name="AutoShape 82"/>
          <p:cNvSpPr>
            <a:spLocks noChangeAspect="1"/>
          </p:cNvSpPr>
          <p:nvPr/>
        </p:nvSpPr>
        <p:spPr bwMode="auto">
          <a:xfrm>
            <a:off x="5478722" y="3721686"/>
            <a:ext cx="320622" cy="320688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3767" y="5419"/>
                </a:moveTo>
                <a:cubicBezTo>
                  <a:pt x="4051" y="5419"/>
                  <a:pt x="4271" y="5505"/>
                  <a:pt x="4428" y="5687"/>
                </a:cubicBezTo>
                <a:cubicBezTo>
                  <a:pt x="4586" y="5865"/>
                  <a:pt x="4701" y="6078"/>
                  <a:pt x="4766" y="6326"/>
                </a:cubicBezTo>
                <a:cubicBezTo>
                  <a:pt x="4835" y="6574"/>
                  <a:pt x="4879" y="6836"/>
                  <a:pt x="4893" y="7106"/>
                </a:cubicBezTo>
                <a:cubicBezTo>
                  <a:pt x="4910" y="7377"/>
                  <a:pt x="4917" y="7596"/>
                  <a:pt x="4917" y="7760"/>
                </a:cubicBezTo>
                <a:lnTo>
                  <a:pt x="4917" y="9856"/>
                </a:lnTo>
                <a:cubicBezTo>
                  <a:pt x="4809" y="9928"/>
                  <a:pt x="4720" y="10015"/>
                  <a:pt x="4646" y="10110"/>
                </a:cubicBezTo>
                <a:cubicBezTo>
                  <a:pt x="4574" y="10208"/>
                  <a:pt x="4468" y="10257"/>
                  <a:pt x="4329" y="10257"/>
                </a:cubicBezTo>
                <a:lnTo>
                  <a:pt x="561" y="10257"/>
                </a:lnTo>
                <a:cubicBezTo>
                  <a:pt x="439" y="10257"/>
                  <a:pt x="338" y="10208"/>
                  <a:pt x="256" y="10110"/>
                </a:cubicBezTo>
                <a:cubicBezTo>
                  <a:pt x="177" y="10015"/>
                  <a:pt x="93" y="9928"/>
                  <a:pt x="0" y="9856"/>
                </a:cubicBezTo>
                <a:lnTo>
                  <a:pt x="0" y="7760"/>
                </a:lnTo>
                <a:cubicBezTo>
                  <a:pt x="0" y="7596"/>
                  <a:pt x="4" y="7377"/>
                  <a:pt x="12" y="7106"/>
                </a:cubicBezTo>
                <a:cubicBezTo>
                  <a:pt x="19" y="6836"/>
                  <a:pt x="57" y="6574"/>
                  <a:pt x="124" y="6326"/>
                </a:cubicBezTo>
                <a:cubicBezTo>
                  <a:pt x="196" y="6078"/>
                  <a:pt x="309" y="5865"/>
                  <a:pt x="465" y="5687"/>
                </a:cubicBezTo>
                <a:cubicBezTo>
                  <a:pt x="624" y="5508"/>
                  <a:pt x="842" y="5419"/>
                  <a:pt x="1123" y="5419"/>
                </a:cubicBezTo>
                <a:cubicBezTo>
                  <a:pt x="782" y="5151"/>
                  <a:pt x="508" y="4803"/>
                  <a:pt x="304" y="4377"/>
                </a:cubicBezTo>
                <a:cubicBezTo>
                  <a:pt x="103" y="3950"/>
                  <a:pt x="0" y="3469"/>
                  <a:pt x="0" y="2937"/>
                </a:cubicBezTo>
                <a:cubicBezTo>
                  <a:pt x="0" y="2539"/>
                  <a:pt x="64" y="2162"/>
                  <a:pt x="189" y="1805"/>
                </a:cubicBezTo>
                <a:cubicBezTo>
                  <a:pt x="316" y="1448"/>
                  <a:pt x="491" y="1134"/>
                  <a:pt x="717" y="861"/>
                </a:cubicBezTo>
                <a:cubicBezTo>
                  <a:pt x="943" y="590"/>
                  <a:pt x="1207" y="380"/>
                  <a:pt x="1504" y="227"/>
                </a:cubicBezTo>
                <a:cubicBezTo>
                  <a:pt x="1804" y="77"/>
                  <a:pt x="2119" y="0"/>
                  <a:pt x="2445" y="0"/>
                </a:cubicBezTo>
                <a:cubicBezTo>
                  <a:pt x="2793" y="0"/>
                  <a:pt x="3115" y="77"/>
                  <a:pt x="3412" y="227"/>
                </a:cubicBezTo>
                <a:cubicBezTo>
                  <a:pt x="3712" y="380"/>
                  <a:pt x="3969" y="590"/>
                  <a:pt x="4188" y="861"/>
                </a:cubicBezTo>
                <a:cubicBezTo>
                  <a:pt x="4406" y="1134"/>
                  <a:pt x="4584" y="1448"/>
                  <a:pt x="4716" y="1805"/>
                </a:cubicBezTo>
                <a:cubicBezTo>
                  <a:pt x="4850" y="2162"/>
                  <a:pt x="4917" y="2539"/>
                  <a:pt x="4917" y="2937"/>
                </a:cubicBezTo>
                <a:cubicBezTo>
                  <a:pt x="4917" y="3458"/>
                  <a:pt x="4814" y="3939"/>
                  <a:pt x="4603" y="4371"/>
                </a:cubicBezTo>
                <a:cubicBezTo>
                  <a:pt x="4392" y="4800"/>
                  <a:pt x="4115" y="5151"/>
                  <a:pt x="3767" y="5419"/>
                </a:cubicBezTo>
                <a:moveTo>
                  <a:pt x="18165" y="12062"/>
                </a:moveTo>
                <a:cubicBezTo>
                  <a:pt x="18672" y="12604"/>
                  <a:pt x="19070" y="13142"/>
                  <a:pt x="19356" y="13669"/>
                </a:cubicBezTo>
                <a:cubicBezTo>
                  <a:pt x="19641" y="14196"/>
                  <a:pt x="19788" y="14801"/>
                  <a:pt x="19788" y="15480"/>
                </a:cubicBezTo>
                <a:lnTo>
                  <a:pt x="19788" y="20816"/>
                </a:lnTo>
                <a:cubicBezTo>
                  <a:pt x="19694" y="20868"/>
                  <a:pt x="19620" y="20931"/>
                  <a:pt x="19557" y="20995"/>
                </a:cubicBezTo>
                <a:cubicBezTo>
                  <a:pt x="19497" y="21061"/>
                  <a:pt x="19425" y="21122"/>
                  <a:pt x="19344" y="21191"/>
                </a:cubicBezTo>
                <a:cubicBezTo>
                  <a:pt x="19262" y="21251"/>
                  <a:pt x="19173" y="21317"/>
                  <a:pt x="19075" y="21386"/>
                </a:cubicBezTo>
                <a:cubicBezTo>
                  <a:pt x="18976" y="21455"/>
                  <a:pt x="18835" y="21528"/>
                  <a:pt x="18662" y="21599"/>
                </a:cubicBezTo>
                <a:lnTo>
                  <a:pt x="2942" y="21599"/>
                </a:lnTo>
                <a:cubicBezTo>
                  <a:pt x="2675" y="21599"/>
                  <a:pt x="2467" y="21499"/>
                  <a:pt x="2318" y="21291"/>
                </a:cubicBezTo>
                <a:cubicBezTo>
                  <a:pt x="2167" y="21081"/>
                  <a:pt x="2003" y="20926"/>
                  <a:pt x="1819" y="20816"/>
                </a:cubicBezTo>
                <a:lnTo>
                  <a:pt x="1819" y="15480"/>
                </a:lnTo>
                <a:cubicBezTo>
                  <a:pt x="1819" y="14763"/>
                  <a:pt x="1989" y="14127"/>
                  <a:pt x="2335" y="13571"/>
                </a:cubicBezTo>
                <a:cubicBezTo>
                  <a:pt x="2678" y="13018"/>
                  <a:pt x="3052" y="12511"/>
                  <a:pt x="3460" y="12062"/>
                </a:cubicBezTo>
                <a:cubicBezTo>
                  <a:pt x="3535" y="11970"/>
                  <a:pt x="3633" y="11869"/>
                  <a:pt x="3753" y="11766"/>
                </a:cubicBezTo>
                <a:cubicBezTo>
                  <a:pt x="3873" y="11659"/>
                  <a:pt x="4000" y="11590"/>
                  <a:pt x="4137" y="11553"/>
                </a:cubicBezTo>
                <a:cubicBezTo>
                  <a:pt x="4276" y="11495"/>
                  <a:pt x="4432" y="11466"/>
                  <a:pt x="4610" y="11455"/>
                </a:cubicBezTo>
                <a:cubicBezTo>
                  <a:pt x="4785" y="11446"/>
                  <a:pt x="4956" y="11423"/>
                  <a:pt x="5126" y="11388"/>
                </a:cubicBezTo>
                <a:cubicBezTo>
                  <a:pt x="5594" y="11299"/>
                  <a:pt x="6091" y="11210"/>
                  <a:pt x="6621" y="11121"/>
                </a:cubicBezTo>
                <a:cubicBezTo>
                  <a:pt x="7149" y="11034"/>
                  <a:pt x="7665" y="10945"/>
                  <a:pt x="8172" y="10853"/>
                </a:cubicBezTo>
                <a:cubicBezTo>
                  <a:pt x="7483" y="10326"/>
                  <a:pt x="6928" y="9632"/>
                  <a:pt x="6513" y="8762"/>
                </a:cubicBezTo>
                <a:cubicBezTo>
                  <a:pt x="6093" y="7896"/>
                  <a:pt x="5884" y="6940"/>
                  <a:pt x="5884" y="5903"/>
                </a:cubicBezTo>
                <a:cubicBezTo>
                  <a:pt x="5884" y="5097"/>
                  <a:pt x="6016" y="4331"/>
                  <a:pt x="6275" y="3608"/>
                </a:cubicBezTo>
                <a:cubicBezTo>
                  <a:pt x="6535" y="2885"/>
                  <a:pt x="6887" y="2260"/>
                  <a:pt x="7331" y="1733"/>
                </a:cubicBezTo>
                <a:cubicBezTo>
                  <a:pt x="7778" y="1203"/>
                  <a:pt x="8299" y="786"/>
                  <a:pt x="8894" y="472"/>
                </a:cubicBezTo>
                <a:cubicBezTo>
                  <a:pt x="9494" y="158"/>
                  <a:pt x="10125" y="3"/>
                  <a:pt x="10802" y="3"/>
                </a:cubicBezTo>
                <a:cubicBezTo>
                  <a:pt x="11476" y="3"/>
                  <a:pt x="12112" y="158"/>
                  <a:pt x="12710" y="472"/>
                </a:cubicBezTo>
                <a:cubicBezTo>
                  <a:pt x="13307" y="786"/>
                  <a:pt x="13826" y="1203"/>
                  <a:pt x="14272" y="1733"/>
                </a:cubicBezTo>
                <a:cubicBezTo>
                  <a:pt x="14716" y="2260"/>
                  <a:pt x="15067" y="2885"/>
                  <a:pt x="15328" y="3608"/>
                </a:cubicBezTo>
                <a:cubicBezTo>
                  <a:pt x="15590" y="4331"/>
                  <a:pt x="15719" y="5097"/>
                  <a:pt x="15719" y="5903"/>
                </a:cubicBezTo>
                <a:cubicBezTo>
                  <a:pt x="15719" y="6939"/>
                  <a:pt x="15513" y="7890"/>
                  <a:pt x="15100" y="8757"/>
                </a:cubicBezTo>
                <a:cubicBezTo>
                  <a:pt x="14685" y="9620"/>
                  <a:pt x="14128" y="10320"/>
                  <a:pt x="13432" y="10853"/>
                </a:cubicBezTo>
                <a:cubicBezTo>
                  <a:pt x="13936" y="10945"/>
                  <a:pt x="14452" y="11031"/>
                  <a:pt x="14978" y="11115"/>
                </a:cubicBezTo>
                <a:cubicBezTo>
                  <a:pt x="15504" y="11198"/>
                  <a:pt x="16005" y="11288"/>
                  <a:pt x="16478" y="11388"/>
                </a:cubicBezTo>
                <a:cubicBezTo>
                  <a:pt x="16653" y="11426"/>
                  <a:pt x="16826" y="11449"/>
                  <a:pt x="16994" y="11455"/>
                </a:cubicBezTo>
                <a:cubicBezTo>
                  <a:pt x="17162" y="11466"/>
                  <a:pt x="17323" y="11495"/>
                  <a:pt x="17467" y="11553"/>
                </a:cubicBezTo>
                <a:cubicBezTo>
                  <a:pt x="17603" y="11590"/>
                  <a:pt x="17731" y="11659"/>
                  <a:pt x="17851" y="11766"/>
                </a:cubicBezTo>
                <a:cubicBezTo>
                  <a:pt x="17966" y="11869"/>
                  <a:pt x="18074" y="11970"/>
                  <a:pt x="18165" y="12062"/>
                </a:cubicBezTo>
                <a:moveTo>
                  <a:pt x="20474" y="5419"/>
                </a:moveTo>
                <a:cubicBezTo>
                  <a:pt x="20757" y="5419"/>
                  <a:pt x="20973" y="5505"/>
                  <a:pt x="21124" y="5687"/>
                </a:cubicBezTo>
                <a:cubicBezTo>
                  <a:pt x="21271" y="5865"/>
                  <a:pt x="21381" y="6078"/>
                  <a:pt x="21448" y="6326"/>
                </a:cubicBezTo>
                <a:cubicBezTo>
                  <a:pt x="21520" y="6574"/>
                  <a:pt x="21561" y="6836"/>
                  <a:pt x="21576" y="7106"/>
                </a:cubicBezTo>
                <a:cubicBezTo>
                  <a:pt x="21592" y="7377"/>
                  <a:pt x="21599" y="7596"/>
                  <a:pt x="21599" y="7760"/>
                </a:cubicBezTo>
                <a:lnTo>
                  <a:pt x="21599" y="9856"/>
                </a:lnTo>
                <a:cubicBezTo>
                  <a:pt x="21508" y="9928"/>
                  <a:pt x="21422" y="10015"/>
                  <a:pt x="21340" y="10110"/>
                </a:cubicBezTo>
                <a:cubicBezTo>
                  <a:pt x="21261" y="10208"/>
                  <a:pt x="21158" y="10257"/>
                  <a:pt x="21036" y="10257"/>
                </a:cubicBezTo>
                <a:lnTo>
                  <a:pt x="17268" y="10257"/>
                </a:lnTo>
                <a:cubicBezTo>
                  <a:pt x="17131" y="10257"/>
                  <a:pt x="17023" y="10208"/>
                  <a:pt x="16953" y="10110"/>
                </a:cubicBezTo>
                <a:cubicBezTo>
                  <a:pt x="16879" y="10015"/>
                  <a:pt x="16790" y="9928"/>
                  <a:pt x="16682" y="9856"/>
                </a:cubicBezTo>
                <a:lnTo>
                  <a:pt x="16682" y="7760"/>
                </a:lnTo>
                <a:cubicBezTo>
                  <a:pt x="16682" y="7596"/>
                  <a:pt x="16692" y="7377"/>
                  <a:pt x="16706" y="7106"/>
                </a:cubicBezTo>
                <a:cubicBezTo>
                  <a:pt x="16720" y="6836"/>
                  <a:pt x="16766" y="6574"/>
                  <a:pt x="16836" y="6326"/>
                </a:cubicBezTo>
                <a:cubicBezTo>
                  <a:pt x="16912" y="6078"/>
                  <a:pt x="17023" y="5865"/>
                  <a:pt x="17183" y="5687"/>
                </a:cubicBezTo>
                <a:cubicBezTo>
                  <a:pt x="17337" y="5508"/>
                  <a:pt x="17556" y="5419"/>
                  <a:pt x="17829" y="5419"/>
                </a:cubicBezTo>
                <a:cubicBezTo>
                  <a:pt x="17488" y="5151"/>
                  <a:pt x="17210" y="4803"/>
                  <a:pt x="16999" y="4377"/>
                </a:cubicBezTo>
                <a:cubicBezTo>
                  <a:pt x="16788" y="3950"/>
                  <a:pt x="16682" y="3469"/>
                  <a:pt x="16682" y="2937"/>
                </a:cubicBezTo>
                <a:cubicBezTo>
                  <a:pt x="16682" y="2539"/>
                  <a:pt x="16744" y="2162"/>
                  <a:pt x="16872" y="1805"/>
                </a:cubicBezTo>
                <a:cubicBezTo>
                  <a:pt x="16999" y="1448"/>
                  <a:pt x="17174" y="1134"/>
                  <a:pt x="17400" y="861"/>
                </a:cubicBezTo>
                <a:cubicBezTo>
                  <a:pt x="17625" y="590"/>
                  <a:pt x="17889" y="380"/>
                  <a:pt x="18187" y="227"/>
                </a:cubicBezTo>
                <a:cubicBezTo>
                  <a:pt x="18487" y="77"/>
                  <a:pt x="18808" y="0"/>
                  <a:pt x="19152" y="0"/>
                </a:cubicBezTo>
                <a:cubicBezTo>
                  <a:pt x="19480" y="0"/>
                  <a:pt x="19795" y="77"/>
                  <a:pt x="20095" y="227"/>
                </a:cubicBezTo>
                <a:cubicBezTo>
                  <a:pt x="20395" y="380"/>
                  <a:pt x="20656" y="590"/>
                  <a:pt x="20882" y="861"/>
                </a:cubicBezTo>
                <a:cubicBezTo>
                  <a:pt x="21108" y="1134"/>
                  <a:pt x="21285" y="1448"/>
                  <a:pt x="21412" y="1805"/>
                </a:cubicBezTo>
                <a:cubicBezTo>
                  <a:pt x="21537" y="2162"/>
                  <a:pt x="21599" y="2539"/>
                  <a:pt x="21599" y="2937"/>
                </a:cubicBezTo>
                <a:cubicBezTo>
                  <a:pt x="21599" y="3458"/>
                  <a:pt x="21499" y="3939"/>
                  <a:pt x="21295" y="4371"/>
                </a:cubicBezTo>
                <a:cubicBezTo>
                  <a:pt x="21093" y="4800"/>
                  <a:pt x="20820" y="5151"/>
                  <a:pt x="20474" y="5419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53562" tIns="53562" rIns="53562" bIns="53562" anchor="ctr"/>
          <a:lstStyle/>
          <a:p>
            <a:pPr defTabSz="481965">
              <a:defRPr/>
            </a:pPr>
            <a:endParaRPr lang="es-ES" sz="3800" dirty="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字魂105号-简雅黑" panose="00000500000000000000" pitchFamily="2" charset="-122"/>
              <a:ea typeface="字魂105号-简雅黑" panose="00000500000000000000" pitchFamily="2" charset="-122"/>
              <a:cs typeface="Gill Sans" charset="0"/>
              <a:sym typeface="字魂105号-简雅黑" panose="00000500000000000000" pitchFamily="2" charset="-122"/>
            </a:endParaRPr>
          </a:p>
        </p:txBody>
      </p:sp>
      <p:sp>
        <p:nvSpPr>
          <p:cNvPr id="91" name="AutoShape 19"/>
          <p:cNvSpPr>
            <a:spLocks noChangeAspect="1"/>
          </p:cNvSpPr>
          <p:nvPr/>
        </p:nvSpPr>
        <p:spPr bwMode="auto">
          <a:xfrm>
            <a:off x="7354645" y="4600361"/>
            <a:ext cx="419691" cy="419777"/>
          </a:xfrm>
          <a:custGeom>
            <a:avLst/>
            <a:gdLst>
              <a:gd name="T0" fmla="*/ 10800 w 21600"/>
              <a:gd name="T1" fmla="*/ 10789 h 21579"/>
              <a:gd name="T2" fmla="*/ 10800 w 21600"/>
              <a:gd name="T3" fmla="*/ 10789 h 21579"/>
              <a:gd name="T4" fmla="*/ 10800 w 21600"/>
              <a:gd name="T5" fmla="*/ 10789 h 21579"/>
              <a:gd name="T6" fmla="*/ 10800 w 21600"/>
              <a:gd name="T7" fmla="*/ 10789 h 215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579">
                <a:moveTo>
                  <a:pt x="21599" y="9391"/>
                </a:moveTo>
                <a:cubicBezTo>
                  <a:pt x="21599" y="9887"/>
                  <a:pt x="21472" y="10321"/>
                  <a:pt x="21218" y="10697"/>
                </a:cubicBezTo>
                <a:cubicBezTo>
                  <a:pt x="20963" y="11072"/>
                  <a:pt x="20647" y="11313"/>
                  <a:pt x="20263" y="11427"/>
                </a:cubicBezTo>
                <a:lnTo>
                  <a:pt x="20263" y="16610"/>
                </a:lnTo>
                <a:cubicBezTo>
                  <a:pt x="20263" y="17200"/>
                  <a:pt x="20087" y="17708"/>
                  <a:pt x="19729" y="18128"/>
                </a:cubicBezTo>
                <a:cubicBezTo>
                  <a:pt x="19374" y="18550"/>
                  <a:pt x="18951" y="18758"/>
                  <a:pt x="18459" y="18758"/>
                </a:cubicBezTo>
                <a:cubicBezTo>
                  <a:pt x="17927" y="18122"/>
                  <a:pt x="17286" y="17505"/>
                  <a:pt x="16537" y="16904"/>
                </a:cubicBezTo>
                <a:cubicBezTo>
                  <a:pt x="15785" y="16305"/>
                  <a:pt x="14980" y="15756"/>
                  <a:pt x="14116" y="15254"/>
                </a:cubicBezTo>
                <a:cubicBezTo>
                  <a:pt x="13254" y="14755"/>
                  <a:pt x="12363" y="14324"/>
                  <a:pt x="11449" y="13969"/>
                </a:cubicBezTo>
                <a:cubicBezTo>
                  <a:pt x="10536" y="13614"/>
                  <a:pt x="9648" y="13379"/>
                  <a:pt x="8788" y="13267"/>
                </a:cubicBezTo>
                <a:cubicBezTo>
                  <a:pt x="8453" y="13379"/>
                  <a:pt x="8179" y="13564"/>
                  <a:pt x="7968" y="13828"/>
                </a:cubicBezTo>
                <a:cubicBezTo>
                  <a:pt x="7758" y="14092"/>
                  <a:pt x="7613" y="14386"/>
                  <a:pt x="7535" y="14706"/>
                </a:cubicBezTo>
                <a:cubicBezTo>
                  <a:pt x="7457" y="15028"/>
                  <a:pt x="7449" y="15360"/>
                  <a:pt x="7510" y="15698"/>
                </a:cubicBezTo>
                <a:cubicBezTo>
                  <a:pt x="7574" y="16035"/>
                  <a:pt x="7719" y="16340"/>
                  <a:pt x="7946" y="16610"/>
                </a:cubicBezTo>
                <a:cubicBezTo>
                  <a:pt x="7750" y="16992"/>
                  <a:pt x="7660" y="17347"/>
                  <a:pt x="7677" y="17673"/>
                </a:cubicBezTo>
                <a:cubicBezTo>
                  <a:pt x="7692" y="17993"/>
                  <a:pt x="7772" y="18307"/>
                  <a:pt x="7917" y="18606"/>
                </a:cubicBezTo>
                <a:cubicBezTo>
                  <a:pt x="8059" y="18908"/>
                  <a:pt x="8255" y="19193"/>
                  <a:pt x="8497" y="19469"/>
                </a:cubicBezTo>
                <a:cubicBezTo>
                  <a:pt x="8737" y="19745"/>
                  <a:pt x="8996" y="20021"/>
                  <a:pt x="9271" y="20291"/>
                </a:cubicBezTo>
                <a:cubicBezTo>
                  <a:pt x="9114" y="20696"/>
                  <a:pt x="8842" y="21001"/>
                  <a:pt x="8455" y="21212"/>
                </a:cubicBezTo>
                <a:cubicBezTo>
                  <a:pt x="8069" y="21423"/>
                  <a:pt x="7655" y="21541"/>
                  <a:pt x="7212" y="21570"/>
                </a:cubicBezTo>
                <a:cubicBezTo>
                  <a:pt x="6771" y="21599"/>
                  <a:pt x="6340" y="21550"/>
                  <a:pt x="5917" y="21423"/>
                </a:cubicBezTo>
                <a:cubicBezTo>
                  <a:pt x="5496" y="21294"/>
                  <a:pt x="5163" y="21092"/>
                  <a:pt x="4923" y="20810"/>
                </a:cubicBezTo>
                <a:cubicBezTo>
                  <a:pt x="4781" y="20241"/>
                  <a:pt x="4624" y="19657"/>
                  <a:pt x="4453" y="19055"/>
                </a:cubicBezTo>
                <a:cubicBezTo>
                  <a:pt x="4281" y="18453"/>
                  <a:pt x="4139" y="17843"/>
                  <a:pt x="4032" y="17224"/>
                </a:cubicBezTo>
                <a:cubicBezTo>
                  <a:pt x="3921" y="16599"/>
                  <a:pt x="3868" y="15953"/>
                  <a:pt x="3868" y="15281"/>
                </a:cubicBezTo>
                <a:cubicBezTo>
                  <a:pt x="3868" y="14615"/>
                  <a:pt x="3961" y="13905"/>
                  <a:pt x="4149" y="13153"/>
                </a:cubicBezTo>
                <a:lnTo>
                  <a:pt x="1804" y="13153"/>
                </a:lnTo>
                <a:cubicBezTo>
                  <a:pt x="1312" y="13153"/>
                  <a:pt x="888" y="12945"/>
                  <a:pt x="533" y="12522"/>
                </a:cubicBezTo>
                <a:cubicBezTo>
                  <a:pt x="176" y="12100"/>
                  <a:pt x="0" y="11592"/>
                  <a:pt x="0" y="10990"/>
                </a:cubicBezTo>
                <a:lnTo>
                  <a:pt x="0" y="7774"/>
                </a:lnTo>
                <a:cubicBezTo>
                  <a:pt x="0" y="7184"/>
                  <a:pt x="176" y="6676"/>
                  <a:pt x="526" y="6245"/>
                </a:cubicBezTo>
                <a:cubicBezTo>
                  <a:pt x="878" y="5819"/>
                  <a:pt x="1304" y="5605"/>
                  <a:pt x="1804" y="5605"/>
                </a:cubicBezTo>
                <a:lnTo>
                  <a:pt x="7652" y="5605"/>
                </a:lnTo>
                <a:cubicBezTo>
                  <a:pt x="8551" y="5605"/>
                  <a:pt x="9508" y="5449"/>
                  <a:pt x="10524" y="5135"/>
                </a:cubicBezTo>
                <a:cubicBezTo>
                  <a:pt x="11540" y="4821"/>
                  <a:pt x="12536" y="4399"/>
                  <a:pt x="13511" y="3873"/>
                </a:cubicBezTo>
                <a:cubicBezTo>
                  <a:pt x="14488" y="3342"/>
                  <a:pt x="15408" y="2744"/>
                  <a:pt x="16272" y="2071"/>
                </a:cubicBezTo>
                <a:cubicBezTo>
                  <a:pt x="17134" y="1405"/>
                  <a:pt x="17864" y="713"/>
                  <a:pt x="18459" y="0"/>
                </a:cubicBezTo>
                <a:cubicBezTo>
                  <a:pt x="18951" y="0"/>
                  <a:pt x="19374" y="214"/>
                  <a:pt x="19729" y="633"/>
                </a:cubicBezTo>
                <a:cubicBezTo>
                  <a:pt x="20087" y="1056"/>
                  <a:pt x="20263" y="1567"/>
                  <a:pt x="20263" y="2165"/>
                </a:cubicBezTo>
                <a:lnTo>
                  <a:pt x="20263" y="7334"/>
                </a:lnTo>
                <a:cubicBezTo>
                  <a:pt x="20647" y="7445"/>
                  <a:pt x="20963" y="7692"/>
                  <a:pt x="21218" y="8070"/>
                </a:cubicBezTo>
                <a:cubicBezTo>
                  <a:pt x="21472" y="8454"/>
                  <a:pt x="21599" y="8895"/>
                  <a:pt x="21599" y="9391"/>
                </a:cubicBezTo>
                <a:moveTo>
                  <a:pt x="18459" y="2855"/>
                </a:moveTo>
                <a:cubicBezTo>
                  <a:pt x="17864" y="3407"/>
                  <a:pt x="17215" y="3941"/>
                  <a:pt x="16512" y="4451"/>
                </a:cubicBezTo>
                <a:cubicBezTo>
                  <a:pt x="15810" y="4962"/>
                  <a:pt x="15065" y="5423"/>
                  <a:pt x="14280" y="5834"/>
                </a:cubicBezTo>
                <a:cubicBezTo>
                  <a:pt x="13494" y="6245"/>
                  <a:pt x="12693" y="6609"/>
                  <a:pt x="11878" y="6923"/>
                </a:cubicBezTo>
                <a:cubicBezTo>
                  <a:pt x="11060" y="7237"/>
                  <a:pt x="10255" y="7462"/>
                  <a:pt x="9457" y="7603"/>
                </a:cubicBezTo>
                <a:lnTo>
                  <a:pt x="9457" y="11172"/>
                </a:lnTo>
                <a:cubicBezTo>
                  <a:pt x="10255" y="11325"/>
                  <a:pt x="11060" y="11554"/>
                  <a:pt x="11878" y="11862"/>
                </a:cubicBezTo>
                <a:cubicBezTo>
                  <a:pt x="12693" y="12170"/>
                  <a:pt x="13494" y="12537"/>
                  <a:pt x="14280" y="12956"/>
                </a:cubicBezTo>
                <a:cubicBezTo>
                  <a:pt x="15065" y="13379"/>
                  <a:pt x="15812" y="13843"/>
                  <a:pt x="16524" y="14347"/>
                </a:cubicBezTo>
                <a:cubicBezTo>
                  <a:pt x="17234" y="14855"/>
                  <a:pt x="17881" y="15380"/>
                  <a:pt x="18459" y="15920"/>
                </a:cubicBezTo>
                <a:lnTo>
                  <a:pt x="18459" y="28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53562" tIns="53562" rIns="53562" bIns="53562" anchor="ctr"/>
          <a:lstStyle/>
          <a:p>
            <a:pPr defTabSz="481965">
              <a:defRPr/>
            </a:pPr>
            <a:endParaRPr lang="es-ES" sz="38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字魂105号-简雅黑" panose="00000500000000000000" pitchFamily="2" charset="-122"/>
              <a:ea typeface="字魂105号-简雅黑" panose="00000500000000000000" pitchFamily="2" charset="-122"/>
              <a:cs typeface="Gill Sans" charset="0"/>
              <a:sym typeface="字魂105号-简雅黑" panose="00000500000000000000" pitchFamily="2" charset="-122"/>
            </a:endParaRPr>
          </a:p>
        </p:txBody>
      </p:sp>
      <p:sp>
        <p:nvSpPr>
          <p:cNvPr id="92" name="Freeform 16"/>
          <p:cNvSpPr>
            <a:spLocks noChangeAspect="1" noChangeArrowheads="1"/>
          </p:cNvSpPr>
          <p:nvPr/>
        </p:nvSpPr>
        <p:spPr bwMode="auto">
          <a:xfrm>
            <a:off x="6309532" y="3269248"/>
            <a:ext cx="352978" cy="554456"/>
          </a:xfrm>
          <a:custGeom>
            <a:avLst/>
            <a:gdLst>
              <a:gd name="T0" fmla="*/ 406 w 657"/>
              <a:gd name="T1" fmla="*/ 947 h 1032"/>
              <a:gd name="T2" fmla="*/ 333 w 657"/>
              <a:gd name="T3" fmla="*/ 1031 h 1032"/>
              <a:gd name="T4" fmla="*/ 250 w 657"/>
              <a:gd name="T5" fmla="*/ 947 h 1032"/>
              <a:gd name="T6" fmla="*/ 448 w 657"/>
              <a:gd name="T7" fmla="*/ 916 h 1032"/>
              <a:gd name="T8" fmla="*/ 198 w 657"/>
              <a:gd name="T9" fmla="*/ 833 h 1032"/>
              <a:gd name="T10" fmla="*/ 656 w 657"/>
              <a:gd name="T11" fmla="*/ 333 h 1032"/>
              <a:gd name="T12" fmla="*/ 562 w 657"/>
              <a:gd name="T13" fmla="*/ 562 h 1032"/>
              <a:gd name="T14" fmla="*/ 531 w 657"/>
              <a:gd name="T15" fmla="*/ 635 h 1032"/>
              <a:gd name="T16" fmla="*/ 500 w 657"/>
              <a:gd name="T17" fmla="*/ 708 h 1032"/>
              <a:gd name="T18" fmla="*/ 500 w 657"/>
              <a:gd name="T19" fmla="*/ 729 h 1032"/>
              <a:gd name="T20" fmla="*/ 166 w 657"/>
              <a:gd name="T21" fmla="*/ 791 h 1032"/>
              <a:gd name="T22" fmla="*/ 156 w 657"/>
              <a:gd name="T23" fmla="*/ 708 h 1032"/>
              <a:gd name="T24" fmla="*/ 135 w 657"/>
              <a:gd name="T25" fmla="*/ 635 h 1032"/>
              <a:gd name="T26" fmla="*/ 93 w 657"/>
              <a:gd name="T27" fmla="*/ 552 h 1032"/>
              <a:gd name="T28" fmla="*/ 0 w 657"/>
              <a:gd name="T29" fmla="*/ 333 h 1032"/>
              <a:gd name="T30" fmla="*/ 333 w 657"/>
              <a:gd name="T31" fmla="*/ 0 h 1032"/>
              <a:gd name="T32" fmla="*/ 656 w 657"/>
              <a:gd name="T33" fmla="*/ 333 h 1032"/>
              <a:gd name="T34" fmla="*/ 510 w 657"/>
              <a:gd name="T35" fmla="*/ 156 h 1032"/>
              <a:gd name="T36" fmla="*/ 156 w 657"/>
              <a:gd name="T37" fmla="*/ 156 h 1032"/>
              <a:gd name="T38" fmla="*/ 146 w 657"/>
              <a:gd name="T39" fmla="*/ 499 h 1032"/>
              <a:gd name="T40" fmla="*/ 166 w 657"/>
              <a:gd name="T41" fmla="*/ 541 h 1032"/>
              <a:gd name="T42" fmla="*/ 229 w 657"/>
              <a:gd name="T43" fmla="*/ 666 h 1032"/>
              <a:gd name="T44" fmla="*/ 427 w 657"/>
              <a:gd name="T45" fmla="*/ 718 h 1032"/>
              <a:gd name="T46" fmla="*/ 458 w 657"/>
              <a:gd name="T47" fmla="*/ 604 h 1032"/>
              <a:gd name="T48" fmla="*/ 510 w 657"/>
              <a:gd name="T49" fmla="*/ 520 h 1032"/>
              <a:gd name="T50" fmla="*/ 583 w 657"/>
              <a:gd name="T51" fmla="*/ 333 h 1032"/>
              <a:gd name="T52" fmla="*/ 354 w 657"/>
              <a:gd name="T53" fmla="*/ 354 h 1032"/>
              <a:gd name="T54" fmla="*/ 302 w 657"/>
              <a:gd name="T55" fmla="*/ 354 h 1032"/>
              <a:gd name="T56" fmla="*/ 239 w 657"/>
              <a:gd name="T57" fmla="*/ 354 h 1032"/>
              <a:gd name="T58" fmla="*/ 250 w 657"/>
              <a:gd name="T59" fmla="*/ 499 h 1032"/>
              <a:gd name="T60" fmla="*/ 302 w 657"/>
              <a:gd name="T61" fmla="*/ 499 h 1032"/>
              <a:gd name="T62" fmla="*/ 364 w 657"/>
              <a:gd name="T63" fmla="*/ 499 h 1032"/>
              <a:gd name="T64" fmla="*/ 416 w 657"/>
              <a:gd name="T65" fmla="*/ 499 h 1032"/>
              <a:gd name="T66" fmla="*/ 427 w 657"/>
              <a:gd name="T67" fmla="*/ 354 h 1032"/>
              <a:gd name="T68" fmla="*/ 385 w 657"/>
              <a:gd name="T69" fmla="*/ 416 h 1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57" h="1032">
                <a:moveTo>
                  <a:pt x="250" y="947"/>
                </a:moveTo>
                <a:cubicBezTo>
                  <a:pt x="406" y="947"/>
                  <a:pt x="406" y="947"/>
                  <a:pt x="406" y="947"/>
                </a:cubicBezTo>
                <a:cubicBezTo>
                  <a:pt x="406" y="968"/>
                  <a:pt x="396" y="989"/>
                  <a:pt x="385" y="1010"/>
                </a:cubicBezTo>
                <a:cubicBezTo>
                  <a:pt x="364" y="1020"/>
                  <a:pt x="354" y="1031"/>
                  <a:pt x="333" y="1031"/>
                </a:cubicBezTo>
                <a:cubicBezTo>
                  <a:pt x="312" y="1031"/>
                  <a:pt x="291" y="1020"/>
                  <a:pt x="281" y="1010"/>
                </a:cubicBezTo>
                <a:cubicBezTo>
                  <a:pt x="260" y="989"/>
                  <a:pt x="250" y="968"/>
                  <a:pt x="250" y="947"/>
                </a:cubicBezTo>
                <a:close/>
                <a:moveTo>
                  <a:pt x="208" y="916"/>
                </a:moveTo>
                <a:cubicBezTo>
                  <a:pt x="448" y="916"/>
                  <a:pt x="448" y="916"/>
                  <a:pt x="448" y="916"/>
                </a:cubicBezTo>
                <a:cubicBezTo>
                  <a:pt x="458" y="833"/>
                  <a:pt x="458" y="833"/>
                  <a:pt x="458" y="833"/>
                </a:cubicBezTo>
                <a:cubicBezTo>
                  <a:pt x="198" y="833"/>
                  <a:pt x="198" y="833"/>
                  <a:pt x="198" y="833"/>
                </a:cubicBezTo>
                <a:lnTo>
                  <a:pt x="208" y="916"/>
                </a:lnTo>
                <a:close/>
                <a:moveTo>
                  <a:pt x="656" y="333"/>
                </a:moveTo>
                <a:cubicBezTo>
                  <a:pt x="656" y="416"/>
                  <a:pt x="625" y="489"/>
                  <a:pt x="573" y="552"/>
                </a:cubicBezTo>
                <a:lnTo>
                  <a:pt x="562" y="562"/>
                </a:lnTo>
                <a:cubicBezTo>
                  <a:pt x="562" y="562"/>
                  <a:pt x="562" y="572"/>
                  <a:pt x="552" y="572"/>
                </a:cubicBezTo>
                <a:cubicBezTo>
                  <a:pt x="541" y="593"/>
                  <a:pt x="541" y="614"/>
                  <a:pt x="531" y="635"/>
                </a:cubicBezTo>
                <a:cubicBezTo>
                  <a:pt x="521" y="656"/>
                  <a:pt x="510" y="677"/>
                  <a:pt x="510" y="697"/>
                </a:cubicBezTo>
                <a:cubicBezTo>
                  <a:pt x="500" y="697"/>
                  <a:pt x="500" y="697"/>
                  <a:pt x="500" y="708"/>
                </a:cubicBezTo>
                <a:lnTo>
                  <a:pt x="500" y="718"/>
                </a:lnTo>
                <a:cubicBezTo>
                  <a:pt x="500" y="729"/>
                  <a:pt x="500" y="729"/>
                  <a:pt x="500" y="729"/>
                </a:cubicBezTo>
                <a:cubicBezTo>
                  <a:pt x="500" y="791"/>
                  <a:pt x="500" y="791"/>
                  <a:pt x="500" y="791"/>
                </a:cubicBezTo>
                <a:cubicBezTo>
                  <a:pt x="166" y="791"/>
                  <a:pt x="166" y="791"/>
                  <a:pt x="166" y="791"/>
                </a:cubicBezTo>
                <a:cubicBezTo>
                  <a:pt x="166" y="729"/>
                  <a:pt x="166" y="729"/>
                  <a:pt x="166" y="729"/>
                </a:cubicBezTo>
                <a:cubicBezTo>
                  <a:pt x="166" y="718"/>
                  <a:pt x="156" y="718"/>
                  <a:pt x="156" y="708"/>
                </a:cubicBezTo>
                <a:lnTo>
                  <a:pt x="156" y="697"/>
                </a:lnTo>
                <a:cubicBezTo>
                  <a:pt x="146" y="677"/>
                  <a:pt x="146" y="656"/>
                  <a:pt x="135" y="635"/>
                </a:cubicBezTo>
                <a:cubicBezTo>
                  <a:pt x="125" y="614"/>
                  <a:pt x="114" y="593"/>
                  <a:pt x="104" y="572"/>
                </a:cubicBezTo>
                <a:cubicBezTo>
                  <a:pt x="93" y="562"/>
                  <a:pt x="93" y="562"/>
                  <a:pt x="93" y="552"/>
                </a:cubicBezTo>
                <a:lnTo>
                  <a:pt x="83" y="552"/>
                </a:lnTo>
                <a:cubicBezTo>
                  <a:pt x="31" y="489"/>
                  <a:pt x="0" y="416"/>
                  <a:pt x="0" y="333"/>
                </a:cubicBezTo>
                <a:cubicBezTo>
                  <a:pt x="0" y="239"/>
                  <a:pt x="31" y="166"/>
                  <a:pt x="104" y="104"/>
                </a:cubicBezTo>
                <a:cubicBezTo>
                  <a:pt x="166" y="31"/>
                  <a:pt x="239" y="0"/>
                  <a:pt x="333" y="0"/>
                </a:cubicBezTo>
                <a:cubicBezTo>
                  <a:pt x="416" y="0"/>
                  <a:pt x="500" y="31"/>
                  <a:pt x="562" y="104"/>
                </a:cubicBezTo>
                <a:cubicBezTo>
                  <a:pt x="625" y="166"/>
                  <a:pt x="656" y="239"/>
                  <a:pt x="656" y="333"/>
                </a:cubicBezTo>
                <a:close/>
                <a:moveTo>
                  <a:pt x="583" y="333"/>
                </a:moveTo>
                <a:cubicBezTo>
                  <a:pt x="583" y="260"/>
                  <a:pt x="562" y="198"/>
                  <a:pt x="510" y="156"/>
                </a:cubicBezTo>
                <a:cubicBezTo>
                  <a:pt x="458" y="104"/>
                  <a:pt x="396" y="83"/>
                  <a:pt x="333" y="83"/>
                </a:cubicBezTo>
                <a:cubicBezTo>
                  <a:pt x="260" y="83"/>
                  <a:pt x="198" y="104"/>
                  <a:pt x="156" y="156"/>
                </a:cubicBezTo>
                <a:cubicBezTo>
                  <a:pt x="104" y="198"/>
                  <a:pt x="73" y="260"/>
                  <a:pt x="73" y="333"/>
                </a:cubicBezTo>
                <a:cubicBezTo>
                  <a:pt x="73" y="396"/>
                  <a:pt x="93" y="448"/>
                  <a:pt x="146" y="499"/>
                </a:cubicBezTo>
                <a:cubicBezTo>
                  <a:pt x="146" y="499"/>
                  <a:pt x="146" y="510"/>
                  <a:pt x="156" y="510"/>
                </a:cubicBezTo>
                <a:cubicBezTo>
                  <a:pt x="156" y="520"/>
                  <a:pt x="166" y="531"/>
                  <a:pt x="166" y="541"/>
                </a:cubicBezTo>
                <a:cubicBezTo>
                  <a:pt x="177" y="562"/>
                  <a:pt x="187" y="583"/>
                  <a:pt x="198" y="604"/>
                </a:cubicBezTo>
                <a:cubicBezTo>
                  <a:pt x="208" y="624"/>
                  <a:pt x="218" y="645"/>
                  <a:pt x="229" y="666"/>
                </a:cubicBezTo>
                <a:cubicBezTo>
                  <a:pt x="229" y="697"/>
                  <a:pt x="239" y="708"/>
                  <a:pt x="239" y="718"/>
                </a:cubicBezTo>
                <a:cubicBezTo>
                  <a:pt x="427" y="718"/>
                  <a:pt x="427" y="718"/>
                  <a:pt x="427" y="718"/>
                </a:cubicBezTo>
                <a:cubicBezTo>
                  <a:pt x="427" y="708"/>
                  <a:pt x="427" y="697"/>
                  <a:pt x="437" y="666"/>
                </a:cubicBezTo>
                <a:cubicBezTo>
                  <a:pt x="437" y="645"/>
                  <a:pt x="448" y="624"/>
                  <a:pt x="458" y="604"/>
                </a:cubicBezTo>
                <a:cubicBezTo>
                  <a:pt x="468" y="583"/>
                  <a:pt x="479" y="562"/>
                  <a:pt x="489" y="541"/>
                </a:cubicBezTo>
                <a:cubicBezTo>
                  <a:pt x="489" y="531"/>
                  <a:pt x="500" y="520"/>
                  <a:pt x="510" y="520"/>
                </a:cubicBezTo>
                <a:cubicBezTo>
                  <a:pt x="510" y="510"/>
                  <a:pt x="510" y="499"/>
                  <a:pt x="521" y="499"/>
                </a:cubicBezTo>
                <a:cubicBezTo>
                  <a:pt x="562" y="448"/>
                  <a:pt x="583" y="396"/>
                  <a:pt x="583" y="333"/>
                </a:cubicBezTo>
                <a:close/>
                <a:moveTo>
                  <a:pt x="385" y="416"/>
                </a:moveTo>
                <a:cubicBezTo>
                  <a:pt x="354" y="354"/>
                  <a:pt x="354" y="354"/>
                  <a:pt x="354" y="354"/>
                </a:cubicBezTo>
                <a:cubicBezTo>
                  <a:pt x="333" y="302"/>
                  <a:pt x="333" y="302"/>
                  <a:pt x="333" y="302"/>
                </a:cubicBezTo>
                <a:cubicBezTo>
                  <a:pt x="302" y="354"/>
                  <a:pt x="302" y="354"/>
                  <a:pt x="302" y="354"/>
                </a:cubicBezTo>
                <a:cubicBezTo>
                  <a:pt x="271" y="416"/>
                  <a:pt x="271" y="416"/>
                  <a:pt x="271" y="416"/>
                </a:cubicBezTo>
                <a:cubicBezTo>
                  <a:pt x="239" y="354"/>
                  <a:pt x="239" y="354"/>
                  <a:pt x="239" y="354"/>
                </a:cubicBezTo>
                <a:cubicBezTo>
                  <a:pt x="187" y="385"/>
                  <a:pt x="187" y="385"/>
                  <a:pt x="187" y="385"/>
                </a:cubicBezTo>
                <a:cubicBezTo>
                  <a:pt x="250" y="499"/>
                  <a:pt x="250" y="499"/>
                  <a:pt x="250" y="499"/>
                </a:cubicBezTo>
                <a:cubicBezTo>
                  <a:pt x="271" y="552"/>
                  <a:pt x="271" y="552"/>
                  <a:pt x="271" y="552"/>
                </a:cubicBezTo>
                <a:cubicBezTo>
                  <a:pt x="302" y="499"/>
                  <a:pt x="302" y="499"/>
                  <a:pt x="302" y="499"/>
                </a:cubicBezTo>
                <a:cubicBezTo>
                  <a:pt x="333" y="437"/>
                  <a:pt x="333" y="437"/>
                  <a:pt x="333" y="437"/>
                </a:cubicBezTo>
                <a:cubicBezTo>
                  <a:pt x="364" y="499"/>
                  <a:pt x="364" y="499"/>
                  <a:pt x="364" y="499"/>
                </a:cubicBezTo>
                <a:cubicBezTo>
                  <a:pt x="385" y="552"/>
                  <a:pt x="385" y="552"/>
                  <a:pt x="385" y="552"/>
                </a:cubicBezTo>
                <a:cubicBezTo>
                  <a:pt x="416" y="499"/>
                  <a:pt x="416" y="499"/>
                  <a:pt x="416" y="499"/>
                </a:cubicBezTo>
                <a:cubicBezTo>
                  <a:pt x="479" y="385"/>
                  <a:pt x="479" y="385"/>
                  <a:pt x="479" y="385"/>
                </a:cubicBezTo>
                <a:cubicBezTo>
                  <a:pt x="427" y="354"/>
                  <a:pt x="427" y="354"/>
                  <a:pt x="427" y="354"/>
                </a:cubicBezTo>
                <a:lnTo>
                  <a:pt x="385" y="416"/>
                </a:lnTo>
                <a:close/>
                <a:moveTo>
                  <a:pt x="385" y="416"/>
                </a:moveTo>
                <a:lnTo>
                  <a:pt x="385" y="4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192826" tIns="96414" rIns="192826" bIns="96414" anchor="ctr"/>
          <a:lstStyle/>
          <a:p>
            <a:pPr>
              <a:defRPr/>
            </a:pPr>
            <a:endParaRPr lang="en-US" sz="2500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3" name="Freeform 290"/>
          <p:cNvSpPr>
            <a:spLocks noChangeAspect="1" noChangeArrowheads="1"/>
          </p:cNvSpPr>
          <p:nvPr/>
        </p:nvSpPr>
        <p:spPr bwMode="auto">
          <a:xfrm>
            <a:off x="5184187" y="4734486"/>
            <a:ext cx="429535" cy="332672"/>
          </a:xfrm>
          <a:custGeom>
            <a:avLst/>
            <a:gdLst>
              <a:gd name="T0" fmla="*/ 995 w 996"/>
              <a:gd name="T1" fmla="*/ 409 h 770"/>
              <a:gd name="T2" fmla="*/ 836 w 996"/>
              <a:gd name="T3" fmla="*/ 409 h 770"/>
              <a:gd name="T4" fmla="*/ 543 w 996"/>
              <a:gd name="T5" fmla="*/ 192 h 770"/>
              <a:gd name="T6" fmla="*/ 384 w 996"/>
              <a:gd name="T7" fmla="*/ 275 h 770"/>
              <a:gd name="T8" fmla="*/ 360 w 996"/>
              <a:gd name="T9" fmla="*/ 158 h 770"/>
              <a:gd name="T10" fmla="*/ 702 w 996"/>
              <a:gd name="T11" fmla="*/ 33 h 770"/>
              <a:gd name="T12" fmla="*/ 836 w 996"/>
              <a:gd name="T13" fmla="*/ 133 h 770"/>
              <a:gd name="T14" fmla="*/ 334 w 996"/>
              <a:gd name="T15" fmla="*/ 626 h 770"/>
              <a:gd name="T16" fmla="*/ 276 w 996"/>
              <a:gd name="T17" fmla="*/ 551 h 770"/>
              <a:gd name="T18" fmla="*/ 209 w 996"/>
              <a:gd name="T19" fmla="*/ 484 h 770"/>
              <a:gd name="T20" fmla="*/ 109 w 996"/>
              <a:gd name="T21" fmla="*/ 434 h 770"/>
              <a:gd name="T22" fmla="*/ 159 w 996"/>
              <a:gd name="T23" fmla="*/ 535 h 770"/>
              <a:gd name="T24" fmla="*/ 226 w 996"/>
              <a:gd name="T25" fmla="*/ 602 h 770"/>
              <a:gd name="T26" fmla="*/ 293 w 996"/>
              <a:gd name="T27" fmla="*/ 668 h 770"/>
              <a:gd name="T28" fmla="*/ 393 w 996"/>
              <a:gd name="T29" fmla="*/ 727 h 770"/>
              <a:gd name="T30" fmla="*/ 334 w 996"/>
              <a:gd name="T31" fmla="*/ 626 h 770"/>
              <a:gd name="T32" fmla="*/ 594 w 996"/>
              <a:gd name="T33" fmla="*/ 267 h 770"/>
              <a:gd name="T34" fmla="*/ 443 w 996"/>
              <a:gd name="T35" fmla="*/ 301 h 770"/>
              <a:gd name="T36" fmla="*/ 284 w 996"/>
              <a:gd name="T37" fmla="*/ 217 h 770"/>
              <a:gd name="T38" fmla="*/ 460 w 996"/>
              <a:gd name="T39" fmla="*/ 50 h 770"/>
              <a:gd name="T40" fmla="*/ 184 w 996"/>
              <a:gd name="T41" fmla="*/ 100 h 770"/>
              <a:gd name="T42" fmla="*/ 0 w 996"/>
              <a:gd name="T43" fmla="*/ 66 h 770"/>
              <a:gd name="T44" fmla="*/ 50 w 996"/>
              <a:gd name="T45" fmla="*/ 443 h 770"/>
              <a:gd name="T46" fmla="*/ 234 w 996"/>
              <a:gd name="T47" fmla="*/ 392 h 770"/>
              <a:gd name="T48" fmla="*/ 293 w 996"/>
              <a:gd name="T49" fmla="*/ 468 h 770"/>
              <a:gd name="T50" fmla="*/ 360 w 996"/>
              <a:gd name="T51" fmla="*/ 535 h 770"/>
              <a:gd name="T52" fmla="*/ 426 w 996"/>
              <a:gd name="T53" fmla="*/ 610 h 770"/>
              <a:gd name="T54" fmla="*/ 477 w 996"/>
              <a:gd name="T55" fmla="*/ 727 h 770"/>
              <a:gd name="T56" fmla="*/ 543 w 996"/>
              <a:gd name="T57" fmla="*/ 660 h 770"/>
              <a:gd name="T58" fmla="*/ 485 w 996"/>
              <a:gd name="T59" fmla="*/ 585 h 770"/>
              <a:gd name="T60" fmla="*/ 569 w 996"/>
              <a:gd name="T61" fmla="*/ 668 h 770"/>
              <a:gd name="T62" fmla="*/ 627 w 996"/>
              <a:gd name="T63" fmla="*/ 602 h 770"/>
              <a:gd name="T64" fmla="*/ 652 w 996"/>
              <a:gd name="T65" fmla="*/ 610 h 770"/>
              <a:gd name="T66" fmla="*/ 719 w 996"/>
              <a:gd name="T67" fmla="*/ 543 h 770"/>
              <a:gd name="T68" fmla="*/ 727 w 996"/>
              <a:gd name="T69" fmla="*/ 526 h 770"/>
              <a:gd name="T70" fmla="*/ 786 w 996"/>
              <a:gd name="T71" fmla="*/ 535 h 770"/>
              <a:gd name="T72" fmla="*/ 786 w 996"/>
              <a:gd name="T73" fmla="*/ 468 h 7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996" h="770">
                <a:moveTo>
                  <a:pt x="995" y="100"/>
                </a:moveTo>
                <a:cubicBezTo>
                  <a:pt x="995" y="409"/>
                  <a:pt x="995" y="409"/>
                  <a:pt x="995" y="409"/>
                </a:cubicBezTo>
                <a:cubicBezTo>
                  <a:pt x="995" y="409"/>
                  <a:pt x="928" y="426"/>
                  <a:pt x="920" y="426"/>
                </a:cubicBezTo>
                <a:cubicBezTo>
                  <a:pt x="903" y="426"/>
                  <a:pt x="861" y="443"/>
                  <a:pt x="836" y="409"/>
                </a:cubicBezTo>
                <a:cubicBezTo>
                  <a:pt x="786" y="367"/>
                  <a:pt x="619" y="192"/>
                  <a:pt x="619" y="192"/>
                </a:cubicBezTo>
                <a:cubicBezTo>
                  <a:pt x="619" y="192"/>
                  <a:pt x="594" y="167"/>
                  <a:pt x="543" y="192"/>
                </a:cubicBezTo>
                <a:cubicBezTo>
                  <a:pt x="502" y="217"/>
                  <a:pt x="443" y="250"/>
                  <a:pt x="418" y="259"/>
                </a:cubicBezTo>
                <a:cubicBezTo>
                  <a:pt x="410" y="267"/>
                  <a:pt x="393" y="275"/>
                  <a:pt x="384" y="275"/>
                </a:cubicBezTo>
                <a:cubicBezTo>
                  <a:pt x="351" y="275"/>
                  <a:pt x="326" y="242"/>
                  <a:pt x="326" y="209"/>
                </a:cubicBezTo>
                <a:cubicBezTo>
                  <a:pt x="326" y="183"/>
                  <a:pt x="343" y="167"/>
                  <a:pt x="360" y="158"/>
                </a:cubicBezTo>
                <a:cubicBezTo>
                  <a:pt x="426" y="116"/>
                  <a:pt x="552" y="50"/>
                  <a:pt x="602" y="16"/>
                </a:cubicBezTo>
                <a:cubicBezTo>
                  <a:pt x="635" y="0"/>
                  <a:pt x="652" y="0"/>
                  <a:pt x="702" y="33"/>
                </a:cubicBezTo>
                <a:cubicBezTo>
                  <a:pt x="752" y="83"/>
                  <a:pt x="803" y="125"/>
                  <a:pt x="803" y="125"/>
                </a:cubicBezTo>
                <a:cubicBezTo>
                  <a:pt x="803" y="125"/>
                  <a:pt x="819" y="133"/>
                  <a:pt x="836" y="133"/>
                </a:cubicBezTo>
                <a:cubicBezTo>
                  <a:pt x="878" y="125"/>
                  <a:pt x="995" y="100"/>
                  <a:pt x="995" y="100"/>
                </a:cubicBezTo>
                <a:close/>
                <a:moveTo>
                  <a:pt x="334" y="626"/>
                </a:moveTo>
                <a:cubicBezTo>
                  <a:pt x="343" y="610"/>
                  <a:pt x="343" y="585"/>
                  <a:pt x="326" y="568"/>
                </a:cubicBezTo>
                <a:cubicBezTo>
                  <a:pt x="309" y="551"/>
                  <a:pt x="293" y="551"/>
                  <a:pt x="276" y="551"/>
                </a:cubicBezTo>
                <a:cubicBezTo>
                  <a:pt x="276" y="535"/>
                  <a:pt x="276" y="510"/>
                  <a:pt x="259" y="501"/>
                </a:cubicBezTo>
                <a:cubicBezTo>
                  <a:pt x="251" y="484"/>
                  <a:pt x="226" y="476"/>
                  <a:pt x="209" y="484"/>
                </a:cubicBezTo>
                <a:cubicBezTo>
                  <a:pt x="217" y="468"/>
                  <a:pt x="209" y="443"/>
                  <a:pt x="201" y="426"/>
                </a:cubicBezTo>
                <a:cubicBezTo>
                  <a:pt x="176" y="401"/>
                  <a:pt x="134" y="409"/>
                  <a:pt x="109" y="434"/>
                </a:cubicBezTo>
                <a:cubicBezTo>
                  <a:pt x="92" y="451"/>
                  <a:pt x="75" y="501"/>
                  <a:pt x="92" y="526"/>
                </a:cubicBezTo>
                <a:cubicBezTo>
                  <a:pt x="117" y="551"/>
                  <a:pt x="142" y="535"/>
                  <a:pt x="159" y="535"/>
                </a:cubicBezTo>
                <a:cubicBezTo>
                  <a:pt x="159" y="551"/>
                  <a:pt x="142" y="568"/>
                  <a:pt x="159" y="593"/>
                </a:cubicBezTo>
                <a:cubicBezTo>
                  <a:pt x="176" y="618"/>
                  <a:pt x="209" y="602"/>
                  <a:pt x="226" y="602"/>
                </a:cubicBezTo>
                <a:cubicBezTo>
                  <a:pt x="217" y="618"/>
                  <a:pt x="201" y="643"/>
                  <a:pt x="226" y="668"/>
                </a:cubicBezTo>
                <a:cubicBezTo>
                  <a:pt x="242" y="685"/>
                  <a:pt x="276" y="677"/>
                  <a:pt x="293" y="668"/>
                </a:cubicBezTo>
                <a:cubicBezTo>
                  <a:pt x="284" y="693"/>
                  <a:pt x="268" y="710"/>
                  <a:pt x="293" y="744"/>
                </a:cubicBezTo>
                <a:cubicBezTo>
                  <a:pt x="318" y="769"/>
                  <a:pt x="368" y="752"/>
                  <a:pt x="393" y="727"/>
                </a:cubicBezTo>
                <a:cubicBezTo>
                  <a:pt x="418" y="702"/>
                  <a:pt x="418" y="668"/>
                  <a:pt x="393" y="643"/>
                </a:cubicBezTo>
                <a:cubicBezTo>
                  <a:pt x="376" y="626"/>
                  <a:pt x="360" y="626"/>
                  <a:pt x="334" y="626"/>
                </a:cubicBezTo>
                <a:close/>
                <a:moveTo>
                  <a:pt x="786" y="468"/>
                </a:moveTo>
                <a:cubicBezTo>
                  <a:pt x="610" y="284"/>
                  <a:pt x="694" y="367"/>
                  <a:pt x="594" y="267"/>
                </a:cubicBezTo>
                <a:cubicBezTo>
                  <a:pt x="594" y="267"/>
                  <a:pt x="569" y="234"/>
                  <a:pt x="527" y="259"/>
                </a:cubicBezTo>
                <a:cubicBezTo>
                  <a:pt x="502" y="267"/>
                  <a:pt x="468" y="284"/>
                  <a:pt x="443" y="301"/>
                </a:cubicBezTo>
                <a:cubicBezTo>
                  <a:pt x="418" y="309"/>
                  <a:pt x="393" y="317"/>
                  <a:pt x="384" y="317"/>
                </a:cubicBezTo>
                <a:cubicBezTo>
                  <a:pt x="326" y="317"/>
                  <a:pt x="284" y="267"/>
                  <a:pt x="284" y="217"/>
                </a:cubicBezTo>
                <a:cubicBezTo>
                  <a:pt x="284" y="175"/>
                  <a:pt x="301" y="142"/>
                  <a:pt x="334" y="125"/>
                </a:cubicBezTo>
                <a:cubicBezTo>
                  <a:pt x="368" y="100"/>
                  <a:pt x="460" y="50"/>
                  <a:pt x="460" y="50"/>
                </a:cubicBezTo>
                <a:cubicBezTo>
                  <a:pt x="460" y="50"/>
                  <a:pt x="435" y="8"/>
                  <a:pt x="376" y="8"/>
                </a:cubicBezTo>
                <a:cubicBezTo>
                  <a:pt x="309" y="8"/>
                  <a:pt x="184" y="100"/>
                  <a:pt x="184" y="100"/>
                </a:cubicBezTo>
                <a:cubicBezTo>
                  <a:pt x="184" y="100"/>
                  <a:pt x="150" y="116"/>
                  <a:pt x="100" y="100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426"/>
                  <a:pt x="0" y="426"/>
                  <a:pt x="0" y="426"/>
                </a:cubicBezTo>
                <a:cubicBezTo>
                  <a:pt x="0" y="426"/>
                  <a:pt x="25" y="434"/>
                  <a:pt x="50" y="443"/>
                </a:cubicBezTo>
                <a:cubicBezTo>
                  <a:pt x="59" y="426"/>
                  <a:pt x="67" y="409"/>
                  <a:pt x="83" y="392"/>
                </a:cubicBezTo>
                <a:cubicBezTo>
                  <a:pt x="125" y="351"/>
                  <a:pt x="192" y="351"/>
                  <a:pt x="234" y="392"/>
                </a:cubicBezTo>
                <a:cubicBezTo>
                  <a:pt x="242" y="409"/>
                  <a:pt x="251" y="417"/>
                  <a:pt x="251" y="434"/>
                </a:cubicBezTo>
                <a:cubicBezTo>
                  <a:pt x="268" y="443"/>
                  <a:pt x="284" y="451"/>
                  <a:pt x="293" y="468"/>
                </a:cubicBezTo>
                <a:cubicBezTo>
                  <a:pt x="309" y="476"/>
                  <a:pt x="318" y="493"/>
                  <a:pt x="318" y="510"/>
                </a:cubicBezTo>
                <a:cubicBezTo>
                  <a:pt x="334" y="510"/>
                  <a:pt x="351" y="518"/>
                  <a:pt x="360" y="535"/>
                </a:cubicBezTo>
                <a:cubicBezTo>
                  <a:pt x="376" y="551"/>
                  <a:pt x="384" y="568"/>
                  <a:pt x="384" y="585"/>
                </a:cubicBezTo>
                <a:cubicBezTo>
                  <a:pt x="401" y="585"/>
                  <a:pt x="418" y="593"/>
                  <a:pt x="426" y="610"/>
                </a:cubicBezTo>
                <a:cubicBezTo>
                  <a:pt x="451" y="635"/>
                  <a:pt x="460" y="668"/>
                  <a:pt x="451" y="702"/>
                </a:cubicBezTo>
                <a:cubicBezTo>
                  <a:pt x="460" y="702"/>
                  <a:pt x="468" y="718"/>
                  <a:pt x="477" y="727"/>
                </a:cubicBezTo>
                <a:cubicBezTo>
                  <a:pt x="493" y="744"/>
                  <a:pt x="527" y="744"/>
                  <a:pt x="543" y="727"/>
                </a:cubicBezTo>
                <a:cubicBezTo>
                  <a:pt x="560" y="710"/>
                  <a:pt x="560" y="677"/>
                  <a:pt x="543" y="660"/>
                </a:cubicBezTo>
                <a:lnTo>
                  <a:pt x="535" y="660"/>
                </a:lnTo>
                <a:cubicBezTo>
                  <a:pt x="485" y="602"/>
                  <a:pt x="477" y="593"/>
                  <a:pt x="485" y="585"/>
                </a:cubicBezTo>
                <a:cubicBezTo>
                  <a:pt x="493" y="585"/>
                  <a:pt x="502" y="593"/>
                  <a:pt x="560" y="660"/>
                </a:cubicBezTo>
                <a:cubicBezTo>
                  <a:pt x="569" y="668"/>
                  <a:pt x="569" y="668"/>
                  <a:pt x="569" y="668"/>
                </a:cubicBezTo>
                <a:cubicBezTo>
                  <a:pt x="585" y="685"/>
                  <a:pt x="610" y="685"/>
                  <a:pt x="627" y="668"/>
                </a:cubicBezTo>
                <a:cubicBezTo>
                  <a:pt x="644" y="652"/>
                  <a:pt x="644" y="618"/>
                  <a:pt x="627" y="602"/>
                </a:cubicBezTo>
                <a:cubicBezTo>
                  <a:pt x="569" y="535"/>
                  <a:pt x="560" y="526"/>
                  <a:pt x="560" y="518"/>
                </a:cubicBezTo>
                <a:cubicBezTo>
                  <a:pt x="569" y="518"/>
                  <a:pt x="594" y="551"/>
                  <a:pt x="652" y="610"/>
                </a:cubicBezTo>
                <a:cubicBezTo>
                  <a:pt x="669" y="626"/>
                  <a:pt x="702" y="626"/>
                  <a:pt x="719" y="610"/>
                </a:cubicBezTo>
                <a:cubicBezTo>
                  <a:pt x="727" y="593"/>
                  <a:pt x="736" y="568"/>
                  <a:pt x="719" y="543"/>
                </a:cubicBezTo>
                <a:cubicBezTo>
                  <a:pt x="644" y="468"/>
                  <a:pt x="644" y="468"/>
                  <a:pt x="652" y="459"/>
                </a:cubicBezTo>
                <a:lnTo>
                  <a:pt x="727" y="526"/>
                </a:lnTo>
                <a:cubicBezTo>
                  <a:pt x="727" y="535"/>
                  <a:pt x="727" y="535"/>
                  <a:pt x="727" y="535"/>
                </a:cubicBezTo>
                <a:cubicBezTo>
                  <a:pt x="744" y="551"/>
                  <a:pt x="769" y="551"/>
                  <a:pt x="786" y="535"/>
                </a:cubicBezTo>
                <a:cubicBezTo>
                  <a:pt x="803" y="510"/>
                  <a:pt x="803" y="484"/>
                  <a:pt x="786" y="468"/>
                </a:cubicBezTo>
                <a:close/>
                <a:moveTo>
                  <a:pt x="786" y="468"/>
                </a:moveTo>
                <a:lnTo>
                  <a:pt x="786" y="46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192826" tIns="96414" rIns="192826" bIns="96414" anchor="ctr"/>
          <a:lstStyle/>
          <a:p>
            <a:pPr>
              <a:defRPr/>
            </a:pPr>
            <a:endParaRPr lang="en-US" sz="2500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4" name="Freeform 266"/>
          <p:cNvSpPr>
            <a:spLocks noChangeAspect="1" noChangeArrowheads="1"/>
          </p:cNvSpPr>
          <p:nvPr/>
        </p:nvSpPr>
        <p:spPr bwMode="auto">
          <a:xfrm>
            <a:off x="7045035" y="3620095"/>
            <a:ext cx="360451" cy="397314"/>
          </a:xfrm>
          <a:custGeom>
            <a:avLst/>
            <a:gdLst>
              <a:gd name="T0" fmla="*/ 310 w 863"/>
              <a:gd name="T1" fmla="*/ 41 h 954"/>
              <a:gd name="T2" fmla="*/ 201 w 863"/>
              <a:gd name="T3" fmla="*/ 735 h 954"/>
              <a:gd name="T4" fmla="*/ 519 w 863"/>
              <a:gd name="T5" fmla="*/ 953 h 954"/>
              <a:gd name="T6" fmla="*/ 636 w 863"/>
              <a:gd name="T7" fmla="*/ 886 h 954"/>
              <a:gd name="T8" fmla="*/ 770 w 863"/>
              <a:gd name="T9" fmla="*/ 744 h 954"/>
              <a:gd name="T10" fmla="*/ 786 w 863"/>
              <a:gd name="T11" fmla="*/ 693 h 954"/>
              <a:gd name="T12" fmla="*/ 836 w 863"/>
              <a:gd name="T13" fmla="*/ 593 h 954"/>
              <a:gd name="T14" fmla="*/ 293 w 863"/>
              <a:gd name="T15" fmla="*/ 468 h 954"/>
              <a:gd name="T16" fmla="*/ 268 w 863"/>
              <a:gd name="T17" fmla="*/ 434 h 954"/>
              <a:gd name="T18" fmla="*/ 234 w 863"/>
              <a:gd name="T19" fmla="*/ 459 h 954"/>
              <a:gd name="T20" fmla="*/ 159 w 863"/>
              <a:gd name="T21" fmla="*/ 392 h 954"/>
              <a:gd name="T22" fmla="*/ 184 w 863"/>
              <a:gd name="T23" fmla="*/ 342 h 954"/>
              <a:gd name="T24" fmla="*/ 142 w 863"/>
              <a:gd name="T25" fmla="*/ 301 h 954"/>
              <a:gd name="T26" fmla="*/ 168 w 863"/>
              <a:gd name="T27" fmla="*/ 200 h 954"/>
              <a:gd name="T28" fmla="*/ 234 w 863"/>
              <a:gd name="T29" fmla="*/ 200 h 954"/>
              <a:gd name="T30" fmla="*/ 251 w 863"/>
              <a:gd name="T31" fmla="*/ 150 h 954"/>
              <a:gd name="T32" fmla="*/ 351 w 863"/>
              <a:gd name="T33" fmla="*/ 117 h 954"/>
              <a:gd name="T34" fmla="*/ 376 w 863"/>
              <a:gd name="T35" fmla="*/ 175 h 954"/>
              <a:gd name="T36" fmla="*/ 427 w 863"/>
              <a:gd name="T37" fmla="*/ 167 h 954"/>
              <a:gd name="T38" fmla="*/ 510 w 863"/>
              <a:gd name="T39" fmla="*/ 217 h 954"/>
              <a:gd name="T40" fmla="*/ 477 w 863"/>
              <a:gd name="T41" fmla="*/ 284 h 954"/>
              <a:gd name="T42" fmla="*/ 519 w 863"/>
              <a:gd name="T43" fmla="*/ 326 h 954"/>
              <a:gd name="T44" fmla="*/ 494 w 863"/>
              <a:gd name="T45" fmla="*/ 418 h 954"/>
              <a:gd name="T46" fmla="*/ 427 w 863"/>
              <a:gd name="T47" fmla="*/ 409 h 954"/>
              <a:gd name="T48" fmla="*/ 418 w 863"/>
              <a:gd name="T49" fmla="*/ 459 h 954"/>
              <a:gd name="T50" fmla="*/ 318 w 863"/>
              <a:gd name="T51" fmla="*/ 493 h 954"/>
              <a:gd name="T52" fmla="*/ 594 w 863"/>
              <a:gd name="T53" fmla="*/ 660 h 954"/>
              <a:gd name="T54" fmla="*/ 561 w 863"/>
              <a:gd name="T55" fmla="*/ 652 h 954"/>
              <a:gd name="T56" fmla="*/ 552 w 863"/>
              <a:gd name="T57" fmla="*/ 685 h 954"/>
              <a:gd name="T58" fmla="*/ 485 w 863"/>
              <a:gd name="T59" fmla="*/ 710 h 954"/>
              <a:gd name="T60" fmla="*/ 469 w 863"/>
              <a:gd name="T61" fmla="*/ 677 h 954"/>
              <a:gd name="T62" fmla="*/ 435 w 863"/>
              <a:gd name="T63" fmla="*/ 685 h 954"/>
              <a:gd name="T64" fmla="*/ 385 w 863"/>
              <a:gd name="T65" fmla="*/ 643 h 954"/>
              <a:gd name="T66" fmla="*/ 402 w 863"/>
              <a:gd name="T67" fmla="*/ 610 h 954"/>
              <a:gd name="T68" fmla="*/ 376 w 863"/>
              <a:gd name="T69" fmla="*/ 585 h 954"/>
              <a:gd name="T70" fmla="*/ 393 w 863"/>
              <a:gd name="T71" fmla="*/ 518 h 954"/>
              <a:gd name="T72" fmla="*/ 427 w 863"/>
              <a:gd name="T73" fmla="*/ 518 h 954"/>
              <a:gd name="T74" fmla="*/ 443 w 863"/>
              <a:gd name="T75" fmla="*/ 484 h 954"/>
              <a:gd name="T76" fmla="*/ 502 w 863"/>
              <a:gd name="T77" fmla="*/ 468 h 954"/>
              <a:gd name="T78" fmla="*/ 519 w 863"/>
              <a:gd name="T79" fmla="*/ 501 h 954"/>
              <a:gd name="T80" fmla="*/ 552 w 863"/>
              <a:gd name="T81" fmla="*/ 493 h 954"/>
              <a:gd name="T82" fmla="*/ 611 w 863"/>
              <a:gd name="T83" fmla="*/ 535 h 954"/>
              <a:gd name="T84" fmla="*/ 594 w 863"/>
              <a:gd name="T85" fmla="*/ 568 h 954"/>
              <a:gd name="T86" fmla="*/ 619 w 863"/>
              <a:gd name="T87" fmla="*/ 602 h 954"/>
              <a:gd name="T88" fmla="*/ 594 w 863"/>
              <a:gd name="T89" fmla="*/ 660 h 954"/>
              <a:gd name="T90" fmla="*/ 594 w 863"/>
              <a:gd name="T91" fmla="*/ 660 h 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863" h="954">
                <a:moveTo>
                  <a:pt x="761" y="426"/>
                </a:moveTo>
                <a:cubicBezTo>
                  <a:pt x="820" y="133"/>
                  <a:pt x="577" y="0"/>
                  <a:pt x="310" y="41"/>
                </a:cubicBezTo>
                <a:cubicBezTo>
                  <a:pt x="42" y="83"/>
                  <a:pt x="50" y="242"/>
                  <a:pt x="34" y="317"/>
                </a:cubicBezTo>
                <a:cubicBezTo>
                  <a:pt x="0" y="518"/>
                  <a:pt x="201" y="735"/>
                  <a:pt x="201" y="735"/>
                </a:cubicBezTo>
                <a:cubicBezTo>
                  <a:pt x="193" y="953"/>
                  <a:pt x="193" y="953"/>
                  <a:pt x="193" y="953"/>
                </a:cubicBezTo>
                <a:cubicBezTo>
                  <a:pt x="519" y="953"/>
                  <a:pt x="519" y="953"/>
                  <a:pt x="519" y="953"/>
                </a:cubicBezTo>
                <a:cubicBezTo>
                  <a:pt x="544" y="852"/>
                  <a:pt x="544" y="852"/>
                  <a:pt x="544" y="852"/>
                </a:cubicBezTo>
                <a:cubicBezTo>
                  <a:pt x="544" y="852"/>
                  <a:pt x="552" y="877"/>
                  <a:pt x="636" y="886"/>
                </a:cubicBezTo>
                <a:cubicBezTo>
                  <a:pt x="728" y="894"/>
                  <a:pt x="711" y="785"/>
                  <a:pt x="711" y="785"/>
                </a:cubicBezTo>
                <a:cubicBezTo>
                  <a:pt x="711" y="785"/>
                  <a:pt x="770" y="760"/>
                  <a:pt x="770" y="744"/>
                </a:cubicBezTo>
                <a:cubicBezTo>
                  <a:pt x="770" y="727"/>
                  <a:pt x="736" y="702"/>
                  <a:pt x="736" y="702"/>
                </a:cubicBezTo>
                <a:cubicBezTo>
                  <a:pt x="736" y="702"/>
                  <a:pt x="770" y="710"/>
                  <a:pt x="786" y="693"/>
                </a:cubicBezTo>
                <a:cubicBezTo>
                  <a:pt x="794" y="677"/>
                  <a:pt x="770" y="626"/>
                  <a:pt x="770" y="626"/>
                </a:cubicBezTo>
                <a:cubicBezTo>
                  <a:pt x="770" y="626"/>
                  <a:pt x="811" y="626"/>
                  <a:pt x="836" y="593"/>
                </a:cubicBezTo>
                <a:cubicBezTo>
                  <a:pt x="862" y="568"/>
                  <a:pt x="761" y="484"/>
                  <a:pt x="761" y="426"/>
                </a:cubicBezTo>
                <a:close/>
                <a:moveTo>
                  <a:pt x="293" y="468"/>
                </a:moveTo>
                <a:cubicBezTo>
                  <a:pt x="293" y="468"/>
                  <a:pt x="293" y="451"/>
                  <a:pt x="293" y="443"/>
                </a:cubicBezTo>
                <a:cubicBezTo>
                  <a:pt x="284" y="434"/>
                  <a:pt x="276" y="434"/>
                  <a:pt x="268" y="434"/>
                </a:cubicBezTo>
                <a:cubicBezTo>
                  <a:pt x="260" y="443"/>
                  <a:pt x="243" y="451"/>
                  <a:pt x="243" y="451"/>
                </a:cubicBezTo>
                <a:cubicBezTo>
                  <a:pt x="234" y="459"/>
                  <a:pt x="234" y="459"/>
                  <a:pt x="234" y="459"/>
                </a:cubicBezTo>
                <a:lnTo>
                  <a:pt x="209" y="451"/>
                </a:lnTo>
                <a:cubicBezTo>
                  <a:pt x="159" y="392"/>
                  <a:pt x="159" y="392"/>
                  <a:pt x="159" y="392"/>
                </a:cubicBezTo>
                <a:cubicBezTo>
                  <a:pt x="159" y="359"/>
                  <a:pt x="159" y="359"/>
                  <a:pt x="159" y="359"/>
                </a:cubicBezTo>
                <a:cubicBezTo>
                  <a:pt x="159" y="359"/>
                  <a:pt x="176" y="342"/>
                  <a:pt x="184" y="342"/>
                </a:cubicBezTo>
                <a:cubicBezTo>
                  <a:pt x="184" y="334"/>
                  <a:pt x="184" y="326"/>
                  <a:pt x="184" y="317"/>
                </a:cubicBezTo>
                <a:cubicBezTo>
                  <a:pt x="168" y="309"/>
                  <a:pt x="142" y="301"/>
                  <a:pt x="142" y="301"/>
                </a:cubicBezTo>
                <a:cubicBezTo>
                  <a:pt x="134" y="267"/>
                  <a:pt x="134" y="267"/>
                  <a:pt x="134" y="267"/>
                </a:cubicBezTo>
                <a:cubicBezTo>
                  <a:pt x="168" y="200"/>
                  <a:pt x="168" y="200"/>
                  <a:pt x="168" y="200"/>
                </a:cubicBezTo>
                <a:cubicBezTo>
                  <a:pt x="201" y="192"/>
                  <a:pt x="201" y="192"/>
                  <a:pt x="201" y="192"/>
                </a:cubicBezTo>
                <a:cubicBezTo>
                  <a:pt x="201" y="192"/>
                  <a:pt x="226" y="200"/>
                  <a:pt x="234" y="200"/>
                </a:cubicBezTo>
                <a:cubicBezTo>
                  <a:pt x="243" y="200"/>
                  <a:pt x="243" y="192"/>
                  <a:pt x="251" y="192"/>
                </a:cubicBezTo>
                <a:cubicBezTo>
                  <a:pt x="251" y="175"/>
                  <a:pt x="251" y="150"/>
                  <a:pt x="251" y="150"/>
                </a:cubicBezTo>
                <a:cubicBezTo>
                  <a:pt x="276" y="125"/>
                  <a:pt x="276" y="125"/>
                  <a:pt x="276" y="125"/>
                </a:cubicBezTo>
                <a:cubicBezTo>
                  <a:pt x="351" y="117"/>
                  <a:pt x="351" y="117"/>
                  <a:pt x="351" y="117"/>
                </a:cubicBezTo>
                <a:cubicBezTo>
                  <a:pt x="376" y="142"/>
                  <a:pt x="376" y="142"/>
                  <a:pt x="376" y="142"/>
                </a:cubicBezTo>
                <a:cubicBezTo>
                  <a:pt x="376" y="142"/>
                  <a:pt x="376" y="167"/>
                  <a:pt x="376" y="175"/>
                </a:cubicBezTo>
                <a:cubicBezTo>
                  <a:pt x="385" y="175"/>
                  <a:pt x="393" y="183"/>
                  <a:pt x="402" y="183"/>
                </a:cubicBezTo>
                <a:cubicBezTo>
                  <a:pt x="410" y="175"/>
                  <a:pt x="427" y="167"/>
                  <a:pt x="427" y="167"/>
                </a:cubicBezTo>
                <a:cubicBezTo>
                  <a:pt x="460" y="167"/>
                  <a:pt x="460" y="167"/>
                  <a:pt x="460" y="167"/>
                </a:cubicBezTo>
                <a:cubicBezTo>
                  <a:pt x="510" y="217"/>
                  <a:pt x="510" y="217"/>
                  <a:pt x="510" y="217"/>
                </a:cubicBezTo>
                <a:cubicBezTo>
                  <a:pt x="510" y="250"/>
                  <a:pt x="510" y="250"/>
                  <a:pt x="510" y="250"/>
                </a:cubicBezTo>
                <a:cubicBezTo>
                  <a:pt x="510" y="250"/>
                  <a:pt x="494" y="267"/>
                  <a:pt x="477" y="284"/>
                </a:cubicBezTo>
                <a:cubicBezTo>
                  <a:pt x="485" y="284"/>
                  <a:pt x="485" y="292"/>
                  <a:pt x="485" y="301"/>
                </a:cubicBezTo>
                <a:cubicBezTo>
                  <a:pt x="494" y="309"/>
                  <a:pt x="519" y="326"/>
                  <a:pt x="519" y="326"/>
                </a:cubicBezTo>
                <a:cubicBezTo>
                  <a:pt x="527" y="359"/>
                  <a:pt x="527" y="359"/>
                  <a:pt x="527" y="359"/>
                </a:cubicBezTo>
                <a:cubicBezTo>
                  <a:pt x="494" y="418"/>
                  <a:pt x="494" y="418"/>
                  <a:pt x="494" y="418"/>
                </a:cubicBezTo>
                <a:cubicBezTo>
                  <a:pt x="460" y="426"/>
                  <a:pt x="460" y="426"/>
                  <a:pt x="460" y="426"/>
                </a:cubicBezTo>
                <a:cubicBezTo>
                  <a:pt x="460" y="426"/>
                  <a:pt x="443" y="418"/>
                  <a:pt x="427" y="409"/>
                </a:cubicBezTo>
                <a:cubicBezTo>
                  <a:pt x="427" y="418"/>
                  <a:pt x="418" y="418"/>
                  <a:pt x="410" y="426"/>
                </a:cubicBezTo>
                <a:cubicBezTo>
                  <a:pt x="410" y="434"/>
                  <a:pt x="418" y="459"/>
                  <a:pt x="418" y="459"/>
                </a:cubicBezTo>
                <a:cubicBezTo>
                  <a:pt x="393" y="484"/>
                  <a:pt x="393" y="484"/>
                  <a:pt x="393" y="484"/>
                </a:cubicBezTo>
                <a:cubicBezTo>
                  <a:pt x="318" y="493"/>
                  <a:pt x="318" y="493"/>
                  <a:pt x="318" y="493"/>
                </a:cubicBezTo>
                <a:lnTo>
                  <a:pt x="293" y="468"/>
                </a:lnTo>
                <a:close/>
                <a:moveTo>
                  <a:pt x="594" y="660"/>
                </a:moveTo>
                <a:cubicBezTo>
                  <a:pt x="577" y="669"/>
                  <a:pt x="577" y="669"/>
                  <a:pt x="577" y="669"/>
                </a:cubicBezTo>
                <a:cubicBezTo>
                  <a:pt x="577" y="669"/>
                  <a:pt x="561" y="660"/>
                  <a:pt x="561" y="652"/>
                </a:cubicBezTo>
                <a:cubicBezTo>
                  <a:pt x="552" y="660"/>
                  <a:pt x="552" y="660"/>
                  <a:pt x="544" y="660"/>
                </a:cubicBezTo>
                <a:cubicBezTo>
                  <a:pt x="544" y="669"/>
                  <a:pt x="552" y="685"/>
                  <a:pt x="552" y="685"/>
                </a:cubicBezTo>
                <a:cubicBezTo>
                  <a:pt x="535" y="702"/>
                  <a:pt x="535" y="702"/>
                  <a:pt x="535" y="702"/>
                </a:cubicBezTo>
                <a:cubicBezTo>
                  <a:pt x="485" y="710"/>
                  <a:pt x="485" y="710"/>
                  <a:pt x="485" y="710"/>
                </a:cubicBezTo>
                <a:cubicBezTo>
                  <a:pt x="469" y="693"/>
                  <a:pt x="469" y="693"/>
                  <a:pt x="469" y="693"/>
                </a:cubicBezTo>
                <a:lnTo>
                  <a:pt x="469" y="677"/>
                </a:lnTo>
                <a:cubicBezTo>
                  <a:pt x="460" y="669"/>
                  <a:pt x="460" y="669"/>
                  <a:pt x="452" y="669"/>
                </a:cubicBezTo>
                <a:cubicBezTo>
                  <a:pt x="435" y="685"/>
                  <a:pt x="435" y="685"/>
                  <a:pt x="435" y="685"/>
                </a:cubicBezTo>
                <a:lnTo>
                  <a:pt x="410" y="685"/>
                </a:lnTo>
                <a:cubicBezTo>
                  <a:pt x="385" y="643"/>
                  <a:pt x="385" y="643"/>
                  <a:pt x="385" y="643"/>
                </a:cubicBezTo>
                <a:cubicBezTo>
                  <a:pt x="385" y="626"/>
                  <a:pt x="385" y="626"/>
                  <a:pt x="385" y="626"/>
                </a:cubicBezTo>
                <a:cubicBezTo>
                  <a:pt x="402" y="610"/>
                  <a:pt x="402" y="610"/>
                  <a:pt x="402" y="610"/>
                </a:cubicBezTo>
                <a:cubicBezTo>
                  <a:pt x="402" y="602"/>
                  <a:pt x="402" y="602"/>
                  <a:pt x="402" y="593"/>
                </a:cubicBezTo>
                <a:cubicBezTo>
                  <a:pt x="393" y="593"/>
                  <a:pt x="376" y="585"/>
                  <a:pt x="376" y="585"/>
                </a:cubicBezTo>
                <a:cubicBezTo>
                  <a:pt x="368" y="560"/>
                  <a:pt x="368" y="560"/>
                  <a:pt x="368" y="560"/>
                </a:cubicBezTo>
                <a:cubicBezTo>
                  <a:pt x="393" y="518"/>
                  <a:pt x="393" y="518"/>
                  <a:pt x="393" y="518"/>
                </a:cubicBezTo>
                <a:cubicBezTo>
                  <a:pt x="410" y="510"/>
                  <a:pt x="410" y="510"/>
                  <a:pt x="410" y="510"/>
                </a:cubicBezTo>
                <a:lnTo>
                  <a:pt x="427" y="518"/>
                </a:lnTo>
                <a:cubicBezTo>
                  <a:pt x="435" y="518"/>
                  <a:pt x="443" y="518"/>
                  <a:pt x="443" y="510"/>
                </a:cubicBezTo>
                <a:cubicBezTo>
                  <a:pt x="443" y="501"/>
                  <a:pt x="443" y="484"/>
                  <a:pt x="443" y="484"/>
                </a:cubicBezTo>
                <a:cubicBezTo>
                  <a:pt x="460" y="468"/>
                  <a:pt x="460" y="468"/>
                  <a:pt x="460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19" y="484"/>
                  <a:pt x="519" y="484"/>
                  <a:pt x="519" y="484"/>
                </a:cubicBezTo>
                <a:cubicBezTo>
                  <a:pt x="519" y="484"/>
                  <a:pt x="519" y="493"/>
                  <a:pt x="519" y="501"/>
                </a:cubicBezTo>
                <a:cubicBezTo>
                  <a:pt x="527" y="501"/>
                  <a:pt x="535" y="510"/>
                  <a:pt x="544" y="510"/>
                </a:cubicBezTo>
                <a:cubicBezTo>
                  <a:pt x="552" y="493"/>
                  <a:pt x="552" y="493"/>
                  <a:pt x="552" y="493"/>
                </a:cubicBezTo>
                <a:cubicBezTo>
                  <a:pt x="577" y="493"/>
                  <a:pt x="577" y="493"/>
                  <a:pt x="577" y="493"/>
                </a:cubicBezTo>
                <a:cubicBezTo>
                  <a:pt x="611" y="535"/>
                  <a:pt x="611" y="535"/>
                  <a:pt x="611" y="535"/>
                </a:cubicBezTo>
                <a:cubicBezTo>
                  <a:pt x="611" y="551"/>
                  <a:pt x="611" y="551"/>
                  <a:pt x="611" y="551"/>
                </a:cubicBezTo>
                <a:lnTo>
                  <a:pt x="594" y="568"/>
                </a:lnTo>
                <a:cubicBezTo>
                  <a:pt x="594" y="576"/>
                  <a:pt x="594" y="576"/>
                  <a:pt x="594" y="585"/>
                </a:cubicBezTo>
                <a:cubicBezTo>
                  <a:pt x="602" y="585"/>
                  <a:pt x="619" y="602"/>
                  <a:pt x="619" y="602"/>
                </a:cubicBezTo>
                <a:cubicBezTo>
                  <a:pt x="619" y="618"/>
                  <a:pt x="619" y="618"/>
                  <a:pt x="619" y="618"/>
                </a:cubicBezTo>
                <a:lnTo>
                  <a:pt x="594" y="660"/>
                </a:lnTo>
                <a:close/>
                <a:moveTo>
                  <a:pt x="594" y="660"/>
                </a:moveTo>
                <a:lnTo>
                  <a:pt x="594" y="6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192826" tIns="96414" rIns="192826" bIns="96414" anchor="ctr"/>
          <a:lstStyle/>
          <a:p>
            <a:pPr>
              <a:defRPr/>
            </a:pPr>
            <a:endParaRPr lang="en-US" sz="2500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cxnSp>
        <p:nvCxnSpPr>
          <p:cNvPr id="95" name="Straight Connector 27"/>
          <p:cNvCxnSpPr/>
          <p:nvPr/>
        </p:nvCxnSpPr>
        <p:spPr>
          <a:xfrm>
            <a:off x="8605934" y="2154643"/>
            <a:ext cx="823273" cy="0"/>
          </a:xfrm>
          <a:prstGeom prst="line">
            <a:avLst/>
          </a:prstGeom>
          <a:ln w="12700">
            <a:solidFill>
              <a:schemeClr val="tx2">
                <a:lumMod val="20000"/>
                <a:lumOff val="80000"/>
              </a:schemeClr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28"/>
          <p:cNvGrpSpPr/>
          <p:nvPr/>
        </p:nvGrpSpPr>
        <p:grpSpPr>
          <a:xfrm>
            <a:off x="9652726" y="1976116"/>
            <a:ext cx="2362169" cy="831258"/>
            <a:chOff x="9152214" y="1873756"/>
            <a:chExt cx="2239686" cy="788200"/>
          </a:xfrm>
        </p:grpSpPr>
        <p:sp>
          <p:nvSpPr>
            <p:cNvPr id="97" name="TextBox 29"/>
            <p:cNvSpPr txBox="1"/>
            <p:nvPr/>
          </p:nvSpPr>
          <p:spPr>
            <a:xfrm>
              <a:off x="9152214" y="1873756"/>
              <a:ext cx="1342362" cy="3210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8" name="TextBox 30"/>
            <p:cNvSpPr txBox="1"/>
            <p:nvPr/>
          </p:nvSpPr>
          <p:spPr>
            <a:xfrm>
              <a:off x="9152214" y="2126319"/>
              <a:ext cx="2239686" cy="535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cxnSp>
        <p:nvCxnSpPr>
          <p:cNvPr id="99" name="Straight Connector 31"/>
          <p:cNvCxnSpPr/>
          <p:nvPr/>
        </p:nvCxnSpPr>
        <p:spPr>
          <a:xfrm>
            <a:off x="9240103" y="3962476"/>
            <a:ext cx="823273" cy="0"/>
          </a:xfrm>
          <a:prstGeom prst="line">
            <a:avLst/>
          </a:prstGeom>
          <a:ln w="12700">
            <a:solidFill>
              <a:schemeClr val="tx2">
                <a:lumMod val="20000"/>
                <a:lumOff val="80000"/>
              </a:schemeClr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32"/>
          <p:cNvGrpSpPr/>
          <p:nvPr/>
        </p:nvGrpSpPr>
        <p:grpSpPr>
          <a:xfrm>
            <a:off x="10286894" y="3783949"/>
            <a:ext cx="2362169" cy="831258"/>
            <a:chOff x="9753500" y="3587943"/>
            <a:chExt cx="2239686" cy="788200"/>
          </a:xfrm>
        </p:grpSpPr>
        <p:sp>
          <p:nvSpPr>
            <p:cNvPr id="101" name="TextBox 33"/>
            <p:cNvSpPr txBox="1"/>
            <p:nvPr/>
          </p:nvSpPr>
          <p:spPr>
            <a:xfrm>
              <a:off x="9753500" y="3587943"/>
              <a:ext cx="1324123" cy="33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02" name="TextBox 34"/>
            <p:cNvSpPr txBox="1"/>
            <p:nvPr/>
          </p:nvSpPr>
          <p:spPr>
            <a:xfrm>
              <a:off x="9753500" y="3840506"/>
              <a:ext cx="2239686" cy="535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cxnSp>
        <p:nvCxnSpPr>
          <p:cNvPr id="103" name="Straight Connector 35"/>
          <p:cNvCxnSpPr/>
          <p:nvPr/>
        </p:nvCxnSpPr>
        <p:spPr>
          <a:xfrm>
            <a:off x="8605934" y="5614645"/>
            <a:ext cx="823273" cy="0"/>
          </a:xfrm>
          <a:prstGeom prst="line">
            <a:avLst/>
          </a:prstGeom>
          <a:ln w="12700">
            <a:solidFill>
              <a:schemeClr val="tx2">
                <a:lumMod val="20000"/>
                <a:lumOff val="80000"/>
              </a:schemeClr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36"/>
          <p:cNvGrpSpPr/>
          <p:nvPr/>
        </p:nvGrpSpPr>
        <p:grpSpPr>
          <a:xfrm>
            <a:off x="9652726" y="5436116"/>
            <a:ext cx="2362169" cy="831258"/>
            <a:chOff x="9152214" y="5154530"/>
            <a:chExt cx="2239686" cy="788200"/>
          </a:xfrm>
        </p:grpSpPr>
        <p:sp>
          <p:nvSpPr>
            <p:cNvPr id="105" name="TextBox 37"/>
            <p:cNvSpPr txBox="1"/>
            <p:nvPr/>
          </p:nvSpPr>
          <p:spPr>
            <a:xfrm>
              <a:off x="9152214" y="5154530"/>
              <a:ext cx="1342362" cy="3210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06" name="TextBox 38"/>
            <p:cNvSpPr txBox="1"/>
            <p:nvPr/>
          </p:nvSpPr>
          <p:spPr>
            <a:xfrm>
              <a:off x="9152214" y="5407093"/>
              <a:ext cx="2239686" cy="535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cxnSp>
        <p:nvCxnSpPr>
          <p:cNvPr id="107" name="Straight Connector 39"/>
          <p:cNvCxnSpPr/>
          <p:nvPr/>
        </p:nvCxnSpPr>
        <p:spPr>
          <a:xfrm flipH="1">
            <a:off x="2795375" y="3962476"/>
            <a:ext cx="823273" cy="0"/>
          </a:xfrm>
          <a:prstGeom prst="line">
            <a:avLst/>
          </a:prstGeom>
          <a:ln w="12700">
            <a:solidFill>
              <a:schemeClr val="tx2">
                <a:lumMod val="20000"/>
                <a:lumOff val="80000"/>
              </a:schemeClr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40"/>
          <p:cNvGrpSpPr/>
          <p:nvPr/>
        </p:nvGrpSpPr>
        <p:grpSpPr>
          <a:xfrm>
            <a:off x="322790" y="3783949"/>
            <a:ext cx="2416855" cy="831258"/>
            <a:chOff x="306052" y="3587943"/>
            <a:chExt cx="2291537" cy="788200"/>
          </a:xfrm>
        </p:grpSpPr>
        <p:sp>
          <p:nvSpPr>
            <p:cNvPr id="109" name="TextBox 41"/>
            <p:cNvSpPr txBox="1"/>
            <p:nvPr/>
          </p:nvSpPr>
          <p:spPr>
            <a:xfrm flipH="1">
              <a:off x="1273466" y="3587943"/>
              <a:ext cx="1324123" cy="3365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0" name="TextBox 42"/>
            <p:cNvSpPr txBox="1"/>
            <p:nvPr/>
          </p:nvSpPr>
          <p:spPr>
            <a:xfrm flipH="1">
              <a:off x="306052" y="3840506"/>
              <a:ext cx="2239686" cy="535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cxnSp>
        <p:nvCxnSpPr>
          <p:cNvPr id="111" name="Straight Connector 43"/>
          <p:cNvCxnSpPr/>
          <p:nvPr/>
        </p:nvCxnSpPr>
        <p:spPr>
          <a:xfrm flipH="1">
            <a:off x="3429544" y="5614645"/>
            <a:ext cx="823273" cy="0"/>
          </a:xfrm>
          <a:prstGeom prst="line">
            <a:avLst/>
          </a:prstGeom>
          <a:ln w="12700">
            <a:solidFill>
              <a:schemeClr val="tx2">
                <a:lumMod val="20000"/>
                <a:lumOff val="80000"/>
              </a:schemeClr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44"/>
          <p:cNvGrpSpPr/>
          <p:nvPr/>
        </p:nvGrpSpPr>
        <p:grpSpPr>
          <a:xfrm>
            <a:off x="843855" y="5436115"/>
            <a:ext cx="2362169" cy="831258"/>
            <a:chOff x="800100" y="5154530"/>
            <a:chExt cx="2239686" cy="788200"/>
          </a:xfrm>
        </p:grpSpPr>
        <p:sp>
          <p:nvSpPr>
            <p:cNvPr id="113" name="TextBox 45"/>
            <p:cNvSpPr txBox="1"/>
            <p:nvPr/>
          </p:nvSpPr>
          <p:spPr>
            <a:xfrm flipH="1">
              <a:off x="1544748" y="5154530"/>
              <a:ext cx="1342362" cy="3210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4" name="TextBox 46"/>
            <p:cNvSpPr txBox="1"/>
            <p:nvPr/>
          </p:nvSpPr>
          <p:spPr>
            <a:xfrm flipH="1">
              <a:off x="800100" y="5407093"/>
              <a:ext cx="2239686" cy="535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5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91" grpId="0" animBg="1"/>
      <p:bldP spid="92" grpId="0" animBg="1"/>
      <p:bldP spid="93" grpId="0" animBg="1"/>
      <p:bldP spid="9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37" name="任意多边形 36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009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535620" y="333508"/>
            <a:ext cx="2791629" cy="616721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362842"/>
            <a:ext cx="654696" cy="589581"/>
            <a:chOff x="445380" y="344047"/>
            <a:chExt cx="620748" cy="559040"/>
          </a:xfrm>
          <a:solidFill>
            <a:srgbClr val="F68808"/>
          </a:solidFill>
        </p:grpSpPr>
        <p:sp>
          <p:nvSpPr>
            <p:cNvPr id="51" name="矩形 50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53311" y="377787"/>
              <a:ext cx="612817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04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56" name="Group 4"/>
          <p:cNvGrpSpPr/>
          <p:nvPr/>
        </p:nvGrpSpPr>
        <p:grpSpPr>
          <a:xfrm>
            <a:off x="1469271" y="3636404"/>
            <a:ext cx="888270" cy="890440"/>
            <a:chOff x="1393086" y="3855331"/>
            <a:chExt cx="842212" cy="844315"/>
          </a:xfrm>
        </p:grpSpPr>
        <p:sp>
          <p:nvSpPr>
            <p:cNvPr id="57" name="Oval 36"/>
            <p:cNvSpPr>
              <a:spLocks noChangeArrowheads="1"/>
            </p:cNvSpPr>
            <p:nvPr/>
          </p:nvSpPr>
          <p:spPr bwMode="auto">
            <a:xfrm>
              <a:off x="1393086" y="3855331"/>
              <a:ext cx="842212" cy="844315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8" name="Oval 37"/>
            <p:cNvSpPr>
              <a:spLocks noChangeArrowheads="1"/>
            </p:cNvSpPr>
            <p:nvPr/>
          </p:nvSpPr>
          <p:spPr bwMode="auto">
            <a:xfrm>
              <a:off x="1453019" y="3915264"/>
              <a:ext cx="723398" cy="724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9" name="Freeform 38"/>
            <p:cNvSpPr>
              <a:spLocks noEditPoints="1"/>
            </p:cNvSpPr>
            <p:nvPr/>
          </p:nvSpPr>
          <p:spPr bwMode="auto">
            <a:xfrm>
              <a:off x="1673824" y="4037232"/>
              <a:ext cx="278635" cy="480513"/>
            </a:xfrm>
            <a:custGeom>
              <a:avLst/>
              <a:gdLst>
                <a:gd name="T0" fmla="*/ 102 w 112"/>
                <a:gd name="T1" fmla="*/ 0 h 193"/>
                <a:gd name="T2" fmla="*/ 10 w 112"/>
                <a:gd name="T3" fmla="*/ 0 h 193"/>
                <a:gd name="T4" fmla="*/ 0 w 112"/>
                <a:gd name="T5" fmla="*/ 10 h 193"/>
                <a:gd name="T6" fmla="*/ 0 w 112"/>
                <a:gd name="T7" fmla="*/ 183 h 193"/>
                <a:gd name="T8" fmla="*/ 10 w 112"/>
                <a:gd name="T9" fmla="*/ 193 h 193"/>
                <a:gd name="T10" fmla="*/ 102 w 112"/>
                <a:gd name="T11" fmla="*/ 193 h 193"/>
                <a:gd name="T12" fmla="*/ 112 w 112"/>
                <a:gd name="T13" fmla="*/ 183 h 193"/>
                <a:gd name="T14" fmla="*/ 112 w 112"/>
                <a:gd name="T15" fmla="*/ 10 h 193"/>
                <a:gd name="T16" fmla="*/ 102 w 112"/>
                <a:gd name="T17" fmla="*/ 0 h 193"/>
                <a:gd name="T18" fmla="*/ 27 w 112"/>
                <a:gd name="T19" fmla="*/ 9 h 193"/>
                <a:gd name="T20" fmla="*/ 90 w 112"/>
                <a:gd name="T21" fmla="*/ 9 h 193"/>
                <a:gd name="T22" fmla="*/ 90 w 112"/>
                <a:gd name="T23" fmla="*/ 14 h 193"/>
                <a:gd name="T24" fmla="*/ 27 w 112"/>
                <a:gd name="T25" fmla="*/ 14 h 193"/>
                <a:gd name="T26" fmla="*/ 27 w 112"/>
                <a:gd name="T27" fmla="*/ 9 h 193"/>
                <a:gd name="T28" fmla="*/ 58 w 112"/>
                <a:gd name="T29" fmla="*/ 184 h 193"/>
                <a:gd name="T30" fmla="*/ 47 w 112"/>
                <a:gd name="T31" fmla="*/ 173 h 193"/>
                <a:gd name="T32" fmla="*/ 58 w 112"/>
                <a:gd name="T33" fmla="*/ 163 h 193"/>
                <a:gd name="T34" fmla="*/ 68 w 112"/>
                <a:gd name="T35" fmla="*/ 173 h 193"/>
                <a:gd name="T36" fmla="*/ 58 w 112"/>
                <a:gd name="T37" fmla="*/ 184 h 193"/>
                <a:gd name="T38" fmla="*/ 102 w 112"/>
                <a:gd name="T39" fmla="*/ 155 h 193"/>
                <a:gd name="T40" fmla="*/ 10 w 112"/>
                <a:gd name="T41" fmla="*/ 155 h 193"/>
                <a:gd name="T42" fmla="*/ 10 w 112"/>
                <a:gd name="T43" fmla="*/ 24 h 193"/>
                <a:gd name="T44" fmla="*/ 102 w 112"/>
                <a:gd name="T45" fmla="*/ 24 h 193"/>
                <a:gd name="T46" fmla="*/ 102 w 112"/>
                <a:gd name="T47" fmla="*/ 15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2" h="193">
                  <a:moveTo>
                    <a:pt x="102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189"/>
                    <a:pt x="5" y="193"/>
                    <a:pt x="10" y="193"/>
                  </a:cubicBezTo>
                  <a:cubicBezTo>
                    <a:pt x="102" y="193"/>
                    <a:pt x="102" y="193"/>
                    <a:pt x="102" y="193"/>
                  </a:cubicBezTo>
                  <a:cubicBezTo>
                    <a:pt x="108" y="193"/>
                    <a:pt x="112" y="189"/>
                    <a:pt x="112" y="183"/>
                  </a:cubicBezTo>
                  <a:cubicBezTo>
                    <a:pt x="112" y="10"/>
                    <a:pt x="112" y="10"/>
                    <a:pt x="112" y="10"/>
                  </a:cubicBezTo>
                  <a:cubicBezTo>
                    <a:pt x="112" y="5"/>
                    <a:pt x="108" y="0"/>
                    <a:pt x="102" y="0"/>
                  </a:cubicBezTo>
                  <a:close/>
                  <a:moveTo>
                    <a:pt x="27" y="9"/>
                  </a:moveTo>
                  <a:cubicBezTo>
                    <a:pt x="90" y="9"/>
                    <a:pt x="90" y="9"/>
                    <a:pt x="90" y="9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27" y="14"/>
                    <a:pt x="27" y="14"/>
                    <a:pt x="27" y="14"/>
                  </a:cubicBezTo>
                  <a:lnTo>
                    <a:pt x="27" y="9"/>
                  </a:lnTo>
                  <a:close/>
                  <a:moveTo>
                    <a:pt x="58" y="184"/>
                  </a:moveTo>
                  <a:cubicBezTo>
                    <a:pt x="52" y="184"/>
                    <a:pt x="47" y="179"/>
                    <a:pt x="47" y="173"/>
                  </a:cubicBezTo>
                  <a:cubicBezTo>
                    <a:pt x="47" y="167"/>
                    <a:pt x="52" y="163"/>
                    <a:pt x="58" y="163"/>
                  </a:cubicBezTo>
                  <a:cubicBezTo>
                    <a:pt x="64" y="163"/>
                    <a:pt x="68" y="167"/>
                    <a:pt x="68" y="173"/>
                  </a:cubicBezTo>
                  <a:cubicBezTo>
                    <a:pt x="68" y="179"/>
                    <a:pt x="64" y="184"/>
                    <a:pt x="58" y="184"/>
                  </a:cubicBezTo>
                  <a:close/>
                  <a:moveTo>
                    <a:pt x="102" y="155"/>
                  </a:moveTo>
                  <a:cubicBezTo>
                    <a:pt x="10" y="155"/>
                    <a:pt x="10" y="155"/>
                    <a:pt x="10" y="15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2" y="24"/>
                    <a:pt x="102" y="24"/>
                    <a:pt x="102" y="24"/>
                  </a:cubicBezTo>
                  <a:lnTo>
                    <a:pt x="102" y="155"/>
                  </a:ln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0" name="Group 8"/>
          <p:cNvGrpSpPr/>
          <p:nvPr/>
        </p:nvGrpSpPr>
        <p:grpSpPr>
          <a:xfrm>
            <a:off x="1479251" y="4515755"/>
            <a:ext cx="864983" cy="1332998"/>
            <a:chOff x="1402549" y="4689132"/>
            <a:chExt cx="820132" cy="1263949"/>
          </a:xfrm>
        </p:grpSpPr>
        <p:sp>
          <p:nvSpPr>
            <p:cNvPr id="61" name="Freeform 40"/>
            <p:cNvSpPr/>
            <p:nvPr/>
          </p:nvSpPr>
          <p:spPr bwMode="auto">
            <a:xfrm>
              <a:off x="1402549" y="4689132"/>
              <a:ext cx="820132" cy="169284"/>
            </a:xfrm>
            <a:custGeom>
              <a:avLst/>
              <a:gdLst>
                <a:gd name="T0" fmla="*/ 330 w 330"/>
                <a:gd name="T1" fmla="*/ 0 h 68"/>
                <a:gd name="T2" fmla="*/ 165 w 330"/>
                <a:gd name="T3" fmla="*/ 68 h 68"/>
                <a:gd name="T4" fmla="*/ 0 w 330"/>
                <a:gd name="T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0" h="68">
                  <a:moveTo>
                    <a:pt x="330" y="0"/>
                  </a:moveTo>
                  <a:cubicBezTo>
                    <a:pt x="288" y="42"/>
                    <a:pt x="230" y="68"/>
                    <a:pt x="165" y="68"/>
                  </a:cubicBezTo>
                  <a:cubicBezTo>
                    <a:pt x="101" y="68"/>
                    <a:pt x="42" y="42"/>
                    <a:pt x="0" y="0"/>
                  </a:cubicBezTo>
                </a:path>
              </a:pathLst>
            </a:custGeom>
            <a:noFill/>
            <a:ln w="44450" cap="flat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2" name="Line 39"/>
            <p:cNvSpPr>
              <a:spLocks noChangeShapeType="1"/>
            </p:cNvSpPr>
            <p:nvPr/>
          </p:nvSpPr>
          <p:spPr bwMode="auto">
            <a:xfrm flipV="1">
              <a:off x="1812615" y="4860958"/>
              <a:ext cx="0" cy="1092123"/>
            </a:xfrm>
            <a:prstGeom prst="line">
              <a:avLst/>
            </a:prstGeom>
            <a:noFill/>
            <a:ln w="44450" cap="flat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3" name="Group 11"/>
          <p:cNvGrpSpPr/>
          <p:nvPr/>
        </p:nvGrpSpPr>
        <p:grpSpPr>
          <a:xfrm>
            <a:off x="3281816" y="3011267"/>
            <a:ext cx="889380" cy="889331"/>
            <a:chOff x="3111648" y="3262577"/>
            <a:chExt cx="843264" cy="843264"/>
          </a:xfrm>
        </p:grpSpPr>
        <p:sp>
          <p:nvSpPr>
            <p:cNvPr id="64" name="Oval 41"/>
            <p:cNvSpPr>
              <a:spLocks noChangeArrowheads="1"/>
            </p:cNvSpPr>
            <p:nvPr/>
          </p:nvSpPr>
          <p:spPr bwMode="auto">
            <a:xfrm>
              <a:off x="3111648" y="3262577"/>
              <a:ext cx="843264" cy="843264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5" name="Oval 42"/>
            <p:cNvSpPr>
              <a:spLocks noChangeArrowheads="1"/>
            </p:cNvSpPr>
            <p:nvPr/>
          </p:nvSpPr>
          <p:spPr bwMode="auto">
            <a:xfrm>
              <a:off x="3171580" y="3321458"/>
              <a:ext cx="723398" cy="724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6" name="Freeform 43"/>
            <p:cNvSpPr/>
            <p:nvPr/>
          </p:nvSpPr>
          <p:spPr bwMode="auto">
            <a:xfrm>
              <a:off x="3628962" y="3470764"/>
              <a:ext cx="124071" cy="125123"/>
            </a:xfrm>
            <a:custGeom>
              <a:avLst/>
              <a:gdLst>
                <a:gd name="T0" fmla="*/ 39 w 50"/>
                <a:gd name="T1" fmla="*/ 11 h 50"/>
                <a:gd name="T2" fmla="*/ 3 w 50"/>
                <a:gd name="T3" fmla="*/ 7 h 50"/>
                <a:gd name="T4" fmla="*/ 2 w 50"/>
                <a:gd name="T5" fmla="*/ 15 h 50"/>
                <a:gd name="T6" fmla="*/ 35 w 50"/>
                <a:gd name="T7" fmla="*/ 48 h 50"/>
                <a:gd name="T8" fmla="*/ 43 w 50"/>
                <a:gd name="T9" fmla="*/ 47 h 50"/>
                <a:gd name="T10" fmla="*/ 39 w 50"/>
                <a:gd name="T11" fmla="*/ 1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50">
                  <a:moveTo>
                    <a:pt x="39" y="11"/>
                  </a:moveTo>
                  <a:cubicBezTo>
                    <a:pt x="29" y="1"/>
                    <a:pt x="15" y="0"/>
                    <a:pt x="3" y="7"/>
                  </a:cubicBezTo>
                  <a:cubicBezTo>
                    <a:pt x="1" y="9"/>
                    <a:pt x="0" y="13"/>
                    <a:pt x="2" y="15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7" y="50"/>
                    <a:pt x="41" y="50"/>
                    <a:pt x="43" y="47"/>
                  </a:cubicBezTo>
                  <a:cubicBezTo>
                    <a:pt x="50" y="36"/>
                    <a:pt x="49" y="21"/>
                    <a:pt x="39" y="11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7" name="Freeform 44"/>
            <p:cNvSpPr>
              <a:spLocks noEditPoints="1"/>
            </p:cNvSpPr>
            <p:nvPr/>
          </p:nvSpPr>
          <p:spPr bwMode="auto">
            <a:xfrm>
              <a:off x="3340864" y="3506514"/>
              <a:ext cx="377471" cy="384831"/>
            </a:xfrm>
            <a:custGeom>
              <a:avLst/>
              <a:gdLst>
                <a:gd name="T0" fmla="*/ 138 w 152"/>
                <a:gd name="T1" fmla="*/ 118 h 155"/>
                <a:gd name="T2" fmla="*/ 152 w 152"/>
                <a:gd name="T3" fmla="*/ 74 h 155"/>
                <a:gd name="T4" fmla="*/ 77 w 152"/>
                <a:gd name="T5" fmla="*/ 0 h 155"/>
                <a:gd name="T6" fmla="*/ 76 w 152"/>
                <a:gd name="T7" fmla="*/ 0 h 155"/>
                <a:gd name="T8" fmla="*/ 3 w 152"/>
                <a:gd name="T9" fmla="*/ 74 h 155"/>
                <a:gd name="T10" fmla="*/ 15 w 152"/>
                <a:gd name="T11" fmla="*/ 115 h 155"/>
                <a:gd name="T12" fmla="*/ 3 w 152"/>
                <a:gd name="T13" fmla="*/ 141 h 155"/>
                <a:gd name="T14" fmla="*/ 7 w 152"/>
                <a:gd name="T15" fmla="*/ 154 h 155"/>
                <a:gd name="T16" fmla="*/ 12 w 152"/>
                <a:gd name="T17" fmla="*/ 155 h 155"/>
                <a:gd name="T18" fmla="*/ 20 w 152"/>
                <a:gd name="T19" fmla="*/ 150 h 155"/>
                <a:gd name="T20" fmla="*/ 30 w 152"/>
                <a:gd name="T21" fmla="*/ 131 h 155"/>
                <a:gd name="T22" fmla="*/ 76 w 152"/>
                <a:gd name="T23" fmla="*/ 148 h 155"/>
                <a:gd name="T24" fmla="*/ 77 w 152"/>
                <a:gd name="T25" fmla="*/ 148 h 155"/>
                <a:gd name="T26" fmla="*/ 123 w 152"/>
                <a:gd name="T27" fmla="*/ 133 h 155"/>
                <a:gd name="T28" fmla="*/ 131 w 152"/>
                <a:gd name="T29" fmla="*/ 150 h 155"/>
                <a:gd name="T30" fmla="*/ 140 w 152"/>
                <a:gd name="T31" fmla="*/ 155 h 155"/>
                <a:gd name="T32" fmla="*/ 145 w 152"/>
                <a:gd name="T33" fmla="*/ 154 h 155"/>
                <a:gd name="T34" fmla="*/ 149 w 152"/>
                <a:gd name="T35" fmla="*/ 141 h 155"/>
                <a:gd name="T36" fmla="*/ 138 w 152"/>
                <a:gd name="T37" fmla="*/ 118 h 155"/>
                <a:gd name="T38" fmla="*/ 77 w 152"/>
                <a:gd name="T39" fmla="*/ 129 h 155"/>
                <a:gd name="T40" fmla="*/ 76 w 152"/>
                <a:gd name="T41" fmla="*/ 128 h 155"/>
                <a:gd name="T42" fmla="*/ 23 w 152"/>
                <a:gd name="T43" fmla="*/ 74 h 155"/>
                <a:gd name="T44" fmla="*/ 76 w 152"/>
                <a:gd name="T45" fmla="*/ 20 h 155"/>
                <a:gd name="T46" fmla="*/ 77 w 152"/>
                <a:gd name="T47" fmla="*/ 20 h 155"/>
                <a:gd name="T48" fmla="*/ 132 w 152"/>
                <a:gd name="T49" fmla="*/ 74 h 155"/>
                <a:gd name="T50" fmla="*/ 77 w 152"/>
                <a:gd name="T51" fmla="*/ 12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2" h="155">
                  <a:moveTo>
                    <a:pt x="138" y="118"/>
                  </a:moveTo>
                  <a:cubicBezTo>
                    <a:pt x="146" y="105"/>
                    <a:pt x="152" y="90"/>
                    <a:pt x="152" y="74"/>
                  </a:cubicBezTo>
                  <a:cubicBezTo>
                    <a:pt x="152" y="33"/>
                    <a:pt x="118" y="0"/>
                    <a:pt x="77" y="0"/>
                  </a:cubicBezTo>
                  <a:cubicBezTo>
                    <a:pt x="77" y="0"/>
                    <a:pt x="77" y="0"/>
                    <a:pt x="76" y="0"/>
                  </a:cubicBezTo>
                  <a:cubicBezTo>
                    <a:pt x="36" y="0"/>
                    <a:pt x="3" y="34"/>
                    <a:pt x="3" y="74"/>
                  </a:cubicBezTo>
                  <a:cubicBezTo>
                    <a:pt x="3" y="89"/>
                    <a:pt x="8" y="103"/>
                    <a:pt x="15" y="115"/>
                  </a:cubicBezTo>
                  <a:cubicBezTo>
                    <a:pt x="3" y="141"/>
                    <a:pt x="3" y="141"/>
                    <a:pt x="3" y="141"/>
                  </a:cubicBezTo>
                  <a:cubicBezTo>
                    <a:pt x="0" y="146"/>
                    <a:pt x="2" y="152"/>
                    <a:pt x="7" y="154"/>
                  </a:cubicBezTo>
                  <a:cubicBezTo>
                    <a:pt x="8" y="155"/>
                    <a:pt x="10" y="155"/>
                    <a:pt x="12" y="155"/>
                  </a:cubicBezTo>
                  <a:cubicBezTo>
                    <a:pt x="15" y="155"/>
                    <a:pt x="19" y="153"/>
                    <a:pt x="20" y="150"/>
                  </a:cubicBezTo>
                  <a:cubicBezTo>
                    <a:pt x="30" y="131"/>
                    <a:pt x="30" y="131"/>
                    <a:pt x="30" y="131"/>
                  </a:cubicBezTo>
                  <a:cubicBezTo>
                    <a:pt x="42" y="142"/>
                    <a:pt x="59" y="148"/>
                    <a:pt x="76" y="148"/>
                  </a:cubicBezTo>
                  <a:cubicBezTo>
                    <a:pt x="77" y="148"/>
                    <a:pt x="77" y="148"/>
                    <a:pt x="77" y="148"/>
                  </a:cubicBezTo>
                  <a:cubicBezTo>
                    <a:pt x="94" y="148"/>
                    <a:pt x="110" y="143"/>
                    <a:pt x="123" y="133"/>
                  </a:cubicBezTo>
                  <a:cubicBezTo>
                    <a:pt x="131" y="150"/>
                    <a:pt x="131" y="150"/>
                    <a:pt x="131" y="150"/>
                  </a:cubicBezTo>
                  <a:cubicBezTo>
                    <a:pt x="133" y="153"/>
                    <a:pt x="137" y="155"/>
                    <a:pt x="140" y="155"/>
                  </a:cubicBezTo>
                  <a:cubicBezTo>
                    <a:pt x="142" y="155"/>
                    <a:pt x="143" y="155"/>
                    <a:pt x="145" y="154"/>
                  </a:cubicBezTo>
                  <a:cubicBezTo>
                    <a:pt x="150" y="152"/>
                    <a:pt x="152" y="146"/>
                    <a:pt x="149" y="141"/>
                  </a:cubicBezTo>
                  <a:lnTo>
                    <a:pt x="138" y="118"/>
                  </a:lnTo>
                  <a:close/>
                  <a:moveTo>
                    <a:pt x="77" y="129"/>
                  </a:moveTo>
                  <a:cubicBezTo>
                    <a:pt x="77" y="129"/>
                    <a:pt x="77" y="128"/>
                    <a:pt x="76" y="128"/>
                  </a:cubicBezTo>
                  <a:cubicBezTo>
                    <a:pt x="47" y="128"/>
                    <a:pt x="23" y="104"/>
                    <a:pt x="23" y="74"/>
                  </a:cubicBezTo>
                  <a:cubicBezTo>
                    <a:pt x="23" y="45"/>
                    <a:pt x="47" y="20"/>
                    <a:pt x="76" y="20"/>
                  </a:cubicBezTo>
                  <a:cubicBezTo>
                    <a:pt x="77" y="20"/>
                    <a:pt x="77" y="20"/>
                    <a:pt x="77" y="20"/>
                  </a:cubicBezTo>
                  <a:cubicBezTo>
                    <a:pt x="107" y="20"/>
                    <a:pt x="132" y="44"/>
                    <a:pt x="132" y="74"/>
                  </a:cubicBezTo>
                  <a:cubicBezTo>
                    <a:pt x="132" y="104"/>
                    <a:pt x="107" y="129"/>
                    <a:pt x="77" y="129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8" name="Freeform 45"/>
            <p:cNvSpPr/>
            <p:nvPr/>
          </p:nvSpPr>
          <p:spPr bwMode="auto">
            <a:xfrm>
              <a:off x="3455472" y="3623225"/>
              <a:ext cx="91476" cy="156666"/>
            </a:xfrm>
            <a:custGeom>
              <a:avLst/>
              <a:gdLst>
                <a:gd name="T0" fmla="*/ 31 w 37"/>
                <a:gd name="T1" fmla="*/ 0 h 63"/>
                <a:gd name="T2" fmla="*/ 30 w 37"/>
                <a:gd name="T3" fmla="*/ 0 h 63"/>
                <a:gd name="T4" fmla="*/ 26 w 37"/>
                <a:gd name="T5" fmla="*/ 5 h 63"/>
                <a:gd name="T6" fmla="*/ 26 w 37"/>
                <a:gd name="T7" fmla="*/ 27 h 63"/>
                <a:gd name="T8" fmla="*/ 2 w 37"/>
                <a:gd name="T9" fmla="*/ 54 h 63"/>
                <a:gd name="T10" fmla="*/ 3 w 37"/>
                <a:gd name="T11" fmla="*/ 62 h 63"/>
                <a:gd name="T12" fmla="*/ 7 w 37"/>
                <a:gd name="T13" fmla="*/ 63 h 63"/>
                <a:gd name="T14" fmla="*/ 11 w 37"/>
                <a:gd name="T15" fmla="*/ 61 h 63"/>
                <a:gd name="T16" fmla="*/ 30 w 37"/>
                <a:gd name="T17" fmla="*/ 39 h 63"/>
                <a:gd name="T18" fmla="*/ 35 w 37"/>
                <a:gd name="T19" fmla="*/ 34 h 63"/>
                <a:gd name="T20" fmla="*/ 37 w 37"/>
                <a:gd name="T21" fmla="*/ 29 h 63"/>
                <a:gd name="T22" fmla="*/ 37 w 37"/>
                <a:gd name="T23" fmla="*/ 5 h 63"/>
                <a:gd name="T24" fmla="*/ 31 w 37"/>
                <a:gd name="T2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" h="63">
                  <a:moveTo>
                    <a:pt x="31" y="0"/>
                  </a:moveTo>
                  <a:cubicBezTo>
                    <a:pt x="31" y="0"/>
                    <a:pt x="31" y="0"/>
                    <a:pt x="30" y="0"/>
                  </a:cubicBezTo>
                  <a:cubicBezTo>
                    <a:pt x="28" y="0"/>
                    <a:pt x="26" y="2"/>
                    <a:pt x="26" y="5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56"/>
                    <a:pt x="1" y="60"/>
                    <a:pt x="3" y="62"/>
                  </a:cubicBezTo>
                  <a:cubicBezTo>
                    <a:pt x="4" y="63"/>
                    <a:pt x="6" y="63"/>
                    <a:pt x="7" y="63"/>
                  </a:cubicBezTo>
                  <a:cubicBezTo>
                    <a:pt x="8" y="63"/>
                    <a:pt x="10" y="63"/>
                    <a:pt x="11" y="61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6" y="33"/>
                    <a:pt x="37" y="31"/>
                    <a:pt x="37" y="29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2"/>
                    <a:pt x="34" y="0"/>
                    <a:pt x="31" y="0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9" name="Freeform 46"/>
            <p:cNvSpPr/>
            <p:nvPr/>
          </p:nvSpPr>
          <p:spPr bwMode="auto">
            <a:xfrm>
              <a:off x="3313526" y="3470764"/>
              <a:ext cx="124071" cy="125123"/>
            </a:xfrm>
            <a:custGeom>
              <a:avLst/>
              <a:gdLst>
                <a:gd name="T0" fmla="*/ 11 w 50"/>
                <a:gd name="T1" fmla="*/ 11 h 50"/>
                <a:gd name="T2" fmla="*/ 7 w 50"/>
                <a:gd name="T3" fmla="*/ 47 h 50"/>
                <a:gd name="T4" fmla="*/ 15 w 50"/>
                <a:gd name="T5" fmla="*/ 48 h 50"/>
                <a:gd name="T6" fmla="*/ 48 w 50"/>
                <a:gd name="T7" fmla="*/ 15 h 50"/>
                <a:gd name="T8" fmla="*/ 47 w 50"/>
                <a:gd name="T9" fmla="*/ 7 h 50"/>
                <a:gd name="T10" fmla="*/ 11 w 50"/>
                <a:gd name="T11" fmla="*/ 1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50">
                  <a:moveTo>
                    <a:pt x="11" y="11"/>
                  </a:moveTo>
                  <a:cubicBezTo>
                    <a:pt x="1" y="21"/>
                    <a:pt x="0" y="36"/>
                    <a:pt x="7" y="47"/>
                  </a:cubicBezTo>
                  <a:cubicBezTo>
                    <a:pt x="9" y="50"/>
                    <a:pt x="13" y="50"/>
                    <a:pt x="15" y="4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50" y="13"/>
                    <a:pt x="50" y="9"/>
                    <a:pt x="47" y="7"/>
                  </a:cubicBezTo>
                  <a:cubicBezTo>
                    <a:pt x="36" y="0"/>
                    <a:pt x="21" y="1"/>
                    <a:pt x="11" y="11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0" name="Group 18"/>
          <p:cNvGrpSpPr/>
          <p:nvPr/>
        </p:nvGrpSpPr>
        <p:grpSpPr>
          <a:xfrm>
            <a:off x="3292906" y="3889510"/>
            <a:ext cx="867201" cy="1959241"/>
            <a:chOff x="3122162" y="4095326"/>
            <a:chExt cx="822235" cy="1857753"/>
          </a:xfrm>
        </p:grpSpPr>
        <p:sp>
          <p:nvSpPr>
            <p:cNvPr id="71" name="Freeform 48"/>
            <p:cNvSpPr/>
            <p:nvPr/>
          </p:nvSpPr>
          <p:spPr bwMode="auto">
            <a:xfrm>
              <a:off x="3122162" y="4095326"/>
              <a:ext cx="822235" cy="169284"/>
            </a:xfrm>
            <a:custGeom>
              <a:avLst/>
              <a:gdLst>
                <a:gd name="T0" fmla="*/ 331 w 331"/>
                <a:gd name="T1" fmla="*/ 0 h 68"/>
                <a:gd name="T2" fmla="*/ 166 w 331"/>
                <a:gd name="T3" fmla="*/ 68 h 68"/>
                <a:gd name="T4" fmla="*/ 0 w 331"/>
                <a:gd name="T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1" h="68">
                  <a:moveTo>
                    <a:pt x="331" y="0"/>
                  </a:moveTo>
                  <a:cubicBezTo>
                    <a:pt x="288" y="42"/>
                    <a:pt x="230" y="68"/>
                    <a:pt x="166" y="68"/>
                  </a:cubicBezTo>
                  <a:cubicBezTo>
                    <a:pt x="101" y="68"/>
                    <a:pt x="43" y="42"/>
                    <a:pt x="0" y="0"/>
                  </a:cubicBezTo>
                </a:path>
              </a:pathLst>
            </a:custGeom>
            <a:noFill/>
            <a:ln w="44450" cap="flat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2" name="Line 47"/>
            <p:cNvSpPr>
              <a:spLocks noChangeShapeType="1"/>
            </p:cNvSpPr>
            <p:nvPr/>
          </p:nvSpPr>
          <p:spPr bwMode="auto">
            <a:xfrm flipV="1">
              <a:off x="3534331" y="4264612"/>
              <a:ext cx="0" cy="1688467"/>
            </a:xfrm>
            <a:prstGeom prst="line">
              <a:avLst/>
            </a:prstGeom>
            <a:noFill/>
            <a:ln w="44450" cap="flat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3" name="Group 21"/>
          <p:cNvGrpSpPr/>
          <p:nvPr/>
        </p:nvGrpSpPr>
        <p:grpSpPr>
          <a:xfrm>
            <a:off x="5096580" y="4005946"/>
            <a:ext cx="886054" cy="889331"/>
            <a:chOff x="4832313" y="4205731"/>
            <a:chExt cx="840110" cy="843264"/>
          </a:xfrm>
        </p:grpSpPr>
        <p:sp>
          <p:nvSpPr>
            <p:cNvPr id="74" name="Oval 49"/>
            <p:cNvSpPr>
              <a:spLocks noChangeArrowheads="1"/>
            </p:cNvSpPr>
            <p:nvPr/>
          </p:nvSpPr>
          <p:spPr bwMode="auto">
            <a:xfrm>
              <a:off x="4832313" y="4205731"/>
              <a:ext cx="840110" cy="843264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5" name="Oval 50"/>
            <p:cNvSpPr>
              <a:spLocks noChangeArrowheads="1"/>
            </p:cNvSpPr>
            <p:nvPr/>
          </p:nvSpPr>
          <p:spPr bwMode="auto">
            <a:xfrm>
              <a:off x="4890142" y="4264613"/>
              <a:ext cx="725501" cy="724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6" name="Freeform 51"/>
            <p:cNvSpPr/>
            <p:nvPr/>
          </p:nvSpPr>
          <p:spPr bwMode="auto">
            <a:xfrm>
              <a:off x="5178240" y="4377118"/>
              <a:ext cx="325950" cy="323847"/>
            </a:xfrm>
            <a:custGeom>
              <a:avLst/>
              <a:gdLst>
                <a:gd name="T0" fmla="*/ 35 w 131"/>
                <a:gd name="T1" fmla="*/ 94 h 130"/>
                <a:gd name="T2" fmla="*/ 37 w 131"/>
                <a:gd name="T3" fmla="*/ 95 h 130"/>
                <a:gd name="T4" fmla="*/ 120 w 131"/>
                <a:gd name="T5" fmla="*/ 130 h 130"/>
                <a:gd name="T6" fmla="*/ 122 w 131"/>
                <a:gd name="T7" fmla="*/ 130 h 130"/>
                <a:gd name="T8" fmla="*/ 124 w 131"/>
                <a:gd name="T9" fmla="*/ 128 h 130"/>
                <a:gd name="T10" fmla="*/ 119 w 131"/>
                <a:gd name="T11" fmla="*/ 58 h 130"/>
                <a:gd name="T12" fmla="*/ 68 w 131"/>
                <a:gd name="T13" fmla="*/ 10 h 130"/>
                <a:gd name="T14" fmla="*/ 3 w 131"/>
                <a:gd name="T15" fmla="*/ 6 h 130"/>
                <a:gd name="T16" fmla="*/ 1 w 131"/>
                <a:gd name="T17" fmla="*/ 8 h 130"/>
                <a:gd name="T18" fmla="*/ 1 w 131"/>
                <a:gd name="T19" fmla="*/ 10 h 130"/>
                <a:gd name="T20" fmla="*/ 35 w 131"/>
                <a:gd name="T21" fmla="*/ 9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1" h="130">
                  <a:moveTo>
                    <a:pt x="35" y="94"/>
                  </a:moveTo>
                  <a:cubicBezTo>
                    <a:pt x="35" y="94"/>
                    <a:pt x="36" y="95"/>
                    <a:pt x="37" y="95"/>
                  </a:cubicBezTo>
                  <a:cubicBezTo>
                    <a:pt x="120" y="130"/>
                    <a:pt x="120" y="130"/>
                    <a:pt x="120" y="130"/>
                  </a:cubicBezTo>
                  <a:cubicBezTo>
                    <a:pt x="121" y="130"/>
                    <a:pt x="122" y="130"/>
                    <a:pt x="122" y="130"/>
                  </a:cubicBezTo>
                  <a:cubicBezTo>
                    <a:pt x="123" y="130"/>
                    <a:pt x="124" y="129"/>
                    <a:pt x="124" y="128"/>
                  </a:cubicBezTo>
                  <a:cubicBezTo>
                    <a:pt x="131" y="105"/>
                    <a:pt x="129" y="80"/>
                    <a:pt x="119" y="58"/>
                  </a:cubicBezTo>
                  <a:cubicBezTo>
                    <a:pt x="108" y="37"/>
                    <a:pt x="90" y="19"/>
                    <a:pt x="68" y="10"/>
                  </a:cubicBezTo>
                  <a:cubicBezTo>
                    <a:pt x="47" y="1"/>
                    <a:pt x="24" y="0"/>
                    <a:pt x="3" y="6"/>
                  </a:cubicBezTo>
                  <a:cubicBezTo>
                    <a:pt x="2" y="7"/>
                    <a:pt x="1" y="7"/>
                    <a:pt x="1" y="8"/>
                  </a:cubicBezTo>
                  <a:cubicBezTo>
                    <a:pt x="1" y="9"/>
                    <a:pt x="0" y="10"/>
                    <a:pt x="1" y="10"/>
                  </a:cubicBezTo>
                  <a:lnTo>
                    <a:pt x="35" y="94"/>
                  </a:ln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7" name="Freeform 52"/>
            <p:cNvSpPr>
              <a:spLocks noEditPoints="1"/>
            </p:cNvSpPr>
            <p:nvPr/>
          </p:nvSpPr>
          <p:spPr bwMode="auto">
            <a:xfrm>
              <a:off x="4999493" y="4411816"/>
              <a:ext cx="231319" cy="338567"/>
            </a:xfrm>
            <a:custGeom>
              <a:avLst/>
              <a:gdLst>
                <a:gd name="T0" fmla="*/ 92 w 93"/>
                <a:gd name="T1" fmla="*/ 82 h 136"/>
                <a:gd name="T2" fmla="*/ 59 w 93"/>
                <a:gd name="T3" fmla="*/ 2 h 136"/>
                <a:gd name="T4" fmla="*/ 58 w 93"/>
                <a:gd name="T5" fmla="*/ 0 h 136"/>
                <a:gd name="T6" fmla="*/ 55 w 93"/>
                <a:gd name="T7" fmla="*/ 0 h 136"/>
                <a:gd name="T8" fmla="*/ 12 w 93"/>
                <a:gd name="T9" fmla="*/ 49 h 136"/>
                <a:gd name="T10" fmla="*/ 17 w 93"/>
                <a:gd name="T11" fmla="*/ 135 h 136"/>
                <a:gd name="T12" fmla="*/ 18 w 93"/>
                <a:gd name="T13" fmla="*/ 136 h 136"/>
                <a:gd name="T14" fmla="*/ 19 w 93"/>
                <a:gd name="T15" fmla="*/ 136 h 136"/>
                <a:gd name="T16" fmla="*/ 21 w 93"/>
                <a:gd name="T17" fmla="*/ 136 h 136"/>
                <a:gd name="T18" fmla="*/ 91 w 93"/>
                <a:gd name="T19" fmla="*/ 85 h 136"/>
                <a:gd name="T20" fmla="*/ 92 w 93"/>
                <a:gd name="T21" fmla="*/ 82 h 136"/>
                <a:gd name="T22" fmla="*/ 74 w 93"/>
                <a:gd name="T23" fmla="*/ 78 h 136"/>
                <a:gd name="T24" fmla="*/ 24 w 93"/>
                <a:gd name="T25" fmla="*/ 114 h 136"/>
                <a:gd name="T26" fmla="*/ 20 w 93"/>
                <a:gd name="T27" fmla="*/ 92 h 136"/>
                <a:gd name="T28" fmla="*/ 26 w 93"/>
                <a:gd name="T29" fmla="*/ 55 h 136"/>
                <a:gd name="T30" fmla="*/ 42 w 93"/>
                <a:gd name="T31" fmla="*/ 30 h 136"/>
                <a:gd name="T32" fmla="*/ 51 w 93"/>
                <a:gd name="T33" fmla="*/ 22 h 136"/>
                <a:gd name="T34" fmla="*/ 74 w 93"/>
                <a:gd name="T35" fmla="*/ 78 h 136"/>
                <a:gd name="T36" fmla="*/ 74 w 93"/>
                <a:gd name="T37" fmla="*/ 78 h 136"/>
                <a:gd name="T38" fmla="*/ 74 w 93"/>
                <a:gd name="T39" fmla="*/ 7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3" h="136">
                  <a:moveTo>
                    <a:pt x="92" y="82"/>
                  </a:moveTo>
                  <a:cubicBezTo>
                    <a:pt x="59" y="2"/>
                    <a:pt x="59" y="2"/>
                    <a:pt x="59" y="2"/>
                  </a:cubicBezTo>
                  <a:cubicBezTo>
                    <a:pt x="59" y="1"/>
                    <a:pt x="59" y="0"/>
                    <a:pt x="58" y="0"/>
                  </a:cubicBezTo>
                  <a:cubicBezTo>
                    <a:pt x="57" y="0"/>
                    <a:pt x="56" y="0"/>
                    <a:pt x="55" y="0"/>
                  </a:cubicBezTo>
                  <a:cubicBezTo>
                    <a:pt x="36" y="11"/>
                    <a:pt x="20" y="28"/>
                    <a:pt x="12" y="49"/>
                  </a:cubicBezTo>
                  <a:cubicBezTo>
                    <a:pt x="0" y="77"/>
                    <a:pt x="2" y="108"/>
                    <a:pt x="17" y="135"/>
                  </a:cubicBezTo>
                  <a:cubicBezTo>
                    <a:pt x="17" y="135"/>
                    <a:pt x="18" y="136"/>
                    <a:pt x="18" y="136"/>
                  </a:cubicBezTo>
                  <a:cubicBezTo>
                    <a:pt x="18" y="136"/>
                    <a:pt x="19" y="136"/>
                    <a:pt x="19" y="136"/>
                  </a:cubicBezTo>
                  <a:cubicBezTo>
                    <a:pt x="20" y="136"/>
                    <a:pt x="20" y="136"/>
                    <a:pt x="21" y="136"/>
                  </a:cubicBezTo>
                  <a:cubicBezTo>
                    <a:pt x="91" y="85"/>
                    <a:pt x="91" y="85"/>
                    <a:pt x="91" y="85"/>
                  </a:cubicBezTo>
                  <a:cubicBezTo>
                    <a:pt x="92" y="84"/>
                    <a:pt x="93" y="83"/>
                    <a:pt x="92" y="82"/>
                  </a:cubicBezTo>
                  <a:close/>
                  <a:moveTo>
                    <a:pt x="74" y="78"/>
                  </a:moveTo>
                  <a:cubicBezTo>
                    <a:pt x="24" y="114"/>
                    <a:pt x="24" y="114"/>
                    <a:pt x="24" y="114"/>
                  </a:cubicBezTo>
                  <a:cubicBezTo>
                    <a:pt x="22" y="107"/>
                    <a:pt x="20" y="100"/>
                    <a:pt x="20" y="92"/>
                  </a:cubicBezTo>
                  <a:cubicBezTo>
                    <a:pt x="19" y="79"/>
                    <a:pt x="21" y="67"/>
                    <a:pt x="26" y="55"/>
                  </a:cubicBezTo>
                  <a:cubicBezTo>
                    <a:pt x="30" y="46"/>
                    <a:pt x="35" y="37"/>
                    <a:pt x="42" y="30"/>
                  </a:cubicBezTo>
                  <a:cubicBezTo>
                    <a:pt x="44" y="27"/>
                    <a:pt x="48" y="24"/>
                    <a:pt x="51" y="22"/>
                  </a:cubicBezTo>
                  <a:lnTo>
                    <a:pt x="74" y="78"/>
                  </a:lnTo>
                  <a:close/>
                  <a:moveTo>
                    <a:pt x="74" y="78"/>
                  </a:moveTo>
                  <a:cubicBezTo>
                    <a:pt x="74" y="78"/>
                    <a:pt x="74" y="78"/>
                    <a:pt x="74" y="78"/>
                  </a:cubicBezTo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8" name="Freeform 53"/>
            <p:cNvSpPr>
              <a:spLocks noEditPoints="1"/>
            </p:cNvSpPr>
            <p:nvPr/>
          </p:nvSpPr>
          <p:spPr bwMode="auto">
            <a:xfrm>
              <a:off x="5068889" y="4648392"/>
              <a:ext cx="397449" cy="229216"/>
            </a:xfrm>
            <a:custGeom>
              <a:avLst/>
              <a:gdLst>
                <a:gd name="T0" fmla="*/ 158 w 160"/>
                <a:gd name="T1" fmla="*/ 34 h 92"/>
                <a:gd name="T2" fmla="*/ 76 w 160"/>
                <a:gd name="T3" fmla="*/ 0 h 92"/>
                <a:gd name="T4" fmla="*/ 74 w 160"/>
                <a:gd name="T5" fmla="*/ 1 h 92"/>
                <a:gd name="T6" fmla="*/ 2 w 160"/>
                <a:gd name="T7" fmla="*/ 52 h 92"/>
                <a:gd name="T8" fmla="*/ 0 w 160"/>
                <a:gd name="T9" fmla="*/ 54 h 92"/>
                <a:gd name="T10" fmla="*/ 1 w 160"/>
                <a:gd name="T11" fmla="*/ 57 h 92"/>
                <a:gd name="T12" fmla="*/ 36 w 160"/>
                <a:gd name="T13" fmla="*/ 82 h 92"/>
                <a:gd name="T14" fmla="*/ 106 w 160"/>
                <a:gd name="T15" fmla="*/ 84 h 92"/>
                <a:gd name="T16" fmla="*/ 160 w 160"/>
                <a:gd name="T17" fmla="*/ 39 h 92"/>
                <a:gd name="T18" fmla="*/ 160 w 160"/>
                <a:gd name="T19" fmla="*/ 36 h 92"/>
                <a:gd name="T20" fmla="*/ 158 w 160"/>
                <a:gd name="T21" fmla="*/ 34 h 92"/>
                <a:gd name="T22" fmla="*/ 158 w 160"/>
                <a:gd name="T23" fmla="*/ 34 h 92"/>
                <a:gd name="T24" fmla="*/ 158 w 160"/>
                <a:gd name="T25" fmla="*/ 3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0" h="92">
                  <a:moveTo>
                    <a:pt x="158" y="34"/>
                  </a:move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74" y="0"/>
                    <a:pt x="74" y="1"/>
                  </a:cubicBezTo>
                  <a:cubicBezTo>
                    <a:pt x="2" y="52"/>
                    <a:pt x="2" y="52"/>
                    <a:pt x="2" y="52"/>
                  </a:cubicBezTo>
                  <a:cubicBezTo>
                    <a:pt x="1" y="53"/>
                    <a:pt x="0" y="54"/>
                    <a:pt x="0" y="54"/>
                  </a:cubicBezTo>
                  <a:cubicBezTo>
                    <a:pt x="0" y="55"/>
                    <a:pt x="1" y="56"/>
                    <a:pt x="1" y="57"/>
                  </a:cubicBezTo>
                  <a:cubicBezTo>
                    <a:pt x="11" y="68"/>
                    <a:pt x="23" y="76"/>
                    <a:pt x="36" y="82"/>
                  </a:cubicBezTo>
                  <a:cubicBezTo>
                    <a:pt x="59" y="91"/>
                    <a:pt x="84" y="92"/>
                    <a:pt x="106" y="84"/>
                  </a:cubicBezTo>
                  <a:cubicBezTo>
                    <a:pt x="129" y="76"/>
                    <a:pt x="148" y="60"/>
                    <a:pt x="160" y="39"/>
                  </a:cubicBezTo>
                  <a:cubicBezTo>
                    <a:pt x="160" y="38"/>
                    <a:pt x="160" y="37"/>
                    <a:pt x="160" y="36"/>
                  </a:cubicBezTo>
                  <a:cubicBezTo>
                    <a:pt x="160" y="35"/>
                    <a:pt x="159" y="35"/>
                    <a:pt x="158" y="34"/>
                  </a:cubicBezTo>
                  <a:close/>
                  <a:moveTo>
                    <a:pt x="158" y="34"/>
                  </a:moveTo>
                  <a:cubicBezTo>
                    <a:pt x="158" y="34"/>
                    <a:pt x="158" y="34"/>
                    <a:pt x="158" y="34"/>
                  </a:cubicBezTo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9" name="Group 27"/>
          <p:cNvGrpSpPr/>
          <p:nvPr/>
        </p:nvGrpSpPr>
        <p:grpSpPr>
          <a:xfrm>
            <a:off x="5107669" y="4884188"/>
            <a:ext cx="864983" cy="964564"/>
            <a:chOff x="4842827" y="5038481"/>
            <a:chExt cx="820132" cy="914600"/>
          </a:xfrm>
        </p:grpSpPr>
        <p:sp>
          <p:nvSpPr>
            <p:cNvPr id="80" name="Freeform 55"/>
            <p:cNvSpPr/>
            <p:nvPr/>
          </p:nvSpPr>
          <p:spPr bwMode="auto">
            <a:xfrm>
              <a:off x="4842827" y="5038481"/>
              <a:ext cx="820132" cy="169284"/>
            </a:xfrm>
            <a:custGeom>
              <a:avLst/>
              <a:gdLst>
                <a:gd name="T0" fmla="*/ 330 w 330"/>
                <a:gd name="T1" fmla="*/ 0 h 68"/>
                <a:gd name="T2" fmla="*/ 165 w 330"/>
                <a:gd name="T3" fmla="*/ 68 h 68"/>
                <a:gd name="T4" fmla="*/ 0 w 330"/>
                <a:gd name="T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0" h="68">
                  <a:moveTo>
                    <a:pt x="330" y="0"/>
                  </a:moveTo>
                  <a:cubicBezTo>
                    <a:pt x="288" y="42"/>
                    <a:pt x="229" y="68"/>
                    <a:pt x="165" y="68"/>
                  </a:cubicBezTo>
                  <a:cubicBezTo>
                    <a:pt x="101" y="68"/>
                    <a:pt x="42" y="42"/>
                    <a:pt x="0" y="0"/>
                  </a:cubicBezTo>
                </a:path>
              </a:pathLst>
            </a:custGeom>
            <a:noFill/>
            <a:ln w="44450" cap="flat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1" name="Line 54"/>
            <p:cNvSpPr>
              <a:spLocks noChangeShapeType="1"/>
            </p:cNvSpPr>
            <p:nvPr/>
          </p:nvSpPr>
          <p:spPr bwMode="auto">
            <a:xfrm flipV="1">
              <a:off x="5252893" y="5207765"/>
              <a:ext cx="0" cy="745316"/>
            </a:xfrm>
            <a:prstGeom prst="line">
              <a:avLst/>
            </a:prstGeom>
            <a:noFill/>
            <a:ln w="44450" cap="flat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82" name="Group 30"/>
          <p:cNvGrpSpPr/>
          <p:nvPr/>
        </p:nvGrpSpPr>
        <p:grpSpPr>
          <a:xfrm>
            <a:off x="6910235" y="3384952"/>
            <a:ext cx="888270" cy="889331"/>
            <a:chOff x="6551926" y="3616905"/>
            <a:chExt cx="842212" cy="843264"/>
          </a:xfrm>
        </p:grpSpPr>
        <p:sp>
          <p:nvSpPr>
            <p:cNvPr id="83" name="Oval 56"/>
            <p:cNvSpPr>
              <a:spLocks noChangeArrowheads="1"/>
            </p:cNvSpPr>
            <p:nvPr/>
          </p:nvSpPr>
          <p:spPr bwMode="auto">
            <a:xfrm>
              <a:off x="6551926" y="3616905"/>
              <a:ext cx="842212" cy="843264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4" name="Oval 57"/>
            <p:cNvSpPr>
              <a:spLocks noChangeArrowheads="1"/>
            </p:cNvSpPr>
            <p:nvPr/>
          </p:nvSpPr>
          <p:spPr bwMode="auto">
            <a:xfrm>
              <a:off x="6611859" y="3676838"/>
              <a:ext cx="723398" cy="724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5" name="Freeform 58"/>
            <p:cNvSpPr>
              <a:spLocks noEditPoints="1"/>
            </p:cNvSpPr>
            <p:nvPr/>
          </p:nvSpPr>
          <p:spPr bwMode="auto">
            <a:xfrm>
              <a:off x="6743290" y="3853482"/>
              <a:ext cx="417426" cy="415323"/>
            </a:xfrm>
            <a:custGeom>
              <a:avLst/>
              <a:gdLst>
                <a:gd name="T0" fmla="*/ 84 w 168"/>
                <a:gd name="T1" fmla="*/ 167 h 167"/>
                <a:gd name="T2" fmla="*/ 168 w 168"/>
                <a:gd name="T3" fmla="*/ 83 h 167"/>
                <a:gd name="T4" fmla="*/ 158 w 168"/>
                <a:gd name="T5" fmla="*/ 44 h 167"/>
                <a:gd name="T6" fmla="*/ 156 w 168"/>
                <a:gd name="T7" fmla="*/ 44 h 167"/>
                <a:gd name="T8" fmla="*/ 155 w 168"/>
                <a:gd name="T9" fmla="*/ 44 h 167"/>
                <a:gd name="T10" fmla="*/ 144 w 168"/>
                <a:gd name="T11" fmla="*/ 43 h 167"/>
                <a:gd name="T12" fmla="*/ 136 w 168"/>
                <a:gd name="T13" fmla="*/ 51 h 167"/>
                <a:gd name="T14" fmla="*/ 146 w 168"/>
                <a:gd name="T15" fmla="*/ 83 h 167"/>
                <a:gd name="T16" fmla="*/ 84 w 168"/>
                <a:gd name="T17" fmla="*/ 145 h 167"/>
                <a:gd name="T18" fmla="*/ 23 w 168"/>
                <a:gd name="T19" fmla="*/ 83 h 167"/>
                <a:gd name="T20" fmla="*/ 84 w 168"/>
                <a:gd name="T21" fmla="*/ 22 h 167"/>
                <a:gd name="T22" fmla="*/ 116 w 168"/>
                <a:gd name="T23" fmla="*/ 31 h 167"/>
                <a:gd name="T24" fmla="*/ 123 w 168"/>
                <a:gd name="T25" fmla="*/ 24 h 167"/>
                <a:gd name="T26" fmla="*/ 122 w 168"/>
                <a:gd name="T27" fmla="*/ 12 h 167"/>
                <a:gd name="T28" fmla="*/ 122 w 168"/>
                <a:gd name="T29" fmla="*/ 9 h 167"/>
                <a:gd name="T30" fmla="*/ 84 w 168"/>
                <a:gd name="T31" fmla="*/ 0 h 167"/>
                <a:gd name="T32" fmla="*/ 0 w 168"/>
                <a:gd name="T33" fmla="*/ 83 h 167"/>
                <a:gd name="T34" fmla="*/ 84 w 168"/>
                <a:gd name="T35" fmla="*/ 167 h 167"/>
                <a:gd name="T36" fmla="*/ 84 w 168"/>
                <a:gd name="T37" fmla="*/ 167 h 167"/>
                <a:gd name="T38" fmla="*/ 84 w 168"/>
                <a:gd name="T39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68" h="167">
                  <a:moveTo>
                    <a:pt x="84" y="167"/>
                  </a:moveTo>
                  <a:cubicBezTo>
                    <a:pt x="130" y="167"/>
                    <a:pt x="168" y="130"/>
                    <a:pt x="168" y="83"/>
                  </a:cubicBezTo>
                  <a:cubicBezTo>
                    <a:pt x="168" y="69"/>
                    <a:pt x="164" y="56"/>
                    <a:pt x="158" y="44"/>
                  </a:cubicBezTo>
                  <a:cubicBezTo>
                    <a:pt x="157" y="44"/>
                    <a:pt x="156" y="44"/>
                    <a:pt x="156" y="44"/>
                  </a:cubicBezTo>
                  <a:cubicBezTo>
                    <a:pt x="155" y="44"/>
                    <a:pt x="155" y="44"/>
                    <a:pt x="155" y="44"/>
                  </a:cubicBezTo>
                  <a:cubicBezTo>
                    <a:pt x="144" y="43"/>
                    <a:pt x="144" y="43"/>
                    <a:pt x="144" y="43"/>
                  </a:cubicBezTo>
                  <a:cubicBezTo>
                    <a:pt x="136" y="51"/>
                    <a:pt x="136" y="51"/>
                    <a:pt x="136" y="51"/>
                  </a:cubicBezTo>
                  <a:cubicBezTo>
                    <a:pt x="142" y="61"/>
                    <a:pt x="146" y="72"/>
                    <a:pt x="146" y="83"/>
                  </a:cubicBezTo>
                  <a:cubicBezTo>
                    <a:pt x="146" y="117"/>
                    <a:pt x="118" y="145"/>
                    <a:pt x="84" y="145"/>
                  </a:cubicBezTo>
                  <a:cubicBezTo>
                    <a:pt x="50" y="145"/>
                    <a:pt x="23" y="117"/>
                    <a:pt x="23" y="83"/>
                  </a:cubicBezTo>
                  <a:cubicBezTo>
                    <a:pt x="23" y="50"/>
                    <a:pt x="50" y="22"/>
                    <a:pt x="84" y="22"/>
                  </a:cubicBezTo>
                  <a:cubicBezTo>
                    <a:pt x="96" y="22"/>
                    <a:pt x="107" y="25"/>
                    <a:pt x="116" y="31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22" y="12"/>
                    <a:pt x="122" y="12"/>
                    <a:pt x="122" y="12"/>
                  </a:cubicBezTo>
                  <a:cubicBezTo>
                    <a:pt x="122" y="11"/>
                    <a:pt x="122" y="10"/>
                    <a:pt x="122" y="9"/>
                  </a:cubicBezTo>
                  <a:cubicBezTo>
                    <a:pt x="111" y="3"/>
                    <a:pt x="98" y="0"/>
                    <a:pt x="84" y="0"/>
                  </a:cubicBezTo>
                  <a:cubicBezTo>
                    <a:pt x="38" y="0"/>
                    <a:pt x="0" y="37"/>
                    <a:pt x="0" y="83"/>
                  </a:cubicBezTo>
                  <a:cubicBezTo>
                    <a:pt x="0" y="130"/>
                    <a:pt x="38" y="167"/>
                    <a:pt x="84" y="167"/>
                  </a:cubicBezTo>
                  <a:close/>
                  <a:moveTo>
                    <a:pt x="84" y="167"/>
                  </a:moveTo>
                  <a:cubicBezTo>
                    <a:pt x="84" y="167"/>
                    <a:pt x="84" y="167"/>
                    <a:pt x="84" y="167"/>
                  </a:cubicBezTo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6" name="Freeform 59"/>
            <p:cNvSpPr>
              <a:spLocks noEditPoints="1"/>
            </p:cNvSpPr>
            <p:nvPr/>
          </p:nvSpPr>
          <p:spPr bwMode="auto">
            <a:xfrm>
              <a:off x="6849487" y="3957576"/>
              <a:ext cx="203982" cy="207136"/>
            </a:xfrm>
            <a:custGeom>
              <a:avLst/>
              <a:gdLst>
                <a:gd name="T0" fmla="*/ 41 w 82"/>
                <a:gd name="T1" fmla="*/ 20 h 83"/>
                <a:gd name="T2" fmla="*/ 43 w 82"/>
                <a:gd name="T3" fmla="*/ 20 h 83"/>
                <a:gd name="T4" fmla="*/ 58 w 82"/>
                <a:gd name="T5" fmla="*/ 4 h 83"/>
                <a:gd name="T6" fmla="*/ 58 w 82"/>
                <a:gd name="T7" fmla="*/ 4 h 83"/>
                <a:gd name="T8" fmla="*/ 41 w 82"/>
                <a:gd name="T9" fmla="*/ 0 h 83"/>
                <a:gd name="T10" fmla="*/ 0 w 82"/>
                <a:gd name="T11" fmla="*/ 41 h 83"/>
                <a:gd name="T12" fmla="*/ 41 w 82"/>
                <a:gd name="T13" fmla="*/ 83 h 83"/>
                <a:gd name="T14" fmla="*/ 82 w 82"/>
                <a:gd name="T15" fmla="*/ 41 h 83"/>
                <a:gd name="T16" fmla="*/ 78 w 82"/>
                <a:gd name="T17" fmla="*/ 24 h 83"/>
                <a:gd name="T18" fmla="*/ 78 w 82"/>
                <a:gd name="T19" fmla="*/ 24 h 83"/>
                <a:gd name="T20" fmla="*/ 63 w 82"/>
                <a:gd name="T21" fmla="*/ 40 h 83"/>
                <a:gd name="T22" fmla="*/ 63 w 82"/>
                <a:gd name="T23" fmla="*/ 41 h 83"/>
                <a:gd name="T24" fmla="*/ 41 w 82"/>
                <a:gd name="T25" fmla="*/ 63 h 83"/>
                <a:gd name="T26" fmla="*/ 19 w 82"/>
                <a:gd name="T27" fmla="*/ 41 h 83"/>
                <a:gd name="T28" fmla="*/ 41 w 82"/>
                <a:gd name="T29" fmla="*/ 20 h 83"/>
                <a:gd name="T30" fmla="*/ 41 w 82"/>
                <a:gd name="T31" fmla="*/ 20 h 83"/>
                <a:gd name="T32" fmla="*/ 41 w 82"/>
                <a:gd name="T33" fmla="*/ 2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2" h="83">
                  <a:moveTo>
                    <a:pt x="41" y="20"/>
                  </a:moveTo>
                  <a:cubicBezTo>
                    <a:pt x="42" y="20"/>
                    <a:pt x="42" y="20"/>
                    <a:pt x="43" y="20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3" y="2"/>
                    <a:pt x="47" y="0"/>
                    <a:pt x="41" y="0"/>
                  </a:cubicBezTo>
                  <a:cubicBezTo>
                    <a:pt x="18" y="0"/>
                    <a:pt x="0" y="19"/>
                    <a:pt x="0" y="41"/>
                  </a:cubicBezTo>
                  <a:cubicBezTo>
                    <a:pt x="0" y="64"/>
                    <a:pt x="18" y="83"/>
                    <a:pt x="41" y="83"/>
                  </a:cubicBezTo>
                  <a:cubicBezTo>
                    <a:pt x="64" y="83"/>
                    <a:pt x="82" y="64"/>
                    <a:pt x="82" y="41"/>
                  </a:cubicBezTo>
                  <a:cubicBezTo>
                    <a:pt x="82" y="35"/>
                    <a:pt x="81" y="29"/>
                    <a:pt x="78" y="24"/>
                  </a:cubicBezTo>
                  <a:cubicBezTo>
                    <a:pt x="78" y="24"/>
                    <a:pt x="78" y="24"/>
                    <a:pt x="78" y="24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3" y="40"/>
                    <a:pt x="63" y="41"/>
                    <a:pt x="63" y="41"/>
                  </a:cubicBezTo>
                  <a:cubicBezTo>
                    <a:pt x="63" y="53"/>
                    <a:pt x="53" y="63"/>
                    <a:pt x="41" y="63"/>
                  </a:cubicBezTo>
                  <a:cubicBezTo>
                    <a:pt x="29" y="63"/>
                    <a:pt x="19" y="53"/>
                    <a:pt x="19" y="41"/>
                  </a:cubicBezTo>
                  <a:cubicBezTo>
                    <a:pt x="19" y="30"/>
                    <a:pt x="29" y="20"/>
                    <a:pt x="41" y="20"/>
                  </a:cubicBezTo>
                  <a:close/>
                  <a:moveTo>
                    <a:pt x="41" y="20"/>
                  </a:moveTo>
                  <a:cubicBezTo>
                    <a:pt x="41" y="20"/>
                    <a:pt x="41" y="20"/>
                    <a:pt x="41" y="20"/>
                  </a:cubicBezTo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7" name="Freeform 60"/>
            <p:cNvSpPr>
              <a:spLocks noEditPoints="1"/>
            </p:cNvSpPr>
            <p:nvPr/>
          </p:nvSpPr>
          <p:spPr bwMode="auto">
            <a:xfrm>
              <a:off x="6971455" y="3808269"/>
              <a:ext cx="231319" cy="231319"/>
            </a:xfrm>
            <a:custGeom>
              <a:avLst/>
              <a:gdLst>
                <a:gd name="T0" fmla="*/ 78 w 93"/>
                <a:gd name="T1" fmla="*/ 26 h 93"/>
                <a:gd name="T2" fmla="*/ 83 w 93"/>
                <a:gd name="T3" fmla="*/ 21 h 93"/>
                <a:gd name="T4" fmla="*/ 83 w 93"/>
                <a:gd name="T5" fmla="*/ 14 h 93"/>
                <a:gd name="T6" fmla="*/ 80 w 93"/>
                <a:gd name="T7" fmla="*/ 10 h 93"/>
                <a:gd name="T8" fmla="*/ 76 w 93"/>
                <a:gd name="T9" fmla="*/ 9 h 93"/>
                <a:gd name="T10" fmla="*/ 72 w 93"/>
                <a:gd name="T11" fmla="*/ 10 h 93"/>
                <a:gd name="T12" fmla="*/ 67 w 93"/>
                <a:gd name="T13" fmla="*/ 16 h 93"/>
                <a:gd name="T14" fmla="*/ 66 w 93"/>
                <a:gd name="T15" fmla="*/ 2 h 93"/>
                <a:gd name="T16" fmla="*/ 64 w 93"/>
                <a:gd name="T17" fmla="*/ 0 h 93"/>
                <a:gd name="T18" fmla="*/ 63 w 93"/>
                <a:gd name="T19" fmla="*/ 1 h 93"/>
                <a:gd name="T20" fmla="*/ 43 w 93"/>
                <a:gd name="T21" fmla="*/ 21 h 93"/>
                <a:gd name="T22" fmla="*/ 40 w 93"/>
                <a:gd name="T23" fmla="*/ 28 h 93"/>
                <a:gd name="T24" fmla="*/ 40 w 93"/>
                <a:gd name="T25" fmla="*/ 29 h 93"/>
                <a:gd name="T26" fmla="*/ 41 w 93"/>
                <a:gd name="T27" fmla="*/ 42 h 93"/>
                <a:gd name="T28" fmla="*/ 34 w 93"/>
                <a:gd name="T29" fmla="*/ 49 h 93"/>
                <a:gd name="T30" fmla="*/ 21 w 93"/>
                <a:gd name="T31" fmla="*/ 62 h 93"/>
                <a:gd name="T32" fmla="*/ 20 w 93"/>
                <a:gd name="T33" fmla="*/ 63 h 93"/>
                <a:gd name="T34" fmla="*/ 7 w 93"/>
                <a:gd name="T35" fmla="*/ 75 h 93"/>
                <a:gd name="T36" fmla="*/ 2 w 93"/>
                <a:gd name="T37" fmla="*/ 81 h 93"/>
                <a:gd name="T38" fmla="*/ 0 w 93"/>
                <a:gd name="T39" fmla="*/ 84 h 93"/>
                <a:gd name="T40" fmla="*/ 0 w 93"/>
                <a:gd name="T41" fmla="*/ 88 h 93"/>
                <a:gd name="T42" fmla="*/ 4 w 93"/>
                <a:gd name="T43" fmla="*/ 93 h 93"/>
                <a:gd name="T44" fmla="*/ 5 w 93"/>
                <a:gd name="T45" fmla="*/ 93 h 93"/>
                <a:gd name="T46" fmla="*/ 9 w 93"/>
                <a:gd name="T47" fmla="*/ 93 h 93"/>
                <a:gd name="T48" fmla="*/ 12 w 93"/>
                <a:gd name="T49" fmla="*/ 92 h 93"/>
                <a:gd name="T50" fmla="*/ 52 w 93"/>
                <a:gd name="T51" fmla="*/ 52 h 93"/>
                <a:gd name="T52" fmla="*/ 64 w 93"/>
                <a:gd name="T53" fmla="*/ 53 h 93"/>
                <a:gd name="T54" fmla="*/ 65 w 93"/>
                <a:gd name="T55" fmla="*/ 53 h 93"/>
                <a:gd name="T56" fmla="*/ 65 w 93"/>
                <a:gd name="T57" fmla="*/ 53 h 93"/>
                <a:gd name="T58" fmla="*/ 72 w 93"/>
                <a:gd name="T59" fmla="*/ 50 h 93"/>
                <a:gd name="T60" fmla="*/ 92 w 93"/>
                <a:gd name="T61" fmla="*/ 30 h 93"/>
                <a:gd name="T62" fmla="*/ 91 w 93"/>
                <a:gd name="T63" fmla="*/ 27 h 93"/>
                <a:gd name="T64" fmla="*/ 78 w 93"/>
                <a:gd name="T65" fmla="*/ 26 h 93"/>
                <a:gd name="T66" fmla="*/ 78 w 93"/>
                <a:gd name="T67" fmla="*/ 26 h 93"/>
                <a:gd name="T68" fmla="*/ 78 w 93"/>
                <a:gd name="T69" fmla="*/ 2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3" h="93">
                  <a:moveTo>
                    <a:pt x="78" y="26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19"/>
                    <a:pt x="85" y="16"/>
                    <a:pt x="83" y="14"/>
                  </a:cubicBezTo>
                  <a:cubicBezTo>
                    <a:pt x="80" y="10"/>
                    <a:pt x="80" y="10"/>
                    <a:pt x="80" y="10"/>
                  </a:cubicBezTo>
                  <a:cubicBezTo>
                    <a:pt x="79" y="9"/>
                    <a:pt x="77" y="9"/>
                    <a:pt x="76" y="9"/>
                  </a:cubicBezTo>
                  <a:cubicBezTo>
                    <a:pt x="75" y="9"/>
                    <a:pt x="73" y="9"/>
                    <a:pt x="72" y="10"/>
                  </a:cubicBezTo>
                  <a:cubicBezTo>
                    <a:pt x="67" y="16"/>
                    <a:pt x="67" y="16"/>
                    <a:pt x="67" y="16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6" y="1"/>
                    <a:pt x="65" y="0"/>
                    <a:pt x="64" y="0"/>
                  </a:cubicBezTo>
                  <a:cubicBezTo>
                    <a:pt x="64" y="0"/>
                    <a:pt x="63" y="0"/>
                    <a:pt x="63" y="1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1" y="23"/>
                    <a:pt x="40" y="26"/>
                    <a:pt x="40" y="28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2" y="81"/>
                    <a:pt x="2" y="81"/>
                    <a:pt x="2" y="81"/>
                  </a:cubicBezTo>
                  <a:cubicBezTo>
                    <a:pt x="1" y="82"/>
                    <a:pt x="0" y="83"/>
                    <a:pt x="0" y="84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1"/>
                    <a:pt x="2" y="93"/>
                    <a:pt x="4" y="93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11" y="93"/>
                    <a:pt x="12" y="92"/>
                    <a:pt x="12" y="92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64" y="53"/>
                    <a:pt x="64" y="53"/>
                    <a:pt x="64" y="53"/>
                  </a:cubicBezTo>
                  <a:cubicBezTo>
                    <a:pt x="65" y="53"/>
                    <a:pt x="65" y="53"/>
                    <a:pt x="65" y="53"/>
                  </a:cubicBezTo>
                  <a:cubicBezTo>
                    <a:pt x="65" y="53"/>
                    <a:pt x="65" y="53"/>
                    <a:pt x="65" y="53"/>
                  </a:cubicBezTo>
                  <a:cubicBezTo>
                    <a:pt x="68" y="53"/>
                    <a:pt x="70" y="52"/>
                    <a:pt x="72" y="50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93" y="29"/>
                    <a:pt x="92" y="27"/>
                    <a:pt x="91" y="27"/>
                  </a:cubicBezTo>
                  <a:lnTo>
                    <a:pt x="78" y="26"/>
                  </a:lnTo>
                  <a:close/>
                  <a:moveTo>
                    <a:pt x="78" y="26"/>
                  </a:moveTo>
                  <a:cubicBezTo>
                    <a:pt x="78" y="26"/>
                    <a:pt x="78" y="26"/>
                    <a:pt x="78" y="26"/>
                  </a:cubicBezTo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88" name="Group 36"/>
          <p:cNvGrpSpPr/>
          <p:nvPr/>
        </p:nvGrpSpPr>
        <p:grpSpPr>
          <a:xfrm>
            <a:off x="6920215" y="4264303"/>
            <a:ext cx="868309" cy="1584448"/>
            <a:chOff x="6561389" y="4450706"/>
            <a:chExt cx="823286" cy="1502374"/>
          </a:xfrm>
        </p:grpSpPr>
        <p:sp>
          <p:nvSpPr>
            <p:cNvPr id="89" name="Freeform 62"/>
            <p:cNvSpPr/>
            <p:nvPr/>
          </p:nvSpPr>
          <p:spPr bwMode="auto">
            <a:xfrm>
              <a:off x="6561389" y="4450706"/>
              <a:ext cx="823286" cy="169284"/>
            </a:xfrm>
            <a:custGeom>
              <a:avLst/>
              <a:gdLst>
                <a:gd name="T0" fmla="*/ 331 w 331"/>
                <a:gd name="T1" fmla="*/ 0 h 68"/>
                <a:gd name="T2" fmla="*/ 165 w 331"/>
                <a:gd name="T3" fmla="*/ 68 h 68"/>
                <a:gd name="T4" fmla="*/ 0 w 331"/>
                <a:gd name="T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1" h="68">
                  <a:moveTo>
                    <a:pt x="331" y="0"/>
                  </a:moveTo>
                  <a:cubicBezTo>
                    <a:pt x="288" y="42"/>
                    <a:pt x="230" y="68"/>
                    <a:pt x="165" y="68"/>
                  </a:cubicBezTo>
                  <a:cubicBezTo>
                    <a:pt x="101" y="68"/>
                    <a:pt x="43" y="42"/>
                    <a:pt x="0" y="0"/>
                  </a:cubicBezTo>
                </a:path>
              </a:pathLst>
            </a:custGeom>
            <a:noFill/>
            <a:ln w="44450" cap="flat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0" name="Line 61"/>
            <p:cNvSpPr>
              <a:spLocks noChangeShapeType="1"/>
            </p:cNvSpPr>
            <p:nvPr/>
          </p:nvSpPr>
          <p:spPr bwMode="auto">
            <a:xfrm flipV="1">
              <a:off x="6971455" y="4613582"/>
              <a:ext cx="0" cy="1339498"/>
            </a:xfrm>
            <a:prstGeom prst="line">
              <a:avLst/>
            </a:prstGeom>
            <a:noFill/>
            <a:ln w="44450" cap="flat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1" name="Group 39"/>
          <p:cNvGrpSpPr/>
          <p:nvPr/>
        </p:nvGrpSpPr>
        <p:grpSpPr>
          <a:xfrm>
            <a:off x="8722780" y="4255328"/>
            <a:ext cx="889380" cy="889331"/>
            <a:chOff x="8270488" y="4442195"/>
            <a:chExt cx="843264" cy="843264"/>
          </a:xfrm>
        </p:grpSpPr>
        <p:sp>
          <p:nvSpPr>
            <p:cNvPr id="92" name="Oval 63"/>
            <p:cNvSpPr>
              <a:spLocks noChangeArrowheads="1"/>
            </p:cNvSpPr>
            <p:nvPr/>
          </p:nvSpPr>
          <p:spPr bwMode="auto">
            <a:xfrm>
              <a:off x="8270488" y="4442195"/>
              <a:ext cx="843264" cy="843264"/>
            </a:xfrm>
            <a:prstGeom prst="ellipse">
              <a:avLst/>
            </a:pr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3" name="Oval 64"/>
            <p:cNvSpPr>
              <a:spLocks noChangeArrowheads="1"/>
            </p:cNvSpPr>
            <p:nvPr/>
          </p:nvSpPr>
          <p:spPr bwMode="auto">
            <a:xfrm>
              <a:off x="8330420" y="4502128"/>
              <a:ext cx="723398" cy="72339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4" name="Freeform 65"/>
            <p:cNvSpPr>
              <a:spLocks noEditPoints="1"/>
            </p:cNvSpPr>
            <p:nvPr/>
          </p:nvSpPr>
          <p:spPr bwMode="auto">
            <a:xfrm>
              <a:off x="8445029" y="4613582"/>
              <a:ext cx="497336" cy="497336"/>
            </a:xfrm>
            <a:custGeom>
              <a:avLst/>
              <a:gdLst>
                <a:gd name="T0" fmla="*/ 100 w 200"/>
                <a:gd name="T1" fmla="*/ 0 h 200"/>
                <a:gd name="T2" fmla="*/ 0 w 200"/>
                <a:gd name="T3" fmla="*/ 100 h 200"/>
                <a:gd name="T4" fmla="*/ 100 w 200"/>
                <a:gd name="T5" fmla="*/ 200 h 200"/>
                <a:gd name="T6" fmla="*/ 200 w 200"/>
                <a:gd name="T7" fmla="*/ 100 h 200"/>
                <a:gd name="T8" fmla="*/ 100 w 200"/>
                <a:gd name="T9" fmla="*/ 0 h 200"/>
                <a:gd name="T10" fmla="*/ 127 w 200"/>
                <a:gd name="T11" fmla="*/ 139 h 200"/>
                <a:gd name="T12" fmla="*/ 106 w 200"/>
                <a:gd name="T13" fmla="*/ 149 h 200"/>
                <a:gd name="T14" fmla="*/ 106 w 200"/>
                <a:gd name="T15" fmla="*/ 163 h 200"/>
                <a:gd name="T16" fmla="*/ 100 w 200"/>
                <a:gd name="T17" fmla="*/ 163 h 200"/>
                <a:gd name="T18" fmla="*/ 94 w 200"/>
                <a:gd name="T19" fmla="*/ 163 h 200"/>
                <a:gd name="T20" fmla="*/ 94 w 200"/>
                <a:gd name="T21" fmla="*/ 149 h 200"/>
                <a:gd name="T22" fmla="*/ 65 w 200"/>
                <a:gd name="T23" fmla="*/ 122 h 200"/>
                <a:gd name="T24" fmla="*/ 84 w 200"/>
                <a:gd name="T25" fmla="*/ 117 h 200"/>
                <a:gd name="T26" fmla="*/ 100 w 200"/>
                <a:gd name="T27" fmla="*/ 132 h 200"/>
                <a:gd name="T28" fmla="*/ 100 w 200"/>
                <a:gd name="T29" fmla="*/ 132 h 200"/>
                <a:gd name="T30" fmla="*/ 110 w 200"/>
                <a:gd name="T31" fmla="*/ 129 h 200"/>
                <a:gd name="T32" fmla="*/ 113 w 200"/>
                <a:gd name="T33" fmla="*/ 121 h 200"/>
                <a:gd name="T34" fmla="*/ 110 w 200"/>
                <a:gd name="T35" fmla="*/ 114 h 200"/>
                <a:gd name="T36" fmla="*/ 100 w 200"/>
                <a:gd name="T37" fmla="*/ 109 h 200"/>
                <a:gd name="T38" fmla="*/ 96 w 200"/>
                <a:gd name="T39" fmla="*/ 107 h 200"/>
                <a:gd name="T40" fmla="*/ 81 w 200"/>
                <a:gd name="T41" fmla="*/ 101 h 200"/>
                <a:gd name="T42" fmla="*/ 72 w 200"/>
                <a:gd name="T43" fmla="*/ 91 h 200"/>
                <a:gd name="T44" fmla="*/ 69 w 200"/>
                <a:gd name="T45" fmla="*/ 78 h 200"/>
                <a:gd name="T46" fmla="*/ 75 w 200"/>
                <a:gd name="T47" fmla="*/ 59 h 200"/>
                <a:gd name="T48" fmla="*/ 94 w 200"/>
                <a:gd name="T49" fmla="*/ 49 h 200"/>
                <a:gd name="T50" fmla="*/ 94 w 200"/>
                <a:gd name="T51" fmla="*/ 38 h 200"/>
                <a:gd name="T52" fmla="*/ 100 w 200"/>
                <a:gd name="T53" fmla="*/ 38 h 200"/>
                <a:gd name="T54" fmla="*/ 106 w 200"/>
                <a:gd name="T55" fmla="*/ 38 h 200"/>
                <a:gd name="T56" fmla="*/ 106 w 200"/>
                <a:gd name="T57" fmla="*/ 49 h 200"/>
                <a:gd name="T58" fmla="*/ 132 w 200"/>
                <a:gd name="T59" fmla="*/ 71 h 200"/>
                <a:gd name="T60" fmla="*/ 115 w 200"/>
                <a:gd name="T61" fmla="*/ 78 h 200"/>
                <a:gd name="T62" fmla="*/ 100 w 200"/>
                <a:gd name="T63" fmla="*/ 64 h 200"/>
                <a:gd name="T64" fmla="*/ 100 w 200"/>
                <a:gd name="T65" fmla="*/ 64 h 200"/>
                <a:gd name="T66" fmla="*/ 92 w 200"/>
                <a:gd name="T67" fmla="*/ 67 h 200"/>
                <a:gd name="T68" fmla="*/ 89 w 200"/>
                <a:gd name="T69" fmla="*/ 75 h 200"/>
                <a:gd name="T70" fmla="*/ 92 w 200"/>
                <a:gd name="T71" fmla="*/ 81 h 200"/>
                <a:gd name="T72" fmla="*/ 100 w 200"/>
                <a:gd name="T73" fmla="*/ 85 h 200"/>
                <a:gd name="T74" fmla="*/ 105 w 200"/>
                <a:gd name="T75" fmla="*/ 87 h 200"/>
                <a:gd name="T76" fmla="*/ 121 w 200"/>
                <a:gd name="T77" fmla="*/ 95 h 200"/>
                <a:gd name="T78" fmla="*/ 131 w 200"/>
                <a:gd name="T79" fmla="*/ 104 h 200"/>
                <a:gd name="T80" fmla="*/ 135 w 200"/>
                <a:gd name="T81" fmla="*/ 118 h 200"/>
                <a:gd name="T82" fmla="*/ 127 w 200"/>
                <a:gd name="T83" fmla="*/ 13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00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56"/>
                    <a:pt x="45" y="200"/>
                    <a:pt x="100" y="200"/>
                  </a:cubicBezTo>
                  <a:cubicBezTo>
                    <a:pt x="155" y="200"/>
                    <a:pt x="200" y="156"/>
                    <a:pt x="200" y="100"/>
                  </a:cubicBezTo>
                  <a:cubicBezTo>
                    <a:pt x="200" y="45"/>
                    <a:pt x="155" y="0"/>
                    <a:pt x="100" y="0"/>
                  </a:cubicBezTo>
                  <a:close/>
                  <a:moveTo>
                    <a:pt x="127" y="139"/>
                  </a:moveTo>
                  <a:cubicBezTo>
                    <a:pt x="122" y="144"/>
                    <a:pt x="115" y="148"/>
                    <a:pt x="106" y="149"/>
                  </a:cubicBezTo>
                  <a:cubicBezTo>
                    <a:pt x="106" y="163"/>
                    <a:pt x="106" y="163"/>
                    <a:pt x="106" y="163"/>
                  </a:cubicBezTo>
                  <a:cubicBezTo>
                    <a:pt x="100" y="163"/>
                    <a:pt x="100" y="163"/>
                    <a:pt x="100" y="163"/>
                  </a:cubicBezTo>
                  <a:cubicBezTo>
                    <a:pt x="94" y="163"/>
                    <a:pt x="94" y="163"/>
                    <a:pt x="94" y="163"/>
                  </a:cubicBezTo>
                  <a:cubicBezTo>
                    <a:pt x="94" y="149"/>
                    <a:pt x="94" y="149"/>
                    <a:pt x="94" y="149"/>
                  </a:cubicBezTo>
                  <a:cubicBezTo>
                    <a:pt x="78" y="147"/>
                    <a:pt x="69" y="138"/>
                    <a:pt x="65" y="122"/>
                  </a:cubicBezTo>
                  <a:cubicBezTo>
                    <a:pt x="84" y="117"/>
                    <a:pt x="84" y="117"/>
                    <a:pt x="84" y="117"/>
                  </a:cubicBezTo>
                  <a:cubicBezTo>
                    <a:pt x="85" y="127"/>
                    <a:pt x="91" y="132"/>
                    <a:pt x="100" y="132"/>
                  </a:cubicBezTo>
                  <a:cubicBezTo>
                    <a:pt x="100" y="132"/>
                    <a:pt x="100" y="132"/>
                    <a:pt x="100" y="132"/>
                  </a:cubicBezTo>
                  <a:cubicBezTo>
                    <a:pt x="105" y="132"/>
                    <a:pt x="108" y="131"/>
                    <a:pt x="110" y="129"/>
                  </a:cubicBezTo>
                  <a:cubicBezTo>
                    <a:pt x="112" y="127"/>
                    <a:pt x="113" y="124"/>
                    <a:pt x="113" y="121"/>
                  </a:cubicBezTo>
                  <a:cubicBezTo>
                    <a:pt x="113" y="118"/>
                    <a:pt x="112" y="115"/>
                    <a:pt x="110" y="114"/>
                  </a:cubicBezTo>
                  <a:cubicBezTo>
                    <a:pt x="108" y="112"/>
                    <a:pt x="105" y="111"/>
                    <a:pt x="100" y="109"/>
                  </a:cubicBezTo>
                  <a:cubicBezTo>
                    <a:pt x="99" y="108"/>
                    <a:pt x="98" y="108"/>
                    <a:pt x="96" y="107"/>
                  </a:cubicBezTo>
                  <a:cubicBezTo>
                    <a:pt x="90" y="105"/>
                    <a:pt x="85" y="103"/>
                    <a:pt x="81" y="101"/>
                  </a:cubicBezTo>
                  <a:cubicBezTo>
                    <a:pt x="77" y="99"/>
                    <a:pt x="74" y="95"/>
                    <a:pt x="72" y="91"/>
                  </a:cubicBezTo>
                  <a:cubicBezTo>
                    <a:pt x="70" y="87"/>
                    <a:pt x="69" y="83"/>
                    <a:pt x="69" y="78"/>
                  </a:cubicBezTo>
                  <a:cubicBezTo>
                    <a:pt x="69" y="71"/>
                    <a:pt x="71" y="64"/>
                    <a:pt x="75" y="59"/>
                  </a:cubicBezTo>
                  <a:cubicBezTo>
                    <a:pt x="79" y="53"/>
                    <a:pt x="85" y="50"/>
                    <a:pt x="94" y="49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100" y="38"/>
                    <a:pt x="100" y="38"/>
                    <a:pt x="100" y="38"/>
                  </a:cubicBezTo>
                  <a:cubicBezTo>
                    <a:pt x="106" y="38"/>
                    <a:pt x="106" y="38"/>
                    <a:pt x="106" y="38"/>
                  </a:cubicBezTo>
                  <a:cubicBezTo>
                    <a:pt x="106" y="49"/>
                    <a:pt x="106" y="49"/>
                    <a:pt x="106" y="49"/>
                  </a:cubicBezTo>
                  <a:cubicBezTo>
                    <a:pt x="119" y="50"/>
                    <a:pt x="128" y="58"/>
                    <a:pt x="132" y="71"/>
                  </a:cubicBezTo>
                  <a:cubicBezTo>
                    <a:pt x="115" y="78"/>
                    <a:pt x="115" y="78"/>
                    <a:pt x="115" y="78"/>
                  </a:cubicBezTo>
                  <a:cubicBezTo>
                    <a:pt x="112" y="69"/>
                    <a:pt x="107" y="64"/>
                    <a:pt x="100" y="64"/>
                  </a:cubicBezTo>
                  <a:cubicBezTo>
                    <a:pt x="100" y="64"/>
                    <a:pt x="100" y="64"/>
                    <a:pt x="100" y="64"/>
                  </a:cubicBezTo>
                  <a:cubicBezTo>
                    <a:pt x="97" y="64"/>
                    <a:pt x="94" y="65"/>
                    <a:pt x="92" y="67"/>
                  </a:cubicBezTo>
                  <a:cubicBezTo>
                    <a:pt x="90" y="69"/>
                    <a:pt x="89" y="72"/>
                    <a:pt x="89" y="75"/>
                  </a:cubicBezTo>
                  <a:cubicBezTo>
                    <a:pt x="89" y="78"/>
                    <a:pt x="90" y="80"/>
                    <a:pt x="92" y="81"/>
                  </a:cubicBezTo>
                  <a:cubicBezTo>
                    <a:pt x="94" y="83"/>
                    <a:pt x="96" y="84"/>
                    <a:pt x="100" y="85"/>
                  </a:cubicBezTo>
                  <a:cubicBezTo>
                    <a:pt x="101" y="86"/>
                    <a:pt x="103" y="87"/>
                    <a:pt x="105" y="87"/>
                  </a:cubicBezTo>
                  <a:cubicBezTo>
                    <a:pt x="112" y="90"/>
                    <a:pt x="117" y="92"/>
                    <a:pt x="121" y="95"/>
                  </a:cubicBezTo>
                  <a:cubicBezTo>
                    <a:pt x="125" y="97"/>
                    <a:pt x="129" y="100"/>
                    <a:pt x="131" y="104"/>
                  </a:cubicBezTo>
                  <a:cubicBezTo>
                    <a:pt x="133" y="108"/>
                    <a:pt x="135" y="113"/>
                    <a:pt x="135" y="118"/>
                  </a:cubicBezTo>
                  <a:cubicBezTo>
                    <a:pt x="135" y="127"/>
                    <a:pt x="132" y="133"/>
                    <a:pt x="127" y="139"/>
                  </a:cubicBez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5" name="Group 43"/>
          <p:cNvGrpSpPr/>
          <p:nvPr/>
        </p:nvGrpSpPr>
        <p:grpSpPr>
          <a:xfrm>
            <a:off x="8736087" y="5131353"/>
            <a:ext cx="864983" cy="717400"/>
            <a:chOff x="8283105" y="5272842"/>
            <a:chExt cx="820132" cy="680239"/>
          </a:xfrm>
        </p:grpSpPr>
        <p:sp>
          <p:nvSpPr>
            <p:cNvPr id="96" name="Line 66"/>
            <p:cNvSpPr>
              <a:spLocks noChangeShapeType="1"/>
            </p:cNvSpPr>
            <p:nvPr/>
          </p:nvSpPr>
          <p:spPr bwMode="auto">
            <a:xfrm flipV="1">
              <a:off x="8693171" y="5448780"/>
              <a:ext cx="0" cy="504301"/>
            </a:xfrm>
            <a:prstGeom prst="line">
              <a:avLst/>
            </a:prstGeom>
            <a:noFill/>
            <a:ln w="44450" cap="flat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7" name="Freeform 67"/>
            <p:cNvSpPr/>
            <p:nvPr/>
          </p:nvSpPr>
          <p:spPr bwMode="auto">
            <a:xfrm>
              <a:off x="8283105" y="5272842"/>
              <a:ext cx="820132" cy="172438"/>
            </a:xfrm>
            <a:custGeom>
              <a:avLst/>
              <a:gdLst>
                <a:gd name="T0" fmla="*/ 330 w 330"/>
                <a:gd name="T1" fmla="*/ 0 h 69"/>
                <a:gd name="T2" fmla="*/ 165 w 330"/>
                <a:gd name="T3" fmla="*/ 69 h 69"/>
                <a:gd name="T4" fmla="*/ 0 w 330"/>
                <a:gd name="T5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0" h="69">
                  <a:moveTo>
                    <a:pt x="330" y="0"/>
                  </a:moveTo>
                  <a:cubicBezTo>
                    <a:pt x="288" y="43"/>
                    <a:pt x="229" y="69"/>
                    <a:pt x="165" y="69"/>
                  </a:cubicBezTo>
                  <a:cubicBezTo>
                    <a:pt x="100" y="69"/>
                    <a:pt x="42" y="43"/>
                    <a:pt x="0" y="0"/>
                  </a:cubicBezTo>
                </a:path>
              </a:pathLst>
            </a:custGeom>
            <a:noFill/>
            <a:ln w="44450" cap="flat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8" name="Group 46"/>
          <p:cNvGrpSpPr/>
          <p:nvPr/>
        </p:nvGrpSpPr>
        <p:grpSpPr>
          <a:xfrm>
            <a:off x="10543708" y="3636404"/>
            <a:ext cx="888270" cy="890440"/>
            <a:chOff x="9996997" y="3855331"/>
            <a:chExt cx="842212" cy="844315"/>
          </a:xfrm>
        </p:grpSpPr>
        <p:sp>
          <p:nvSpPr>
            <p:cNvPr id="99" name="Oval 36"/>
            <p:cNvSpPr>
              <a:spLocks noChangeArrowheads="1"/>
            </p:cNvSpPr>
            <p:nvPr/>
          </p:nvSpPr>
          <p:spPr bwMode="auto">
            <a:xfrm>
              <a:off x="9996997" y="3855331"/>
              <a:ext cx="842212" cy="844315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00" name="Oval 37"/>
            <p:cNvSpPr>
              <a:spLocks noChangeArrowheads="1"/>
            </p:cNvSpPr>
            <p:nvPr/>
          </p:nvSpPr>
          <p:spPr bwMode="auto">
            <a:xfrm>
              <a:off x="10056930" y="3915264"/>
              <a:ext cx="723398" cy="724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01" name="Freeform 38"/>
            <p:cNvSpPr>
              <a:spLocks noEditPoints="1"/>
            </p:cNvSpPr>
            <p:nvPr/>
          </p:nvSpPr>
          <p:spPr bwMode="auto">
            <a:xfrm>
              <a:off x="10277735" y="4037232"/>
              <a:ext cx="278635" cy="480513"/>
            </a:xfrm>
            <a:custGeom>
              <a:avLst/>
              <a:gdLst>
                <a:gd name="T0" fmla="*/ 102 w 112"/>
                <a:gd name="T1" fmla="*/ 0 h 193"/>
                <a:gd name="T2" fmla="*/ 10 w 112"/>
                <a:gd name="T3" fmla="*/ 0 h 193"/>
                <a:gd name="T4" fmla="*/ 0 w 112"/>
                <a:gd name="T5" fmla="*/ 10 h 193"/>
                <a:gd name="T6" fmla="*/ 0 w 112"/>
                <a:gd name="T7" fmla="*/ 183 h 193"/>
                <a:gd name="T8" fmla="*/ 10 w 112"/>
                <a:gd name="T9" fmla="*/ 193 h 193"/>
                <a:gd name="T10" fmla="*/ 102 w 112"/>
                <a:gd name="T11" fmla="*/ 193 h 193"/>
                <a:gd name="T12" fmla="*/ 112 w 112"/>
                <a:gd name="T13" fmla="*/ 183 h 193"/>
                <a:gd name="T14" fmla="*/ 112 w 112"/>
                <a:gd name="T15" fmla="*/ 10 h 193"/>
                <a:gd name="T16" fmla="*/ 102 w 112"/>
                <a:gd name="T17" fmla="*/ 0 h 193"/>
                <a:gd name="T18" fmla="*/ 27 w 112"/>
                <a:gd name="T19" fmla="*/ 9 h 193"/>
                <a:gd name="T20" fmla="*/ 90 w 112"/>
                <a:gd name="T21" fmla="*/ 9 h 193"/>
                <a:gd name="T22" fmla="*/ 90 w 112"/>
                <a:gd name="T23" fmla="*/ 14 h 193"/>
                <a:gd name="T24" fmla="*/ 27 w 112"/>
                <a:gd name="T25" fmla="*/ 14 h 193"/>
                <a:gd name="T26" fmla="*/ 27 w 112"/>
                <a:gd name="T27" fmla="*/ 9 h 193"/>
                <a:gd name="T28" fmla="*/ 58 w 112"/>
                <a:gd name="T29" fmla="*/ 184 h 193"/>
                <a:gd name="T30" fmla="*/ 47 w 112"/>
                <a:gd name="T31" fmla="*/ 173 h 193"/>
                <a:gd name="T32" fmla="*/ 58 w 112"/>
                <a:gd name="T33" fmla="*/ 163 h 193"/>
                <a:gd name="T34" fmla="*/ 68 w 112"/>
                <a:gd name="T35" fmla="*/ 173 h 193"/>
                <a:gd name="T36" fmla="*/ 58 w 112"/>
                <a:gd name="T37" fmla="*/ 184 h 193"/>
                <a:gd name="T38" fmla="*/ 102 w 112"/>
                <a:gd name="T39" fmla="*/ 155 h 193"/>
                <a:gd name="T40" fmla="*/ 10 w 112"/>
                <a:gd name="T41" fmla="*/ 155 h 193"/>
                <a:gd name="T42" fmla="*/ 10 w 112"/>
                <a:gd name="T43" fmla="*/ 24 h 193"/>
                <a:gd name="T44" fmla="*/ 102 w 112"/>
                <a:gd name="T45" fmla="*/ 24 h 193"/>
                <a:gd name="T46" fmla="*/ 102 w 112"/>
                <a:gd name="T47" fmla="*/ 155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2" h="193">
                  <a:moveTo>
                    <a:pt x="102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0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189"/>
                    <a:pt x="5" y="193"/>
                    <a:pt x="10" y="193"/>
                  </a:cubicBezTo>
                  <a:cubicBezTo>
                    <a:pt x="102" y="193"/>
                    <a:pt x="102" y="193"/>
                    <a:pt x="102" y="193"/>
                  </a:cubicBezTo>
                  <a:cubicBezTo>
                    <a:pt x="108" y="193"/>
                    <a:pt x="112" y="189"/>
                    <a:pt x="112" y="183"/>
                  </a:cubicBezTo>
                  <a:cubicBezTo>
                    <a:pt x="112" y="10"/>
                    <a:pt x="112" y="10"/>
                    <a:pt x="112" y="10"/>
                  </a:cubicBezTo>
                  <a:cubicBezTo>
                    <a:pt x="112" y="5"/>
                    <a:pt x="108" y="0"/>
                    <a:pt x="102" y="0"/>
                  </a:cubicBezTo>
                  <a:close/>
                  <a:moveTo>
                    <a:pt x="27" y="9"/>
                  </a:moveTo>
                  <a:cubicBezTo>
                    <a:pt x="90" y="9"/>
                    <a:pt x="90" y="9"/>
                    <a:pt x="90" y="9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27" y="14"/>
                    <a:pt x="27" y="14"/>
                    <a:pt x="27" y="14"/>
                  </a:cubicBezTo>
                  <a:lnTo>
                    <a:pt x="27" y="9"/>
                  </a:lnTo>
                  <a:close/>
                  <a:moveTo>
                    <a:pt x="58" y="184"/>
                  </a:moveTo>
                  <a:cubicBezTo>
                    <a:pt x="52" y="184"/>
                    <a:pt x="47" y="179"/>
                    <a:pt x="47" y="173"/>
                  </a:cubicBezTo>
                  <a:cubicBezTo>
                    <a:pt x="47" y="167"/>
                    <a:pt x="52" y="163"/>
                    <a:pt x="58" y="163"/>
                  </a:cubicBezTo>
                  <a:cubicBezTo>
                    <a:pt x="64" y="163"/>
                    <a:pt x="68" y="167"/>
                    <a:pt x="68" y="173"/>
                  </a:cubicBezTo>
                  <a:cubicBezTo>
                    <a:pt x="68" y="179"/>
                    <a:pt x="64" y="184"/>
                    <a:pt x="58" y="184"/>
                  </a:cubicBezTo>
                  <a:close/>
                  <a:moveTo>
                    <a:pt x="102" y="155"/>
                  </a:moveTo>
                  <a:cubicBezTo>
                    <a:pt x="10" y="155"/>
                    <a:pt x="10" y="155"/>
                    <a:pt x="10" y="15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2" y="24"/>
                    <a:pt x="102" y="24"/>
                    <a:pt x="102" y="24"/>
                  </a:cubicBezTo>
                  <a:lnTo>
                    <a:pt x="102" y="155"/>
                  </a:ln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02" name="Group 50"/>
          <p:cNvGrpSpPr/>
          <p:nvPr/>
        </p:nvGrpSpPr>
        <p:grpSpPr>
          <a:xfrm>
            <a:off x="10553688" y="4515755"/>
            <a:ext cx="864983" cy="1332998"/>
            <a:chOff x="10006460" y="4689132"/>
            <a:chExt cx="820132" cy="1263949"/>
          </a:xfrm>
        </p:grpSpPr>
        <p:sp>
          <p:nvSpPr>
            <p:cNvPr id="103" name="Freeform 40"/>
            <p:cNvSpPr/>
            <p:nvPr/>
          </p:nvSpPr>
          <p:spPr bwMode="auto">
            <a:xfrm>
              <a:off x="10006460" y="4689132"/>
              <a:ext cx="820132" cy="169284"/>
            </a:xfrm>
            <a:custGeom>
              <a:avLst/>
              <a:gdLst>
                <a:gd name="T0" fmla="*/ 330 w 330"/>
                <a:gd name="T1" fmla="*/ 0 h 68"/>
                <a:gd name="T2" fmla="*/ 165 w 330"/>
                <a:gd name="T3" fmla="*/ 68 h 68"/>
                <a:gd name="T4" fmla="*/ 0 w 330"/>
                <a:gd name="T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0" h="68">
                  <a:moveTo>
                    <a:pt x="330" y="0"/>
                  </a:moveTo>
                  <a:cubicBezTo>
                    <a:pt x="288" y="42"/>
                    <a:pt x="230" y="68"/>
                    <a:pt x="165" y="68"/>
                  </a:cubicBezTo>
                  <a:cubicBezTo>
                    <a:pt x="101" y="68"/>
                    <a:pt x="42" y="42"/>
                    <a:pt x="0" y="0"/>
                  </a:cubicBezTo>
                </a:path>
              </a:pathLst>
            </a:custGeom>
            <a:noFill/>
            <a:ln w="44450" cap="flat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04" name="Line 39"/>
            <p:cNvSpPr>
              <a:spLocks noChangeShapeType="1"/>
            </p:cNvSpPr>
            <p:nvPr/>
          </p:nvSpPr>
          <p:spPr bwMode="auto">
            <a:xfrm flipV="1">
              <a:off x="10416526" y="4860958"/>
              <a:ext cx="0" cy="1092123"/>
            </a:xfrm>
            <a:prstGeom prst="line">
              <a:avLst/>
            </a:prstGeom>
            <a:noFill/>
            <a:ln w="44450" cap="flat">
              <a:solidFill>
                <a:schemeClr val="tx2">
                  <a:lumMod val="20000"/>
                  <a:lumOff val="8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05" name="Rectangle 6"/>
          <p:cNvSpPr>
            <a:spLocks noChangeArrowheads="1"/>
          </p:cNvSpPr>
          <p:nvPr/>
        </p:nvSpPr>
        <p:spPr bwMode="auto">
          <a:xfrm>
            <a:off x="2417774" y="5969622"/>
            <a:ext cx="804920" cy="2417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6" name="Rectangle 6"/>
          <p:cNvSpPr>
            <a:spLocks noChangeArrowheads="1"/>
          </p:cNvSpPr>
          <p:nvPr/>
        </p:nvSpPr>
        <p:spPr bwMode="auto">
          <a:xfrm>
            <a:off x="4230320" y="5969622"/>
            <a:ext cx="804920" cy="2417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7" name="Rectangle 6"/>
          <p:cNvSpPr>
            <a:spLocks noChangeArrowheads="1"/>
          </p:cNvSpPr>
          <p:nvPr/>
        </p:nvSpPr>
        <p:spPr bwMode="auto">
          <a:xfrm>
            <a:off x="6047751" y="5969622"/>
            <a:ext cx="804920" cy="2417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8" name="Rectangle 6"/>
          <p:cNvSpPr>
            <a:spLocks noChangeArrowheads="1"/>
          </p:cNvSpPr>
          <p:nvPr/>
        </p:nvSpPr>
        <p:spPr bwMode="auto">
          <a:xfrm>
            <a:off x="7855759" y="5969622"/>
            <a:ext cx="804920" cy="2417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09" name="Rectangle 6"/>
          <p:cNvSpPr>
            <a:spLocks noChangeArrowheads="1"/>
          </p:cNvSpPr>
          <p:nvPr/>
        </p:nvSpPr>
        <p:spPr bwMode="auto">
          <a:xfrm>
            <a:off x="9663531" y="5969622"/>
            <a:ext cx="804920" cy="2417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10" name="Rectangle 6"/>
          <p:cNvSpPr>
            <a:spLocks noChangeArrowheads="1"/>
          </p:cNvSpPr>
          <p:nvPr/>
        </p:nvSpPr>
        <p:spPr bwMode="auto">
          <a:xfrm>
            <a:off x="11471304" y="5969622"/>
            <a:ext cx="1387447" cy="2417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11" name="Rectangle 6"/>
          <p:cNvSpPr>
            <a:spLocks noChangeArrowheads="1"/>
          </p:cNvSpPr>
          <p:nvPr/>
        </p:nvSpPr>
        <p:spPr bwMode="auto">
          <a:xfrm>
            <a:off x="0" y="5969622"/>
            <a:ext cx="1416204" cy="2417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12" name="Group 60"/>
          <p:cNvGrpSpPr/>
          <p:nvPr/>
        </p:nvGrpSpPr>
        <p:grpSpPr>
          <a:xfrm>
            <a:off x="970907" y="2136533"/>
            <a:ext cx="1932239" cy="1126031"/>
            <a:chOff x="920563" y="2433154"/>
            <a:chExt cx="1832049" cy="1067703"/>
          </a:xfrm>
        </p:grpSpPr>
        <p:sp>
          <p:nvSpPr>
            <p:cNvPr id="113" name="TextBox 61"/>
            <p:cNvSpPr txBox="1"/>
            <p:nvPr/>
          </p:nvSpPr>
          <p:spPr>
            <a:xfrm>
              <a:off x="920563" y="2724457"/>
              <a:ext cx="1832049" cy="776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4" name="TextBox 62"/>
            <p:cNvSpPr txBox="1"/>
            <p:nvPr/>
          </p:nvSpPr>
          <p:spPr>
            <a:xfrm>
              <a:off x="1180253" y="2433154"/>
              <a:ext cx="1342328" cy="321000"/>
            </a:xfrm>
            <a:prstGeom prst="rect">
              <a:avLst/>
            </a:prstGeom>
            <a:noFill/>
          </p:spPr>
          <p:txBody>
            <a:bodyPr wrap="none" lIns="91422" tIns="45711" rIns="91422" bIns="45711" rtlCol="0">
              <a:spAutoFit/>
            </a:bodyPr>
            <a:lstStyle/>
            <a:p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15" name="Group 63"/>
          <p:cNvGrpSpPr/>
          <p:nvPr/>
        </p:nvGrpSpPr>
        <p:grpSpPr>
          <a:xfrm>
            <a:off x="2779944" y="1528092"/>
            <a:ext cx="1932239" cy="1126031"/>
            <a:chOff x="2635798" y="1856230"/>
            <a:chExt cx="1832049" cy="1067703"/>
          </a:xfrm>
        </p:grpSpPr>
        <p:sp>
          <p:nvSpPr>
            <p:cNvPr id="116" name="TextBox 64"/>
            <p:cNvSpPr txBox="1"/>
            <p:nvPr/>
          </p:nvSpPr>
          <p:spPr>
            <a:xfrm>
              <a:off x="2635798" y="2147533"/>
              <a:ext cx="1832049" cy="776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7" name="TextBox 65"/>
            <p:cNvSpPr txBox="1"/>
            <p:nvPr/>
          </p:nvSpPr>
          <p:spPr>
            <a:xfrm>
              <a:off x="2887109" y="1856230"/>
              <a:ext cx="1324089" cy="336565"/>
            </a:xfrm>
            <a:prstGeom prst="rect">
              <a:avLst/>
            </a:prstGeom>
            <a:noFill/>
          </p:spPr>
          <p:txBody>
            <a:bodyPr wrap="none" lIns="91422" tIns="45711" rIns="91422" bIns="45711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18" name="Group 66"/>
          <p:cNvGrpSpPr/>
          <p:nvPr/>
        </p:nvGrpSpPr>
        <p:grpSpPr>
          <a:xfrm>
            <a:off x="4631850" y="2527327"/>
            <a:ext cx="1932239" cy="1126031"/>
            <a:chOff x="4391679" y="2803705"/>
            <a:chExt cx="1832049" cy="1067703"/>
          </a:xfrm>
        </p:grpSpPr>
        <p:sp>
          <p:nvSpPr>
            <p:cNvPr id="119" name="TextBox 67"/>
            <p:cNvSpPr txBox="1"/>
            <p:nvPr/>
          </p:nvSpPr>
          <p:spPr>
            <a:xfrm>
              <a:off x="4391679" y="3095008"/>
              <a:ext cx="1832049" cy="776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20" name="TextBox 68"/>
            <p:cNvSpPr txBox="1"/>
            <p:nvPr/>
          </p:nvSpPr>
          <p:spPr>
            <a:xfrm>
              <a:off x="4617123" y="2803705"/>
              <a:ext cx="1342328" cy="321000"/>
            </a:xfrm>
            <a:prstGeom prst="rect">
              <a:avLst/>
            </a:prstGeom>
            <a:noFill/>
          </p:spPr>
          <p:txBody>
            <a:bodyPr wrap="none" lIns="91422" tIns="45711" rIns="91422" bIns="45711" rtlCol="0">
              <a:spAutoFit/>
            </a:bodyPr>
            <a:lstStyle/>
            <a:p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21" name="Group 69"/>
          <p:cNvGrpSpPr/>
          <p:nvPr/>
        </p:nvGrpSpPr>
        <p:grpSpPr>
          <a:xfrm>
            <a:off x="6417773" y="1952610"/>
            <a:ext cx="1932239" cy="1126031"/>
            <a:chOff x="6084999" y="2258758"/>
            <a:chExt cx="1832049" cy="1067703"/>
          </a:xfrm>
        </p:grpSpPr>
        <p:sp>
          <p:nvSpPr>
            <p:cNvPr id="122" name="TextBox 70"/>
            <p:cNvSpPr txBox="1"/>
            <p:nvPr/>
          </p:nvSpPr>
          <p:spPr>
            <a:xfrm>
              <a:off x="6084999" y="2550061"/>
              <a:ext cx="1832049" cy="776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23" name="TextBox 71"/>
            <p:cNvSpPr txBox="1"/>
            <p:nvPr/>
          </p:nvSpPr>
          <p:spPr>
            <a:xfrm>
              <a:off x="6323980" y="2258758"/>
              <a:ext cx="1324089" cy="336565"/>
            </a:xfrm>
            <a:prstGeom prst="rect">
              <a:avLst/>
            </a:prstGeom>
            <a:noFill/>
          </p:spPr>
          <p:txBody>
            <a:bodyPr wrap="none" lIns="91422" tIns="45711" rIns="91422" bIns="45711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24" name="Group 72"/>
          <p:cNvGrpSpPr/>
          <p:nvPr/>
        </p:nvGrpSpPr>
        <p:grpSpPr>
          <a:xfrm>
            <a:off x="8202459" y="2765024"/>
            <a:ext cx="1932239" cy="1126031"/>
            <a:chOff x="7777146" y="3029087"/>
            <a:chExt cx="1832049" cy="1067702"/>
          </a:xfrm>
        </p:grpSpPr>
        <p:sp>
          <p:nvSpPr>
            <p:cNvPr id="125" name="TextBox 73"/>
            <p:cNvSpPr txBox="1"/>
            <p:nvPr/>
          </p:nvSpPr>
          <p:spPr>
            <a:xfrm>
              <a:off x="7777146" y="3320390"/>
              <a:ext cx="1832049" cy="7763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26" name="TextBox 74"/>
            <p:cNvSpPr txBox="1"/>
            <p:nvPr/>
          </p:nvSpPr>
          <p:spPr>
            <a:xfrm>
              <a:off x="8007679" y="3029087"/>
              <a:ext cx="1342328" cy="321000"/>
            </a:xfrm>
            <a:prstGeom prst="rect">
              <a:avLst/>
            </a:prstGeom>
            <a:noFill/>
          </p:spPr>
          <p:txBody>
            <a:bodyPr wrap="none" lIns="91422" tIns="45711" rIns="91422" bIns="45711" rtlCol="0">
              <a:spAutoFit/>
            </a:bodyPr>
            <a:lstStyle/>
            <a:p>
              <a:r>
                <a:rPr lang="zh-CN" altLang="en-US" sz="1600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27" name="Group 75"/>
          <p:cNvGrpSpPr/>
          <p:nvPr/>
        </p:nvGrpSpPr>
        <p:grpSpPr>
          <a:xfrm>
            <a:off x="10024962" y="2189247"/>
            <a:ext cx="1932239" cy="1126031"/>
            <a:chOff x="9505149" y="2483138"/>
            <a:chExt cx="1832049" cy="1067703"/>
          </a:xfrm>
        </p:grpSpPr>
        <p:sp>
          <p:nvSpPr>
            <p:cNvPr id="128" name="TextBox 76"/>
            <p:cNvSpPr txBox="1"/>
            <p:nvPr/>
          </p:nvSpPr>
          <p:spPr>
            <a:xfrm>
              <a:off x="9505149" y="2774441"/>
              <a:ext cx="1832049" cy="776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85875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29" name="TextBox 77"/>
            <p:cNvSpPr txBox="1"/>
            <p:nvPr/>
          </p:nvSpPr>
          <p:spPr>
            <a:xfrm>
              <a:off x="9737693" y="2483138"/>
              <a:ext cx="1324089" cy="336565"/>
            </a:xfrm>
            <a:prstGeom prst="rect">
              <a:avLst/>
            </a:prstGeom>
            <a:noFill/>
          </p:spPr>
          <p:txBody>
            <a:bodyPr wrap="none" lIns="91422" tIns="45711" rIns="91422" bIns="45711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b="1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en-US" altLang="zh-CN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31" name="Freeform 31"/>
          <p:cNvSpPr/>
          <p:nvPr/>
        </p:nvSpPr>
        <p:spPr bwMode="auto">
          <a:xfrm>
            <a:off x="1269659" y="5848753"/>
            <a:ext cx="1285276" cy="482368"/>
          </a:xfrm>
          <a:custGeom>
            <a:avLst/>
            <a:gdLst>
              <a:gd name="T0" fmla="*/ 984 w 1159"/>
              <a:gd name="T1" fmla="*/ 369 h 435"/>
              <a:gd name="T2" fmla="*/ 984 w 1159"/>
              <a:gd name="T3" fmla="*/ 66 h 435"/>
              <a:gd name="T4" fmla="*/ 1159 w 1159"/>
              <a:gd name="T5" fmla="*/ 66 h 435"/>
              <a:gd name="T6" fmla="*/ 1159 w 1159"/>
              <a:gd name="T7" fmla="*/ 0 h 435"/>
              <a:gd name="T8" fmla="*/ 0 w 1159"/>
              <a:gd name="T9" fmla="*/ 0 h 435"/>
              <a:gd name="T10" fmla="*/ 0 w 1159"/>
              <a:gd name="T11" fmla="*/ 66 h 435"/>
              <a:gd name="T12" fmla="*/ 185 w 1159"/>
              <a:gd name="T13" fmla="*/ 66 h 435"/>
              <a:gd name="T14" fmla="*/ 185 w 1159"/>
              <a:gd name="T15" fmla="*/ 369 h 435"/>
              <a:gd name="T16" fmla="*/ 0 w 1159"/>
              <a:gd name="T17" fmla="*/ 369 h 435"/>
              <a:gd name="T18" fmla="*/ 0 w 1159"/>
              <a:gd name="T19" fmla="*/ 435 h 435"/>
              <a:gd name="T20" fmla="*/ 1159 w 1159"/>
              <a:gd name="T21" fmla="*/ 435 h 435"/>
              <a:gd name="T22" fmla="*/ 1159 w 1159"/>
              <a:gd name="T23" fmla="*/ 369 h 435"/>
              <a:gd name="T24" fmla="*/ 984 w 1159"/>
              <a:gd name="T25" fmla="*/ 369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59" h="435">
                <a:moveTo>
                  <a:pt x="984" y="369"/>
                </a:moveTo>
                <a:lnTo>
                  <a:pt x="984" y="66"/>
                </a:lnTo>
                <a:lnTo>
                  <a:pt x="1159" y="66"/>
                </a:lnTo>
                <a:lnTo>
                  <a:pt x="1159" y="0"/>
                </a:lnTo>
                <a:lnTo>
                  <a:pt x="0" y="0"/>
                </a:lnTo>
                <a:lnTo>
                  <a:pt x="0" y="66"/>
                </a:lnTo>
                <a:lnTo>
                  <a:pt x="185" y="66"/>
                </a:lnTo>
                <a:lnTo>
                  <a:pt x="185" y="369"/>
                </a:lnTo>
                <a:lnTo>
                  <a:pt x="0" y="369"/>
                </a:lnTo>
                <a:lnTo>
                  <a:pt x="0" y="435"/>
                </a:lnTo>
                <a:lnTo>
                  <a:pt x="1159" y="435"/>
                </a:lnTo>
                <a:lnTo>
                  <a:pt x="1159" y="369"/>
                </a:lnTo>
                <a:lnTo>
                  <a:pt x="984" y="369"/>
                </a:lnTo>
                <a:close/>
              </a:path>
            </a:pathLst>
          </a:custGeom>
          <a:solidFill>
            <a:srgbClr val="F6880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7" name="Freeform 26"/>
          <p:cNvSpPr/>
          <p:nvPr/>
        </p:nvSpPr>
        <p:spPr bwMode="auto">
          <a:xfrm>
            <a:off x="3085532" y="5848753"/>
            <a:ext cx="1281949" cy="482368"/>
          </a:xfrm>
          <a:custGeom>
            <a:avLst/>
            <a:gdLst>
              <a:gd name="T0" fmla="*/ 984 w 1156"/>
              <a:gd name="T1" fmla="*/ 369 h 435"/>
              <a:gd name="T2" fmla="*/ 984 w 1156"/>
              <a:gd name="T3" fmla="*/ 66 h 435"/>
              <a:gd name="T4" fmla="*/ 1156 w 1156"/>
              <a:gd name="T5" fmla="*/ 66 h 435"/>
              <a:gd name="T6" fmla="*/ 1156 w 1156"/>
              <a:gd name="T7" fmla="*/ 0 h 435"/>
              <a:gd name="T8" fmla="*/ 0 w 1156"/>
              <a:gd name="T9" fmla="*/ 0 h 435"/>
              <a:gd name="T10" fmla="*/ 0 w 1156"/>
              <a:gd name="T11" fmla="*/ 66 h 435"/>
              <a:gd name="T12" fmla="*/ 173 w 1156"/>
              <a:gd name="T13" fmla="*/ 66 h 435"/>
              <a:gd name="T14" fmla="*/ 173 w 1156"/>
              <a:gd name="T15" fmla="*/ 369 h 435"/>
              <a:gd name="T16" fmla="*/ 0 w 1156"/>
              <a:gd name="T17" fmla="*/ 369 h 435"/>
              <a:gd name="T18" fmla="*/ 0 w 1156"/>
              <a:gd name="T19" fmla="*/ 435 h 435"/>
              <a:gd name="T20" fmla="*/ 1156 w 1156"/>
              <a:gd name="T21" fmla="*/ 435 h 435"/>
              <a:gd name="T22" fmla="*/ 1156 w 1156"/>
              <a:gd name="T23" fmla="*/ 369 h 435"/>
              <a:gd name="T24" fmla="*/ 984 w 1156"/>
              <a:gd name="T25" fmla="*/ 369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56" h="435">
                <a:moveTo>
                  <a:pt x="984" y="369"/>
                </a:moveTo>
                <a:lnTo>
                  <a:pt x="984" y="66"/>
                </a:lnTo>
                <a:lnTo>
                  <a:pt x="1156" y="66"/>
                </a:lnTo>
                <a:lnTo>
                  <a:pt x="1156" y="0"/>
                </a:lnTo>
                <a:lnTo>
                  <a:pt x="0" y="0"/>
                </a:lnTo>
                <a:lnTo>
                  <a:pt x="0" y="66"/>
                </a:lnTo>
                <a:lnTo>
                  <a:pt x="173" y="66"/>
                </a:lnTo>
                <a:lnTo>
                  <a:pt x="173" y="369"/>
                </a:lnTo>
                <a:lnTo>
                  <a:pt x="0" y="369"/>
                </a:lnTo>
                <a:lnTo>
                  <a:pt x="0" y="435"/>
                </a:lnTo>
                <a:lnTo>
                  <a:pt x="1156" y="435"/>
                </a:lnTo>
                <a:lnTo>
                  <a:pt x="1156" y="369"/>
                </a:lnTo>
                <a:lnTo>
                  <a:pt x="984" y="369"/>
                </a:lnTo>
                <a:close/>
              </a:path>
            </a:pathLst>
          </a:custGeom>
          <a:solidFill>
            <a:srgbClr val="0099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43" name="Freeform 21"/>
          <p:cNvSpPr/>
          <p:nvPr/>
        </p:nvSpPr>
        <p:spPr bwMode="auto">
          <a:xfrm>
            <a:off x="4898078" y="5848753"/>
            <a:ext cx="1284167" cy="482368"/>
          </a:xfrm>
          <a:custGeom>
            <a:avLst/>
            <a:gdLst>
              <a:gd name="T0" fmla="*/ 983 w 1158"/>
              <a:gd name="T1" fmla="*/ 369 h 435"/>
              <a:gd name="T2" fmla="*/ 983 w 1158"/>
              <a:gd name="T3" fmla="*/ 66 h 435"/>
              <a:gd name="T4" fmla="*/ 1158 w 1158"/>
              <a:gd name="T5" fmla="*/ 66 h 435"/>
              <a:gd name="T6" fmla="*/ 1158 w 1158"/>
              <a:gd name="T7" fmla="*/ 0 h 435"/>
              <a:gd name="T8" fmla="*/ 0 w 1158"/>
              <a:gd name="T9" fmla="*/ 0 h 435"/>
              <a:gd name="T10" fmla="*/ 0 w 1158"/>
              <a:gd name="T11" fmla="*/ 66 h 435"/>
              <a:gd name="T12" fmla="*/ 175 w 1158"/>
              <a:gd name="T13" fmla="*/ 66 h 435"/>
              <a:gd name="T14" fmla="*/ 175 w 1158"/>
              <a:gd name="T15" fmla="*/ 369 h 435"/>
              <a:gd name="T16" fmla="*/ 0 w 1158"/>
              <a:gd name="T17" fmla="*/ 369 h 435"/>
              <a:gd name="T18" fmla="*/ 0 w 1158"/>
              <a:gd name="T19" fmla="*/ 435 h 435"/>
              <a:gd name="T20" fmla="*/ 1158 w 1158"/>
              <a:gd name="T21" fmla="*/ 435 h 435"/>
              <a:gd name="T22" fmla="*/ 1158 w 1158"/>
              <a:gd name="T23" fmla="*/ 369 h 435"/>
              <a:gd name="T24" fmla="*/ 983 w 1158"/>
              <a:gd name="T25" fmla="*/ 369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58" h="435">
                <a:moveTo>
                  <a:pt x="983" y="369"/>
                </a:moveTo>
                <a:lnTo>
                  <a:pt x="983" y="66"/>
                </a:lnTo>
                <a:lnTo>
                  <a:pt x="1158" y="66"/>
                </a:lnTo>
                <a:lnTo>
                  <a:pt x="1158" y="0"/>
                </a:lnTo>
                <a:lnTo>
                  <a:pt x="0" y="0"/>
                </a:lnTo>
                <a:lnTo>
                  <a:pt x="0" y="66"/>
                </a:lnTo>
                <a:lnTo>
                  <a:pt x="175" y="66"/>
                </a:lnTo>
                <a:lnTo>
                  <a:pt x="175" y="369"/>
                </a:lnTo>
                <a:lnTo>
                  <a:pt x="0" y="369"/>
                </a:lnTo>
                <a:lnTo>
                  <a:pt x="0" y="435"/>
                </a:lnTo>
                <a:lnTo>
                  <a:pt x="1158" y="435"/>
                </a:lnTo>
                <a:lnTo>
                  <a:pt x="1158" y="369"/>
                </a:lnTo>
                <a:lnTo>
                  <a:pt x="983" y="369"/>
                </a:lnTo>
                <a:close/>
              </a:path>
            </a:pathLst>
          </a:custGeom>
          <a:solidFill>
            <a:srgbClr val="F6880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49" name="Freeform 16"/>
          <p:cNvSpPr/>
          <p:nvPr/>
        </p:nvSpPr>
        <p:spPr bwMode="auto">
          <a:xfrm>
            <a:off x="6712842" y="5848753"/>
            <a:ext cx="1283058" cy="482368"/>
          </a:xfrm>
          <a:custGeom>
            <a:avLst/>
            <a:gdLst>
              <a:gd name="T0" fmla="*/ 984 w 1157"/>
              <a:gd name="T1" fmla="*/ 369 h 435"/>
              <a:gd name="T2" fmla="*/ 984 w 1157"/>
              <a:gd name="T3" fmla="*/ 66 h 435"/>
              <a:gd name="T4" fmla="*/ 1157 w 1157"/>
              <a:gd name="T5" fmla="*/ 66 h 435"/>
              <a:gd name="T6" fmla="*/ 1157 w 1157"/>
              <a:gd name="T7" fmla="*/ 0 h 435"/>
              <a:gd name="T8" fmla="*/ 0 w 1157"/>
              <a:gd name="T9" fmla="*/ 0 h 435"/>
              <a:gd name="T10" fmla="*/ 0 w 1157"/>
              <a:gd name="T11" fmla="*/ 66 h 435"/>
              <a:gd name="T12" fmla="*/ 173 w 1157"/>
              <a:gd name="T13" fmla="*/ 66 h 435"/>
              <a:gd name="T14" fmla="*/ 173 w 1157"/>
              <a:gd name="T15" fmla="*/ 369 h 435"/>
              <a:gd name="T16" fmla="*/ 0 w 1157"/>
              <a:gd name="T17" fmla="*/ 369 h 435"/>
              <a:gd name="T18" fmla="*/ 0 w 1157"/>
              <a:gd name="T19" fmla="*/ 435 h 435"/>
              <a:gd name="T20" fmla="*/ 1157 w 1157"/>
              <a:gd name="T21" fmla="*/ 435 h 435"/>
              <a:gd name="T22" fmla="*/ 1157 w 1157"/>
              <a:gd name="T23" fmla="*/ 369 h 435"/>
              <a:gd name="T24" fmla="*/ 984 w 1157"/>
              <a:gd name="T25" fmla="*/ 369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57" h="435">
                <a:moveTo>
                  <a:pt x="984" y="369"/>
                </a:moveTo>
                <a:lnTo>
                  <a:pt x="984" y="66"/>
                </a:lnTo>
                <a:lnTo>
                  <a:pt x="1157" y="66"/>
                </a:lnTo>
                <a:lnTo>
                  <a:pt x="1157" y="0"/>
                </a:lnTo>
                <a:lnTo>
                  <a:pt x="0" y="0"/>
                </a:lnTo>
                <a:lnTo>
                  <a:pt x="0" y="66"/>
                </a:lnTo>
                <a:lnTo>
                  <a:pt x="173" y="66"/>
                </a:lnTo>
                <a:lnTo>
                  <a:pt x="173" y="369"/>
                </a:lnTo>
                <a:lnTo>
                  <a:pt x="0" y="369"/>
                </a:lnTo>
                <a:lnTo>
                  <a:pt x="0" y="435"/>
                </a:lnTo>
                <a:lnTo>
                  <a:pt x="1157" y="435"/>
                </a:lnTo>
                <a:lnTo>
                  <a:pt x="1157" y="369"/>
                </a:lnTo>
                <a:lnTo>
                  <a:pt x="984" y="369"/>
                </a:lnTo>
                <a:close/>
              </a:path>
            </a:pathLst>
          </a:custGeom>
          <a:solidFill>
            <a:srgbClr val="0099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55" name="Freeform 11"/>
          <p:cNvSpPr/>
          <p:nvPr/>
        </p:nvSpPr>
        <p:spPr bwMode="auto">
          <a:xfrm>
            <a:off x="8526496" y="5848766"/>
            <a:ext cx="1284167" cy="482369"/>
          </a:xfrm>
          <a:custGeom>
            <a:avLst/>
            <a:gdLst>
              <a:gd name="T0" fmla="*/ 974 w 1158"/>
              <a:gd name="T1" fmla="*/ 369 h 435"/>
              <a:gd name="T2" fmla="*/ 974 w 1158"/>
              <a:gd name="T3" fmla="*/ 66 h 435"/>
              <a:gd name="T4" fmla="*/ 1158 w 1158"/>
              <a:gd name="T5" fmla="*/ 66 h 435"/>
              <a:gd name="T6" fmla="*/ 1158 w 1158"/>
              <a:gd name="T7" fmla="*/ 0 h 435"/>
              <a:gd name="T8" fmla="*/ 0 w 1158"/>
              <a:gd name="T9" fmla="*/ 0 h 435"/>
              <a:gd name="T10" fmla="*/ 0 w 1158"/>
              <a:gd name="T11" fmla="*/ 66 h 435"/>
              <a:gd name="T12" fmla="*/ 175 w 1158"/>
              <a:gd name="T13" fmla="*/ 66 h 435"/>
              <a:gd name="T14" fmla="*/ 175 w 1158"/>
              <a:gd name="T15" fmla="*/ 369 h 435"/>
              <a:gd name="T16" fmla="*/ 0 w 1158"/>
              <a:gd name="T17" fmla="*/ 369 h 435"/>
              <a:gd name="T18" fmla="*/ 0 w 1158"/>
              <a:gd name="T19" fmla="*/ 435 h 435"/>
              <a:gd name="T20" fmla="*/ 1158 w 1158"/>
              <a:gd name="T21" fmla="*/ 435 h 435"/>
              <a:gd name="T22" fmla="*/ 1158 w 1158"/>
              <a:gd name="T23" fmla="*/ 369 h 435"/>
              <a:gd name="T24" fmla="*/ 974 w 1158"/>
              <a:gd name="T25" fmla="*/ 369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58" h="435">
                <a:moveTo>
                  <a:pt x="974" y="369"/>
                </a:moveTo>
                <a:lnTo>
                  <a:pt x="974" y="66"/>
                </a:lnTo>
                <a:lnTo>
                  <a:pt x="1158" y="66"/>
                </a:lnTo>
                <a:lnTo>
                  <a:pt x="1158" y="0"/>
                </a:lnTo>
                <a:lnTo>
                  <a:pt x="0" y="0"/>
                </a:lnTo>
                <a:lnTo>
                  <a:pt x="0" y="66"/>
                </a:lnTo>
                <a:lnTo>
                  <a:pt x="175" y="66"/>
                </a:lnTo>
                <a:lnTo>
                  <a:pt x="175" y="369"/>
                </a:lnTo>
                <a:lnTo>
                  <a:pt x="0" y="369"/>
                </a:lnTo>
                <a:lnTo>
                  <a:pt x="0" y="435"/>
                </a:lnTo>
                <a:lnTo>
                  <a:pt x="1158" y="435"/>
                </a:lnTo>
                <a:lnTo>
                  <a:pt x="1158" y="369"/>
                </a:lnTo>
                <a:lnTo>
                  <a:pt x="974" y="369"/>
                </a:lnTo>
                <a:close/>
              </a:path>
            </a:pathLst>
          </a:custGeom>
          <a:solidFill>
            <a:srgbClr val="F6880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61" name="Freeform 11"/>
          <p:cNvSpPr/>
          <p:nvPr/>
        </p:nvSpPr>
        <p:spPr bwMode="auto">
          <a:xfrm>
            <a:off x="10341261" y="5848753"/>
            <a:ext cx="1284167" cy="482368"/>
          </a:xfrm>
          <a:custGeom>
            <a:avLst/>
            <a:gdLst>
              <a:gd name="T0" fmla="*/ 974 w 1158"/>
              <a:gd name="T1" fmla="*/ 369 h 435"/>
              <a:gd name="T2" fmla="*/ 974 w 1158"/>
              <a:gd name="T3" fmla="*/ 66 h 435"/>
              <a:gd name="T4" fmla="*/ 1158 w 1158"/>
              <a:gd name="T5" fmla="*/ 66 h 435"/>
              <a:gd name="T6" fmla="*/ 1158 w 1158"/>
              <a:gd name="T7" fmla="*/ 0 h 435"/>
              <a:gd name="T8" fmla="*/ 0 w 1158"/>
              <a:gd name="T9" fmla="*/ 0 h 435"/>
              <a:gd name="T10" fmla="*/ 0 w 1158"/>
              <a:gd name="T11" fmla="*/ 66 h 435"/>
              <a:gd name="T12" fmla="*/ 175 w 1158"/>
              <a:gd name="T13" fmla="*/ 66 h 435"/>
              <a:gd name="T14" fmla="*/ 175 w 1158"/>
              <a:gd name="T15" fmla="*/ 369 h 435"/>
              <a:gd name="T16" fmla="*/ 0 w 1158"/>
              <a:gd name="T17" fmla="*/ 369 h 435"/>
              <a:gd name="T18" fmla="*/ 0 w 1158"/>
              <a:gd name="T19" fmla="*/ 435 h 435"/>
              <a:gd name="T20" fmla="*/ 1158 w 1158"/>
              <a:gd name="T21" fmla="*/ 435 h 435"/>
              <a:gd name="T22" fmla="*/ 1158 w 1158"/>
              <a:gd name="T23" fmla="*/ 369 h 435"/>
              <a:gd name="T24" fmla="*/ 974 w 1158"/>
              <a:gd name="T25" fmla="*/ 369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58" h="435">
                <a:moveTo>
                  <a:pt x="974" y="369"/>
                </a:moveTo>
                <a:lnTo>
                  <a:pt x="974" y="66"/>
                </a:lnTo>
                <a:lnTo>
                  <a:pt x="1158" y="66"/>
                </a:lnTo>
                <a:lnTo>
                  <a:pt x="1158" y="0"/>
                </a:lnTo>
                <a:lnTo>
                  <a:pt x="0" y="0"/>
                </a:lnTo>
                <a:lnTo>
                  <a:pt x="0" y="66"/>
                </a:lnTo>
                <a:lnTo>
                  <a:pt x="175" y="66"/>
                </a:lnTo>
                <a:lnTo>
                  <a:pt x="175" y="369"/>
                </a:lnTo>
                <a:lnTo>
                  <a:pt x="0" y="369"/>
                </a:lnTo>
                <a:lnTo>
                  <a:pt x="0" y="435"/>
                </a:lnTo>
                <a:lnTo>
                  <a:pt x="1158" y="435"/>
                </a:lnTo>
                <a:lnTo>
                  <a:pt x="1158" y="369"/>
                </a:lnTo>
                <a:lnTo>
                  <a:pt x="974" y="369"/>
                </a:lnTo>
                <a:close/>
              </a:path>
            </a:pathLst>
          </a:custGeom>
          <a:solidFill>
            <a:srgbClr val="0099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66" name="TextBox 65"/>
          <p:cNvSpPr txBox="1"/>
          <p:nvPr/>
        </p:nvSpPr>
        <p:spPr>
          <a:xfrm>
            <a:off x="10656189" y="5863478"/>
            <a:ext cx="654310" cy="354951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2025</a:t>
            </a:r>
            <a:endParaRPr lang="en-US" altLang="zh-CN" sz="16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67" name="TextBox 65"/>
          <p:cNvSpPr txBox="1"/>
          <p:nvPr/>
        </p:nvSpPr>
        <p:spPr>
          <a:xfrm>
            <a:off x="8864120" y="5863478"/>
            <a:ext cx="660722" cy="387780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2024</a:t>
            </a:r>
            <a:endParaRPr lang="en-US" altLang="zh-CN" sz="16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68" name="TextBox 65"/>
          <p:cNvSpPr txBox="1"/>
          <p:nvPr/>
        </p:nvSpPr>
        <p:spPr>
          <a:xfrm>
            <a:off x="7038093" y="5885543"/>
            <a:ext cx="651104" cy="387780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2023</a:t>
            </a:r>
            <a:endParaRPr lang="en-US" altLang="zh-CN" sz="16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69" name="TextBox 65"/>
          <p:cNvSpPr txBox="1"/>
          <p:nvPr/>
        </p:nvSpPr>
        <p:spPr>
          <a:xfrm>
            <a:off x="5206124" y="5900332"/>
            <a:ext cx="652706" cy="387780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2022</a:t>
            </a:r>
            <a:endParaRPr lang="en-US" altLang="zh-CN" sz="16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70" name="TextBox 65"/>
          <p:cNvSpPr txBox="1"/>
          <p:nvPr/>
        </p:nvSpPr>
        <p:spPr>
          <a:xfrm>
            <a:off x="3398967" y="5885543"/>
            <a:ext cx="652706" cy="387780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2021</a:t>
            </a:r>
            <a:endParaRPr lang="en-US" altLang="zh-CN" sz="16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71" name="TextBox 65"/>
          <p:cNvSpPr txBox="1"/>
          <p:nvPr/>
        </p:nvSpPr>
        <p:spPr>
          <a:xfrm>
            <a:off x="1583335" y="5900332"/>
            <a:ext cx="652706" cy="387780"/>
          </a:xfrm>
          <a:prstGeom prst="rect">
            <a:avLst/>
          </a:prstGeom>
          <a:noFill/>
        </p:spPr>
        <p:txBody>
          <a:bodyPr wrap="none" lIns="91422" tIns="45711" rIns="91422" bIns="4571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2020</a:t>
            </a:r>
            <a:endParaRPr lang="en-US" altLang="zh-CN" sz="16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1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1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1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1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 p14:presetBounceEnd="5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9" dur="1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0" dur="1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 p14:presetBounceEnd="5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10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10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 p14:presetBounceEnd="50000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7" dur="10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8" dur="10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 p14:presetBounceEnd="50000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10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10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4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6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nodeType="withEffect" p14:presetBounceEnd="5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2" presetClass="entr" presetSubtype="4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3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4" fill="hold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6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7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0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4" fill="hold" nodeType="withEffect" p14:presetBounceEnd="5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3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4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2" presetClass="entr" presetSubtype="4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7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2" presetClass="entr" presetSubtype="4" fill="hold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0" dur="1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1" dur="1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2" presetID="22" presetClass="entr" presetSubtype="4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4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4" fill="hold" nodeType="withEffect" p14:presetBounceEnd="50000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7" dur="1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8" dur="1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2" presetClass="entr" presetSubtype="4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1" dur="5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2" presetClass="entr" presetSubtype="4" fill="hold" nodeType="withEffect" p14:presetBounceEnd="5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6" presetID="42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750"/>
                                            <p:tgtEl>
                                              <p:spTgt spid="1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9" dur="75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75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42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750"/>
                                            <p:tgtEl>
                                              <p:spTgt spid="1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4" dur="75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75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42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750"/>
                                            <p:tgtEl>
                                              <p:spTgt spid="1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9" dur="750" fill="hold"/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0" dur="750" fill="hold"/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42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750"/>
                                            <p:tgtEl>
                                              <p:spTgt spid="1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4" dur="750" fill="hold"/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750" fill="hold"/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6" presetID="42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750"/>
                                            <p:tgtEl>
                                              <p:spTgt spid="1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9" dur="750" fill="hold"/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750" fill="hold"/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42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750"/>
                                            <p:tgtEl>
                                              <p:spTgt spid="1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4" dur="75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75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5" grpId="0" animBg="1"/>
          <p:bldP spid="106" grpId="0" animBg="1"/>
          <p:bldP spid="107" grpId="0" animBg="1"/>
          <p:bldP spid="108" grpId="0" animBg="1"/>
          <p:bldP spid="109" grpId="0" animBg="1"/>
          <p:bldP spid="110" grpId="0" animBg="1"/>
          <p:bldP spid="111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0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0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0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grpId="0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0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0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4" presetID="2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6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2" presetClass="entr" presetSubtype="4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3" dur="5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1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0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" presetClass="entr" presetSubtype="4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3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4" dur="10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2" presetClass="entr" presetSubtype="4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7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2" presetClass="entr" presetSubtype="4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0" dur="1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1" dur="1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2" presetID="22" presetClass="entr" presetSubtype="4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4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4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1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1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2" presetClass="entr" presetSubtype="4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1" dur="500"/>
                                            <p:tgtEl>
                                              <p:spTgt spid="10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2" presetClass="entr" presetSubtype="4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4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5" dur="1000" fill="hold"/>
                                            <p:tgtEl>
                                              <p:spTgt spid="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6" presetID="42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750"/>
                                            <p:tgtEl>
                                              <p:spTgt spid="11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9" dur="75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0" dur="75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42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750"/>
                                            <p:tgtEl>
                                              <p:spTgt spid="115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4" dur="75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75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42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750"/>
                                            <p:tgtEl>
                                              <p:spTgt spid="11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9" dur="750" fill="hold"/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0" dur="750" fill="hold"/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42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750"/>
                                            <p:tgtEl>
                                              <p:spTgt spid="12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4" dur="750" fill="hold"/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5" dur="750" fill="hold"/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6" presetID="42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750"/>
                                            <p:tgtEl>
                                              <p:spTgt spid="12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99" dur="750" fill="hold"/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0" dur="750" fill="hold"/>
                                            <p:tgtEl>
                                              <p:spTgt spid="1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42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750"/>
                                            <p:tgtEl>
                                              <p:spTgt spid="1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04" dur="75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5" dur="75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5" grpId="0" animBg="1"/>
          <p:bldP spid="106" grpId="0" animBg="1"/>
          <p:bldP spid="107" grpId="0" animBg="1"/>
          <p:bldP spid="108" grpId="0" animBg="1"/>
          <p:bldP spid="109" grpId="0" animBg="1"/>
          <p:bldP spid="110" grpId="0" animBg="1"/>
          <p:bldP spid="111" grpId="0" animBg="1"/>
        </p:bldLst>
      </p:timing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37" name="任意多边形 36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009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535620" y="333508"/>
            <a:ext cx="2791629" cy="616721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362842"/>
            <a:ext cx="654696" cy="589581"/>
            <a:chOff x="445380" y="344047"/>
            <a:chExt cx="620748" cy="559040"/>
          </a:xfrm>
          <a:solidFill>
            <a:srgbClr val="F68808"/>
          </a:solidFill>
        </p:grpSpPr>
        <p:sp>
          <p:nvSpPr>
            <p:cNvPr id="51" name="矩形 50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53311" y="377787"/>
              <a:ext cx="612817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04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" name="Group 41"/>
          <p:cNvGrpSpPr>
            <a:grpSpLocks noChangeAspect="1"/>
          </p:cNvGrpSpPr>
          <p:nvPr/>
        </p:nvGrpSpPr>
        <p:grpSpPr bwMode="auto">
          <a:xfrm>
            <a:off x="1119912" y="3192486"/>
            <a:ext cx="9839045" cy="3132657"/>
            <a:chOff x="3066" y="1978"/>
            <a:chExt cx="1608" cy="512"/>
          </a:xfrm>
          <a:solidFill>
            <a:schemeClr val="tx1">
              <a:alpha val="15000"/>
            </a:schemeClr>
          </a:solidFill>
        </p:grpSpPr>
        <p:sp>
          <p:nvSpPr>
            <p:cNvPr id="10" name="Freeform 42"/>
            <p:cNvSpPr/>
            <p:nvPr/>
          </p:nvSpPr>
          <p:spPr bwMode="auto">
            <a:xfrm>
              <a:off x="4062" y="2105"/>
              <a:ext cx="398" cy="45"/>
            </a:xfrm>
            <a:custGeom>
              <a:avLst/>
              <a:gdLst>
                <a:gd name="T0" fmla="*/ 156 w 168"/>
                <a:gd name="T1" fmla="*/ 12 h 19"/>
                <a:gd name="T2" fmla="*/ 149 w 168"/>
                <a:gd name="T3" fmla="*/ 5 h 19"/>
                <a:gd name="T4" fmla="*/ 149 w 168"/>
                <a:gd name="T5" fmla="*/ 2 h 19"/>
                <a:gd name="T6" fmla="*/ 127 w 168"/>
                <a:gd name="T7" fmla="*/ 19 h 19"/>
                <a:gd name="T8" fmla="*/ 120 w 168"/>
                <a:gd name="T9" fmla="*/ 17 h 19"/>
                <a:gd name="T10" fmla="*/ 105 w 168"/>
                <a:gd name="T11" fmla="*/ 2 h 19"/>
                <a:gd name="T12" fmla="*/ 98 w 168"/>
                <a:gd name="T13" fmla="*/ 13 h 19"/>
                <a:gd name="T14" fmla="*/ 92 w 168"/>
                <a:gd name="T15" fmla="*/ 17 h 19"/>
                <a:gd name="T16" fmla="*/ 84 w 168"/>
                <a:gd name="T17" fmla="*/ 19 h 19"/>
                <a:gd name="T18" fmla="*/ 77 w 168"/>
                <a:gd name="T19" fmla="*/ 17 h 19"/>
                <a:gd name="T20" fmla="*/ 70 w 168"/>
                <a:gd name="T21" fmla="*/ 13 h 19"/>
                <a:gd name="T22" fmla="*/ 63 w 168"/>
                <a:gd name="T23" fmla="*/ 2 h 19"/>
                <a:gd name="T24" fmla="*/ 41 w 168"/>
                <a:gd name="T25" fmla="*/ 19 h 19"/>
                <a:gd name="T26" fmla="*/ 38 w 168"/>
                <a:gd name="T27" fmla="*/ 18 h 19"/>
                <a:gd name="T28" fmla="*/ 28 w 168"/>
                <a:gd name="T29" fmla="*/ 13 h 19"/>
                <a:gd name="T30" fmla="*/ 20 w 168"/>
                <a:gd name="T31" fmla="*/ 2 h 19"/>
                <a:gd name="T32" fmla="*/ 17 w 168"/>
                <a:gd name="T33" fmla="*/ 7 h 19"/>
                <a:gd name="T34" fmla="*/ 0 w 168"/>
                <a:gd name="T35" fmla="*/ 18 h 19"/>
                <a:gd name="T36" fmla="*/ 16 w 168"/>
                <a:gd name="T37" fmla="*/ 7 h 19"/>
                <a:gd name="T38" fmla="*/ 19 w 168"/>
                <a:gd name="T39" fmla="*/ 1 h 19"/>
                <a:gd name="T40" fmla="*/ 20 w 168"/>
                <a:gd name="T41" fmla="*/ 1 h 19"/>
                <a:gd name="T42" fmla="*/ 35 w 168"/>
                <a:gd name="T43" fmla="*/ 16 h 19"/>
                <a:gd name="T44" fmla="*/ 40 w 168"/>
                <a:gd name="T45" fmla="*/ 17 h 19"/>
                <a:gd name="T46" fmla="*/ 44 w 168"/>
                <a:gd name="T47" fmla="*/ 17 h 19"/>
                <a:gd name="T48" fmla="*/ 53 w 168"/>
                <a:gd name="T49" fmla="*/ 12 h 19"/>
                <a:gd name="T50" fmla="*/ 62 w 168"/>
                <a:gd name="T51" fmla="*/ 1 h 19"/>
                <a:gd name="T52" fmla="*/ 72 w 168"/>
                <a:gd name="T53" fmla="*/ 12 h 19"/>
                <a:gd name="T54" fmla="*/ 77 w 168"/>
                <a:gd name="T55" fmla="*/ 16 h 19"/>
                <a:gd name="T56" fmla="*/ 84 w 168"/>
                <a:gd name="T57" fmla="*/ 17 h 19"/>
                <a:gd name="T58" fmla="*/ 91 w 168"/>
                <a:gd name="T59" fmla="*/ 16 h 19"/>
                <a:gd name="T60" fmla="*/ 97 w 168"/>
                <a:gd name="T61" fmla="*/ 12 h 19"/>
                <a:gd name="T62" fmla="*/ 107 w 168"/>
                <a:gd name="T63" fmla="*/ 1 h 19"/>
                <a:gd name="T64" fmla="*/ 115 w 168"/>
                <a:gd name="T65" fmla="*/ 12 h 19"/>
                <a:gd name="T66" fmla="*/ 124 w 168"/>
                <a:gd name="T67" fmla="*/ 17 h 19"/>
                <a:gd name="T68" fmla="*/ 139 w 168"/>
                <a:gd name="T69" fmla="*/ 12 h 19"/>
                <a:gd name="T70" fmla="*/ 149 w 168"/>
                <a:gd name="T71" fmla="*/ 1 h 19"/>
                <a:gd name="T72" fmla="*/ 150 w 168"/>
                <a:gd name="T73" fmla="*/ 4 h 19"/>
                <a:gd name="T74" fmla="*/ 156 w 168"/>
                <a:gd name="T75" fmla="*/ 1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8" h="19">
                  <a:moveTo>
                    <a:pt x="168" y="18"/>
                  </a:moveTo>
                  <a:cubicBezTo>
                    <a:pt x="164" y="17"/>
                    <a:pt x="160" y="15"/>
                    <a:pt x="156" y="12"/>
                  </a:cubicBezTo>
                  <a:cubicBezTo>
                    <a:pt x="154" y="11"/>
                    <a:pt x="153" y="9"/>
                    <a:pt x="151" y="7"/>
                  </a:cubicBezTo>
                  <a:cubicBezTo>
                    <a:pt x="151" y="7"/>
                    <a:pt x="150" y="6"/>
                    <a:pt x="149" y="5"/>
                  </a:cubicBezTo>
                  <a:cubicBezTo>
                    <a:pt x="149" y="4"/>
                    <a:pt x="148" y="3"/>
                    <a:pt x="148" y="2"/>
                  </a:cubicBezTo>
                  <a:cubicBezTo>
                    <a:pt x="149" y="2"/>
                    <a:pt x="149" y="2"/>
                    <a:pt x="149" y="2"/>
                  </a:cubicBezTo>
                  <a:cubicBezTo>
                    <a:pt x="146" y="6"/>
                    <a:pt x="143" y="9"/>
                    <a:pt x="140" y="13"/>
                  </a:cubicBezTo>
                  <a:cubicBezTo>
                    <a:pt x="136" y="16"/>
                    <a:pt x="132" y="19"/>
                    <a:pt x="127" y="19"/>
                  </a:cubicBezTo>
                  <a:cubicBezTo>
                    <a:pt x="126" y="19"/>
                    <a:pt x="125" y="19"/>
                    <a:pt x="123" y="19"/>
                  </a:cubicBezTo>
                  <a:cubicBezTo>
                    <a:pt x="122" y="18"/>
                    <a:pt x="121" y="18"/>
                    <a:pt x="120" y="17"/>
                  </a:cubicBezTo>
                  <a:cubicBezTo>
                    <a:pt x="118" y="16"/>
                    <a:pt x="116" y="15"/>
                    <a:pt x="114" y="13"/>
                  </a:cubicBezTo>
                  <a:cubicBezTo>
                    <a:pt x="110" y="10"/>
                    <a:pt x="108" y="6"/>
                    <a:pt x="105" y="2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5" y="6"/>
                    <a:pt x="102" y="10"/>
                    <a:pt x="98" y="13"/>
                  </a:cubicBezTo>
                  <a:cubicBezTo>
                    <a:pt x="97" y="14"/>
                    <a:pt x="96" y="15"/>
                    <a:pt x="95" y="16"/>
                  </a:cubicBezTo>
                  <a:cubicBezTo>
                    <a:pt x="94" y="16"/>
                    <a:pt x="93" y="17"/>
                    <a:pt x="92" y="17"/>
                  </a:cubicBezTo>
                  <a:cubicBezTo>
                    <a:pt x="90" y="18"/>
                    <a:pt x="89" y="18"/>
                    <a:pt x="88" y="19"/>
                  </a:cubicBezTo>
                  <a:cubicBezTo>
                    <a:pt x="87" y="19"/>
                    <a:pt x="85" y="19"/>
                    <a:pt x="84" y="19"/>
                  </a:cubicBezTo>
                  <a:cubicBezTo>
                    <a:pt x="83" y="19"/>
                    <a:pt x="82" y="19"/>
                    <a:pt x="80" y="19"/>
                  </a:cubicBezTo>
                  <a:cubicBezTo>
                    <a:pt x="79" y="18"/>
                    <a:pt x="78" y="18"/>
                    <a:pt x="77" y="17"/>
                  </a:cubicBezTo>
                  <a:cubicBezTo>
                    <a:pt x="76" y="17"/>
                    <a:pt x="74" y="16"/>
                    <a:pt x="73" y="16"/>
                  </a:cubicBezTo>
                  <a:cubicBezTo>
                    <a:pt x="72" y="15"/>
                    <a:pt x="71" y="14"/>
                    <a:pt x="70" y="13"/>
                  </a:cubicBezTo>
                  <a:cubicBezTo>
                    <a:pt x="67" y="10"/>
                    <a:pt x="64" y="6"/>
                    <a:pt x="61" y="2"/>
                  </a:cubicBezTo>
                  <a:cubicBezTo>
                    <a:pt x="63" y="2"/>
                    <a:pt x="63" y="2"/>
                    <a:pt x="63" y="2"/>
                  </a:cubicBezTo>
                  <a:cubicBezTo>
                    <a:pt x="60" y="6"/>
                    <a:pt x="58" y="10"/>
                    <a:pt x="54" y="13"/>
                  </a:cubicBezTo>
                  <a:cubicBezTo>
                    <a:pt x="51" y="16"/>
                    <a:pt x="46" y="19"/>
                    <a:pt x="41" y="19"/>
                  </a:cubicBezTo>
                  <a:cubicBezTo>
                    <a:pt x="41" y="19"/>
                    <a:pt x="40" y="19"/>
                    <a:pt x="39" y="19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6" y="18"/>
                    <a:pt x="35" y="17"/>
                    <a:pt x="34" y="17"/>
                  </a:cubicBezTo>
                  <a:cubicBezTo>
                    <a:pt x="32" y="16"/>
                    <a:pt x="30" y="14"/>
                    <a:pt x="28" y="13"/>
                  </a:cubicBezTo>
                  <a:cubicBezTo>
                    <a:pt x="25" y="9"/>
                    <a:pt x="22" y="6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3"/>
                    <a:pt x="19" y="4"/>
                    <a:pt x="19" y="5"/>
                  </a:cubicBezTo>
                  <a:cubicBezTo>
                    <a:pt x="18" y="6"/>
                    <a:pt x="18" y="7"/>
                    <a:pt x="17" y="7"/>
                  </a:cubicBezTo>
                  <a:cubicBezTo>
                    <a:pt x="15" y="9"/>
                    <a:pt x="14" y="11"/>
                    <a:pt x="12" y="12"/>
                  </a:cubicBezTo>
                  <a:cubicBezTo>
                    <a:pt x="8" y="15"/>
                    <a:pt x="4" y="17"/>
                    <a:pt x="0" y="18"/>
                  </a:cubicBezTo>
                  <a:cubicBezTo>
                    <a:pt x="4" y="17"/>
                    <a:pt x="8" y="15"/>
                    <a:pt x="12" y="12"/>
                  </a:cubicBezTo>
                  <a:cubicBezTo>
                    <a:pt x="13" y="11"/>
                    <a:pt x="15" y="9"/>
                    <a:pt x="16" y="7"/>
                  </a:cubicBezTo>
                  <a:cubicBezTo>
                    <a:pt x="17" y="6"/>
                    <a:pt x="18" y="5"/>
                    <a:pt x="18" y="4"/>
                  </a:cubicBezTo>
                  <a:cubicBezTo>
                    <a:pt x="19" y="3"/>
                    <a:pt x="19" y="2"/>
                    <a:pt x="19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3" y="5"/>
                    <a:pt x="26" y="9"/>
                    <a:pt x="29" y="12"/>
                  </a:cubicBezTo>
                  <a:cubicBezTo>
                    <a:pt x="31" y="13"/>
                    <a:pt x="33" y="15"/>
                    <a:pt x="35" y="16"/>
                  </a:cubicBezTo>
                  <a:cubicBezTo>
                    <a:pt x="36" y="16"/>
                    <a:pt x="37" y="16"/>
                    <a:pt x="38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17"/>
                    <a:pt x="41" y="17"/>
                    <a:pt x="41" y="17"/>
                  </a:cubicBezTo>
                  <a:cubicBezTo>
                    <a:pt x="42" y="17"/>
                    <a:pt x="43" y="17"/>
                    <a:pt x="44" y="17"/>
                  </a:cubicBezTo>
                  <a:cubicBezTo>
                    <a:pt x="46" y="17"/>
                    <a:pt x="47" y="16"/>
                    <a:pt x="48" y="16"/>
                  </a:cubicBezTo>
                  <a:cubicBezTo>
                    <a:pt x="50" y="15"/>
                    <a:pt x="51" y="14"/>
                    <a:pt x="53" y="12"/>
                  </a:cubicBezTo>
                  <a:cubicBezTo>
                    <a:pt x="56" y="9"/>
                    <a:pt x="59" y="5"/>
                    <a:pt x="61" y="1"/>
                  </a:cubicBezTo>
                  <a:cubicBezTo>
                    <a:pt x="61" y="0"/>
                    <a:pt x="62" y="0"/>
                    <a:pt x="62" y="1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5" y="5"/>
                    <a:pt x="68" y="9"/>
                    <a:pt x="72" y="12"/>
                  </a:cubicBezTo>
                  <a:cubicBezTo>
                    <a:pt x="73" y="13"/>
                    <a:pt x="73" y="13"/>
                    <a:pt x="74" y="14"/>
                  </a:cubicBezTo>
                  <a:cubicBezTo>
                    <a:pt x="75" y="15"/>
                    <a:pt x="76" y="15"/>
                    <a:pt x="77" y="16"/>
                  </a:cubicBezTo>
                  <a:cubicBezTo>
                    <a:pt x="79" y="16"/>
                    <a:pt x="80" y="17"/>
                    <a:pt x="81" y="17"/>
                  </a:cubicBezTo>
                  <a:cubicBezTo>
                    <a:pt x="82" y="17"/>
                    <a:pt x="83" y="17"/>
                    <a:pt x="84" y="17"/>
                  </a:cubicBezTo>
                  <a:cubicBezTo>
                    <a:pt x="85" y="17"/>
                    <a:pt x="86" y="17"/>
                    <a:pt x="87" y="17"/>
                  </a:cubicBezTo>
                  <a:cubicBezTo>
                    <a:pt x="89" y="17"/>
                    <a:pt x="90" y="16"/>
                    <a:pt x="91" y="16"/>
                  </a:cubicBezTo>
                  <a:cubicBezTo>
                    <a:pt x="92" y="15"/>
                    <a:pt x="93" y="15"/>
                    <a:pt x="94" y="14"/>
                  </a:cubicBezTo>
                  <a:cubicBezTo>
                    <a:pt x="95" y="13"/>
                    <a:pt x="96" y="13"/>
                    <a:pt x="97" y="12"/>
                  </a:cubicBezTo>
                  <a:cubicBezTo>
                    <a:pt x="100" y="9"/>
                    <a:pt x="103" y="5"/>
                    <a:pt x="105" y="1"/>
                  </a:cubicBezTo>
                  <a:cubicBezTo>
                    <a:pt x="106" y="0"/>
                    <a:pt x="106" y="0"/>
                    <a:pt x="107" y="1"/>
                  </a:cubicBezTo>
                  <a:cubicBezTo>
                    <a:pt x="107" y="1"/>
                    <a:pt x="107" y="1"/>
                    <a:pt x="107" y="1"/>
                  </a:cubicBezTo>
                  <a:cubicBezTo>
                    <a:pt x="109" y="5"/>
                    <a:pt x="112" y="9"/>
                    <a:pt x="115" y="12"/>
                  </a:cubicBezTo>
                  <a:cubicBezTo>
                    <a:pt x="117" y="14"/>
                    <a:pt x="119" y="15"/>
                    <a:pt x="121" y="16"/>
                  </a:cubicBezTo>
                  <a:cubicBezTo>
                    <a:pt x="122" y="16"/>
                    <a:pt x="123" y="17"/>
                    <a:pt x="124" y="17"/>
                  </a:cubicBezTo>
                  <a:cubicBezTo>
                    <a:pt x="125" y="17"/>
                    <a:pt x="126" y="17"/>
                    <a:pt x="127" y="17"/>
                  </a:cubicBezTo>
                  <a:cubicBezTo>
                    <a:pt x="131" y="17"/>
                    <a:pt x="136" y="15"/>
                    <a:pt x="139" y="12"/>
                  </a:cubicBezTo>
                  <a:cubicBezTo>
                    <a:pt x="142" y="9"/>
                    <a:pt x="145" y="5"/>
                    <a:pt x="148" y="1"/>
                  </a:cubicBezTo>
                  <a:cubicBezTo>
                    <a:pt x="148" y="1"/>
                    <a:pt x="148" y="1"/>
                    <a:pt x="149" y="1"/>
                  </a:cubicBezTo>
                  <a:cubicBezTo>
                    <a:pt x="149" y="1"/>
                    <a:pt x="149" y="1"/>
                    <a:pt x="149" y="1"/>
                  </a:cubicBezTo>
                  <a:cubicBezTo>
                    <a:pt x="149" y="2"/>
                    <a:pt x="149" y="3"/>
                    <a:pt x="150" y="4"/>
                  </a:cubicBezTo>
                  <a:cubicBezTo>
                    <a:pt x="151" y="5"/>
                    <a:pt x="151" y="6"/>
                    <a:pt x="152" y="7"/>
                  </a:cubicBezTo>
                  <a:cubicBezTo>
                    <a:pt x="153" y="9"/>
                    <a:pt x="155" y="11"/>
                    <a:pt x="156" y="12"/>
                  </a:cubicBezTo>
                  <a:cubicBezTo>
                    <a:pt x="160" y="15"/>
                    <a:pt x="164" y="17"/>
                    <a:pt x="16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" name="Freeform 43"/>
            <p:cNvSpPr/>
            <p:nvPr/>
          </p:nvSpPr>
          <p:spPr bwMode="auto">
            <a:xfrm>
              <a:off x="3066" y="2409"/>
              <a:ext cx="400" cy="45"/>
            </a:xfrm>
            <a:custGeom>
              <a:avLst/>
              <a:gdLst>
                <a:gd name="T0" fmla="*/ 156 w 169"/>
                <a:gd name="T1" fmla="*/ 12 h 19"/>
                <a:gd name="T2" fmla="*/ 150 w 169"/>
                <a:gd name="T3" fmla="*/ 4 h 19"/>
                <a:gd name="T4" fmla="*/ 149 w 169"/>
                <a:gd name="T5" fmla="*/ 1 h 19"/>
                <a:gd name="T6" fmla="*/ 127 w 169"/>
                <a:gd name="T7" fmla="*/ 18 h 19"/>
                <a:gd name="T8" fmla="*/ 120 w 169"/>
                <a:gd name="T9" fmla="*/ 17 h 19"/>
                <a:gd name="T10" fmla="*/ 106 w 169"/>
                <a:gd name="T11" fmla="*/ 1 h 19"/>
                <a:gd name="T12" fmla="*/ 98 w 169"/>
                <a:gd name="T13" fmla="*/ 13 h 19"/>
                <a:gd name="T14" fmla="*/ 92 w 169"/>
                <a:gd name="T15" fmla="*/ 17 h 19"/>
                <a:gd name="T16" fmla="*/ 84 w 169"/>
                <a:gd name="T17" fmla="*/ 19 h 19"/>
                <a:gd name="T18" fmla="*/ 77 w 169"/>
                <a:gd name="T19" fmla="*/ 17 h 19"/>
                <a:gd name="T20" fmla="*/ 71 w 169"/>
                <a:gd name="T21" fmla="*/ 13 h 19"/>
                <a:gd name="T22" fmla="*/ 63 w 169"/>
                <a:gd name="T23" fmla="*/ 1 h 19"/>
                <a:gd name="T24" fmla="*/ 41 w 169"/>
                <a:gd name="T25" fmla="*/ 18 h 19"/>
                <a:gd name="T26" fmla="*/ 38 w 169"/>
                <a:gd name="T27" fmla="*/ 18 h 19"/>
                <a:gd name="T28" fmla="*/ 29 w 169"/>
                <a:gd name="T29" fmla="*/ 12 h 19"/>
                <a:gd name="T30" fmla="*/ 21 w 169"/>
                <a:gd name="T31" fmla="*/ 1 h 19"/>
                <a:gd name="T32" fmla="*/ 17 w 169"/>
                <a:gd name="T33" fmla="*/ 7 h 19"/>
                <a:gd name="T34" fmla="*/ 0 w 169"/>
                <a:gd name="T35" fmla="*/ 18 h 19"/>
                <a:gd name="T36" fmla="*/ 17 w 169"/>
                <a:gd name="T37" fmla="*/ 7 h 19"/>
                <a:gd name="T38" fmla="*/ 20 w 169"/>
                <a:gd name="T39" fmla="*/ 1 h 19"/>
                <a:gd name="T40" fmla="*/ 21 w 169"/>
                <a:gd name="T41" fmla="*/ 1 h 19"/>
                <a:gd name="T42" fmla="*/ 35 w 169"/>
                <a:gd name="T43" fmla="*/ 15 h 19"/>
                <a:gd name="T44" fmla="*/ 40 w 169"/>
                <a:gd name="T45" fmla="*/ 17 h 19"/>
                <a:gd name="T46" fmla="*/ 45 w 169"/>
                <a:gd name="T47" fmla="*/ 17 h 19"/>
                <a:gd name="T48" fmla="*/ 53 w 169"/>
                <a:gd name="T49" fmla="*/ 11 h 19"/>
                <a:gd name="T50" fmla="*/ 63 w 169"/>
                <a:gd name="T51" fmla="*/ 0 h 19"/>
                <a:gd name="T52" fmla="*/ 72 w 169"/>
                <a:gd name="T53" fmla="*/ 11 h 19"/>
                <a:gd name="T54" fmla="*/ 78 w 169"/>
                <a:gd name="T55" fmla="*/ 15 h 19"/>
                <a:gd name="T56" fmla="*/ 84 w 169"/>
                <a:gd name="T57" fmla="*/ 17 h 19"/>
                <a:gd name="T58" fmla="*/ 91 w 169"/>
                <a:gd name="T59" fmla="*/ 15 h 19"/>
                <a:gd name="T60" fmla="*/ 97 w 169"/>
                <a:gd name="T61" fmla="*/ 11 h 19"/>
                <a:gd name="T62" fmla="*/ 107 w 169"/>
                <a:gd name="T63" fmla="*/ 0 h 19"/>
                <a:gd name="T64" fmla="*/ 115 w 169"/>
                <a:gd name="T65" fmla="*/ 11 h 19"/>
                <a:gd name="T66" fmla="*/ 124 w 169"/>
                <a:gd name="T67" fmla="*/ 17 h 19"/>
                <a:gd name="T68" fmla="*/ 139 w 169"/>
                <a:gd name="T69" fmla="*/ 11 h 19"/>
                <a:gd name="T70" fmla="*/ 149 w 169"/>
                <a:gd name="T71" fmla="*/ 0 h 19"/>
                <a:gd name="T72" fmla="*/ 150 w 169"/>
                <a:gd name="T73" fmla="*/ 4 h 19"/>
                <a:gd name="T74" fmla="*/ 157 w 169"/>
                <a:gd name="T75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9" h="19">
                  <a:moveTo>
                    <a:pt x="169" y="18"/>
                  </a:moveTo>
                  <a:cubicBezTo>
                    <a:pt x="164" y="17"/>
                    <a:pt x="160" y="15"/>
                    <a:pt x="156" y="12"/>
                  </a:cubicBezTo>
                  <a:cubicBezTo>
                    <a:pt x="155" y="10"/>
                    <a:pt x="153" y="9"/>
                    <a:pt x="152" y="7"/>
                  </a:cubicBezTo>
                  <a:cubicBezTo>
                    <a:pt x="151" y="6"/>
                    <a:pt x="150" y="5"/>
                    <a:pt x="150" y="4"/>
                  </a:cubicBezTo>
                  <a:cubicBezTo>
                    <a:pt x="149" y="3"/>
                    <a:pt x="149" y="2"/>
                    <a:pt x="148" y="1"/>
                  </a:cubicBezTo>
                  <a:cubicBezTo>
                    <a:pt x="149" y="1"/>
                    <a:pt x="149" y="1"/>
                    <a:pt x="149" y="1"/>
                  </a:cubicBezTo>
                  <a:cubicBezTo>
                    <a:pt x="147" y="5"/>
                    <a:pt x="144" y="9"/>
                    <a:pt x="140" y="12"/>
                  </a:cubicBezTo>
                  <a:cubicBezTo>
                    <a:pt x="137" y="15"/>
                    <a:pt x="132" y="18"/>
                    <a:pt x="127" y="18"/>
                  </a:cubicBezTo>
                  <a:cubicBezTo>
                    <a:pt x="126" y="18"/>
                    <a:pt x="125" y="18"/>
                    <a:pt x="124" y="18"/>
                  </a:cubicBezTo>
                  <a:cubicBezTo>
                    <a:pt x="122" y="18"/>
                    <a:pt x="121" y="17"/>
                    <a:pt x="120" y="17"/>
                  </a:cubicBezTo>
                  <a:cubicBezTo>
                    <a:pt x="118" y="16"/>
                    <a:pt x="116" y="14"/>
                    <a:pt x="114" y="13"/>
                  </a:cubicBezTo>
                  <a:cubicBezTo>
                    <a:pt x="111" y="9"/>
                    <a:pt x="108" y="6"/>
                    <a:pt x="106" y="1"/>
                  </a:cubicBezTo>
                  <a:cubicBezTo>
                    <a:pt x="107" y="1"/>
                    <a:pt x="107" y="1"/>
                    <a:pt x="107" y="1"/>
                  </a:cubicBezTo>
                  <a:cubicBezTo>
                    <a:pt x="105" y="6"/>
                    <a:pt x="102" y="10"/>
                    <a:pt x="98" y="13"/>
                  </a:cubicBezTo>
                  <a:cubicBezTo>
                    <a:pt x="97" y="14"/>
                    <a:pt x="96" y="14"/>
                    <a:pt x="95" y="15"/>
                  </a:cubicBezTo>
                  <a:cubicBezTo>
                    <a:pt x="94" y="16"/>
                    <a:pt x="93" y="16"/>
                    <a:pt x="92" y="17"/>
                  </a:cubicBezTo>
                  <a:cubicBezTo>
                    <a:pt x="91" y="17"/>
                    <a:pt x="90" y="18"/>
                    <a:pt x="88" y="18"/>
                  </a:cubicBezTo>
                  <a:cubicBezTo>
                    <a:pt x="87" y="19"/>
                    <a:pt x="86" y="19"/>
                    <a:pt x="84" y="19"/>
                  </a:cubicBezTo>
                  <a:cubicBezTo>
                    <a:pt x="83" y="19"/>
                    <a:pt x="82" y="19"/>
                    <a:pt x="81" y="18"/>
                  </a:cubicBezTo>
                  <a:cubicBezTo>
                    <a:pt x="79" y="18"/>
                    <a:pt x="78" y="17"/>
                    <a:pt x="77" y="17"/>
                  </a:cubicBezTo>
                  <a:cubicBezTo>
                    <a:pt x="76" y="16"/>
                    <a:pt x="75" y="16"/>
                    <a:pt x="74" y="15"/>
                  </a:cubicBezTo>
                  <a:cubicBezTo>
                    <a:pt x="73" y="14"/>
                    <a:pt x="72" y="14"/>
                    <a:pt x="71" y="13"/>
                  </a:cubicBezTo>
                  <a:cubicBezTo>
                    <a:pt x="67" y="10"/>
                    <a:pt x="64" y="6"/>
                    <a:pt x="61" y="1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1" y="6"/>
                    <a:pt x="58" y="9"/>
                    <a:pt x="55" y="13"/>
                  </a:cubicBezTo>
                  <a:cubicBezTo>
                    <a:pt x="51" y="16"/>
                    <a:pt x="47" y="19"/>
                    <a:pt x="41" y="18"/>
                  </a:cubicBezTo>
                  <a:cubicBezTo>
                    <a:pt x="41" y="18"/>
                    <a:pt x="40" y="18"/>
                    <a:pt x="40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7" y="17"/>
                    <a:pt x="36" y="17"/>
                    <a:pt x="35" y="16"/>
                  </a:cubicBezTo>
                  <a:cubicBezTo>
                    <a:pt x="32" y="15"/>
                    <a:pt x="30" y="14"/>
                    <a:pt x="29" y="12"/>
                  </a:cubicBezTo>
                  <a:cubicBezTo>
                    <a:pt x="25" y="9"/>
                    <a:pt x="22" y="5"/>
                    <a:pt x="20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0" y="2"/>
                    <a:pt x="20" y="3"/>
                    <a:pt x="19" y="4"/>
                  </a:cubicBezTo>
                  <a:cubicBezTo>
                    <a:pt x="19" y="5"/>
                    <a:pt x="18" y="6"/>
                    <a:pt x="17" y="7"/>
                  </a:cubicBezTo>
                  <a:cubicBezTo>
                    <a:pt x="16" y="9"/>
                    <a:pt x="14" y="10"/>
                    <a:pt x="12" y="12"/>
                  </a:cubicBezTo>
                  <a:cubicBezTo>
                    <a:pt x="9" y="15"/>
                    <a:pt x="4" y="17"/>
                    <a:pt x="0" y="18"/>
                  </a:cubicBezTo>
                  <a:cubicBezTo>
                    <a:pt x="4" y="16"/>
                    <a:pt x="9" y="14"/>
                    <a:pt x="12" y="11"/>
                  </a:cubicBezTo>
                  <a:cubicBezTo>
                    <a:pt x="14" y="10"/>
                    <a:pt x="15" y="8"/>
                    <a:pt x="17" y="7"/>
                  </a:cubicBezTo>
                  <a:cubicBezTo>
                    <a:pt x="17" y="6"/>
                    <a:pt x="18" y="5"/>
                    <a:pt x="18" y="4"/>
                  </a:cubicBezTo>
                  <a:cubicBezTo>
                    <a:pt x="19" y="3"/>
                    <a:pt x="19" y="2"/>
                    <a:pt x="20" y="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23" y="4"/>
                    <a:pt x="26" y="8"/>
                    <a:pt x="30" y="11"/>
                  </a:cubicBezTo>
                  <a:cubicBezTo>
                    <a:pt x="31" y="13"/>
                    <a:pt x="33" y="14"/>
                    <a:pt x="35" y="15"/>
                  </a:cubicBezTo>
                  <a:cubicBezTo>
                    <a:pt x="36" y="16"/>
                    <a:pt x="37" y="16"/>
                    <a:pt x="38" y="16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40" y="17"/>
                    <a:pt x="41" y="17"/>
                    <a:pt x="42" y="17"/>
                  </a:cubicBezTo>
                  <a:cubicBezTo>
                    <a:pt x="43" y="17"/>
                    <a:pt x="44" y="17"/>
                    <a:pt x="45" y="17"/>
                  </a:cubicBezTo>
                  <a:cubicBezTo>
                    <a:pt x="46" y="16"/>
                    <a:pt x="47" y="16"/>
                    <a:pt x="48" y="15"/>
                  </a:cubicBezTo>
                  <a:cubicBezTo>
                    <a:pt x="50" y="14"/>
                    <a:pt x="52" y="13"/>
                    <a:pt x="53" y="11"/>
                  </a:cubicBezTo>
                  <a:cubicBezTo>
                    <a:pt x="57" y="8"/>
                    <a:pt x="59" y="4"/>
                    <a:pt x="61" y="0"/>
                  </a:cubicBezTo>
                  <a:cubicBezTo>
                    <a:pt x="62" y="0"/>
                    <a:pt x="62" y="0"/>
                    <a:pt x="6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5" y="5"/>
                    <a:pt x="68" y="8"/>
                    <a:pt x="72" y="11"/>
                  </a:cubicBezTo>
                  <a:cubicBezTo>
                    <a:pt x="73" y="12"/>
                    <a:pt x="74" y="13"/>
                    <a:pt x="75" y="14"/>
                  </a:cubicBezTo>
                  <a:cubicBezTo>
                    <a:pt x="76" y="14"/>
                    <a:pt x="77" y="15"/>
                    <a:pt x="78" y="15"/>
                  </a:cubicBezTo>
                  <a:cubicBezTo>
                    <a:pt x="79" y="16"/>
                    <a:pt x="80" y="16"/>
                    <a:pt x="81" y="16"/>
                  </a:cubicBezTo>
                  <a:cubicBezTo>
                    <a:pt x="82" y="17"/>
                    <a:pt x="83" y="17"/>
                    <a:pt x="84" y="17"/>
                  </a:cubicBezTo>
                  <a:cubicBezTo>
                    <a:pt x="86" y="17"/>
                    <a:pt x="87" y="17"/>
                    <a:pt x="88" y="16"/>
                  </a:cubicBezTo>
                  <a:cubicBezTo>
                    <a:pt x="89" y="16"/>
                    <a:pt x="90" y="16"/>
                    <a:pt x="91" y="15"/>
                  </a:cubicBezTo>
                  <a:cubicBezTo>
                    <a:pt x="92" y="15"/>
                    <a:pt x="93" y="14"/>
                    <a:pt x="94" y="14"/>
                  </a:cubicBezTo>
                  <a:cubicBezTo>
                    <a:pt x="95" y="13"/>
                    <a:pt x="96" y="12"/>
                    <a:pt x="97" y="11"/>
                  </a:cubicBezTo>
                  <a:cubicBezTo>
                    <a:pt x="100" y="8"/>
                    <a:pt x="103" y="5"/>
                    <a:pt x="106" y="0"/>
                  </a:cubicBezTo>
                  <a:cubicBezTo>
                    <a:pt x="106" y="0"/>
                    <a:pt x="107" y="0"/>
                    <a:pt x="107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9" y="4"/>
                    <a:pt x="112" y="8"/>
                    <a:pt x="115" y="11"/>
                  </a:cubicBezTo>
                  <a:cubicBezTo>
                    <a:pt x="117" y="13"/>
                    <a:pt x="119" y="14"/>
                    <a:pt x="121" y="15"/>
                  </a:cubicBezTo>
                  <a:cubicBezTo>
                    <a:pt x="122" y="16"/>
                    <a:pt x="123" y="16"/>
                    <a:pt x="124" y="17"/>
                  </a:cubicBezTo>
                  <a:cubicBezTo>
                    <a:pt x="125" y="17"/>
                    <a:pt x="126" y="17"/>
                    <a:pt x="127" y="17"/>
                  </a:cubicBezTo>
                  <a:cubicBezTo>
                    <a:pt x="132" y="17"/>
                    <a:pt x="136" y="14"/>
                    <a:pt x="139" y="11"/>
                  </a:cubicBezTo>
                  <a:cubicBezTo>
                    <a:pt x="143" y="8"/>
                    <a:pt x="146" y="4"/>
                    <a:pt x="148" y="1"/>
                  </a:cubicBezTo>
                  <a:cubicBezTo>
                    <a:pt x="148" y="0"/>
                    <a:pt x="149" y="0"/>
                    <a:pt x="149" y="0"/>
                  </a:cubicBezTo>
                  <a:cubicBezTo>
                    <a:pt x="149" y="1"/>
                    <a:pt x="149" y="1"/>
                    <a:pt x="149" y="1"/>
                  </a:cubicBezTo>
                  <a:cubicBezTo>
                    <a:pt x="150" y="2"/>
                    <a:pt x="150" y="3"/>
                    <a:pt x="150" y="4"/>
                  </a:cubicBezTo>
                  <a:cubicBezTo>
                    <a:pt x="151" y="5"/>
                    <a:pt x="151" y="6"/>
                    <a:pt x="152" y="7"/>
                  </a:cubicBezTo>
                  <a:cubicBezTo>
                    <a:pt x="153" y="8"/>
                    <a:pt x="155" y="10"/>
                    <a:pt x="157" y="11"/>
                  </a:cubicBezTo>
                  <a:cubicBezTo>
                    <a:pt x="160" y="14"/>
                    <a:pt x="164" y="16"/>
                    <a:pt x="169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2" name="Freeform 44"/>
            <p:cNvSpPr/>
            <p:nvPr/>
          </p:nvSpPr>
          <p:spPr bwMode="auto">
            <a:xfrm>
              <a:off x="4406" y="2272"/>
              <a:ext cx="268" cy="31"/>
            </a:xfrm>
            <a:custGeom>
              <a:avLst/>
              <a:gdLst>
                <a:gd name="T0" fmla="*/ 108 w 113"/>
                <a:gd name="T1" fmla="*/ 11 h 13"/>
                <a:gd name="T2" fmla="*/ 104 w 113"/>
                <a:gd name="T3" fmla="*/ 8 h 13"/>
                <a:gd name="T4" fmla="*/ 101 w 113"/>
                <a:gd name="T5" fmla="*/ 5 h 13"/>
                <a:gd name="T6" fmla="*/ 99 w 113"/>
                <a:gd name="T7" fmla="*/ 1 h 13"/>
                <a:gd name="T8" fmla="*/ 94 w 113"/>
                <a:gd name="T9" fmla="*/ 9 h 13"/>
                <a:gd name="T10" fmla="*/ 83 w 113"/>
                <a:gd name="T11" fmla="*/ 13 h 13"/>
                <a:gd name="T12" fmla="*/ 76 w 113"/>
                <a:gd name="T13" fmla="*/ 9 h 13"/>
                <a:gd name="T14" fmla="*/ 72 w 113"/>
                <a:gd name="T15" fmla="*/ 1 h 13"/>
                <a:gd name="T16" fmla="*/ 62 w 113"/>
                <a:gd name="T17" fmla="*/ 12 h 13"/>
                <a:gd name="T18" fmla="*/ 54 w 113"/>
                <a:gd name="T19" fmla="*/ 13 h 13"/>
                <a:gd name="T20" fmla="*/ 47 w 113"/>
                <a:gd name="T21" fmla="*/ 9 h 13"/>
                <a:gd name="T22" fmla="*/ 42 w 113"/>
                <a:gd name="T23" fmla="*/ 1 h 13"/>
                <a:gd name="T24" fmla="*/ 28 w 113"/>
                <a:gd name="T25" fmla="*/ 13 h 13"/>
                <a:gd name="T26" fmla="*/ 23 w 113"/>
                <a:gd name="T27" fmla="*/ 12 h 13"/>
                <a:gd name="T28" fmla="*/ 13 w 113"/>
                <a:gd name="T29" fmla="*/ 1 h 13"/>
                <a:gd name="T30" fmla="*/ 13 w 113"/>
                <a:gd name="T31" fmla="*/ 3 h 13"/>
                <a:gd name="T32" fmla="*/ 10 w 113"/>
                <a:gd name="T33" fmla="*/ 7 h 13"/>
                <a:gd name="T34" fmla="*/ 7 w 113"/>
                <a:gd name="T35" fmla="*/ 10 h 13"/>
                <a:gd name="T36" fmla="*/ 0 w 113"/>
                <a:gd name="T37" fmla="*/ 12 h 13"/>
                <a:gd name="T38" fmla="*/ 6 w 113"/>
                <a:gd name="T39" fmla="*/ 9 h 13"/>
                <a:gd name="T40" fmla="*/ 10 w 113"/>
                <a:gd name="T41" fmla="*/ 7 h 13"/>
                <a:gd name="T42" fmla="*/ 12 w 113"/>
                <a:gd name="T43" fmla="*/ 3 h 13"/>
                <a:gd name="T44" fmla="*/ 14 w 113"/>
                <a:gd name="T45" fmla="*/ 1 h 13"/>
                <a:gd name="T46" fmla="*/ 20 w 113"/>
                <a:gd name="T47" fmla="*/ 8 h 13"/>
                <a:gd name="T48" fmla="*/ 26 w 113"/>
                <a:gd name="T49" fmla="*/ 11 h 13"/>
                <a:gd name="T50" fmla="*/ 30 w 113"/>
                <a:gd name="T51" fmla="*/ 11 h 13"/>
                <a:gd name="T52" fmla="*/ 36 w 113"/>
                <a:gd name="T53" fmla="*/ 8 h 13"/>
                <a:gd name="T54" fmla="*/ 42 w 113"/>
                <a:gd name="T55" fmla="*/ 0 h 13"/>
                <a:gd name="T56" fmla="*/ 48 w 113"/>
                <a:gd name="T57" fmla="*/ 8 h 13"/>
                <a:gd name="T58" fmla="*/ 54 w 113"/>
                <a:gd name="T59" fmla="*/ 11 h 13"/>
                <a:gd name="T60" fmla="*/ 61 w 113"/>
                <a:gd name="T61" fmla="*/ 10 h 13"/>
                <a:gd name="T62" fmla="*/ 70 w 113"/>
                <a:gd name="T63" fmla="*/ 1 h 13"/>
                <a:gd name="T64" fmla="*/ 72 w 113"/>
                <a:gd name="T65" fmla="*/ 1 h 13"/>
                <a:gd name="T66" fmla="*/ 81 w 113"/>
                <a:gd name="T67" fmla="*/ 10 h 13"/>
                <a:gd name="T68" fmla="*/ 85 w 113"/>
                <a:gd name="T69" fmla="*/ 11 h 13"/>
                <a:gd name="T70" fmla="*/ 99 w 113"/>
                <a:gd name="T71" fmla="*/ 1 h 13"/>
                <a:gd name="T72" fmla="*/ 100 w 113"/>
                <a:gd name="T73" fmla="*/ 1 h 13"/>
                <a:gd name="T74" fmla="*/ 102 w 113"/>
                <a:gd name="T75" fmla="*/ 5 h 13"/>
                <a:gd name="T76" fmla="*/ 105 w 113"/>
                <a:gd name="T77" fmla="*/ 8 h 13"/>
                <a:gd name="T78" fmla="*/ 108 w 113"/>
                <a:gd name="T7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3" h="13">
                  <a:moveTo>
                    <a:pt x="113" y="12"/>
                  </a:moveTo>
                  <a:cubicBezTo>
                    <a:pt x="111" y="12"/>
                    <a:pt x="110" y="11"/>
                    <a:pt x="108" y="11"/>
                  </a:cubicBezTo>
                  <a:cubicBezTo>
                    <a:pt x="108" y="10"/>
                    <a:pt x="107" y="10"/>
                    <a:pt x="106" y="10"/>
                  </a:cubicBezTo>
                  <a:cubicBezTo>
                    <a:pt x="106" y="9"/>
                    <a:pt x="105" y="9"/>
                    <a:pt x="104" y="8"/>
                  </a:cubicBezTo>
                  <a:cubicBezTo>
                    <a:pt x="103" y="7"/>
                    <a:pt x="103" y="7"/>
                    <a:pt x="103" y="7"/>
                  </a:cubicBezTo>
                  <a:cubicBezTo>
                    <a:pt x="102" y="6"/>
                    <a:pt x="102" y="6"/>
                    <a:pt x="101" y="5"/>
                  </a:cubicBezTo>
                  <a:cubicBezTo>
                    <a:pt x="101" y="5"/>
                    <a:pt x="100" y="4"/>
                    <a:pt x="100" y="3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100" y="1"/>
                    <a:pt x="100" y="1"/>
                    <a:pt x="100" y="1"/>
                  </a:cubicBezTo>
                  <a:cubicBezTo>
                    <a:pt x="98" y="4"/>
                    <a:pt x="96" y="7"/>
                    <a:pt x="94" y="9"/>
                  </a:cubicBezTo>
                  <a:cubicBezTo>
                    <a:pt x="91" y="11"/>
                    <a:pt x="88" y="13"/>
                    <a:pt x="85" y="13"/>
                  </a:cubicBezTo>
                  <a:cubicBezTo>
                    <a:pt x="84" y="13"/>
                    <a:pt x="83" y="13"/>
                    <a:pt x="83" y="13"/>
                  </a:cubicBezTo>
                  <a:cubicBezTo>
                    <a:pt x="82" y="13"/>
                    <a:pt x="81" y="12"/>
                    <a:pt x="80" y="12"/>
                  </a:cubicBezTo>
                  <a:cubicBezTo>
                    <a:pt x="79" y="11"/>
                    <a:pt x="77" y="10"/>
                    <a:pt x="76" y="9"/>
                  </a:cubicBezTo>
                  <a:cubicBezTo>
                    <a:pt x="74" y="7"/>
                    <a:pt x="72" y="4"/>
                    <a:pt x="70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0" y="4"/>
                    <a:pt x="68" y="7"/>
                    <a:pt x="66" y="9"/>
                  </a:cubicBezTo>
                  <a:cubicBezTo>
                    <a:pt x="64" y="10"/>
                    <a:pt x="63" y="11"/>
                    <a:pt x="62" y="12"/>
                  </a:cubicBezTo>
                  <a:cubicBezTo>
                    <a:pt x="60" y="13"/>
                    <a:pt x="58" y="13"/>
                    <a:pt x="56" y="13"/>
                  </a:cubicBezTo>
                  <a:cubicBezTo>
                    <a:pt x="55" y="13"/>
                    <a:pt x="55" y="13"/>
                    <a:pt x="54" y="13"/>
                  </a:cubicBezTo>
                  <a:cubicBezTo>
                    <a:pt x="53" y="13"/>
                    <a:pt x="52" y="12"/>
                    <a:pt x="51" y="12"/>
                  </a:cubicBezTo>
                  <a:cubicBezTo>
                    <a:pt x="50" y="11"/>
                    <a:pt x="48" y="10"/>
                    <a:pt x="47" y="9"/>
                  </a:cubicBezTo>
                  <a:cubicBezTo>
                    <a:pt x="45" y="7"/>
                    <a:pt x="43" y="4"/>
                    <a:pt x="41" y="1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1" y="4"/>
                    <a:pt x="39" y="7"/>
                    <a:pt x="37" y="9"/>
                  </a:cubicBezTo>
                  <a:cubicBezTo>
                    <a:pt x="34" y="11"/>
                    <a:pt x="31" y="13"/>
                    <a:pt x="28" y="13"/>
                  </a:cubicBezTo>
                  <a:cubicBezTo>
                    <a:pt x="27" y="13"/>
                    <a:pt x="26" y="13"/>
                    <a:pt x="25" y="13"/>
                  </a:cubicBezTo>
                  <a:cubicBezTo>
                    <a:pt x="25" y="12"/>
                    <a:pt x="24" y="12"/>
                    <a:pt x="23" y="12"/>
                  </a:cubicBezTo>
                  <a:cubicBezTo>
                    <a:pt x="22" y="11"/>
                    <a:pt x="20" y="10"/>
                    <a:pt x="19" y="9"/>
                  </a:cubicBezTo>
                  <a:cubicBezTo>
                    <a:pt x="17" y="7"/>
                    <a:pt x="15" y="4"/>
                    <a:pt x="13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4"/>
                    <a:pt x="12" y="5"/>
                    <a:pt x="12" y="5"/>
                  </a:cubicBezTo>
                  <a:cubicBezTo>
                    <a:pt x="11" y="6"/>
                    <a:pt x="11" y="6"/>
                    <a:pt x="10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9"/>
                    <a:pt x="7" y="9"/>
                    <a:pt x="7" y="10"/>
                  </a:cubicBezTo>
                  <a:cubicBezTo>
                    <a:pt x="6" y="10"/>
                    <a:pt x="5" y="10"/>
                    <a:pt x="5" y="11"/>
                  </a:cubicBezTo>
                  <a:cubicBezTo>
                    <a:pt x="3" y="11"/>
                    <a:pt x="2" y="12"/>
                    <a:pt x="0" y="12"/>
                  </a:cubicBezTo>
                  <a:cubicBezTo>
                    <a:pt x="2" y="12"/>
                    <a:pt x="3" y="11"/>
                    <a:pt x="4" y="11"/>
                  </a:cubicBezTo>
                  <a:cubicBezTo>
                    <a:pt x="5" y="10"/>
                    <a:pt x="6" y="10"/>
                    <a:pt x="6" y="9"/>
                  </a:cubicBezTo>
                  <a:cubicBezTo>
                    <a:pt x="7" y="9"/>
                    <a:pt x="8" y="9"/>
                    <a:pt x="8" y="8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6"/>
                    <a:pt x="11" y="5"/>
                    <a:pt x="11" y="5"/>
                  </a:cubicBezTo>
                  <a:cubicBezTo>
                    <a:pt x="12" y="4"/>
                    <a:pt x="12" y="4"/>
                    <a:pt x="12" y="3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6" y="3"/>
                    <a:pt x="18" y="6"/>
                    <a:pt x="20" y="8"/>
                  </a:cubicBezTo>
                  <a:cubicBezTo>
                    <a:pt x="21" y="9"/>
                    <a:pt x="22" y="10"/>
                    <a:pt x="24" y="10"/>
                  </a:cubicBezTo>
                  <a:cubicBezTo>
                    <a:pt x="24" y="11"/>
                    <a:pt x="25" y="11"/>
                    <a:pt x="26" y="11"/>
                  </a:cubicBezTo>
                  <a:cubicBezTo>
                    <a:pt x="26" y="11"/>
                    <a:pt x="27" y="11"/>
                    <a:pt x="28" y="11"/>
                  </a:cubicBezTo>
                  <a:cubicBezTo>
                    <a:pt x="29" y="11"/>
                    <a:pt x="29" y="11"/>
                    <a:pt x="30" y="11"/>
                  </a:cubicBezTo>
                  <a:cubicBezTo>
                    <a:pt x="31" y="11"/>
                    <a:pt x="31" y="11"/>
                    <a:pt x="32" y="10"/>
                  </a:cubicBezTo>
                  <a:cubicBezTo>
                    <a:pt x="33" y="10"/>
                    <a:pt x="34" y="9"/>
                    <a:pt x="36" y="8"/>
                  </a:cubicBezTo>
                  <a:cubicBezTo>
                    <a:pt x="38" y="6"/>
                    <a:pt x="39" y="3"/>
                    <a:pt x="41" y="1"/>
                  </a:cubicBezTo>
                  <a:cubicBezTo>
                    <a:pt x="41" y="0"/>
                    <a:pt x="42" y="0"/>
                    <a:pt x="42" y="0"/>
                  </a:cubicBezTo>
                  <a:cubicBezTo>
                    <a:pt x="42" y="0"/>
                    <a:pt x="42" y="0"/>
                    <a:pt x="42" y="1"/>
                  </a:cubicBezTo>
                  <a:cubicBezTo>
                    <a:pt x="44" y="3"/>
                    <a:pt x="46" y="6"/>
                    <a:pt x="48" y="8"/>
                  </a:cubicBezTo>
                  <a:cubicBezTo>
                    <a:pt x="49" y="9"/>
                    <a:pt x="51" y="10"/>
                    <a:pt x="52" y="10"/>
                  </a:cubicBezTo>
                  <a:cubicBezTo>
                    <a:pt x="53" y="11"/>
                    <a:pt x="54" y="11"/>
                    <a:pt x="54" y="11"/>
                  </a:cubicBezTo>
                  <a:cubicBezTo>
                    <a:pt x="55" y="11"/>
                    <a:pt x="56" y="11"/>
                    <a:pt x="56" y="11"/>
                  </a:cubicBezTo>
                  <a:cubicBezTo>
                    <a:pt x="58" y="11"/>
                    <a:pt x="59" y="11"/>
                    <a:pt x="61" y="10"/>
                  </a:cubicBezTo>
                  <a:cubicBezTo>
                    <a:pt x="62" y="10"/>
                    <a:pt x="63" y="9"/>
                    <a:pt x="65" y="8"/>
                  </a:cubicBezTo>
                  <a:cubicBezTo>
                    <a:pt x="67" y="6"/>
                    <a:pt x="69" y="3"/>
                    <a:pt x="70" y="1"/>
                  </a:cubicBezTo>
                  <a:cubicBezTo>
                    <a:pt x="71" y="0"/>
                    <a:pt x="71" y="0"/>
                    <a:pt x="72" y="0"/>
                  </a:cubicBezTo>
                  <a:cubicBezTo>
                    <a:pt x="72" y="0"/>
                    <a:pt x="72" y="0"/>
                    <a:pt x="72" y="1"/>
                  </a:cubicBezTo>
                  <a:cubicBezTo>
                    <a:pt x="73" y="3"/>
                    <a:pt x="75" y="6"/>
                    <a:pt x="77" y="8"/>
                  </a:cubicBezTo>
                  <a:cubicBezTo>
                    <a:pt x="78" y="9"/>
                    <a:pt x="80" y="10"/>
                    <a:pt x="81" y="10"/>
                  </a:cubicBezTo>
                  <a:cubicBezTo>
                    <a:pt x="82" y="11"/>
                    <a:pt x="82" y="11"/>
                    <a:pt x="83" y="11"/>
                  </a:cubicBezTo>
                  <a:cubicBezTo>
                    <a:pt x="83" y="11"/>
                    <a:pt x="84" y="11"/>
                    <a:pt x="85" y="11"/>
                  </a:cubicBezTo>
                  <a:cubicBezTo>
                    <a:pt x="88" y="11"/>
                    <a:pt x="91" y="10"/>
                    <a:pt x="93" y="8"/>
                  </a:cubicBezTo>
                  <a:cubicBezTo>
                    <a:pt x="95" y="6"/>
                    <a:pt x="97" y="3"/>
                    <a:pt x="99" y="1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100" y="1"/>
                    <a:pt x="100" y="1"/>
                    <a:pt x="100" y="1"/>
                  </a:cubicBezTo>
                  <a:cubicBezTo>
                    <a:pt x="101" y="3"/>
                    <a:pt x="101" y="3"/>
                    <a:pt x="101" y="3"/>
                  </a:cubicBezTo>
                  <a:cubicBezTo>
                    <a:pt x="101" y="4"/>
                    <a:pt x="101" y="4"/>
                    <a:pt x="102" y="5"/>
                  </a:cubicBezTo>
                  <a:cubicBezTo>
                    <a:pt x="102" y="5"/>
                    <a:pt x="103" y="6"/>
                    <a:pt x="103" y="7"/>
                  </a:cubicBezTo>
                  <a:cubicBezTo>
                    <a:pt x="105" y="8"/>
                    <a:pt x="105" y="8"/>
                    <a:pt x="105" y="8"/>
                  </a:cubicBezTo>
                  <a:cubicBezTo>
                    <a:pt x="105" y="9"/>
                    <a:pt x="106" y="9"/>
                    <a:pt x="106" y="9"/>
                  </a:cubicBezTo>
                  <a:cubicBezTo>
                    <a:pt x="107" y="10"/>
                    <a:pt x="108" y="10"/>
                    <a:pt x="108" y="11"/>
                  </a:cubicBezTo>
                  <a:cubicBezTo>
                    <a:pt x="110" y="11"/>
                    <a:pt x="111" y="12"/>
                    <a:pt x="113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3" name="Freeform 45"/>
            <p:cNvSpPr/>
            <p:nvPr/>
          </p:nvSpPr>
          <p:spPr bwMode="auto">
            <a:xfrm>
              <a:off x="4119" y="2368"/>
              <a:ext cx="249" cy="31"/>
            </a:xfrm>
            <a:custGeom>
              <a:avLst/>
              <a:gdLst>
                <a:gd name="T0" fmla="*/ 101 w 105"/>
                <a:gd name="T1" fmla="*/ 11 h 13"/>
                <a:gd name="T2" fmla="*/ 97 w 105"/>
                <a:gd name="T3" fmla="*/ 8 h 13"/>
                <a:gd name="T4" fmla="*/ 94 w 105"/>
                <a:gd name="T5" fmla="*/ 5 h 13"/>
                <a:gd name="T6" fmla="*/ 93 w 105"/>
                <a:gd name="T7" fmla="*/ 2 h 13"/>
                <a:gd name="T8" fmla="*/ 79 w 105"/>
                <a:gd name="T9" fmla="*/ 13 h 13"/>
                <a:gd name="T10" fmla="*/ 75 w 105"/>
                <a:gd name="T11" fmla="*/ 12 h 13"/>
                <a:gd name="T12" fmla="*/ 65 w 105"/>
                <a:gd name="T13" fmla="*/ 2 h 13"/>
                <a:gd name="T14" fmla="*/ 61 w 105"/>
                <a:gd name="T15" fmla="*/ 9 h 13"/>
                <a:gd name="T16" fmla="*/ 52 w 105"/>
                <a:gd name="T17" fmla="*/ 13 h 13"/>
                <a:gd name="T18" fmla="*/ 47 w 105"/>
                <a:gd name="T19" fmla="*/ 12 h 13"/>
                <a:gd name="T20" fmla="*/ 38 w 105"/>
                <a:gd name="T21" fmla="*/ 2 h 13"/>
                <a:gd name="T22" fmla="*/ 34 w 105"/>
                <a:gd name="T23" fmla="*/ 9 h 13"/>
                <a:gd name="T24" fmla="*/ 23 w 105"/>
                <a:gd name="T25" fmla="*/ 12 h 13"/>
                <a:gd name="T26" fmla="*/ 17 w 105"/>
                <a:gd name="T27" fmla="*/ 9 h 13"/>
                <a:gd name="T28" fmla="*/ 13 w 105"/>
                <a:gd name="T29" fmla="*/ 2 h 13"/>
                <a:gd name="T30" fmla="*/ 9 w 105"/>
                <a:gd name="T31" fmla="*/ 7 h 13"/>
                <a:gd name="T32" fmla="*/ 5 w 105"/>
                <a:gd name="T33" fmla="*/ 10 h 13"/>
                <a:gd name="T34" fmla="*/ 0 w 105"/>
                <a:gd name="T35" fmla="*/ 12 h 13"/>
                <a:gd name="T36" fmla="*/ 5 w 105"/>
                <a:gd name="T37" fmla="*/ 9 h 13"/>
                <a:gd name="T38" fmla="*/ 8 w 105"/>
                <a:gd name="T39" fmla="*/ 7 h 13"/>
                <a:gd name="T40" fmla="*/ 12 w 105"/>
                <a:gd name="T41" fmla="*/ 1 h 13"/>
                <a:gd name="T42" fmla="*/ 12 w 105"/>
                <a:gd name="T43" fmla="*/ 1 h 13"/>
                <a:gd name="T44" fmla="*/ 18 w 105"/>
                <a:gd name="T45" fmla="*/ 8 h 13"/>
                <a:gd name="T46" fmla="*/ 23 w 105"/>
                <a:gd name="T47" fmla="*/ 11 h 13"/>
                <a:gd name="T48" fmla="*/ 27 w 105"/>
                <a:gd name="T49" fmla="*/ 11 h 13"/>
                <a:gd name="T50" fmla="*/ 33 w 105"/>
                <a:gd name="T51" fmla="*/ 8 h 13"/>
                <a:gd name="T52" fmla="*/ 39 w 105"/>
                <a:gd name="T53" fmla="*/ 1 h 13"/>
                <a:gd name="T54" fmla="*/ 45 w 105"/>
                <a:gd name="T55" fmla="*/ 8 h 13"/>
                <a:gd name="T56" fmla="*/ 50 w 105"/>
                <a:gd name="T57" fmla="*/ 11 h 13"/>
                <a:gd name="T58" fmla="*/ 56 w 105"/>
                <a:gd name="T59" fmla="*/ 10 h 13"/>
                <a:gd name="T60" fmla="*/ 65 w 105"/>
                <a:gd name="T61" fmla="*/ 1 h 13"/>
                <a:gd name="T62" fmla="*/ 67 w 105"/>
                <a:gd name="T63" fmla="*/ 1 h 13"/>
                <a:gd name="T64" fmla="*/ 75 w 105"/>
                <a:gd name="T65" fmla="*/ 10 h 13"/>
                <a:gd name="T66" fmla="*/ 79 w 105"/>
                <a:gd name="T67" fmla="*/ 11 h 13"/>
                <a:gd name="T68" fmla="*/ 92 w 105"/>
                <a:gd name="T69" fmla="*/ 1 h 13"/>
                <a:gd name="T70" fmla="*/ 93 w 105"/>
                <a:gd name="T71" fmla="*/ 1 h 13"/>
                <a:gd name="T72" fmla="*/ 95 w 105"/>
                <a:gd name="T73" fmla="*/ 5 h 13"/>
                <a:gd name="T74" fmla="*/ 98 w 105"/>
                <a:gd name="T75" fmla="*/ 8 h 13"/>
                <a:gd name="T76" fmla="*/ 101 w 105"/>
                <a:gd name="T77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5" h="13">
                  <a:moveTo>
                    <a:pt x="105" y="12"/>
                  </a:moveTo>
                  <a:cubicBezTo>
                    <a:pt x="104" y="12"/>
                    <a:pt x="102" y="11"/>
                    <a:pt x="101" y="11"/>
                  </a:cubicBezTo>
                  <a:cubicBezTo>
                    <a:pt x="100" y="10"/>
                    <a:pt x="100" y="10"/>
                    <a:pt x="99" y="10"/>
                  </a:cubicBezTo>
                  <a:cubicBezTo>
                    <a:pt x="99" y="9"/>
                    <a:pt x="98" y="9"/>
                    <a:pt x="97" y="8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95" y="6"/>
                    <a:pt x="94" y="5"/>
                  </a:cubicBezTo>
                  <a:cubicBezTo>
                    <a:pt x="93" y="4"/>
                    <a:pt x="93" y="3"/>
                    <a:pt x="92" y="2"/>
                  </a:cubicBezTo>
                  <a:cubicBezTo>
                    <a:pt x="93" y="2"/>
                    <a:pt x="93" y="2"/>
                    <a:pt x="93" y="2"/>
                  </a:cubicBezTo>
                  <a:cubicBezTo>
                    <a:pt x="91" y="4"/>
                    <a:pt x="89" y="7"/>
                    <a:pt x="87" y="9"/>
                  </a:cubicBezTo>
                  <a:cubicBezTo>
                    <a:pt x="85" y="11"/>
                    <a:pt x="82" y="13"/>
                    <a:pt x="79" y="13"/>
                  </a:cubicBezTo>
                  <a:cubicBezTo>
                    <a:pt x="78" y="13"/>
                    <a:pt x="78" y="13"/>
                    <a:pt x="77" y="13"/>
                  </a:cubicBezTo>
                  <a:cubicBezTo>
                    <a:pt x="76" y="12"/>
                    <a:pt x="75" y="12"/>
                    <a:pt x="75" y="12"/>
                  </a:cubicBezTo>
                  <a:cubicBezTo>
                    <a:pt x="73" y="11"/>
                    <a:pt x="72" y="10"/>
                    <a:pt x="71" y="9"/>
                  </a:cubicBezTo>
                  <a:cubicBezTo>
                    <a:pt x="69" y="7"/>
                    <a:pt x="67" y="5"/>
                    <a:pt x="65" y="2"/>
                  </a:cubicBezTo>
                  <a:cubicBezTo>
                    <a:pt x="67" y="2"/>
                    <a:pt x="67" y="2"/>
                    <a:pt x="67" y="2"/>
                  </a:cubicBezTo>
                  <a:cubicBezTo>
                    <a:pt x="65" y="5"/>
                    <a:pt x="63" y="7"/>
                    <a:pt x="61" y="9"/>
                  </a:cubicBezTo>
                  <a:cubicBezTo>
                    <a:pt x="60" y="10"/>
                    <a:pt x="59" y="11"/>
                    <a:pt x="57" y="12"/>
                  </a:cubicBezTo>
                  <a:cubicBezTo>
                    <a:pt x="56" y="13"/>
                    <a:pt x="54" y="13"/>
                    <a:pt x="52" y="13"/>
                  </a:cubicBezTo>
                  <a:cubicBezTo>
                    <a:pt x="51" y="13"/>
                    <a:pt x="51" y="13"/>
                    <a:pt x="50" y="13"/>
                  </a:cubicBezTo>
                  <a:cubicBezTo>
                    <a:pt x="49" y="13"/>
                    <a:pt x="48" y="12"/>
                    <a:pt x="47" y="12"/>
                  </a:cubicBezTo>
                  <a:cubicBezTo>
                    <a:pt x="46" y="11"/>
                    <a:pt x="45" y="10"/>
                    <a:pt x="43" y="9"/>
                  </a:cubicBezTo>
                  <a:cubicBezTo>
                    <a:pt x="41" y="7"/>
                    <a:pt x="39" y="5"/>
                    <a:pt x="38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8" y="5"/>
                    <a:pt x="36" y="7"/>
                    <a:pt x="34" y="9"/>
                  </a:cubicBezTo>
                  <a:cubicBezTo>
                    <a:pt x="32" y="11"/>
                    <a:pt x="29" y="13"/>
                    <a:pt x="25" y="13"/>
                  </a:cubicBezTo>
                  <a:cubicBezTo>
                    <a:pt x="25" y="13"/>
                    <a:pt x="24" y="13"/>
                    <a:pt x="23" y="12"/>
                  </a:cubicBezTo>
                  <a:cubicBezTo>
                    <a:pt x="22" y="12"/>
                    <a:pt x="22" y="12"/>
                    <a:pt x="21" y="11"/>
                  </a:cubicBezTo>
                  <a:cubicBezTo>
                    <a:pt x="20" y="11"/>
                    <a:pt x="18" y="10"/>
                    <a:pt x="17" y="9"/>
                  </a:cubicBezTo>
                  <a:cubicBezTo>
                    <a:pt x="15" y="7"/>
                    <a:pt x="13" y="4"/>
                    <a:pt x="12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3"/>
                    <a:pt x="11" y="4"/>
                    <a:pt x="10" y="5"/>
                  </a:cubicBezTo>
                  <a:cubicBezTo>
                    <a:pt x="10" y="6"/>
                    <a:pt x="9" y="7"/>
                    <a:pt x="9" y="7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7" y="9"/>
                    <a:pt x="6" y="9"/>
                    <a:pt x="5" y="10"/>
                  </a:cubicBezTo>
                  <a:cubicBezTo>
                    <a:pt x="5" y="10"/>
                    <a:pt x="4" y="10"/>
                    <a:pt x="4" y="11"/>
                  </a:cubicBezTo>
                  <a:cubicBezTo>
                    <a:pt x="2" y="11"/>
                    <a:pt x="1" y="12"/>
                    <a:pt x="0" y="12"/>
                  </a:cubicBezTo>
                  <a:cubicBezTo>
                    <a:pt x="1" y="12"/>
                    <a:pt x="2" y="11"/>
                    <a:pt x="3" y="10"/>
                  </a:cubicBezTo>
                  <a:cubicBezTo>
                    <a:pt x="4" y="10"/>
                    <a:pt x="5" y="10"/>
                    <a:pt x="5" y="9"/>
                  </a:cubicBezTo>
                  <a:cubicBezTo>
                    <a:pt x="6" y="9"/>
                    <a:pt x="6" y="9"/>
                    <a:pt x="7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9" y="6"/>
                    <a:pt x="9" y="6"/>
                    <a:pt x="10" y="5"/>
                  </a:cubicBezTo>
                  <a:cubicBezTo>
                    <a:pt x="11" y="4"/>
                    <a:pt x="11" y="3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1"/>
                    <a:pt x="13" y="1"/>
                  </a:cubicBezTo>
                  <a:cubicBezTo>
                    <a:pt x="14" y="4"/>
                    <a:pt x="16" y="6"/>
                    <a:pt x="18" y="8"/>
                  </a:cubicBezTo>
                  <a:cubicBezTo>
                    <a:pt x="19" y="9"/>
                    <a:pt x="20" y="10"/>
                    <a:pt x="22" y="10"/>
                  </a:cubicBezTo>
                  <a:cubicBezTo>
                    <a:pt x="22" y="11"/>
                    <a:pt x="23" y="11"/>
                    <a:pt x="23" y="11"/>
                  </a:cubicBezTo>
                  <a:cubicBezTo>
                    <a:pt x="24" y="11"/>
                    <a:pt x="25" y="11"/>
                    <a:pt x="25" y="11"/>
                  </a:cubicBezTo>
                  <a:cubicBezTo>
                    <a:pt x="26" y="11"/>
                    <a:pt x="27" y="11"/>
                    <a:pt x="27" y="11"/>
                  </a:cubicBezTo>
                  <a:cubicBezTo>
                    <a:pt x="28" y="11"/>
                    <a:pt x="29" y="11"/>
                    <a:pt x="29" y="10"/>
                  </a:cubicBezTo>
                  <a:cubicBezTo>
                    <a:pt x="31" y="10"/>
                    <a:pt x="32" y="9"/>
                    <a:pt x="33" y="8"/>
                  </a:cubicBezTo>
                  <a:cubicBezTo>
                    <a:pt x="35" y="6"/>
                    <a:pt x="36" y="4"/>
                    <a:pt x="38" y="1"/>
                  </a:cubicBezTo>
                  <a:cubicBezTo>
                    <a:pt x="38" y="1"/>
                    <a:pt x="38" y="0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41" y="4"/>
                    <a:pt x="43" y="6"/>
                    <a:pt x="45" y="8"/>
                  </a:cubicBezTo>
                  <a:cubicBezTo>
                    <a:pt x="46" y="9"/>
                    <a:pt x="47" y="10"/>
                    <a:pt x="48" y="10"/>
                  </a:cubicBezTo>
                  <a:cubicBezTo>
                    <a:pt x="49" y="10"/>
                    <a:pt x="50" y="11"/>
                    <a:pt x="50" y="11"/>
                  </a:cubicBezTo>
                  <a:cubicBezTo>
                    <a:pt x="51" y="11"/>
                    <a:pt x="52" y="11"/>
                    <a:pt x="52" y="11"/>
                  </a:cubicBezTo>
                  <a:cubicBezTo>
                    <a:pt x="54" y="11"/>
                    <a:pt x="55" y="11"/>
                    <a:pt x="56" y="10"/>
                  </a:cubicBezTo>
                  <a:cubicBezTo>
                    <a:pt x="58" y="10"/>
                    <a:pt x="59" y="9"/>
                    <a:pt x="60" y="8"/>
                  </a:cubicBezTo>
                  <a:cubicBezTo>
                    <a:pt x="62" y="6"/>
                    <a:pt x="64" y="4"/>
                    <a:pt x="65" y="1"/>
                  </a:cubicBezTo>
                  <a:cubicBezTo>
                    <a:pt x="66" y="1"/>
                    <a:pt x="66" y="0"/>
                    <a:pt x="67" y="1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8" y="4"/>
                    <a:pt x="70" y="6"/>
                    <a:pt x="72" y="8"/>
                  </a:cubicBezTo>
                  <a:cubicBezTo>
                    <a:pt x="73" y="9"/>
                    <a:pt x="74" y="10"/>
                    <a:pt x="75" y="10"/>
                  </a:cubicBezTo>
                  <a:cubicBezTo>
                    <a:pt x="76" y="11"/>
                    <a:pt x="76" y="11"/>
                    <a:pt x="77" y="11"/>
                  </a:cubicBezTo>
                  <a:cubicBezTo>
                    <a:pt x="78" y="11"/>
                    <a:pt x="79" y="11"/>
                    <a:pt x="79" y="11"/>
                  </a:cubicBezTo>
                  <a:cubicBezTo>
                    <a:pt x="82" y="11"/>
                    <a:pt x="84" y="10"/>
                    <a:pt x="86" y="8"/>
                  </a:cubicBezTo>
                  <a:cubicBezTo>
                    <a:pt x="89" y="6"/>
                    <a:pt x="90" y="4"/>
                    <a:pt x="92" y="1"/>
                  </a:cubicBezTo>
                  <a:cubicBezTo>
                    <a:pt x="92" y="1"/>
                    <a:pt x="92" y="1"/>
                    <a:pt x="93" y="1"/>
                  </a:cubicBezTo>
                  <a:cubicBezTo>
                    <a:pt x="93" y="1"/>
                    <a:pt x="93" y="1"/>
                    <a:pt x="93" y="1"/>
                  </a:cubicBezTo>
                  <a:cubicBezTo>
                    <a:pt x="93" y="1"/>
                    <a:pt x="93" y="1"/>
                    <a:pt x="93" y="1"/>
                  </a:cubicBezTo>
                  <a:cubicBezTo>
                    <a:pt x="94" y="3"/>
                    <a:pt x="94" y="4"/>
                    <a:pt x="95" y="5"/>
                  </a:cubicBezTo>
                  <a:cubicBezTo>
                    <a:pt x="95" y="6"/>
                    <a:pt x="96" y="6"/>
                    <a:pt x="96" y="7"/>
                  </a:cubicBezTo>
                  <a:cubicBezTo>
                    <a:pt x="98" y="8"/>
                    <a:pt x="98" y="8"/>
                    <a:pt x="98" y="8"/>
                  </a:cubicBezTo>
                  <a:cubicBezTo>
                    <a:pt x="98" y="9"/>
                    <a:pt x="99" y="9"/>
                    <a:pt x="99" y="9"/>
                  </a:cubicBezTo>
                  <a:cubicBezTo>
                    <a:pt x="100" y="10"/>
                    <a:pt x="100" y="10"/>
                    <a:pt x="101" y="10"/>
                  </a:cubicBezTo>
                  <a:cubicBezTo>
                    <a:pt x="102" y="11"/>
                    <a:pt x="104" y="12"/>
                    <a:pt x="10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4" name="Freeform 46"/>
            <p:cNvSpPr/>
            <p:nvPr/>
          </p:nvSpPr>
          <p:spPr bwMode="auto">
            <a:xfrm>
              <a:off x="3478" y="1978"/>
              <a:ext cx="178" cy="22"/>
            </a:xfrm>
            <a:custGeom>
              <a:avLst/>
              <a:gdLst>
                <a:gd name="T0" fmla="*/ 69 w 75"/>
                <a:gd name="T1" fmla="*/ 6 h 9"/>
                <a:gd name="T2" fmla="*/ 66 w 75"/>
                <a:gd name="T3" fmla="*/ 1 h 9"/>
                <a:gd name="T4" fmla="*/ 62 w 75"/>
                <a:gd name="T5" fmla="*/ 6 h 9"/>
                <a:gd name="T6" fmla="*/ 60 w 75"/>
                <a:gd name="T7" fmla="*/ 8 h 9"/>
                <a:gd name="T8" fmla="*/ 57 w 75"/>
                <a:gd name="T9" fmla="*/ 9 h 9"/>
                <a:gd name="T10" fmla="*/ 53 w 75"/>
                <a:gd name="T11" fmla="*/ 8 h 9"/>
                <a:gd name="T12" fmla="*/ 47 w 75"/>
                <a:gd name="T13" fmla="*/ 1 h 9"/>
                <a:gd name="T14" fmla="*/ 44 w 75"/>
                <a:gd name="T15" fmla="*/ 6 h 9"/>
                <a:gd name="T16" fmla="*/ 39 w 75"/>
                <a:gd name="T17" fmla="*/ 9 h 9"/>
                <a:gd name="T18" fmla="*/ 36 w 75"/>
                <a:gd name="T19" fmla="*/ 9 h 9"/>
                <a:gd name="T20" fmla="*/ 31 w 75"/>
                <a:gd name="T21" fmla="*/ 6 h 9"/>
                <a:gd name="T22" fmla="*/ 28 w 75"/>
                <a:gd name="T23" fmla="*/ 1 h 9"/>
                <a:gd name="T24" fmla="*/ 22 w 75"/>
                <a:gd name="T25" fmla="*/ 8 h 9"/>
                <a:gd name="T26" fmla="*/ 18 w 75"/>
                <a:gd name="T27" fmla="*/ 9 h 9"/>
                <a:gd name="T28" fmla="*/ 15 w 75"/>
                <a:gd name="T29" fmla="*/ 8 h 9"/>
                <a:gd name="T30" fmla="*/ 12 w 75"/>
                <a:gd name="T31" fmla="*/ 6 h 9"/>
                <a:gd name="T32" fmla="*/ 9 w 75"/>
                <a:gd name="T33" fmla="*/ 1 h 9"/>
                <a:gd name="T34" fmla="*/ 5 w 75"/>
                <a:gd name="T35" fmla="*/ 6 h 9"/>
                <a:gd name="T36" fmla="*/ 5 w 75"/>
                <a:gd name="T37" fmla="*/ 5 h 9"/>
                <a:gd name="T38" fmla="*/ 8 w 75"/>
                <a:gd name="T39" fmla="*/ 1 h 9"/>
                <a:gd name="T40" fmla="*/ 9 w 75"/>
                <a:gd name="T41" fmla="*/ 0 h 9"/>
                <a:gd name="T42" fmla="*/ 13 w 75"/>
                <a:gd name="T43" fmla="*/ 5 h 9"/>
                <a:gd name="T44" fmla="*/ 16 w 75"/>
                <a:gd name="T45" fmla="*/ 7 h 9"/>
                <a:gd name="T46" fmla="*/ 19 w 75"/>
                <a:gd name="T47" fmla="*/ 7 h 9"/>
                <a:gd name="T48" fmla="*/ 21 w 75"/>
                <a:gd name="T49" fmla="*/ 7 h 9"/>
                <a:gd name="T50" fmla="*/ 27 w 75"/>
                <a:gd name="T51" fmla="*/ 0 h 9"/>
                <a:gd name="T52" fmla="*/ 28 w 75"/>
                <a:gd name="T53" fmla="*/ 0 h 9"/>
                <a:gd name="T54" fmla="*/ 35 w 75"/>
                <a:gd name="T55" fmla="*/ 7 h 9"/>
                <a:gd name="T56" fmla="*/ 37 w 75"/>
                <a:gd name="T57" fmla="*/ 7 h 9"/>
                <a:gd name="T58" fmla="*/ 40 w 75"/>
                <a:gd name="T59" fmla="*/ 7 h 9"/>
                <a:gd name="T60" fmla="*/ 47 w 75"/>
                <a:gd name="T61" fmla="*/ 0 h 9"/>
                <a:gd name="T62" fmla="*/ 48 w 75"/>
                <a:gd name="T63" fmla="*/ 0 h 9"/>
                <a:gd name="T64" fmla="*/ 54 w 75"/>
                <a:gd name="T65" fmla="*/ 7 h 9"/>
                <a:gd name="T66" fmla="*/ 57 w 75"/>
                <a:gd name="T67" fmla="*/ 7 h 9"/>
                <a:gd name="T68" fmla="*/ 59 w 75"/>
                <a:gd name="T69" fmla="*/ 7 h 9"/>
                <a:gd name="T70" fmla="*/ 62 w 75"/>
                <a:gd name="T71" fmla="*/ 5 h 9"/>
                <a:gd name="T72" fmla="*/ 66 w 75"/>
                <a:gd name="T73" fmla="*/ 0 h 9"/>
                <a:gd name="T74" fmla="*/ 66 w 75"/>
                <a:gd name="T75" fmla="*/ 1 h 9"/>
                <a:gd name="T76" fmla="*/ 70 w 75"/>
                <a:gd name="T77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5" h="9">
                  <a:moveTo>
                    <a:pt x="75" y="8"/>
                  </a:moveTo>
                  <a:cubicBezTo>
                    <a:pt x="73" y="8"/>
                    <a:pt x="71" y="7"/>
                    <a:pt x="69" y="6"/>
                  </a:cubicBezTo>
                  <a:cubicBezTo>
                    <a:pt x="69" y="5"/>
                    <a:pt x="68" y="4"/>
                    <a:pt x="67" y="4"/>
                  </a:cubicBezTo>
                  <a:cubicBezTo>
                    <a:pt x="66" y="3"/>
                    <a:pt x="66" y="2"/>
                    <a:pt x="66" y="1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65" y="3"/>
                    <a:pt x="64" y="5"/>
                    <a:pt x="62" y="6"/>
                  </a:cubicBezTo>
                  <a:cubicBezTo>
                    <a:pt x="62" y="6"/>
                    <a:pt x="62" y="7"/>
                    <a:pt x="61" y="7"/>
                  </a:cubicBezTo>
                  <a:cubicBezTo>
                    <a:pt x="61" y="7"/>
                    <a:pt x="60" y="8"/>
                    <a:pt x="60" y="8"/>
                  </a:cubicBezTo>
                  <a:cubicBezTo>
                    <a:pt x="59" y="8"/>
                    <a:pt x="59" y="8"/>
                    <a:pt x="58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6" y="9"/>
                    <a:pt x="55" y="9"/>
                    <a:pt x="55" y="9"/>
                  </a:cubicBezTo>
                  <a:cubicBezTo>
                    <a:pt x="54" y="9"/>
                    <a:pt x="54" y="9"/>
                    <a:pt x="53" y="8"/>
                  </a:cubicBezTo>
                  <a:cubicBezTo>
                    <a:pt x="52" y="8"/>
                    <a:pt x="51" y="7"/>
                    <a:pt x="50" y="6"/>
                  </a:cubicBezTo>
                  <a:cubicBezTo>
                    <a:pt x="49" y="5"/>
                    <a:pt x="48" y="3"/>
                    <a:pt x="47" y="1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7" y="3"/>
                    <a:pt x="46" y="5"/>
                    <a:pt x="44" y="6"/>
                  </a:cubicBezTo>
                  <a:cubicBezTo>
                    <a:pt x="43" y="7"/>
                    <a:pt x="42" y="8"/>
                    <a:pt x="41" y="8"/>
                  </a:cubicBezTo>
                  <a:cubicBezTo>
                    <a:pt x="40" y="9"/>
                    <a:pt x="40" y="9"/>
                    <a:pt x="39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5" y="9"/>
                    <a:pt x="35" y="9"/>
                    <a:pt x="34" y="8"/>
                  </a:cubicBezTo>
                  <a:cubicBezTo>
                    <a:pt x="33" y="8"/>
                    <a:pt x="32" y="7"/>
                    <a:pt x="31" y="6"/>
                  </a:cubicBezTo>
                  <a:cubicBezTo>
                    <a:pt x="29" y="5"/>
                    <a:pt x="28" y="3"/>
                    <a:pt x="27" y="1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7" y="3"/>
                    <a:pt x="26" y="5"/>
                    <a:pt x="25" y="6"/>
                  </a:cubicBezTo>
                  <a:cubicBezTo>
                    <a:pt x="24" y="7"/>
                    <a:pt x="23" y="8"/>
                    <a:pt x="22" y="8"/>
                  </a:cubicBezTo>
                  <a:cubicBezTo>
                    <a:pt x="21" y="9"/>
                    <a:pt x="21" y="9"/>
                    <a:pt x="20" y="9"/>
                  </a:cubicBezTo>
                  <a:cubicBezTo>
                    <a:pt x="19" y="9"/>
                    <a:pt x="19" y="9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6" y="9"/>
                    <a:pt x="16" y="8"/>
                    <a:pt x="15" y="8"/>
                  </a:cubicBezTo>
                  <a:cubicBezTo>
                    <a:pt x="15" y="8"/>
                    <a:pt x="14" y="7"/>
                    <a:pt x="14" y="7"/>
                  </a:cubicBezTo>
                  <a:cubicBezTo>
                    <a:pt x="13" y="7"/>
                    <a:pt x="13" y="6"/>
                    <a:pt x="12" y="6"/>
                  </a:cubicBezTo>
                  <a:cubicBezTo>
                    <a:pt x="11" y="5"/>
                    <a:pt x="10" y="3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2"/>
                    <a:pt x="8" y="3"/>
                    <a:pt x="8" y="4"/>
                  </a:cubicBezTo>
                  <a:cubicBezTo>
                    <a:pt x="7" y="4"/>
                    <a:pt x="6" y="5"/>
                    <a:pt x="5" y="6"/>
                  </a:cubicBezTo>
                  <a:cubicBezTo>
                    <a:pt x="4" y="7"/>
                    <a:pt x="2" y="8"/>
                    <a:pt x="0" y="8"/>
                  </a:cubicBezTo>
                  <a:cubicBezTo>
                    <a:pt x="2" y="8"/>
                    <a:pt x="4" y="7"/>
                    <a:pt x="5" y="5"/>
                  </a:cubicBezTo>
                  <a:cubicBezTo>
                    <a:pt x="6" y="5"/>
                    <a:pt x="7" y="4"/>
                    <a:pt x="7" y="3"/>
                  </a:cubicBezTo>
                  <a:cubicBezTo>
                    <a:pt x="8" y="2"/>
                    <a:pt x="8" y="1"/>
                    <a:pt x="8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9" y="0"/>
                    <a:pt x="9" y="0"/>
                    <a:pt x="9" y="1"/>
                  </a:cubicBezTo>
                  <a:cubicBezTo>
                    <a:pt x="10" y="2"/>
                    <a:pt x="12" y="4"/>
                    <a:pt x="13" y="5"/>
                  </a:cubicBezTo>
                  <a:cubicBezTo>
                    <a:pt x="14" y="5"/>
                    <a:pt x="14" y="6"/>
                    <a:pt x="14" y="6"/>
                  </a:cubicBezTo>
                  <a:cubicBezTo>
                    <a:pt x="15" y="6"/>
                    <a:pt x="15" y="7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20" y="7"/>
                    <a:pt x="21" y="7"/>
                    <a:pt x="21" y="7"/>
                  </a:cubicBezTo>
                  <a:cubicBezTo>
                    <a:pt x="22" y="6"/>
                    <a:pt x="23" y="6"/>
                    <a:pt x="23" y="5"/>
                  </a:cubicBezTo>
                  <a:cubicBezTo>
                    <a:pt x="25" y="4"/>
                    <a:pt x="26" y="2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2"/>
                    <a:pt x="31" y="4"/>
                    <a:pt x="32" y="5"/>
                  </a:cubicBezTo>
                  <a:cubicBezTo>
                    <a:pt x="33" y="6"/>
                    <a:pt x="34" y="6"/>
                    <a:pt x="35" y="7"/>
                  </a:cubicBezTo>
                  <a:cubicBezTo>
                    <a:pt x="35" y="7"/>
                    <a:pt x="35" y="7"/>
                    <a:pt x="36" y="7"/>
                  </a:cubicBezTo>
                  <a:cubicBezTo>
                    <a:pt x="36" y="7"/>
                    <a:pt x="37" y="7"/>
                    <a:pt x="37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40" y="7"/>
                    <a:pt x="40" y="7"/>
                  </a:cubicBezTo>
                  <a:cubicBezTo>
                    <a:pt x="41" y="6"/>
                    <a:pt x="42" y="6"/>
                    <a:pt x="43" y="5"/>
                  </a:cubicBezTo>
                  <a:cubicBezTo>
                    <a:pt x="44" y="4"/>
                    <a:pt x="46" y="2"/>
                    <a:pt x="47" y="0"/>
                  </a:cubicBezTo>
                  <a:cubicBezTo>
                    <a:pt x="47" y="0"/>
                    <a:pt x="47" y="0"/>
                    <a:pt x="4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2"/>
                    <a:pt x="50" y="4"/>
                    <a:pt x="52" y="5"/>
                  </a:cubicBezTo>
                  <a:cubicBezTo>
                    <a:pt x="52" y="6"/>
                    <a:pt x="53" y="6"/>
                    <a:pt x="54" y="7"/>
                  </a:cubicBezTo>
                  <a:cubicBezTo>
                    <a:pt x="54" y="7"/>
                    <a:pt x="55" y="7"/>
                    <a:pt x="55" y="7"/>
                  </a:cubicBezTo>
                  <a:cubicBezTo>
                    <a:pt x="56" y="7"/>
                    <a:pt x="56" y="8"/>
                    <a:pt x="57" y="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9" y="7"/>
                    <a:pt x="59" y="7"/>
                  </a:cubicBezTo>
                  <a:cubicBezTo>
                    <a:pt x="60" y="7"/>
                    <a:pt x="60" y="6"/>
                    <a:pt x="60" y="6"/>
                  </a:cubicBezTo>
                  <a:cubicBezTo>
                    <a:pt x="61" y="6"/>
                    <a:pt x="61" y="5"/>
                    <a:pt x="62" y="5"/>
                  </a:cubicBezTo>
                  <a:cubicBezTo>
                    <a:pt x="63" y="4"/>
                    <a:pt x="64" y="2"/>
                    <a:pt x="66" y="1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66" y="0"/>
                    <a:pt x="66" y="1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67" y="1"/>
                    <a:pt x="67" y="2"/>
                    <a:pt x="68" y="3"/>
                  </a:cubicBezTo>
                  <a:cubicBezTo>
                    <a:pt x="68" y="4"/>
                    <a:pt x="69" y="5"/>
                    <a:pt x="70" y="5"/>
                  </a:cubicBezTo>
                  <a:cubicBezTo>
                    <a:pt x="71" y="7"/>
                    <a:pt x="73" y="8"/>
                    <a:pt x="7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5" name="Freeform 47"/>
            <p:cNvSpPr/>
            <p:nvPr/>
          </p:nvSpPr>
          <p:spPr bwMode="auto">
            <a:xfrm>
              <a:off x="3524" y="2093"/>
              <a:ext cx="208" cy="24"/>
            </a:xfrm>
            <a:custGeom>
              <a:avLst/>
              <a:gdLst>
                <a:gd name="T0" fmla="*/ 85 w 88"/>
                <a:gd name="T1" fmla="*/ 8 h 10"/>
                <a:gd name="T2" fmla="*/ 82 w 88"/>
                <a:gd name="T3" fmla="*/ 6 h 10"/>
                <a:gd name="T4" fmla="*/ 77 w 88"/>
                <a:gd name="T5" fmla="*/ 1 h 10"/>
                <a:gd name="T6" fmla="*/ 73 w 88"/>
                <a:gd name="T7" fmla="*/ 7 h 10"/>
                <a:gd name="T8" fmla="*/ 70 w 88"/>
                <a:gd name="T9" fmla="*/ 9 h 10"/>
                <a:gd name="T10" fmla="*/ 67 w 88"/>
                <a:gd name="T11" fmla="*/ 10 h 10"/>
                <a:gd name="T12" fmla="*/ 63 w 88"/>
                <a:gd name="T13" fmla="*/ 9 h 10"/>
                <a:gd name="T14" fmla="*/ 55 w 88"/>
                <a:gd name="T15" fmla="*/ 1 h 10"/>
                <a:gd name="T16" fmla="*/ 52 w 88"/>
                <a:gd name="T17" fmla="*/ 7 h 10"/>
                <a:gd name="T18" fmla="*/ 46 w 88"/>
                <a:gd name="T19" fmla="*/ 10 h 10"/>
                <a:gd name="T20" fmla="*/ 42 w 88"/>
                <a:gd name="T21" fmla="*/ 10 h 10"/>
                <a:gd name="T22" fmla="*/ 37 w 88"/>
                <a:gd name="T23" fmla="*/ 7 h 10"/>
                <a:gd name="T24" fmla="*/ 33 w 88"/>
                <a:gd name="T25" fmla="*/ 1 h 10"/>
                <a:gd name="T26" fmla="*/ 26 w 88"/>
                <a:gd name="T27" fmla="*/ 9 h 10"/>
                <a:gd name="T28" fmla="*/ 22 w 88"/>
                <a:gd name="T29" fmla="*/ 10 h 10"/>
                <a:gd name="T30" fmla="*/ 18 w 88"/>
                <a:gd name="T31" fmla="*/ 9 h 10"/>
                <a:gd name="T32" fmla="*/ 15 w 88"/>
                <a:gd name="T33" fmla="*/ 7 h 10"/>
                <a:gd name="T34" fmla="*/ 11 w 88"/>
                <a:gd name="T35" fmla="*/ 1 h 10"/>
                <a:gd name="T36" fmla="*/ 6 w 88"/>
                <a:gd name="T37" fmla="*/ 6 h 10"/>
                <a:gd name="T38" fmla="*/ 3 w 88"/>
                <a:gd name="T39" fmla="*/ 8 h 10"/>
                <a:gd name="T40" fmla="*/ 3 w 88"/>
                <a:gd name="T41" fmla="*/ 8 h 10"/>
                <a:gd name="T42" fmla="*/ 6 w 88"/>
                <a:gd name="T43" fmla="*/ 6 h 10"/>
                <a:gd name="T44" fmla="*/ 10 w 88"/>
                <a:gd name="T45" fmla="*/ 0 h 10"/>
                <a:gd name="T46" fmla="*/ 11 w 88"/>
                <a:gd name="T47" fmla="*/ 0 h 10"/>
                <a:gd name="T48" fmla="*/ 16 w 88"/>
                <a:gd name="T49" fmla="*/ 6 h 10"/>
                <a:gd name="T50" fmla="*/ 18 w 88"/>
                <a:gd name="T51" fmla="*/ 8 h 10"/>
                <a:gd name="T52" fmla="*/ 22 w 88"/>
                <a:gd name="T53" fmla="*/ 9 h 10"/>
                <a:gd name="T54" fmla="*/ 25 w 88"/>
                <a:gd name="T55" fmla="*/ 8 h 10"/>
                <a:gd name="T56" fmla="*/ 32 w 88"/>
                <a:gd name="T57" fmla="*/ 0 h 10"/>
                <a:gd name="T58" fmla="*/ 33 w 88"/>
                <a:gd name="T59" fmla="*/ 0 h 10"/>
                <a:gd name="T60" fmla="*/ 39 w 88"/>
                <a:gd name="T61" fmla="*/ 7 h 10"/>
                <a:gd name="T62" fmla="*/ 42 w 88"/>
                <a:gd name="T63" fmla="*/ 8 h 10"/>
                <a:gd name="T64" fmla="*/ 46 w 88"/>
                <a:gd name="T65" fmla="*/ 8 h 10"/>
                <a:gd name="T66" fmla="*/ 50 w 88"/>
                <a:gd name="T67" fmla="*/ 6 h 10"/>
                <a:gd name="T68" fmla="*/ 56 w 88"/>
                <a:gd name="T69" fmla="*/ 0 h 10"/>
                <a:gd name="T70" fmla="*/ 61 w 88"/>
                <a:gd name="T71" fmla="*/ 6 h 10"/>
                <a:gd name="T72" fmla="*/ 65 w 88"/>
                <a:gd name="T73" fmla="*/ 8 h 10"/>
                <a:gd name="T74" fmla="*/ 68 w 88"/>
                <a:gd name="T75" fmla="*/ 8 h 10"/>
                <a:gd name="T76" fmla="*/ 71 w 88"/>
                <a:gd name="T77" fmla="*/ 7 h 10"/>
                <a:gd name="T78" fmla="*/ 77 w 88"/>
                <a:gd name="T79" fmla="*/ 0 h 10"/>
                <a:gd name="T80" fmla="*/ 78 w 88"/>
                <a:gd name="T81" fmla="*/ 0 h 10"/>
                <a:gd name="T82" fmla="*/ 80 w 88"/>
                <a:gd name="T83" fmla="*/ 3 h 10"/>
                <a:gd name="T84" fmla="*/ 83 w 88"/>
                <a:gd name="T85" fmla="*/ 7 h 10"/>
                <a:gd name="T86" fmla="*/ 88 w 88"/>
                <a:gd name="T87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8" h="10">
                  <a:moveTo>
                    <a:pt x="88" y="9"/>
                  </a:moveTo>
                  <a:cubicBezTo>
                    <a:pt x="87" y="9"/>
                    <a:pt x="86" y="9"/>
                    <a:pt x="85" y="8"/>
                  </a:cubicBezTo>
                  <a:cubicBezTo>
                    <a:pt x="84" y="8"/>
                    <a:pt x="84" y="8"/>
                    <a:pt x="83" y="7"/>
                  </a:cubicBezTo>
                  <a:cubicBezTo>
                    <a:pt x="83" y="7"/>
                    <a:pt x="82" y="7"/>
                    <a:pt x="82" y="6"/>
                  </a:cubicBezTo>
                  <a:cubicBezTo>
                    <a:pt x="81" y="6"/>
                    <a:pt x="80" y="5"/>
                    <a:pt x="79" y="4"/>
                  </a:cubicBezTo>
                  <a:cubicBezTo>
                    <a:pt x="78" y="3"/>
                    <a:pt x="78" y="2"/>
                    <a:pt x="77" y="1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7" y="3"/>
                    <a:pt x="75" y="5"/>
                    <a:pt x="73" y="7"/>
                  </a:cubicBezTo>
                  <a:cubicBezTo>
                    <a:pt x="73" y="7"/>
                    <a:pt x="72" y="7"/>
                    <a:pt x="72" y="8"/>
                  </a:cubicBezTo>
                  <a:cubicBezTo>
                    <a:pt x="71" y="8"/>
                    <a:pt x="71" y="9"/>
                    <a:pt x="70" y="9"/>
                  </a:cubicBezTo>
                  <a:cubicBezTo>
                    <a:pt x="70" y="9"/>
                    <a:pt x="69" y="10"/>
                    <a:pt x="69" y="10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66" y="10"/>
                    <a:pt x="65" y="10"/>
                    <a:pt x="65" y="10"/>
                  </a:cubicBezTo>
                  <a:cubicBezTo>
                    <a:pt x="64" y="10"/>
                    <a:pt x="63" y="10"/>
                    <a:pt x="63" y="9"/>
                  </a:cubicBezTo>
                  <a:cubicBezTo>
                    <a:pt x="61" y="9"/>
                    <a:pt x="60" y="8"/>
                    <a:pt x="59" y="7"/>
                  </a:cubicBezTo>
                  <a:cubicBezTo>
                    <a:pt x="58" y="5"/>
                    <a:pt x="56" y="3"/>
                    <a:pt x="55" y="1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5" y="3"/>
                    <a:pt x="54" y="5"/>
                    <a:pt x="52" y="7"/>
                  </a:cubicBezTo>
                  <a:cubicBezTo>
                    <a:pt x="50" y="8"/>
                    <a:pt x="49" y="9"/>
                    <a:pt x="48" y="9"/>
                  </a:cubicBezTo>
                  <a:cubicBezTo>
                    <a:pt x="48" y="10"/>
                    <a:pt x="47" y="10"/>
                    <a:pt x="46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1" y="10"/>
                    <a:pt x="41" y="10"/>
                    <a:pt x="40" y="9"/>
                  </a:cubicBezTo>
                  <a:cubicBezTo>
                    <a:pt x="39" y="9"/>
                    <a:pt x="38" y="8"/>
                    <a:pt x="37" y="7"/>
                  </a:cubicBezTo>
                  <a:cubicBezTo>
                    <a:pt x="35" y="5"/>
                    <a:pt x="33" y="3"/>
                    <a:pt x="32" y="1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2" y="3"/>
                    <a:pt x="31" y="5"/>
                    <a:pt x="29" y="7"/>
                  </a:cubicBezTo>
                  <a:cubicBezTo>
                    <a:pt x="28" y="8"/>
                    <a:pt x="27" y="9"/>
                    <a:pt x="26" y="9"/>
                  </a:cubicBezTo>
                  <a:cubicBezTo>
                    <a:pt x="25" y="10"/>
                    <a:pt x="24" y="10"/>
                    <a:pt x="24" y="10"/>
                  </a:cubicBezTo>
                  <a:cubicBezTo>
                    <a:pt x="23" y="10"/>
                    <a:pt x="22" y="10"/>
                    <a:pt x="22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10"/>
                    <a:pt x="18" y="9"/>
                    <a:pt x="18" y="9"/>
                  </a:cubicBezTo>
                  <a:cubicBezTo>
                    <a:pt x="17" y="9"/>
                    <a:pt x="17" y="8"/>
                    <a:pt x="16" y="8"/>
                  </a:cubicBezTo>
                  <a:cubicBezTo>
                    <a:pt x="16" y="7"/>
                    <a:pt x="15" y="7"/>
                    <a:pt x="15" y="7"/>
                  </a:cubicBezTo>
                  <a:cubicBezTo>
                    <a:pt x="13" y="5"/>
                    <a:pt x="11" y="3"/>
                    <a:pt x="10" y="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0" y="2"/>
                    <a:pt x="10" y="3"/>
                    <a:pt x="9" y="4"/>
                  </a:cubicBezTo>
                  <a:cubicBezTo>
                    <a:pt x="8" y="5"/>
                    <a:pt x="7" y="6"/>
                    <a:pt x="6" y="6"/>
                  </a:cubicBezTo>
                  <a:cubicBezTo>
                    <a:pt x="6" y="7"/>
                    <a:pt x="5" y="7"/>
                    <a:pt x="5" y="7"/>
                  </a:cubicBezTo>
                  <a:cubicBezTo>
                    <a:pt x="4" y="8"/>
                    <a:pt x="4" y="8"/>
                    <a:pt x="3" y="8"/>
                  </a:cubicBezTo>
                  <a:cubicBezTo>
                    <a:pt x="2" y="9"/>
                    <a:pt x="1" y="9"/>
                    <a:pt x="0" y="9"/>
                  </a:cubicBezTo>
                  <a:cubicBezTo>
                    <a:pt x="1" y="9"/>
                    <a:pt x="2" y="9"/>
                    <a:pt x="3" y="8"/>
                  </a:cubicBezTo>
                  <a:cubicBezTo>
                    <a:pt x="4" y="8"/>
                    <a:pt x="4" y="7"/>
                    <a:pt x="5" y="7"/>
                  </a:cubicBezTo>
                  <a:cubicBezTo>
                    <a:pt x="5" y="7"/>
                    <a:pt x="6" y="6"/>
                    <a:pt x="6" y="6"/>
                  </a:cubicBezTo>
                  <a:cubicBezTo>
                    <a:pt x="7" y="5"/>
                    <a:pt x="8" y="4"/>
                    <a:pt x="8" y="3"/>
                  </a:cubicBezTo>
                  <a:cubicBezTo>
                    <a:pt x="9" y="3"/>
                    <a:pt x="9" y="1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2" y="2"/>
                    <a:pt x="14" y="4"/>
                    <a:pt x="16" y="6"/>
                  </a:cubicBezTo>
                  <a:cubicBezTo>
                    <a:pt x="16" y="6"/>
                    <a:pt x="16" y="6"/>
                    <a:pt x="17" y="7"/>
                  </a:cubicBezTo>
                  <a:cubicBezTo>
                    <a:pt x="17" y="7"/>
                    <a:pt x="18" y="7"/>
                    <a:pt x="18" y="8"/>
                  </a:cubicBezTo>
                  <a:cubicBezTo>
                    <a:pt x="19" y="8"/>
                    <a:pt x="19" y="8"/>
                    <a:pt x="20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3" y="9"/>
                    <a:pt x="23" y="8"/>
                  </a:cubicBezTo>
                  <a:cubicBezTo>
                    <a:pt x="24" y="8"/>
                    <a:pt x="24" y="8"/>
                    <a:pt x="25" y="8"/>
                  </a:cubicBezTo>
                  <a:cubicBezTo>
                    <a:pt x="26" y="7"/>
                    <a:pt x="27" y="7"/>
                    <a:pt x="28" y="6"/>
                  </a:cubicBezTo>
                  <a:cubicBezTo>
                    <a:pt x="29" y="4"/>
                    <a:pt x="31" y="2"/>
                    <a:pt x="32" y="0"/>
                  </a:cubicBezTo>
                  <a:cubicBezTo>
                    <a:pt x="32" y="0"/>
                    <a:pt x="32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4" y="2"/>
                    <a:pt x="36" y="4"/>
                    <a:pt x="38" y="6"/>
                  </a:cubicBezTo>
                  <a:cubicBezTo>
                    <a:pt x="38" y="6"/>
                    <a:pt x="39" y="6"/>
                    <a:pt x="39" y="7"/>
                  </a:cubicBezTo>
                  <a:cubicBezTo>
                    <a:pt x="40" y="7"/>
                    <a:pt x="40" y="7"/>
                    <a:pt x="41" y="8"/>
                  </a:cubicBezTo>
                  <a:cubicBezTo>
                    <a:pt x="41" y="8"/>
                    <a:pt x="42" y="8"/>
                    <a:pt x="42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6" y="8"/>
                    <a:pt x="47" y="8"/>
                    <a:pt x="47" y="8"/>
                  </a:cubicBezTo>
                  <a:cubicBezTo>
                    <a:pt x="48" y="7"/>
                    <a:pt x="49" y="6"/>
                    <a:pt x="50" y="6"/>
                  </a:cubicBezTo>
                  <a:cubicBezTo>
                    <a:pt x="52" y="4"/>
                    <a:pt x="54" y="2"/>
                    <a:pt x="55" y="0"/>
                  </a:cubicBezTo>
                  <a:cubicBezTo>
                    <a:pt x="55" y="0"/>
                    <a:pt x="56" y="0"/>
                    <a:pt x="56" y="0"/>
                  </a:cubicBezTo>
                  <a:cubicBezTo>
                    <a:pt x="56" y="0"/>
                    <a:pt x="56" y="0"/>
                    <a:pt x="57" y="0"/>
                  </a:cubicBezTo>
                  <a:cubicBezTo>
                    <a:pt x="58" y="2"/>
                    <a:pt x="59" y="4"/>
                    <a:pt x="61" y="6"/>
                  </a:cubicBezTo>
                  <a:cubicBezTo>
                    <a:pt x="61" y="7"/>
                    <a:pt x="62" y="7"/>
                    <a:pt x="63" y="8"/>
                  </a:cubicBezTo>
                  <a:cubicBezTo>
                    <a:pt x="64" y="8"/>
                    <a:pt x="64" y="8"/>
                    <a:pt x="65" y="8"/>
                  </a:cubicBezTo>
                  <a:cubicBezTo>
                    <a:pt x="65" y="9"/>
                    <a:pt x="66" y="9"/>
                    <a:pt x="67" y="9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9" y="8"/>
                    <a:pt x="69" y="8"/>
                    <a:pt x="70" y="8"/>
                  </a:cubicBezTo>
                  <a:cubicBezTo>
                    <a:pt x="70" y="7"/>
                    <a:pt x="71" y="7"/>
                    <a:pt x="71" y="7"/>
                  </a:cubicBezTo>
                  <a:cubicBezTo>
                    <a:pt x="72" y="6"/>
                    <a:pt x="72" y="6"/>
                    <a:pt x="73" y="6"/>
                  </a:cubicBezTo>
                  <a:cubicBezTo>
                    <a:pt x="74" y="4"/>
                    <a:pt x="76" y="2"/>
                    <a:pt x="77" y="0"/>
                  </a:cubicBezTo>
                  <a:cubicBezTo>
                    <a:pt x="77" y="0"/>
                    <a:pt x="78" y="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9" y="1"/>
                    <a:pt x="79" y="3"/>
                    <a:pt x="80" y="3"/>
                  </a:cubicBezTo>
                  <a:cubicBezTo>
                    <a:pt x="80" y="4"/>
                    <a:pt x="81" y="5"/>
                    <a:pt x="82" y="6"/>
                  </a:cubicBezTo>
                  <a:cubicBezTo>
                    <a:pt x="82" y="6"/>
                    <a:pt x="83" y="7"/>
                    <a:pt x="83" y="7"/>
                  </a:cubicBezTo>
                  <a:cubicBezTo>
                    <a:pt x="84" y="7"/>
                    <a:pt x="84" y="8"/>
                    <a:pt x="85" y="8"/>
                  </a:cubicBezTo>
                  <a:cubicBezTo>
                    <a:pt x="86" y="9"/>
                    <a:pt x="87" y="9"/>
                    <a:pt x="88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Freeform 50"/>
            <p:cNvSpPr/>
            <p:nvPr/>
          </p:nvSpPr>
          <p:spPr bwMode="auto">
            <a:xfrm>
              <a:off x="4000" y="2167"/>
              <a:ext cx="133" cy="17"/>
            </a:xfrm>
            <a:custGeom>
              <a:avLst/>
              <a:gdLst>
                <a:gd name="T0" fmla="*/ 52 w 56"/>
                <a:gd name="T1" fmla="*/ 4 h 7"/>
                <a:gd name="T2" fmla="*/ 49 w 56"/>
                <a:gd name="T3" fmla="*/ 1 h 7"/>
                <a:gd name="T4" fmla="*/ 46 w 56"/>
                <a:gd name="T5" fmla="*/ 5 h 7"/>
                <a:gd name="T6" fmla="*/ 42 w 56"/>
                <a:gd name="T7" fmla="*/ 7 h 7"/>
                <a:gd name="T8" fmla="*/ 40 w 56"/>
                <a:gd name="T9" fmla="*/ 6 h 7"/>
                <a:gd name="T10" fmla="*/ 35 w 56"/>
                <a:gd name="T11" fmla="*/ 1 h 7"/>
                <a:gd name="T12" fmla="*/ 33 w 56"/>
                <a:gd name="T13" fmla="*/ 5 h 7"/>
                <a:gd name="T14" fmla="*/ 28 w 56"/>
                <a:gd name="T15" fmla="*/ 7 h 7"/>
                <a:gd name="T16" fmla="*/ 26 w 56"/>
                <a:gd name="T17" fmla="*/ 6 h 7"/>
                <a:gd name="T18" fmla="*/ 20 w 56"/>
                <a:gd name="T19" fmla="*/ 1 h 7"/>
                <a:gd name="T20" fmla="*/ 19 w 56"/>
                <a:gd name="T21" fmla="*/ 5 h 7"/>
                <a:gd name="T22" fmla="*/ 15 w 56"/>
                <a:gd name="T23" fmla="*/ 7 h 7"/>
                <a:gd name="T24" fmla="*/ 12 w 56"/>
                <a:gd name="T25" fmla="*/ 6 h 7"/>
                <a:gd name="T26" fmla="*/ 7 w 56"/>
                <a:gd name="T27" fmla="*/ 1 h 7"/>
                <a:gd name="T28" fmla="*/ 6 w 56"/>
                <a:gd name="T29" fmla="*/ 3 h 7"/>
                <a:gd name="T30" fmla="*/ 0 w 56"/>
                <a:gd name="T31" fmla="*/ 6 h 7"/>
                <a:gd name="T32" fmla="*/ 6 w 56"/>
                <a:gd name="T33" fmla="*/ 3 h 7"/>
                <a:gd name="T34" fmla="*/ 7 w 56"/>
                <a:gd name="T35" fmla="*/ 1 h 7"/>
                <a:gd name="T36" fmla="*/ 7 w 56"/>
                <a:gd name="T37" fmla="*/ 1 h 7"/>
                <a:gd name="T38" fmla="*/ 12 w 56"/>
                <a:gd name="T39" fmla="*/ 5 h 7"/>
                <a:gd name="T40" fmla="*/ 14 w 56"/>
                <a:gd name="T41" fmla="*/ 6 h 7"/>
                <a:gd name="T42" fmla="*/ 16 w 56"/>
                <a:gd name="T43" fmla="*/ 5 h 7"/>
                <a:gd name="T44" fmla="*/ 20 w 56"/>
                <a:gd name="T45" fmla="*/ 1 h 7"/>
                <a:gd name="T46" fmla="*/ 21 w 56"/>
                <a:gd name="T47" fmla="*/ 1 h 7"/>
                <a:gd name="T48" fmla="*/ 26 w 56"/>
                <a:gd name="T49" fmla="*/ 5 h 7"/>
                <a:gd name="T50" fmla="*/ 28 w 56"/>
                <a:gd name="T51" fmla="*/ 6 h 7"/>
                <a:gd name="T52" fmla="*/ 32 w 56"/>
                <a:gd name="T53" fmla="*/ 4 h 7"/>
                <a:gd name="T54" fmla="*/ 36 w 56"/>
                <a:gd name="T55" fmla="*/ 0 h 7"/>
                <a:gd name="T56" fmla="*/ 38 w 56"/>
                <a:gd name="T57" fmla="*/ 4 h 7"/>
                <a:gd name="T58" fmla="*/ 41 w 56"/>
                <a:gd name="T59" fmla="*/ 6 h 7"/>
                <a:gd name="T60" fmla="*/ 44 w 56"/>
                <a:gd name="T61" fmla="*/ 5 h 7"/>
                <a:gd name="T62" fmla="*/ 49 w 56"/>
                <a:gd name="T63" fmla="*/ 1 h 7"/>
                <a:gd name="T64" fmla="*/ 49 w 56"/>
                <a:gd name="T65" fmla="*/ 1 h 7"/>
                <a:gd name="T66" fmla="*/ 50 w 56"/>
                <a:gd name="T67" fmla="*/ 3 h 7"/>
                <a:gd name="T68" fmla="*/ 56 w 56"/>
                <a:gd name="T6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7">
                  <a:moveTo>
                    <a:pt x="56" y="6"/>
                  </a:moveTo>
                  <a:cubicBezTo>
                    <a:pt x="54" y="6"/>
                    <a:pt x="53" y="5"/>
                    <a:pt x="52" y="4"/>
                  </a:cubicBezTo>
                  <a:cubicBezTo>
                    <a:pt x="51" y="4"/>
                    <a:pt x="50" y="4"/>
                    <a:pt x="50" y="3"/>
                  </a:cubicBezTo>
                  <a:cubicBezTo>
                    <a:pt x="49" y="2"/>
                    <a:pt x="49" y="2"/>
                    <a:pt x="49" y="1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2"/>
                    <a:pt x="48" y="4"/>
                    <a:pt x="46" y="5"/>
                  </a:cubicBezTo>
                  <a:cubicBezTo>
                    <a:pt x="46" y="5"/>
                    <a:pt x="45" y="6"/>
                    <a:pt x="45" y="6"/>
                  </a:cubicBezTo>
                  <a:cubicBezTo>
                    <a:pt x="44" y="7"/>
                    <a:pt x="43" y="7"/>
                    <a:pt x="42" y="7"/>
                  </a:cubicBezTo>
                  <a:cubicBezTo>
                    <a:pt x="42" y="7"/>
                    <a:pt x="41" y="7"/>
                    <a:pt x="41" y="7"/>
                  </a:cubicBezTo>
                  <a:cubicBezTo>
                    <a:pt x="41" y="7"/>
                    <a:pt x="40" y="7"/>
                    <a:pt x="40" y="6"/>
                  </a:cubicBezTo>
                  <a:cubicBezTo>
                    <a:pt x="39" y="6"/>
                    <a:pt x="38" y="5"/>
                    <a:pt x="38" y="5"/>
                  </a:cubicBezTo>
                  <a:cubicBezTo>
                    <a:pt x="36" y="4"/>
                    <a:pt x="36" y="3"/>
                    <a:pt x="35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5" y="3"/>
                    <a:pt x="34" y="4"/>
                    <a:pt x="33" y="5"/>
                  </a:cubicBezTo>
                  <a:cubicBezTo>
                    <a:pt x="32" y="6"/>
                    <a:pt x="31" y="6"/>
                    <a:pt x="31" y="6"/>
                  </a:cubicBezTo>
                  <a:cubicBezTo>
                    <a:pt x="30" y="7"/>
                    <a:pt x="29" y="7"/>
                    <a:pt x="28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6" y="7"/>
                    <a:pt x="26" y="7"/>
                    <a:pt x="26" y="6"/>
                  </a:cubicBezTo>
                  <a:cubicBezTo>
                    <a:pt x="25" y="6"/>
                    <a:pt x="24" y="6"/>
                    <a:pt x="23" y="5"/>
                  </a:cubicBezTo>
                  <a:cubicBezTo>
                    <a:pt x="22" y="4"/>
                    <a:pt x="21" y="3"/>
                    <a:pt x="20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3"/>
                    <a:pt x="20" y="4"/>
                    <a:pt x="19" y="5"/>
                  </a:cubicBezTo>
                  <a:cubicBezTo>
                    <a:pt x="18" y="5"/>
                    <a:pt x="17" y="6"/>
                    <a:pt x="16" y="6"/>
                  </a:cubicBezTo>
                  <a:cubicBezTo>
                    <a:pt x="16" y="7"/>
                    <a:pt x="16" y="7"/>
                    <a:pt x="15" y="7"/>
                  </a:cubicBezTo>
                  <a:cubicBezTo>
                    <a:pt x="15" y="7"/>
                    <a:pt x="15" y="7"/>
                    <a:pt x="14" y="7"/>
                  </a:cubicBezTo>
                  <a:cubicBezTo>
                    <a:pt x="13" y="7"/>
                    <a:pt x="12" y="7"/>
                    <a:pt x="12" y="6"/>
                  </a:cubicBezTo>
                  <a:cubicBezTo>
                    <a:pt x="11" y="6"/>
                    <a:pt x="10" y="5"/>
                    <a:pt x="10" y="5"/>
                  </a:cubicBezTo>
                  <a:cubicBezTo>
                    <a:pt x="9" y="4"/>
                    <a:pt x="8" y="2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2"/>
                    <a:pt x="7" y="2"/>
                    <a:pt x="6" y="3"/>
                  </a:cubicBezTo>
                  <a:cubicBezTo>
                    <a:pt x="6" y="4"/>
                    <a:pt x="5" y="4"/>
                    <a:pt x="5" y="4"/>
                  </a:cubicBezTo>
                  <a:cubicBezTo>
                    <a:pt x="3" y="5"/>
                    <a:pt x="2" y="6"/>
                    <a:pt x="0" y="6"/>
                  </a:cubicBezTo>
                  <a:cubicBezTo>
                    <a:pt x="2" y="6"/>
                    <a:pt x="3" y="5"/>
                    <a:pt x="4" y="4"/>
                  </a:cubicBezTo>
                  <a:cubicBezTo>
                    <a:pt x="5" y="4"/>
                    <a:pt x="5" y="3"/>
                    <a:pt x="6" y="3"/>
                  </a:cubicBezTo>
                  <a:cubicBezTo>
                    <a:pt x="6" y="2"/>
                    <a:pt x="6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0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8" y="2"/>
                    <a:pt x="9" y="3"/>
                    <a:pt x="10" y="4"/>
                  </a:cubicBezTo>
                  <a:cubicBezTo>
                    <a:pt x="11" y="4"/>
                    <a:pt x="11" y="5"/>
                    <a:pt x="12" y="5"/>
                  </a:cubicBezTo>
                  <a:cubicBezTo>
                    <a:pt x="12" y="5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5" y="6"/>
                    <a:pt x="15" y="6"/>
                  </a:cubicBezTo>
                  <a:cubicBezTo>
                    <a:pt x="15" y="6"/>
                    <a:pt x="16" y="5"/>
                    <a:pt x="16" y="5"/>
                  </a:cubicBezTo>
                  <a:cubicBezTo>
                    <a:pt x="17" y="5"/>
                    <a:pt x="17" y="5"/>
                    <a:pt x="18" y="4"/>
                  </a:cubicBezTo>
                  <a:cubicBezTo>
                    <a:pt x="19" y="3"/>
                    <a:pt x="20" y="2"/>
                    <a:pt x="20" y="1"/>
                  </a:cubicBezTo>
                  <a:cubicBezTo>
                    <a:pt x="20" y="0"/>
                    <a:pt x="21" y="0"/>
                    <a:pt x="21" y="0"/>
                  </a:cubicBezTo>
                  <a:cubicBezTo>
                    <a:pt x="21" y="0"/>
                    <a:pt x="21" y="0"/>
                    <a:pt x="21" y="1"/>
                  </a:cubicBezTo>
                  <a:cubicBezTo>
                    <a:pt x="22" y="2"/>
                    <a:pt x="23" y="3"/>
                    <a:pt x="24" y="4"/>
                  </a:cubicBezTo>
                  <a:cubicBezTo>
                    <a:pt x="25" y="4"/>
                    <a:pt x="25" y="5"/>
                    <a:pt x="26" y="5"/>
                  </a:cubicBezTo>
                  <a:cubicBezTo>
                    <a:pt x="26" y="5"/>
                    <a:pt x="27" y="5"/>
                    <a:pt x="27" y="5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9" y="6"/>
                    <a:pt x="29" y="6"/>
                    <a:pt x="30" y="5"/>
                  </a:cubicBezTo>
                  <a:cubicBezTo>
                    <a:pt x="31" y="5"/>
                    <a:pt x="31" y="4"/>
                    <a:pt x="32" y="4"/>
                  </a:cubicBezTo>
                  <a:cubicBezTo>
                    <a:pt x="33" y="3"/>
                    <a:pt x="34" y="2"/>
                    <a:pt x="35" y="1"/>
                  </a:cubicBezTo>
                  <a:cubicBezTo>
                    <a:pt x="35" y="0"/>
                    <a:pt x="35" y="0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7" y="2"/>
                    <a:pt x="37" y="3"/>
                    <a:pt x="38" y="4"/>
                  </a:cubicBezTo>
                  <a:cubicBezTo>
                    <a:pt x="39" y="5"/>
                    <a:pt x="40" y="5"/>
                    <a:pt x="40" y="5"/>
                  </a:cubicBezTo>
                  <a:cubicBezTo>
                    <a:pt x="40" y="5"/>
                    <a:pt x="41" y="6"/>
                    <a:pt x="41" y="6"/>
                  </a:cubicBezTo>
                  <a:cubicBezTo>
                    <a:pt x="41" y="6"/>
                    <a:pt x="42" y="6"/>
                    <a:pt x="42" y="6"/>
                  </a:cubicBezTo>
                  <a:cubicBezTo>
                    <a:pt x="43" y="6"/>
                    <a:pt x="43" y="6"/>
                    <a:pt x="44" y="5"/>
                  </a:cubicBezTo>
                  <a:cubicBezTo>
                    <a:pt x="45" y="5"/>
                    <a:pt x="45" y="4"/>
                    <a:pt x="46" y="4"/>
                  </a:cubicBezTo>
                  <a:cubicBezTo>
                    <a:pt x="47" y="3"/>
                    <a:pt x="48" y="2"/>
                    <a:pt x="49" y="1"/>
                  </a:cubicBezTo>
                  <a:cubicBezTo>
                    <a:pt x="49" y="1"/>
                    <a:pt x="49" y="0"/>
                    <a:pt x="49" y="1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50" y="1"/>
                    <a:pt x="50" y="2"/>
                    <a:pt x="50" y="3"/>
                  </a:cubicBezTo>
                  <a:cubicBezTo>
                    <a:pt x="51" y="3"/>
                    <a:pt x="51" y="4"/>
                    <a:pt x="52" y="4"/>
                  </a:cubicBezTo>
                  <a:cubicBezTo>
                    <a:pt x="53" y="5"/>
                    <a:pt x="54" y="6"/>
                    <a:pt x="5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7" name="Freeform 51"/>
            <p:cNvSpPr/>
            <p:nvPr/>
          </p:nvSpPr>
          <p:spPr bwMode="auto">
            <a:xfrm>
              <a:off x="4308" y="2421"/>
              <a:ext cx="133" cy="16"/>
            </a:xfrm>
            <a:custGeom>
              <a:avLst/>
              <a:gdLst>
                <a:gd name="T0" fmla="*/ 52 w 56"/>
                <a:gd name="T1" fmla="*/ 4 h 7"/>
                <a:gd name="T2" fmla="*/ 49 w 56"/>
                <a:gd name="T3" fmla="*/ 1 h 7"/>
                <a:gd name="T4" fmla="*/ 46 w 56"/>
                <a:gd name="T5" fmla="*/ 5 h 7"/>
                <a:gd name="T6" fmla="*/ 42 w 56"/>
                <a:gd name="T7" fmla="*/ 7 h 7"/>
                <a:gd name="T8" fmla="*/ 40 w 56"/>
                <a:gd name="T9" fmla="*/ 6 h 7"/>
                <a:gd name="T10" fmla="*/ 35 w 56"/>
                <a:gd name="T11" fmla="*/ 1 h 7"/>
                <a:gd name="T12" fmla="*/ 33 w 56"/>
                <a:gd name="T13" fmla="*/ 5 h 7"/>
                <a:gd name="T14" fmla="*/ 28 w 56"/>
                <a:gd name="T15" fmla="*/ 7 h 7"/>
                <a:gd name="T16" fmla="*/ 26 w 56"/>
                <a:gd name="T17" fmla="*/ 6 h 7"/>
                <a:gd name="T18" fmla="*/ 20 w 56"/>
                <a:gd name="T19" fmla="*/ 1 h 7"/>
                <a:gd name="T20" fmla="*/ 19 w 56"/>
                <a:gd name="T21" fmla="*/ 5 h 7"/>
                <a:gd name="T22" fmla="*/ 15 w 56"/>
                <a:gd name="T23" fmla="*/ 7 h 7"/>
                <a:gd name="T24" fmla="*/ 12 w 56"/>
                <a:gd name="T25" fmla="*/ 6 h 7"/>
                <a:gd name="T26" fmla="*/ 7 w 56"/>
                <a:gd name="T27" fmla="*/ 1 h 7"/>
                <a:gd name="T28" fmla="*/ 6 w 56"/>
                <a:gd name="T29" fmla="*/ 3 h 7"/>
                <a:gd name="T30" fmla="*/ 0 w 56"/>
                <a:gd name="T31" fmla="*/ 6 h 7"/>
                <a:gd name="T32" fmla="*/ 6 w 56"/>
                <a:gd name="T33" fmla="*/ 3 h 7"/>
                <a:gd name="T34" fmla="*/ 7 w 56"/>
                <a:gd name="T35" fmla="*/ 1 h 7"/>
                <a:gd name="T36" fmla="*/ 7 w 56"/>
                <a:gd name="T37" fmla="*/ 1 h 7"/>
                <a:gd name="T38" fmla="*/ 12 w 56"/>
                <a:gd name="T39" fmla="*/ 5 h 7"/>
                <a:gd name="T40" fmla="*/ 14 w 56"/>
                <a:gd name="T41" fmla="*/ 6 h 7"/>
                <a:gd name="T42" fmla="*/ 16 w 56"/>
                <a:gd name="T43" fmla="*/ 5 h 7"/>
                <a:gd name="T44" fmla="*/ 20 w 56"/>
                <a:gd name="T45" fmla="*/ 1 h 7"/>
                <a:gd name="T46" fmla="*/ 21 w 56"/>
                <a:gd name="T47" fmla="*/ 1 h 7"/>
                <a:gd name="T48" fmla="*/ 26 w 56"/>
                <a:gd name="T49" fmla="*/ 5 h 7"/>
                <a:gd name="T50" fmla="*/ 28 w 56"/>
                <a:gd name="T51" fmla="*/ 6 h 7"/>
                <a:gd name="T52" fmla="*/ 32 w 56"/>
                <a:gd name="T53" fmla="*/ 4 h 7"/>
                <a:gd name="T54" fmla="*/ 36 w 56"/>
                <a:gd name="T55" fmla="*/ 0 h 7"/>
                <a:gd name="T56" fmla="*/ 38 w 56"/>
                <a:gd name="T57" fmla="*/ 4 h 7"/>
                <a:gd name="T58" fmla="*/ 41 w 56"/>
                <a:gd name="T59" fmla="*/ 6 h 7"/>
                <a:gd name="T60" fmla="*/ 44 w 56"/>
                <a:gd name="T61" fmla="*/ 5 h 7"/>
                <a:gd name="T62" fmla="*/ 49 w 56"/>
                <a:gd name="T63" fmla="*/ 1 h 7"/>
                <a:gd name="T64" fmla="*/ 49 w 56"/>
                <a:gd name="T65" fmla="*/ 1 h 7"/>
                <a:gd name="T66" fmla="*/ 50 w 56"/>
                <a:gd name="T67" fmla="*/ 3 h 7"/>
                <a:gd name="T68" fmla="*/ 56 w 56"/>
                <a:gd name="T6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7">
                  <a:moveTo>
                    <a:pt x="56" y="6"/>
                  </a:moveTo>
                  <a:cubicBezTo>
                    <a:pt x="54" y="6"/>
                    <a:pt x="53" y="5"/>
                    <a:pt x="52" y="4"/>
                  </a:cubicBezTo>
                  <a:cubicBezTo>
                    <a:pt x="51" y="4"/>
                    <a:pt x="50" y="4"/>
                    <a:pt x="50" y="3"/>
                  </a:cubicBezTo>
                  <a:cubicBezTo>
                    <a:pt x="49" y="2"/>
                    <a:pt x="49" y="2"/>
                    <a:pt x="49" y="1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2"/>
                    <a:pt x="48" y="4"/>
                    <a:pt x="46" y="5"/>
                  </a:cubicBezTo>
                  <a:cubicBezTo>
                    <a:pt x="46" y="5"/>
                    <a:pt x="45" y="6"/>
                    <a:pt x="45" y="6"/>
                  </a:cubicBezTo>
                  <a:cubicBezTo>
                    <a:pt x="44" y="7"/>
                    <a:pt x="43" y="7"/>
                    <a:pt x="42" y="7"/>
                  </a:cubicBezTo>
                  <a:cubicBezTo>
                    <a:pt x="42" y="7"/>
                    <a:pt x="41" y="7"/>
                    <a:pt x="41" y="7"/>
                  </a:cubicBezTo>
                  <a:cubicBezTo>
                    <a:pt x="41" y="7"/>
                    <a:pt x="40" y="7"/>
                    <a:pt x="40" y="6"/>
                  </a:cubicBezTo>
                  <a:cubicBezTo>
                    <a:pt x="39" y="6"/>
                    <a:pt x="38" y="5"/>
                    <a:pt x="38" y="5"/>
                  </a:cubicBezTo>
                  <a:cubicBezTo>
                    <a:pt x="36" y="4"/>
                    <a:pt x="36" y="3"/>
                    <a:pt x="35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5" y="3"/>
                    <a:pt x="34" y="4"/>
                    <a:pt x="33" y="5"/>
                  </a:cubicBezTo>
                  <a:cubicBezTo>
                    <a:pt x="32" y="6"/>
                    <a:pt x="31" y="6"/>
                    <a:pt x="31" y="6"/>
                  </a:cubicBezTo>
                  <a:cubicBezTo>
                    <a:pt x="30" y="7"/>
                    <a:pt x="29" y="7"/>
                    <a:pt x="28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6" y="7"/>
                    <a:pt x="26" y="7"/>
                    <a:pt x="26" y="6"/>
                  </a:cubicBezTo>
                  <a:cubicBezTo>
                    <a:pt x="25" y="6"/>
                    <a:pt x="24" y="6"/>
                    <a:pt x="23" y="5"/>
                  </a:cubicBezTo>
                  <a:cubicBezTo>
                    <a:pt x="22" y="4"/>
                    <a:pt x="21" y="3"/>
                    <a:pt x="20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3"/>
                    <a:pt x="20" y="4"/>
                    <a:pt x="19" y="5"/>
                  </a:cubicBezTo>
                  <a:cubicBezTo>
                    <a:pt x="18" y="5"/>
                    <a:pt x="17" y="6"/>
                    <a:pt x="16" y="6"/>
                  </a:cubicBezTo>
                  <a:cubicBezTo>
                    <a:pt x="16" y="7"/>
                    <a:pt x="16" y="7"/>
                    <a:pt x="15" y="7"/>
                  </a:cubicBezTo>
                  <a:cubicBezTo>
                    <a:pt x="15" y="7"/>
                    <a:pt x="15" y="7"/>
                    <a:pt x="14" y="7"/>
                  </a:cubicBezTo>
                  <a:cubicBezTo>
                    <a:pt x="13" y="7"/>
                    <a:pt x="12" y="7"/>
                    <a:pt x="12" y="6"/>
                  </a:cubicBezTo>
                  <a:cubicBezTo>
                    <a:pt x="11" y="6"/>
                    <a:pt x="10" y="5"/>
                    <a:pt x="10" y="5"/>
                  </a:cubicBezTo>
                  <a:cubicBezTo>
                    <a:pt x="9" y="4"/>
                    <a:pt x="8" y="2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2"/>
                    <a:pt x="7" y="2"/>
                    <a:pt x="6" y="3"/>
                  </a:cubicBezTo>
                  <a:cubicBezTo>
                    <a:pt x="6" y="4"/>
                    <a:pt x="5" y="4"/>
                    <a:pt x="5" y="4"/>
                  </a:cubicBezTo>
                  <a:cubicBezTo>
                    <a:pt x="3" y="5"/>
                    <a:pt x="2" y="6"/>
                    <a:pt x="0" y="6"/>
                  </a:cubicBezTo>
                  <a:cubicBezTo>
                    <a:pt x="2" y="6"/>
                    <a:pt x="3" y="5"/>
                    <a:pt x="4" y="4"/>
                  </a:cubicBezTo>
                  <a:cubicBezTo>
                    <a:pt x="5" y="4"/>
                    <a:pt x="5" y="3"/>
                    <a:pt x="6" y="3"/>
                  </a:cubicBezTo>
                  <a:cubicBezTo>
                    <a:pt x="6" y="2"/>
                    <a:pt x="6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0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8" y="2"/>
                    <a:pt x="9" y="3"/>
                    <a:pt x="10" y="4"/>
                  </a:cubicBezTo>
                  <a:cubicBezTo>
                    <a:pt x="11" y="4"/>
                    <a:pt x="11" y="5"/>
                    <a:pt x="12" y="5"/>
                  </a:cubicBezTo>
                  <a:cubicBezTo>
                    <a:pt x="12" y="5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5" y="6"/>
                    <a:pt x="15" y="6"/>
                  </a:cubicBezTo>
                  <a:cubicBezTo>
                    <a:pt x="15" y="6"/>
                    <a:pt x="16" y="5"/>
                    <a:pt x="16" y="5"/>
                  </a:cubicBezTo>
                  <a:cubicBezTo>
                    <a:pt x="17" y="5"/>
                    <a:pt x="17" y="5"/>
                    <a:pt x="18" y="4"/>
                  </a:cubicBezTo>
                  <a:cubicBezTo>
                    <a:pt x="19" y="3"/>
                    <a:pt x="20" y="2"/>
                    <a:pt x="20" y="1"/>
                  </a:cubicBezTo>
                  <a:cubicBezTo>
                    <a:pt x="20" y="0"/>
                    <a:pt x="21" y="0"/>
                    <a:pt x="21" y="0"/>
                  </a:cubicBezTo>
                  <a:cubicBezTo>
                    <a:pt x="21" y="0"/>
                    <a:pt x="21" y="0"/>
                    <a:pt x="21" y="1"/>
                  </a:cubicBezTo>
                  <a:cubicBezTo>
                    <a:pt x="22" y="2"/>
                    <a:pt x="23" y="3"/>
                    <a:pt x="24" y="4"/>
                  </a:cubicBezTo>
                  <a:cubicBezTo>
                    <a:pt x="25" y="4"/>
                    <a:pt x="25" y="5"/>
                    <a:pt x="26" y="5"/>
                  </a:cubicBezTo>
                  <a:cubicBezTo>
                    <a:pt x="26" y="5"/>
                    <a:pt x="27" y="5"/>
                    <a:pt x="27" y="5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9" y="6"/>
                    <a:pt x="29" y="6"/>
                    <a:pt x="30" y="5"/>
                  </a:cubicBezTo>
                  <a:cubicBezTo>
                    <a:pt x="31" y="5"/>
                    <a:pt x="31" y="4"/>
                    <a:pt x="32" y="4"/>
                  </a:cubicBezTo>
                  <a:cubicBezTo>
                    <a:pt x="33" y="3"/>
                    <a:pt x="34" y="2"/>
                    <a:pt x="35" y="1"/>
                  </a:cubicBezTo>
                  <a:cubicBezTo>
                    <a:pt x="35" y="0"/>
                    <a:pt x="35" y="0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7" y="2"/>
                    <a:pt x="37" y="3"/>
                    <a:pt x="38" y="4"/>
                  </a:cubicBezTo>
                  <a:cubicBezTo>
                    <a:pt x="39" y="5"/>
                    <a:pt x="40" y="5"/>
                    <a:pt x="40" y="5"/>
                  </a:cubicBezTo>
                  <a:cubicBezTo>
                    <a:pt x="40" y="5"/>
                    <a:pt x="41" y="6"/>
                    <a:pt x="41" y="6"/>
                  </a:cubicBezTo>
                  <a:cubicBezTo>
                    <a:pt x="41" y="6"/>
                    <a:pt x="42" y="6"/>
                    <a:pt x="42" y="6"/>
                  </a:cubicBezTo>
                  <a:cubicBezTo>
                    <a:pt x="43" y="6"/>
                    <a:pt x="43" y="6"/>
                    <a:pt x="44" y="5"/>
                  </a:cubicBezTo>
                  <a:cubicBezTo>
                    <a:pt x="45" y="5"/>
                    <a:pt x="45" y="4"/>
                    <a:pt x="46" y="4"/>
                  </a:cubicBezTo>
                  <a:cubicBezTo>
                    <a:pt x="47" y="3"/>
                    <a:pt x="48" y="2"/>
                    <a:pt x="49" y="1"/>
                  </a:cubicBezTo>
                  <a:cubicBezTo>
                    <a:pt x="49" y="1"/>
                    <a:pt x="49" y="0"/>
                    <a:pt x="49" y="1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50" y="1"/>
                    <a:pt x="50" y="2"/>
                    <a:pt x="50" y="3"/>
                  </a:cubicBezTo>
                  <a:cubicBezTo>
                    <a:pt x="51" y="3"/>
                    <a:pt x="51" y="4"/>
                    <a:pt x="52" y="4"/>
                  </a:cubicBezTo>
                  <a:cubicBezTo>
                    <a:pt x="53" y="5"/>
                    <a:pt x="54" y="6"/>
                    <a:pt x="5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8" name="Freeform 53"/>
            <p:cNvSpPr/>
            <p:nvPr/>
          </p:nvSpPr>
          <p:spPr bwMode="auto">
            <a:xfrm>
              <a:off x="3765" y="2131"/>
              <a:ext cx="114" cy="14"/>
            </a:xfrm>
            <a:custGeom>
              <a:avLst/>
              <a:gdLst>
                <a:gd name="T0" fmla="*/ 44 w 48"/>
                <a:gd name="T1" fmla="*/ 4 h 6"/>
                <a:gd name="T2" fmla="*/ 42 w 48"/>
                <a:gd name="T3" fmla="*/ 1 h 6"/>
                <a:gd name="T4" fmla="*/ 40 w 48"/>
                <a:gd name="T5" fmla="*/ 4 h 6"/>
                <a:gd name="T6" fmla="*/ 36 w 48"/>
                <a:gd name="T7" fmla="*/ 6 h 6"/>
                <a:gd name="T8" fmla="*/ 34 w 48"/>
                <a:gd name="T9" fmla="*/ 5 h 6"/>
                <a:gd name="T10" fmla="*/ 30 w 48"/>
                <a:gd name="T11" fmla="*/ 1 h 6"/>
                <a:gd name="T12" fmla="*/ 28 w 48"/>
                <a:gd name="T13" fmla="*/ 4 h 6"/>
                <a:gd name="T14" fmla="*/ 24 w 48"/>
                <a:gd name="T15" fmla="*/ 6 h 6"/>
                <a:gd name="T16" fmla="*/ 22 w 48"/>
                <a:gd name="T17" fmla="*/ 6 h 6"/>
                <a:gd name="T18" fmla="*/ 17 w 48"/>
                <a:gd name="T19" fmla="*/ 1 h 6"/>
                <a:gd name="T20" fmla="*/ 16 w 48"/>
                <a:gd name="T21" fmla="*/ 4 h 6"/>
                <a:gd name="T22" fmla="*/ 13 w 48"/>
                <a:gd name="T23" fmla="*/ 6 h 6"/>
                <a:gd name="T24" fmla="*/ 10 w 48"/>
                <a:gd name="T25" fmla="*/ 5 h 6"/>
                <a:gd name="T26" fmla="*/ 6 w 48"/>
                <a:gd name="T27" fmla="*/ 1 h 6"/>
                <a:gd name="T28" fmla="*/ 5 w 48"/>
                <a:gd name="T29" fmla="*/ 2 h 6"/>
                <a:gd name="T30" fmla="*/ 0 w 48"/>
                <a:gd name="T31" fmla="*/ 5 h 6"/>
                <a:gd name="T32" fmla="*/ 5 w 48"/>
                <a:gd name="T33" fmla="*/ 2 h 6"/>
                <a:gd name="T34" fmla="*/ 6 w 48"/>
                <a:gd name="T35" fmla="*/ 1 h 6"/>
                <a:gd name="T36" fmla="*/ 6 w 48"/>
                <a:gd name="T37" fmla="*/ 0 h 6"/>
                <a:gd name="T38" fmla="*/ 10 w 48"/>
                <a:gd name="T39" fmla="*/ 4 h 6"/>
                <a:gd name="T40" fmla="*/ 13 w 48"/>
                <a:gd name="T41" fmla="*/ 5 h 6"/>
                <a:gd name="T42" fmla="*/ 15 w 48"/>
                <a:gd name="T43" fmla="*/ 3 h 6"/>
                <a:gd name="T44" fmla="*/ 18 w 48"/>
                <a:gd name="T45" fmla="*/ 0 h 6"/>
                <a:gd name="T46" fmla="*/ 21 w 48"/>
                <a:gd name="T47" fmla="*/ 3 h 6"/>
                <a:gd name="T48" fmla="*/ 23 w 48"/>
                <a:gd name="T49" fmla="*/ 5 h 6"/>
                <a:gd name="T50" fmla="*/ 26 w 48"/>
                <a:gd name="T51" fmla="*/ 4 h 6"/>
                <a:gd name="T52" fmla="*/ 30 w 48"/>
                <a:gd name="T53" fmla="*/ 0 h 6"/>
                <a:gd name="T54" fmla="*/ 31 w 48"/>
                <a:gd name="T55" fmla="*/ 0 h 6"/>
                <a:gd name="T56" fmla="*/ 34 w 48"/>
                <a:gd name="T57" fmla="*/ 4 h 6"/>
                <a:gd name="T58" fmla="*/ 36 w 48"/>
                <a:gd name="T59" fmla="*/ 5 h 6"/>
                <a:gd name="T60" fmla="*/ 39 w 48"/>
                <a:gd name="T61" fmla="*/ 3 h 6"/>
                <a:gd name="T62" fmla="*/ 42 w 48"/>
                <a:gd name="T63" fmla="*/ 0 h 6"/>
                <a:gd name="T64" fmla="*/ 42 w 48"/>
                <a:gd name="T65" fmla="*/ 1 h 6"/>
                <a:gd name="T66" fmla="*/ 44 w 48"/>
                <a:gd name="T6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" h="6">
                  <a:moveTo>
                    <a:pt x="48" y="5"/>
                  </a:moveTo>
                  <a:cubicBezTo>
                    <a:pt x="46" y="5"/>
                    <a:pt x="45" y="5"/>
                    <a:pt x="44" y="4"/>
                  </a:cubicBezTo>
                  <a:cubicBezTo>
                    <a:pt x="44" y="3"/>
                    <a:pt x="43" y="3"/>
                    <a:pt x="43" y="2"/>
                  </a:cubicBezTo>
                  <a:cubicBezTo>
                    <a:pt x="42" y="2"/>
                    <a:pt x="42" y="1"/>
                    <a:pt x="42" y="1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2" y="2"/>
                    <a:pt x="41" y="3"/>
                    <a:pt x="40" y="4"/>
                  </a:cubicBezTo>
                  <a:cubicBezTo>
                    <a:pt x="39" y="4"/>
                    <a:pt x="39" y="5"/>
                    <a:pt x="38" y="5"/>
                  </a:cubicBezTo>
                  <a:cubicBezTo>
                    <a:pt x="38" y="6"/>
                    <a:pt x="37" y="6"/>
                    <a:pt x="36" y="6"/>
                  </a:cubicBezTo>
                  <a:cubicBezTo>
                    <a:pt x="36" y="6"/>
                    <a:pt x="35" y="6"/>
                    <a:pt x="35" y="6"/>
                  </a:cubicBezTo>
                  <a:cubicBezTo>
                    <a:pt x="35" y="6"/>
                    <a:pt x="34" y="6"/>
                    <a:pt x="34" y="5"/>
                  </a:cubicBezTo>
                  <a:cubicBezTo>
                    <a:pt x="33" y="5"/>
                    <a:pt x="33" y="5"/>
                    <a:pt x="32" y="4"/>
                  </a:cubicBezTo>
                  <a:cubicBezTo>
                    <a:pt x="31" y="3"/>
                    <a:pt x="30" y="2"/>
                    <a:pt x="30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0" y="2"/>
                    <a:pt x="29" y="3"/>
                    <a:pt x="28" y="4"/>
                  </a:cubicBezTo>
                  <a:cubicBezTo>
                    <a:pt x="28" y="5"/>
                    <a:pt x="27" y="5"/>
                    <a:pt x="26" y="5"/>
                  </a:cubicBezTo>
                  <a:cubicBezTo>
                    <a:pt x="26" y="6"/>
                    <a:pt x="25" y="6"/>
                    <a:pt x="24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6"/>
                    <a:pt x="22" y="6"/>
                    <a:pt x="22" y="6"/>
                  </a:cubicBezTo>
                  <a:cubicBezTo>
                    <a:pt x="21" y="5"/>
                    <a:pt x="21" y="5"/>
                    <a:pt x="20" y="4"/>
                  </a:cubicBezTo>
                  <a:cubicBezTo>
                    <a:pt x="19" y="3"/>
                    <a:pt x="18" y="2"/>
                    <a:pt x="17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2"/>
                    <a:pt x="17" y="3"/>
                    <a:pt x="16" y="4"/>
                  </a:cubicBezTo>
                  <a:cubicBezTo>
                    <a:pt x="15" y="5"/>
                    <a:pt x="15" y="5"/>
                    <a:pt x="14" y="5"/>
                  </a:cubicBezTo>
                  <a:cubicBezTo>
                    <a:pt x="14" y="6"/>
                    <a:pt x="14" y="6"/>
                    <a:pt x="13" y="6"/>
                  </a:cubicBezTo>
                  <a:cubicBezTo>
                    <a:pt x="13" y="6"/>
                    <a:pt x="12" y="6"/>
                    <a:pt x="12" y="6"/>
                  </a:cubicBezTo>
                  <a:cubicBezTo>
                    <a:pt x="11" y="6"/>
                    <a:pt x="11" y="6"/>
                    <a:pt x="10" y="5"/>
                  </a:cubicBezTo>
                  <a:cubicBezTo>
                    <a:pt x="9" y="5"/>
                    <a:pt x="9" y="4"/>
                    <a:pt x="8" y="4"/>
                  </a:cubicBezTo>
                  <a:cubicBezTo>
                    <a:pt x="7" y="3"/>
                    <a:pt x="7" y="2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2"/>
                    <a:pt x="5" y="2"/>
                  </a:cubicBezTo>
                  <a:cubicBezTo>
                    <a:pt x="5" y="3"/>
                    <a:pt x="4" y="3"/>
                    <a:pt x="4" y="4"/>
                  </a:cubicBezTo>
                  <a:cubicBezTo>
                    <a:pt x="3" y="5"/>
                    <a:pt x="2" y="5"/>
                    <a:pt x="0" y="5"/>
                  </a:cubicBezTo>
                  <a:cubicBezTo>
                    <a:pt x="2" y="5"/>
                    <a:pt x="3" y="4"/>
                    <a:pt x="4" y="4"/>
                  </a:cubicBezTo>
                  <a:cubicBezTo>
                    <a:pt x="4" y="3"/>
                    <a:pt x="5" y="3"/>
                    <a:pt x="5" y="2"/>
                  </a:cubicBezTo>
                  <a:cubicBezTo>
                    <a:pt x="5" y="2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2"/>
                    <a:pt x="8" y="3"/>
                    <a:pt x="9" y="3"/>
                  </a:cubicBezTo>
                  <a:cubicBezTo>
                    <a:pt x="9" y="4"/>
                    <a:pt x="10" y="4"/>
                    <a:pt x="10" y="4"/>
                  </a:cubicBezTo>
                  <a:cubicBezTo>
                    <a:pt x="11" y="5"/>
                    <a:pt x="11" y="5"/>
                    <a:pt x="12" y="5"/>
                  </a:cubicBezTo>
                  <a:cubicBezTo>
                    <a:pt x="12" y="5"/>
                    <a:pt x="13" y="5"/>
                    <a:pt x="13" y="5"/>
                  </a:cubicBezTo>
                  <a:cubicBezTo>
                    <a:pt x="13" y="5"/>
                    <a:pt x="13" y="5"/>
                    <a:pt x="14" y="4"/>
                  </a:cubicBezTo>
                  <a:cubicBezTo>
                    <a:pt x="14" y="4"/>
                    <a:pt x="15" y="4"/>
                    <a:pt x="15" y="3"/>
                  </a:cubicBezTo>
                  <a:cubicBezTo>
                    <a:pt x="16" y="3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1"/>
                    <a:pt x="20" y="2"/>
                    <a:pt x="21" y="3"/>
                  </a:cubicBezTo>
                  <a:cubicBezTo>
                    <a:pt x="21" y="4"/>
                    <a:pt x="22" y="4"/>
                    <a:pt x="22" y="4"/>
                  </a:cubicBezTo>
                  <a:cubicBezTo>
                    <a:pt x="23" y="4"/>
                    <a:pt x="23" y="4"/>
                    <a:pt x="23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5" y="5"/>
                    <a:pt x="25" y="5"/>
                    <a:pt x="26" y="4"/>
                  </a:cubicBezTo>
                  <a:cubicBezTo>
                    <a:pt x="26" y="4"/>
                    <a:pt x="27" y="4"/>
                    <a:pt x="27" y="3"/>
                  </a:cubicBezTo>
                  <a:cubicBezTo>
                    <a:pt x="28" y="2"/>
                    <a:pt x="29" y="1"/>
                    <a:pt x="30" y="0"/>
                  </a:cubicBezTo>
                  <a:cubicBezTo>
                    <a:pt x="30" y="0"/>
                    <a:pt x="30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1"/>
                    <a:pt x="32" y="3"/>
                    <a:pt x="33" y="3"/>
                  </a:cubicBezTo>
                  <a:cubicBezTo>
                    <a:pt x="33" y="4"/>
                    <a:pt x="34" y="4"/>
                    <a:pt x="34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6" y="5"/>
                    <a:pt x="36" y="5"/>
                  </a:cubicBezTo>
                  <a:cubicBezTo>
                    <a:pt x="37" y="5"/>
                    <a:pt x="37" y="5"/>
                    <a:pt x="38" y="4"/>
                  </a:cubicBezTo>
                  <a:cubicBezTo>
                    <a:pt x="38" y="4"/>
                    <a:pt x="39" y="4"/>
                    <a:pt x="39" y="3"/>
                  </a:cubicBezTo>
                  <a:cubicBezTo>
                    <a:pt x="40" y="3"/>
                    <a:pt x="41" y="2"/>
                    <a:pt x="4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42" y="0"/>
                    <a:pt x="42" y="1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3" y="1"/>
                    <a:pt x="43" y="2"/>
                    <a:pt x="43" y="2"/>
                  </a:cubicBezTo>
                  <a:cubicBezTo>
                    <a:pt x="44" y="3"/>
                    <a:pt x="44" y="3"/>
                    <a:pt x="44" y="4"/>
                  </a:cubicBezTo>
                  <a:cubicBezTo>
                    <a:pt x="45" y="4"/>
                    <a:pt x="46" y="5"/>
                    <a:pt x="4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9" name="Freeform 54"/>
            <p:cNvSpPr/>
            <p:nvPr/>
          </p:nvSpPr>
          <p:spPr bwMode="auto">
            <a:xfrm>
              <a:off x="3103" y="2146"/>
              <a:ext cx="114" cy="14"/>
            </a:xfrm>
            <a:custGeom>
              <a:avLst/>
              <a:gdLst>
                <a:gd name="T0" fmla="*/ 44 w 48"/>
                <a:gd name="T1" fmla="*/ 3 h 6"/>
                <a:gd name="T2" fmla="*/ 42 w 48"/>
                <a:gd name="T3" fmla="*/ 0 h 6"/>
                <a:gd name="T4" fmla="*/ 40 w 48"/>
                <a:gd name="T5" fmla="*/ 4 h 6"/>
                <a:gd name="T6" fmla="*/ 36 w 48"/>
                <a:gd name="T7" fmla="*/ 5 h 6"/>
                <a:gd name="T8" fmla="*/ 34 w 48"/>
                <a:gd name="T9" fmla="*/ 5 h 6"/>
                <a:gd name="T10" fmla="*/ 30 w 48"/>
                <a:gd name="T11" fmla="*/ 1 h 6"/>
                <a:gd name="T12" fmla="*/ 28 w 48"/>
                <a:gd name="T13" fmla="*/ 4 h 6"/>
                <a:gd name="T14" fmla="*/ 24 w 48"/>
                <a:gd name="T15" fmla="*/ 6 h 6"/>
                <a:gd name="T16" fmla="*/ 22 w 48"/>
                <a:gd name="T17" fmla="*/ 5 h 6"/>
                <a:gd name="T18" fmla="*/ 17 w 48"/>
                <a:gd name="T19" fmla="*/ 1 h 6"/>
                <a:gd name="T20" fmla="*/ 16 w 48"/>
                <a:gd name="T21" fmla="*/ 4 h 6"/>
                <a:gd name="T22" fmla="*/ 13 w 48"/>
                <a:gd name="T23" fmla="*/ 5 h 6"/>
                <a:gd name="T24" fmla="*/ 10 w 48"/>
                <a:gd name="T25" fmla="*/ 5 h 6"/>
                <a:gd name="T26" fmla="*/ 6 w 48"/>
                <a:gd name="T27" fmla="*/ 0 h 6"/>
                <a:gd name="T28" fmla="*/ 5 w 48"/>
                <a:gd name="T29" fmla="*/ 2 h 6"/>
                <a:gd name="T30" fmla="*/ 0 w 48"/>
                <a:gd name="T31" fmla="*/ 5 h 6"/>
                <a:gd name="T32" fmla="*/ 5 w 48"/>
                <a:gd name="T33" fmla="*/ 2 h 6"/>
                <a:gd name="T34" fmla="*/ 6 w 48"/>
                <a:gd name="T35" fmla="*/ 0 h 6"/>
                <a:gd name="T36" fmla="*/ 6 w 48"/>
                <a:gd name="T37" fmla="*/ 0 h 6"/>
                <a:gd name="T38" fmla="*/ 10 w 48"/>
                <a:gd name="T39" fmla="*/ 4 h 6"/>
                <a:gd name="T40" fmla="*/ 13 w 48"/>
                <a:gd name="T41" fmla="*/ 4 h 6"/>
                <a:gd name="T42" fmla="*/ 15 w 48"/>
                <a:gd name="T43" fmla="*/ 3 h 6"/>
                <a:gd name="T44" fmla="*/ 18 w 48"/>
                <a:gd name="T45" fmla="*/ 0 h 6"/>
                <a:gd name="T46" fmla="*/ 21 w 48"/>
                <a:gd name="T47" fmla="*/ 3 h 6"/>
                <a:gd name="T48" fmla="*/ 23 w 48"/>
                <a:gd name="T49" fmla="*/ 4 h 6"/>
                <a:gd name="T50" fmla="*/ 26 w 48"/>
                <a:gd name="T51" fmla="*/ 4 h 6"/>
                <a:gd name="T52" fmla="*/ 30 w 48"/>
                <a:gd name="T53" fmla="*/ 0 h 6"/>
                <a:gd name="T54" fmla="*/ 31 w 48"/>
                <a:gd name="T55" fmla="*/ 0 h 6"/>
                <a:gd name="T56" fmla="*/ 34 w 48"/>
                <a:gd name="T57" fmla="*/ 4 h 6"/>
                <a:gd name="T58" fmla="*/ 36 w 48"/>
                <a:gd name="T59" fmla="*/ 4 h 6"/>
                <a:gd name="T60" fmla="*/ 39 w 48"/>
                <a:gd name="T61" fmla="*/ 3 h 6"/>
                <a:gd name="T62" fmla="*/ 42 w 48"/>
                <a:gd name="T63" fmla="*/ 0 h 6"/>
                <a:gd name="T64" fmla="*/ 42 w 48"/>
                <a:gd name="T65" fmla="*/ 0 h 6"/>
                <a:gd name="T66" fmla="*/ 44 w 48"/>
                <a:gd name="T6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" h="6">
                  <a:moveTo>
                    <a:pt x="48" y="5"/>
                  </a:moveTo>
                  <a:cubicBezTo>
                    <a:pt x="46" y="5"/>
                    <a:pt x="45" y="4"/>
                    <a:pt x="44" y="3"/>
                  </a:cubicBezTo>
                  <a:cubicBezTo>
                    <a:pt x="44" y="3"/>
                    <a:pt x="43" y="3"/>
                    <a:pt x="43" y="2"/>
                  </a:cubicBezTo>
                  <a:cubicBezTo>
                    <a:pt x="42" y="2"/>
                    <a:pt x="42" y="1"/>
                    <a:pt x="4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2"/>
                    <a:pt x="41" y="3"/>
                    <a:pt x="40" y="4"/>
                  </a:cubicBezTo>
                  <a:cubicBezTo>
                    <a:pt x="39" y="4"/>
                    <a:pt x="39" y="4"/>
                    <a:pt x="38" y="5"/>
                  </a:cubicBezTo>
                  <a:cubicBezTo>
                    <a:pt x="38" y="5"/>
                    <a:pt x="37" y="5"/>
                    <a:pt x="36" y="5"/>
                  </a:cubicBezTo>
                  <a:cubicBezTo>
                    <a:pt x="36" y="5"/>
                    <a:pt x="35" y="5"/>
                    <a:pt x="35" y="5"/>
                  </a:cubicBezTo>
                  <a:cubicBezTo>
                    <a:pt x="35" y="5"/>
                    <a:pt x="34" y="5"/>
                    <a:pt x="34" y="5"/>
                  </a:cubicBezTo>
                  <a:cubicBezTo>
                    <a:pt x="33" y="5"/>
                    <a:pt x="33" y="4"/>
                    <a:pt x="32" y="4"/>
                  </a:cubicBezTo>
                  <a:cubicBezTo>
                    <a:pt x="31" y="3"/>
                    <a:pt x="30" y="2"/>
                    <a:pt x="30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0" y="2"/>
                    <a:pt x="29" y="3"/>
                    <a:pt x="28" y="4"/>
                  </a:cubicBezTo>
                  <a:cubicBezTo>
                    <a:pt x="28" y="4"/>
                    <a:pt x="27" y="5"/>
                    <a:pt x="26" y="5"/>
                  </a:cubicBezTo>
                  <a:cubicBezTo>
                    <a:pt x="26" y="5"/>
                    <a:pt x="25" y="6"/>
                    <a:pt x="24" y="6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3" y="5"/>
                    <a:pt x="22" y="5"/>
                    <a:pt x="22" y="5"/>
                  </a:cubicBezTo>
                  <a:cubicBezTo>
                    <a:pt x="21" y="5"/>
                    <a:pt x="21" y="4"/>
                    <a:pt x="20" y="4"/>
                  </a:cubicBezTo>
                  <a:cubicBezTo>
                    <a:pt x="19" y="3"/>
                    <a:pt x="18" y="2"/>
                    <a:pt x="17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2"/>
                    <a:pt x="17" y="3"/>
                    <a:pt x="16" y="4"/>
                  </a:cubicBezTo>
                  <a:cubicBezTo>
                    <a:pt x="15" y="4"/>
                    <a:pt x="15" y="5"/>
                    <a:pt x="14" y="5"/>
                  </a:cubicBezTo>
                  <a:cubicBezTo>
                    <a:pt x="14" y="5"/>
                    <a:pt x="14" y="5"/>
                    <a:pt x="13" y="5"/>
                  </a:cubicBezTo>
                  <a:cubicBezTo>
                    <a:pt x="13" y="5"/>
                    <a:pt x="12" y="6"/>
                    <a:pt x="12" y="5"/>
                  </a:cubicBezTo>
                  <a:cubicBezTo>
                    <a:pt x="11" y="5"/>
                    <a:pt x="11" y="5"/>
                    <a:pt x="10" y="5"/>
                  </a:cubicBezTo>
                  <a:cubicBezTo>
                    <a:pt x="9" y="4"/>
                    <a:pt x="9" y="4"/>
                    <a:pt x="8" y="4"/>
                  </a:cubicBezTo>
                  <a:cubicBezTo>
                    <a:pt x="7" y="3"/>
                    <a:pt x="7" y="2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1"/>
                    <a:pt x="6" y="2"/>
                    <a:pt x="5" y="2"/>
                  </a:cubicBezTo>
                  <a:cubicBezTo>
                    <a:pt x="5" y="3"/>
                    <a:pt x="4" y="3"/>
                    <a:pt x="4" y="3"/>
                  </a:cubicBezTo>
                  <a:cubicBezTo>
                    <a:pt x="3" y="4"/>
                    <a:pt x="2" y="5"/>
                    <a:pt x="0" y="5"/>
                  </a:cubicBezTo>
                  <a:cubicBezTo>
                    <a:pt x="2" y="5"/>
                    <a:pt x="3" y="4"/>
                    <a:pt x="4" y="3"/>
                  </a:cubicBezTo>
                  <a:cubicBezTo>
                    <a:pt x="4" y="3"/>
                    <a:pt x="5" y="2"/>
                    <a:pt x="5" y="2"/>
                  </a:cubicBezTo>
                  <a:cubicBezTo>
                    <a:pt x="5" y="1"/>
                    <a:pt x="6" y="1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1"/>
                    <a:pt x="8" y="2"/>
                    <a:pt x="9" y="3"/>
                  </a:cubicBezTo>
                  <a:cubicBezTo>
                    <a:pt x="9" y="3"/>
                    <a:pt x="10" y="4"/>
                    <a:pt x="10" y="4"/>
                  </a:cubicBezTo>
                  <a:cubicBezTo>
                    <a:pt x="11" y="4"/>
                    <a:pt x="11" y="4"/>
                    <a:pt x="12" y="4"/>
                  </a:cubicBezTo>
                  <a:cubicBezTo>
                    <a:pt x="12" y="4"/>
                    <a:pt x="13" y="4"/>
                    <a:pt x="13" y="4"/>
                  </a:cubicBezTo>
                  <a:cubicBezTo>
                    <a:pt x="13" y="4"/>
                    <a:pt x="13" y="4"/>
                    <a:pt x="14" y="4"/>
                  </a:cubicBezTo>
                  <a:cubicBezTo>
                    <a:pt x="14" y="4"/>
                    <a:pt x="15" y="3"/>
                    <a:pt x="15" y="3"/>
                  </a:cubicBezTo>
                  <a:cubicBezTo>
                    <a:pt x="16" y="2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1"/>
                    <a:pt x="20" y="2"/>
                    <a:pt x="21" y="3"/>
                  </a:cubicBezTo>
                  <a:cubicBezTo>
                    <a:pt x="21" y="3"/>
                    <a:pt x="22" y="4"/>
                    <a:pt x="22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5" y="4"/>
                    <a:pt x="25" y="4"/>
                    <a:pt x="26" y="4"/>
                  </a:cubicBezTo>
                  <a:cubicBezTo>
                    <a:pt x="26" y="4"/>
                    <a:pt x="27" y="3"/>
                    <a:pt x="27" y="3"/>
                  </a:cubicBezTo>
                  <a:cubicBezTo>
                    <a:pt x="28" y="2"/>
                    <a:pt x="29" y="1"/>
                    <a:pt x="30" y="0"/>
                  </a:cubicBezTo>
                  <a:cubicBezTo>
                    <a:pt x="30" y="0"/>
                    <a:pt x="30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1"/>
                    <a:pt x="32" y="2"/>
                    <a:pt x="33" y="3"/>
                  </a:cubicBezTo>
                  <a:cubicBezTo>
                    <a:pt x="33" y="3"/>
                    <a:pt x="34" y="4"/>
                    <a:pt x="34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6" y="4"/>
                    <a:pt x="36" y="4"/>
                  </a:cubicBezTo>
                  <a:cubicBezTo>
                    <a:pt x="37" y="4"/>
                    <a:pt x="37" y="4"/>
                    <a:pt x="38" y="4"/>
                  </a:cubicBezTo>
                  <a:cubicBezTo>
                    <a:pt x="38" y="4"/>
                    <a:pt x="39" y="3"/>
                    <a:pt x="39" y="3"/>
                  </a:cubicBezTo>
                  <a:cubicBezTo>
                    <a:pt x="40" y="2"/>
                    <a:pt x="41" y="1"/>
                    <a:pt x="4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3" y="1"/>
                    <a:pt x="43" y="1"/>
                    <a:pt x="43" y="2"/>
                  </a:cubicBezTo>
                  <a:cubicBezTo>
                    <a:pt x="44" y="2"/>
                    <a:pt x="44" y="3"/>
                    <a:pt x="44" y="3"/>
                  </a:cubicBezTo>
                  <a:cubicBezTo>
                    <a:pt x="45" y="4"/>
                    <a:pt x="46" y="5"/>
                    <a:pt x="4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Freeform 55"/>
            <p:cNvSpPr/>
            <p:nvPr/>
          </p:nvSpPr>
          <p:spPr bwMode="auto">
            <a:xfrm>
              <a:off x="3417" y="2476"/>
              <a:ext cx="113" cy="14"/>
            </a:xfrm>
            <a:custGeom>
              <a:avLst/>
              <a:gdLst>
                <a:gd name="T0" fmla="*/ 44 w 48"/>
                <a:gd name="T1" fmla="*/ 4 h 6"/>
                <a:gd name="T2" fmla="*/ 42 w 48"/>
                <a:gd name="T3" fmla="*/ 1 h 6"/>
                <a:gd name="T4" fmla="*/ 40 w 48"/>
                <a:gd name="T5" fmla="*/ 4 h 6"/>
                <a:gd name="T6" fmla="*/ 36 w 48"/>
                <a:gd name="T7" fmla="*/ 6 h 6"/>
                <a:gd name="T8" fmla="*/ 34 w 48"/>
                <a:gd name="T9" fmla="*/ 5 h 6"/>
                <a:gd name="T10" fmla="*/ 30 w 48"/>
                <a:gd name="T11" fmla="*/ 1 h 6"/>
                <a:gd name="T12" fmla="*/ 28 w 48"/>
                <a:gd name="T13" fmla="*/ 4 h 6"/>
                <a:gd name="T14" fmla="*/ 24 w 48"/>
                <a:gd name="T15" fmla="*/ 6 h 6"/>
                <a:gd name="T16" fmla="*/ 22 w 48"/>
                <a:gd name="T17" fmla="*/ 6 h 6"/>
                <a:gd name="T18" fmla="*/ 17 w 48"/>
                <a:gd name="T19" fmla="*/ 1 h 6"/>
                <a:gd name="T20" fmla="*/ 16 w 48"/>
                <a:gd name="T21" fmla="*/ 4 h 6"/>
                <a:gd name="T22" fmla="*/ 13 w 48"/>
                <a:gd name="T23" fmla="*/ 6 h 6"/>
                <a:gd name="T24" fmla="*/ 10 w 48"/>
                <a:gd name="T25" fmla="*/ 5 h 6"/>
                <a:gd name="T26" fmla="*/ 6 w 48"/>
                <a:gd name="T27" fmla="*/ 1 h 6"/>
                <a:gd name="T28" fmla="*/ 5 w 48"/>
                <a:gd name="T29" fmla="*/ 2 h 6"/>
                <a:gd name="T30" fmla="*/ 0 w 48"/>
                <a:gd name="T31" fmla="*/ 5 h 6"/>
                <a:gd name="T32" fmla="*/ 5 w 48"/>
                <a:gd name="T33" fmla="*/ 2 h 6"/>
                <a:gd name="T34" fmla="*/ 6 w 48"/>
                <a:gd name="T35" fmla="*/ 1 h 6"/>
                <a:gd name="T36" fmla="*/ 6 w 48"/>
                <a:gd name="T37" fmla="*/ 0 h 6"/>
                <a:gd name="T38" fmla="*/ 10 w 48"/>
                <a:gd name="T39" fmla="*/ 4 h 6"/>
                <a:gd name="T40" fmla="*/ 13 w 48"/>
                <a:gd name="T41" fmla="*/ 5 h 6"/>
                <a:gd name="T42" fmla="*/ 15 w 48"/>
                <a:gd name="T43" fmla="*/ 3 h 6"/>
                <a:gd name="T44" fmla="*/ 18 w 48"/>
                <a:gd name="T45" fmla="*/ 0 h 6"/>
                <a:gd name="T46" fmla="*/ 21 w 48"/>
                <a:gd name="T47" fmla="*/ 3 h 6"/>
                <a:gd name="T48" fmla="*/ 23 w 48"/>
                <a:gd name="T49" fmla="*/ 5 h 6"/>
                <a:gd name="T50" fmla="*/ 26 w 48"/>
                <a:gd name="T51" fmla="*/ 4 h 6"/>
                <a:gd name="T52" fmla="*/ 30 w 48"/>
                <a:gd name="T53" fmla="*/ 0 h 6"/>
                <a:gd name="T54" fmla="*/ 31 w 48"/>
                <a:gd name="T55" fmla="*/ 0 h 6"/>
                <a:gd name="T56" fmla="*/ 34 w 48"/>
                <a:gd name="T57" fmla="*/ 4 h 6"/>
                <a:gd name="T58" fmla="*/ 36 w 48"/>
                <a:gd name="T59" fmla="*/ 5 h 6"/>
                <a:gd name="T60" fmla="*/ 39 w 48"/>
                <a:gd name="T61" fmla="*/ 3 h 6"/>
                <a:gd name="T62" fmla="*/ 42 w 48"/>
                <a:gd name="T63" fmla="*/ 0 h 6"/>
                <a:gd name="T64" fmla="*/ 42 w 48"/>
                <a:gd name="T65" fmla="*/ 1 h 6"/>
                <a:gd name="T66" fmla="*/ 44 w 48"/>
                <a:gd name="T6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" h="6">
                  <a:moveTo>
                    <a:pt x="48" y="5"/>
                  </a:moveTo>
                  <a:cubicBezTo>
                    <a:pt x="46" y="5"/>
                    <a:pt x="45" y="5"/>
                    <a:pt x="44" y="4"/>
                  </a:cubicBezTo>
                  <a:cubicBezTo>
                    <a:pt x="44" y="3"/>
                    <a:pt x="43" y="3"/>
                    <a:pt x="43" y="2"/>
                  </a:cubicBezTo>
                  <a:cubicBezTo>
                    <a:pt x="42" y="2"/>
                    <a:pt x="42" y="1"/>
                    <a:pt x="42" y="1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2" y="2"/>
                    <a:pt x="41" y="3"/>
                    <a:pt x="40" y="4"/>
                  </a:cubicBezTo>
                  <a:cubicBezTo>
                    <a:pt x="39" y="4"/>
                    <a:pt x="39" y="5"/>
                    <a:pt x="38" y="5"/>
                  </a:cubicBezTo>
                  <a:cubicBezTo>
                    <a:pt x="38" y="6"/>
                    <a:pt x="37" y="6"/>
                    <a:pt x="36" y="6"/>
                  </a:cubicBezTo>
                  <a:cubicBezTo>
                    <a:pt x="36" y="6"/>
                    <a:pt x="35" y="6"/>
                    <a:pt x="35" y="6"/>
                  </a:cubicBezTo>
                  <a:cubicBezTo>
                    <a:pt x="35" y="6"/>
                    <a:pt x="34" y="6"/>
                    <a:pt x="34" y="5"/>
                  </a:cubicBezTo>
                  <a:cubicBezTo>
                    <a:pt x="33" y="5"/>
                    <a:pt x="33" y="5"/>
                    <a:pt x="32" y="4"/>
                  </a:cubicBezTo>
                  <a:cubicBezTo>
                    <a:pt x="31" y="3"/>
                    <a:pt x="30" y="2"/>
                    <a:pt x="30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0" y="2"/>
                    <a:pt x="29" y="3"/>
                    <a:pt x="28" y="4"/>
                  </a:cubicBezTo>
                  <a:cubicBezTo>
                    <a:pt x="28" y="5"/>
                    <a:pt x="27" y="5"/>
                    <a:pt x="26" y="5"/>
                  </a:cubicBezTo>
                  <a:cubicBezTo>
                    <a:pt x="26" y="6"/>
                    <a:pt x="25" y="6"/>
                    <a:pt x="24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6"/>
                    <a:pt x="22" y="6"/>
                    <a:pt x="22" y="6"/>
                  </a:cubicBezTo>
                  <a:cubicBezTo>
                    <a:pt x="21" y="5"/>
                    <a:pt x="21" y="5"/>
                    <a:pt x="20" y="4"/>
                  </a:cubicBezTo>
                  <a:cubicBezTo>
                    <a:pt x="19" y="3"/>
                    <a:pt x="18" y="2"/>
                    <a:pt x="17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2"/>
                    <a:pt x="17" y="3"/>
                    <a:pt x="16" y="4"/>
                  </a:cubicBezTo>
                  <a:cubicBezTo>
                    <a:pt x="15" y="5"/>
                    <a:pt x="15" y="5"/>
                    <a:pt x="14" y="5"/>
                  </a:cubicBezTo>
                  <a:cubicBezTo>
                    <a:pt x="14" y="6"/>
                    <a:pt x="14" y="6"/>
                    <a:pt x="13" y="6"/>
                  </a:cubicBezTo>
                  <a:cubicBezTo>
                    <a:pt x="13" y="6"/>
                    <a:pt x="12" y="6"/>
                    <a:pt x="12" y="6"/>
                  </a:cubicBezTo>
                  <a:cubicBezTo>
                    <a:pt x="11" y="6"/>
                    <a:pt x="11" y="6"/>
                    <a:pt x="10" y="5"/>
                  </a:cubicBezTo>
                  <a:cubicBezTo>
                    <a:pt x="9" y="5"/>
                    <a:pt x="9" y="4"/>
                    <a:pt x="8" y="4"/>
                  </a:cubicBezTo>
                  <a:cubicBezTo>
                    <a:pt x="7" y="3"/>
                    <a:pt x="7" y="2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2"/>
                    <a:pt x="5" y="2"/>
                  </a:cubicBezTo>
                  <a:cubicBezTo>
                    <a:pt x="5" y="3"/>
                    <a:pt x="4" y="3"/>
                    <a:pt x="4" y="4"/>
                  </a:cubicBezTo>
                  <a:cubicBezTo>
                    <a:pt x="3" y="5"/>
                    <a:pt x="2" y="5"/>
                    <a:pt x="0" y="5"/>
                  </a:cubicBezTo>
                  <a:cubicBezTo>
                    <a:pt x="2" y="5"/>
                    <a:pt x="3" y="4"/>
                    <a:pt x="4" y="4"/>
                  </a:cubicBezTo>
                  <a:cubicBezTo>
                    <a:pt x="4" y="3"/>
                    <a:pt x="5" y="3"/>
                    <a:pt x="5" y="2"/>
                  </a:cubicBezTo>
                  <a:cubicBezTo>
                    <a:pt x="5" y="2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2"/>
                    <a:pt x="8" y="3"/>
                    <a:pt x="9" y="3"/>
                  </a:cubicBezTo>
                  <a:cubicBezTo>
                    <a:pt x="9" y="4"/>
                    <a:pt x="10" y="4"/>
                    <a:pt x="10" y="4"/>
                  </a:cubicBezTo>
                  <a:cubicBezTo>
                    <a:pt x="11" y="5"/>
                    <a:pt x="11" y="5"/>
                    <a:pt x="12" y="5"/>
                  </a:cubicBezTo>
                  <a:cubicBezTo>
                    <a:pt x="12" y="5"/>
                    <a:pt x="13" y="5"/>
                    <a:pt x="13" y="5"/>
                  </a:cubicBezTo>
                  <a:cubicBezTo>
                    <a:pt x="13" y="5"/>
                    <a:pt x="13" y="5"/>
                    <a:pt x="14" y="4"/>
                  </a:cubicBezTo>
                  <a:cubicBezTo>
                    <a:pt x="14" y="4"/>
                    <a:pt x="15" y="4"/>
                    <a:pt x="15" y="3"/>
                  </a:cubicBezTo>
                  <a:cubicBezTo>
                    <a:pt x="16" y="3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1"/>
                    <a:pt x="20" y="2"/>
                    <a:pt x="21" y="3"/>
                  </a:cubicBezTo>
                  <a:cubicBezTo>
                    <a:pt x="21" y="4"/>
                    <a:pt x="22" y="4"/>
                    <a:pt x="22" y="4"/>
                  </a:cubicBezTo>
                  <a:cubicBezTo>
                    <a:pt x="23" y="4"/>
                    <a:pt x="23" y="4"/>
                    <a:pt x="23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5" y="5"/>
                    <a:pt x="25" y="5"/>
                    <a:pt x="26" y="4"/>
                  </a:cubicBezTo>
                  <a:cubicBezTo>
                    <a:pt x="26" y="4"/>
                    <a:pt x="27" y="4"/>
                    <a:pt x="27" y="3"/>
                  </a:cubicBezTo>
                  <a:cubicBezTo>
                    <a:pt x="28" y="2"/>
                    <a:pt x="29" y="1"/>
                    <a:pt x="30" y="0"/>
                  </a:cubicBezTo>
                  <a:cubicBezTo>
                    <a:pt x="30" y="0"/>
                    <a:pt x="30" y="0"/>
                    <a:pt x="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1"/>
                    <a:pt x="32" y="3"/>
                    <a:pt x="33" y="3"/>
                  </a:cubicBezTo>
                  <a:cubicBezTo>
                    <a:pt x="33" y="4"/>
                    <a:pt x="34" y="4"/>
                    <a:pt x="34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6" y="5"/>
                    <a:pt x="36" y="5"/>
                  </a:cubicBezTo>
                  <a:cubicBezTo>
                    <a:pt x="37" y="5"/>
                    <a:pt x="37" y="5"/>
                    <a:pt x="38" y="4"/>
                  </a:cubicBezTo>
                  <a:cubicBezTo>
                    <a:pt x="38" y="4"/>
                    <a:pt x="39" y="4"/>
                    <a:pt x="39" y="3"/>
                  </a:cubicBezTo>
                  <a:cubicBezTo>
                    <a:pt x="40" y="3"/>
                    <a:pt x="41" y="2"/>
                    <a:pt x="4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42" y="0"/>
                    <a:pt x="42" y="1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3" y="1"/>
                    <a:pt x="43" y="2"/>
                    <a:pt x="43" y="2"/>
                  </a:cubicBezTo>
                  <a:cubicBezTo>
                    <a:pt x="44" y="3"/>
                    <a:pt x="44" y="3"/>
                    <a:pt x="44" y="4"/>
                  </a:cubicBezTo>
                  <a:cubicBezTo>
                    <a:pt x="45" y="4"/>
                    <a:pt x="46" y="5"/>
                    <a:pt x="48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1" name="Group 13"/>
          <p:cNvGrpSpPr/>
          <p:nvPr/>
        </p:nvGrpSpPr>
        <p:grpSpPr>
          <a:xfrm>
            <a:off x="1045390" y="1606130"/>
            <a:ext cx="2981591" cy="3704673"/>
            <a:chOff x="3274007" y="971250"/>
            <a:chExt cx="2826990" cy="3512772"/>
          </a:xfrm>
        </p:grpSpPr>
        <p:sp>
          <p:nvSpPr>
            <p:cNvPr id="22" name="Oval 60"/>
            <p:cNvSpPr>
              <a:spLocks noChangeArrowheads="1"/>
            </p:cNvSpPr>
            <p:nvPr/>
          </p:nvSpPr>
          <p:spPr bwMode="auto">
            <a:xfrm>
              <a:off x="3274007" y="4325064"/>
              <a:ext cx="2763631" cy="158958"/>
            </a:xfrm>
            <a:prstGeom prst="ellipse">
              <a:avLst/>
            </a:prstGeom>
            <a:solidFill>
              <a:srgbClr val="D77907">
                <a:alpha val="1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23" name="Freeform 16"/>
            <p:cNvSpPr/>
            <p:nvPr/>
          </p:nvSpPr>
          <p:spPr bwMode="auto">
            <a:xfrm>
              <a:off x="4723575" y="1043396"/>
              <a:ext cx="874840" cy="2697101"/>
            </a:xfrm>
            <a:custGeom>
              <a:avLst/>
              <a:gdLst>
                <a:gd name="T0" fmla="*/ 0 w 229"/>
                <a:gd name="T1" fmla="*/ 0 h 706"/>
                <a:gd name="T2" fmla="*/ 0 w 229"/>
                <a:gd name="T3" fmla="*/ 706 h 706"/>
                <a:gd name="T4" fmla="*/ 229 w 229"/>
                <a:gd name="T5" fmla="*/ 706 h 706"/>
                <a:gd name="T6" fmla="*/ 0 w 229"/>
                <a:gd name="T7" fmla="*/ 0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9" h="706">
                  <a:moveTo>
                    <a:pt x="0" y="0"/>
                  </a:moveTo>
                  <a:lnTo>
                    <a:pt x="0" y="706"/>
                  </a:lnTo>
                  <a:lnTo>
                    <a:pt x="229" y="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8808">
                <a:alpha val="2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24" name="Freeform 20"/>
            <p:cNvSpPr/>
            <p:nvPr/>
          </p:nvSpPr>
          <p:spPr bwMode="auto">
            <a:xfrm>
              <a:off x="3659853" y="986531"/>
              <a:ext cx="1035290" cy="2383840"/>
            </a:xfrm>
            <a:custGeom>
              <a:avLst/>
              <a:gdLst>
                <a:gd name="T0" fmla="*/ 114 w 114"/>
                <a:gd name="T1" fmla="*/ 0 h 262"/>
                <a:gd name="T2" fmla="*/ 114 w 114"/>
                <a:gd name="T3" fmla="*/ 262 h 262"/>
                <a:gd name="T4" fmla="*/ 0 w 114"/>
                <a:gd name="T5" fmla="*/ 262 h 262"/>
                <a:gd name="T6" fmla="*/ 114 w 114"/>
                <a:gd name="T7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262">
                  <a:moveTo>
                    <a:pt x="114" y="0"/>
                  </a:moveTo>
                  <a:cubicBezTo>
                    <a:pt x="114" y="262"/>
                    <a:pt x="114" y="262"/>
                    <a:pt x="114" y="262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5" y="61"/>
                    <a:pt x="114" y="0"/>
                  </a:cubicBezTo>
                  <a:close/>
                </a:path>
              </a:pathLst>
            </a:custGeom>
            <a:solidFill>
              <a:srgbClr val="F68808">
                <a:alpha val="3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b" anchorCtr="0" compatLnSpc="1"/>
            <a:lstStyle/>
            <a:p>
              <a:pPr algn="r"/>
              <a:r>
                <a:rPr lang="en-US" sz="3800" b="1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Nexa Rust Slab Black 03" charset="0"/>
                  <a:sym typeface="字魂105号-简雅黑" panose="00000500000000000000" pitchFamily="2" charset="-122"/>
                </a:rPr>
                <a:t>a.</a:t>
              </a:r>
              <a:endParaRPr lang="en-US" sz="380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4679861" y="971250"/>
              <a:ext cx="26742" cy="2922496"/>
            </a:xfrm>
            <a:prstGeom prst="rect">
              <a:avLst/>
            </a:prstGeom>
            <a:solidFill>
              <a:srgbClr val="D7790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26" name="Freeform 22"/>
            <p:cNvSpPr/>
            <p:nvPr/>
          </p:nvSpPr>
          <p:spPr bwMode="auto">
            <a:xfrm>
              <a:off x="3274007" y="3740936"/>
              <a:ext cx="2826990" cy="653264"/>
            </a:xfrm>
            <a:custGeom>
              <a:avLst/>
              <a:gdLst>
                <a:gd name="T0" fmla="*/ 666 w 740"/>
                <a:gd name="T1" fmla="*/ 171 h 171"/>
                <a:gd name="T2" fmla="*/ 74 w 740"/>
                <a:gd name="T3" fmla="*/ 171 h 171"/>
                <a:gd name="T4" fmla="*/ 0 w 740"/>
                <a:gd name="T5" fmla="*/ 0 h 171"/>
                <a:gd name="T6" fmla="*/ 740 w 740"/>
                <a:gd name="T7" fmla="*/ 0 h 171"/>
                <a:gd name="T8" fmla="*/ 666 w 740"/>
                <a:gd name="T9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0" h="171">
                  <a:moveTo>
                    <a:pt x="666" y="171"/>
                  </a:moveTo>
                  <a:lnTo>
                    <a:pt x="74" y="171"/>
                  </a:lnTo>
                  <a:lnTo>
                    <a:pt x="0" y="0"/>
                  </a:lnTo>
                  <a:lnTo>
                    <a:pt x="740" y="0"/>
                  </a:lnTo>
                  <a:lnTo>
                    <a:pt x="666" y="171"/>
                  </a:ln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Nexa Rust Slab Black 03" charset="0"/>
                  <a:sym typeface="字魂105号-简雅黑" panose="00000500000000000000" pitchFamily="2" charset="-122"/>
                </a:rPr>
                <a:t>50%</a:t>
              </a:r>
              <a:endParaRPr lang="en-US" sz="3000" b="1" dirty="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27" name="Freeform 38"/>
            <p:cNvSpPr>
              <a:spLocks noEditPoints="1"/>
            </p:cNvSpPr>
            <p:nvPr/>
          </p:nvSpPr>
          <p:spPr bwMode="auto">
            <a:xfrm>
              <a:off x="3468894" y="3752078"/>
              <a:ext cx="2619006" cy="641323"/>
            </a:xfrm>
            <a:custGeom>
              <a:avLst/>
              <a:gdLst>
                <a:gd name="T0" fmla="*/ 1499 w 1499"/>
                <a:gd name="T1" fmla="*/ 0 h 369"/>
                <a:gd name="T2" fmla="*/ 1495 w 1499"/>
                <a:gd name="T3" fmla="*/ 0 h 369"/>
                <a:gd name="T4" fmla="*/ 1260 w 1499"/>
                <a:gd name="T5" fmla="*/ 245 h 369"/>
                <a:gd name="T6" fmla="*/ 667 w 1499"/>
                <a:gd name="T7" fmla="*/ 288 h 369"/>
                <a:gd name="T8" fmla="*/ 135 w 1499"/>
                <a:gd name="T9" fmla="*/ 279 h 369"/>
                <a:gd name="T10" fmla="*/ 0 w 1499"/>
                <a:gd name="T11" fmla="*/ 239 h 369"/>
                <a:gd name="T12" fmla="*/ 56 w 1499"/>
                <a:gd name="T13" fmla="*/ 369 h 369"/>
                <a:gd name="T14" fmla="*/ 1343 w 1499"/>
                <a:gd name="T15" fmla="*/ 369 h 369"/>
                <a:gd name="T16" fmla="*/ 1499 w 1499"/>
                <a:gd name="T17" fmla="*/ 0 h 369"/>
                <a:gd name="T18" fmla="*/ 1499 w 1499"/>
                <a:gd name="T19" fmla="*/ 0 h 369"/>
                <a:gd name="T20" fmla="*/ 1499 w 1499"/>
                <a:gd name="T21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99" h="369">
                  <a:moveTo>
                    <a:pt x="1499" y="0"/>
                  </a:moveTo>
                  <a:cubicBezTo>
                    <a:pt x="1495" y="0"/>
                    <a:pt x="1495" y="0"/>
                    <a:pt x="1495" y="0"/>
                  </a:cubicBezTo>
                  <a:cubicBezTo>
                    <a:pt x="1440" y="70"/>
                    <a:pt x="1332" y="202"/>
                    <a:pt x="1260" y="245"/>
                  </a:cubicBezTo>
                  <a:cubicBezTo>
                    <a:pt x="1201" y="279"/>
                    <a:pt x="930" y="288"/>
                    <a:pt x="667" y="288"/>
                  </a:cubicBezTo>
                  <a:cubicBezTo>
                    <a:pt x="429" y="288"/>
                    <a:pt x="197" y="281"/>
                    <a:pt x="135" y="279"/>
                  </a:cubicBezTo>
                  <a:cubicBezTo>
                    <a:pt x="77" y="278"/>
                    <a:pt x="32" y="259"/>
                    <a:pt x="0" y="239"/>
                  </a:cubicBezTo>
                  <a:cubicBezTo>
                    <a:pt x="56" y="369"/>
                    <a:pt x="56" y="369"/>
                    <a:pt x="56" y="369"/>
                  </a:cubicBezTo>
                  <a:cubicBezTo>
                    <a:pt x="1343" y="369"/>
                    <a:pt x="1343" y="369"/>
                    <a:pt x="1343" y="369"/>
                  </a:cubicBezTo>
                  <a:cubicBezTo>
                    <a:pt x="1499" y="0"/>
                    <a:pt x="1499" y="0"/>
                    <a:pt x="1499" y="0"/>
                  </a:cubicBezTo>
                  <a:moveTo>
                    <a:pt x="1499" y="0"/>
                  </a:moveTo>
                  <a:cubicBezTo>
                    <a:pt x="1499" y="0"/>
                    <a:pt x="1499" y="0"/>
                    <a:pt x="1499" y="0"/>
                  </a:cubicBezTo>
                </a:path>
              </a:pathLst>
            </a:custGeom>
            <a:solidFill>
              <a:srgbClr val="D7790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9" name="Group 20"/>
          <p:cNvGrpSpPr/>
          <p:nvPr/>
        </p:nvGrpSpPr>
        <p:grpSpPr>
          <a:xfrm>
            <a:off x="6958167" y="1598328"/>
            <a:ext cx="1860051" cy="2311143"/>
            <a:chOff x="3274007" y="971250"/>
            <a:chExt cx="2826990" cy="3512772"/>
          </a:xfrm>
        </p:grpSpPr>
        <p:sp>
          <p:nvSpPr>
            <p:cNvPr id="30" name="Oval 60"/>
            <p:cNvSpPr>
              <a:spLocks noChangeArrowheads="1"/>
            </p:cNvSpPr>
            <p:nvPr/>
          </p:nvSpPr>
          <p:spPr bwMode="auto">
            <a:xfrm>
              <a:off x="3274007" y="4325064"/>
              <a:ext cx="2763631" cy="158958"/>
            </a:xfrm>
            <a:prstGeom prst="ellipse">
              <a:avLst/>
            </a:prstGeom>
            <a:solidFill>
              <a:srgbClr val="D77907">
                <a:alpha val="1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31" name="Freeform 16"/>
            <p:cNvSpPr/>
            <p:nvPr/>
          </p:nvSpPr>
          <p:spPr bwMode="auto">
            <a:xfrm>
              <a:off x="4723575" y="1043396"/>
              <a:ext cx="874840" cy="2697101"/>
            </a:xfrm>
            <a:custGeom>
              <a:avLst/>
              <a:gdLst>
                <a:gd name="T0" fmla="*/ 0 w 229"/>
                <a:gd name="T1" fmla="*/ 0 h 706"/>
                <a:gd name="T2" fmla="*/ 0 w 229"/>
                <a:gd name="T3" fmla="*/ 706 h 706"/>
                <a:gd name="T4" fmla="*/ 229 w 229"/>
                <a:gd name="T5" fmla="*/ 706 h 706"/>
                <a:gd name="T6" fmla="*/ 0 w 229"/>
                <a:gd name="T7" fmla="*/ 0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9" h="706">
                  <a:moveTo>
                    <a:pt x="0" y="0"/>
                  </a:moveTo>
                  <a:lnTo>
                    <a:pt x="0" y="706"/>
                  </a:lnTo>
                  <a:lnTo>
                    <a:pt x="229" y="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8808">
                <a:alpha val="2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32" name="Freeform 20"/>
            <p:cNvSpPr/>
            <p:nvPr/>
          </p:nvSpPr>
          <p:spPr bwMode="auto">
            <a:xfrm>
              <a:off x="3659853" y="986531"/>
              <a:ext cx="1035290" cy="2383840"/>
            </a:xfrm>
            <a:custGeom>
              <a:avLst/>
              <a:gdLst>
                <a:gd name="T0" fmla="*/ 114 w 114"/>
                <a:gd name="T1" fmla="*/ 0 h 262"/>
                <a:gd name="T2" fmla="*/ 114 w 114"/>
                <a:gd name="T3" fmla="*/ 262 h 262"/>
                <a:gd name="T4" fmla="*/ 0 w 114"/>
                <a:gd name="T5" fmla="*/ 262 h 262"/>
                <a:gd name="T6" fmla="*/ 114 w 114"/>
                <a:gd name="T7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262">
                  <a:moveTo>
                    <a:pt x="114" y="0"/>
                  </a:moveTo>
                  <a:cubicBezTo>
                    <a:pt x="114" y="262"/>
                    <a:pt x="114" y="262"/>
                    <a:pt x="114" y="262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5" y="61"/>
                    <a:pt x="114" y="0"/>
                  </a:cubicBezTo>
                  <a:close/>
                </a:path>
              </a:pathLst>
            </a:custGeom>
            <a:solidFill>
              <a:srgbClr val="F68808">
                <a:alpha val="3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b" anchorCtr="0" compatLnSpc="1"/>
            <a:lstStyle/>
            <a:p>
              <a:pPr algn="r"/>
              <a:r>
                <a:rPr lang="en-US" sz="3000" b="1" dirty="0">
                  <a:solidFill>
                    <a:srgbClr val="F68808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Nexa Rust Slab Black 03" charset="0"/>
                  <a:sym typeface="字魂105号-简雅黑" panose="00000500000000000000" pitchFamily="2" charset="-122"/>
                </a:rPr>
                <a:t>c.</a:t>
              </a:r>
              <a:endParaRPr lang="en-US" sz="3000" b="1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>
              <a:off x="4679861" y="971250"/>
              <a:ext cx="26742" cy="2922496"/>
            </a:xfrm>
            <a:prstGeom prst="rect">
              <a:avLst/>
            </a:prstGeom>
            <a:solidFill>
              <a:srgbClr val="D7790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34" name="Freeform 22"/>
            <p:cNvSpPr/>
            <p:nvPr/>
          </p:nvSpPr>
          <p:spPr bwMode="auto">
            <a:xfrm>
              <a:off x="3274007" y="3740936"/>
              <a:ext cx="2826990" cy="653264"/>
            </a:xfrm>
            <a:custGeom>
              <a:avLst/>
              <a:gdLst>
                <a:gd name="T0" fmla="*/ 666 w 740"/>
                <a:gd name="T1" fmla="*/ 171 h 171"/>
                <a:gd name="T2" fmla="*/ 74 w 740"/>
                <a:gd name="T3" fmla="*/ 171 h 171"/>
                <a:gd name="T4" fmla="*/ 0 w 740"/>
                <a:gd name="T5" fmla="*/ 0 h 171"/>
                <a:gd name="T6" fmla="*/ 740 w 740"/>
                <a:gd name="T7" fmla="*/ 0 h 171"/>
                <a:gd name="T8" fmla="*/ 666 w 740"/>
                <a:gd name="T9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0" h="171">
                  <a:moveTo>
                    <a:pt x="666" y="171"/>
                  </a:moveTo>
                  <a:lnTo>
                    <a:pt x="74" y="171"/>
                  </a:lnTo>
                  <a:lnTo>
                    <a:pt x="0" y="0"/>
                  </a:lnTo>
                  <a:lnTo>
                    <a:pt x="740" y="0"/>
                  </a:lnTo>
                  <a:lnTo>
                    <a:pt x="666" y="171"/>
                  </a:lnTo>
                  <a:close/>
                </a:path>
              </a:pathLst>
            </a:custGeom>
            <a:solidFill>
              <a:srgbClr val="F688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Nexa Rust Slab Black 03" charset="0"/>
                  <a:sym typeface="字魂105号-简雅黑" panose="00000500000000000000" pitchFamily="2" charset="-122"/>
                </a:rPr>
                <a:t>70%</a:t>
              </a:r>
              <a:endParaRPr lang="en-US" sz="2100" b="1" dirty="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35" name="Freeform 38"/>
            <p:cNvSpPr>
              <a:spLocks noEditPoints="1"/>
            </p:cNvSpPr>
            <p:nvPr/>
          </p:nvSpPr>
          <p:spPr bwMode="auto">
            <a:xfrm>
              <a:off x="3468894" y="3752078"/>
              <a:ext cx="2619006" cy="641323"/>
            </a:xfrm>
            <a:custGeom>
              <a:avLst/>
              <a:gdLst>
                <a:gd name="T0" fmla="*/ 1499 w 1499"/>
                <a:gd name="T1" fmla="*/ 0 h 369"/>
                <a:gd name="T2" fmla="*/ 1495 w 1499"/>
                <a:gd name="T3" fmla="*/ 0 h 369"/>
                <a:gd name="T4" fmla="*/ 1260 w 1499"/>
                <a:gd name="T5" fmla="*/ 245 h 369"/>
                <a:gd name="T6" fmla="*/ 667 w 1499"/>
                <a:gd name="T7" fmla="*/ 288 h 369"/>
                <a:gd name="T8" fmla="*/ 135 w 1499"/>
                <a:gd name="T9" fmla="*/ 279 h 369"/>
                <a:gd name="T10" fmla="*/ 0 w 1499"/>
                <a:gd name="T11" fmla="*/ 239 h 369"/>
                <a:gd name="T12" fmla="*/ 56 w 1499"/>
                <a:gd name="T13" fmla="*/ 369 h 369"/>
                <a:gd name="T14" fmla="*/ 1343 w 1499"/>
                <a:gd name="T15" fmla="*/ 369 h 369"/>
                <a:gd name="T16" fmla="*/ 1499 w 1499"/>
                <a:gd name="T17" fmla="*/ 0 h 369"/>
                <a:gd name="T18" fmla="*/ 1499 w 1499"/>
                <a:gd name="T19" fmla="*/ 0 h 369"/>
                <a:gd name="T20" fmla="*/ 1499 w 1499"/>
                <a:gd name="T21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99" h="369">
                  <a:moveTo>
                    <a:pt x="1499" y="0"/>
                  </a:moveTo>
                  <a:cubicBezTo>
                    <a:pt x="1495" y="0"/>
                    <a:pt x="1495" y="0"/>
                    <a:pt x="1495" y="0"/>
                  </a:cubicBezTo>
                  <a:cubicBezTo>
                    <a:pt x="1440" y="70"/>
                    <a:pt x="1332" y="202"/>
                    <a:pt x="1260" y="245"/>
                  </a:cubicBezTo>
                  <a:cubicBezTo>
                    <a:pt x="1201" y="279"/>
                    <a:pt x="930" y="288"/>
                    <a:pt x="667" y="288"/>
                  </a:cubicBezTo>
                  <a:cubicBezTo>
                    <a:pt x="429" y="288"/>
                    <a:pt x="197" y="281"/>
                    <a:pt x="135" y="279"/>
                  </a:cubicBezTo>
                  <a:cubicBezTo>
                    <a:pt x="77" y="278"/>
                    <a:pt x="32" y="259"/>
                    <a:pt x="0" y="239"/>
                  </a:cubicBezTo>
                  <a:cubicBezTo>
                    <a:pt x="56" y="369"/>
                    <a:pt x="56" y="369"/>
                    <a:pt x="56" y="369"/>
                  </a:cubicBezTo>
                  <a:cubicBezTo>
                    <a:pt x="1343" y="369"/>
                    <a:pt x="1343" y="369"/>
                    <a:pt x="1343" y="369"/>
                  </a:cubicBezTo>
                  <a:cubicBezTo>
                    <a:pt x="1499" y="0"/>
                    <a:pt x="1499" y="0"/>
                    <a:pt x="1499" y="0"/>
                  </a:cubicBezTo>
                  <a:moveTo>
                    <a:pt x="1499" y="0"/>
                  </a:moveTo>
                  <a:cubicBezTo>
                    <a:pt x="1499" y="0"/>
                    <a:pt x="1499" y="0"/>
                    <a:pt x="1499" y="0"/>
                  </a:cubicBezTo>
                </a:path>
              </a:pathLst>
            </a:custGeom>
            <a:solidFill>
              <a:srgbClr val="D7790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6" name="Group 27"/>
          <p:cNvGrpSpPr/>
          <p:nvPr/>
        </p:nvGrpSpPr>
        <p:grpSpPr>
          <a:xfrm>
            <a:off x="4414836" y="1468565"/>
            <a:ext cx="1740497" cy="2162596"/>
            <a:chOff x="3274007" y="971250"/>
            <a:chExt cx="2826990" cy="3512772"/>
          </a:xfrm>
        </p:grpSpPr>
        <p:sp>
          <p:nvSpPr>
            <p:cNvPr id="38" name="Oval 60"/>
            <p:cNvSpPr>
              <a:spLocks noChangeArrowheads="1"/>
            </p:cNvSpPr>
            <p:nvPr/>
          </p:nvSpPr>
          <p:spPr bwMode="auto">
            <a:xfrm>
              <a:off x="3274007" y="4325064"/>
              <a:ext cx="2763631" cy="158958"/>
            </a:xfrm>
            <a:prstGeom prst="ellipse">
              <a:avLst/>
            </a:prstGeom>
            <a:solidFill>
              <a:srgbClr val="007A8E">
                <a:alpha val="1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39" name="Freeform 16"/>
            <p:cNvSpPr/>
            <p:nvPr/>
          </p:nvSpPr>
          <p:spPr bwMode="auto">
            <a:xfrm>
              <a:off x="4723575" y="1043396"/>
              <a:ext cx="874840" cy="2697101"/>
            </a:xfrm>
            <a:custGeom>
              <a:avLst/>
              <a:gdLst>
                <a:gd name="T0" fmla="*/ 0 w 229"/>
                <a:gd name="T1" fmla="*/ 0 h 706"/>
                <a:gd name="T2" fmla="*/ 0 w 229"/>
                <a:gd name="T3" fmla="*/ 706 h 706"/>
                <a:gd name="T4" fmla="*/ 229 w 229"/>
                <a:gd name="T5" fmla="*/ 706 h 706"/>
                <a:gd name="T6" fmla="*/ 0 w 229"/>
                <a:gd name="T7" fmla="*/ 0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9" h="706">
                  <a:moveTo>
                    <a:pt x="0" y="0"/>
                  </a:moveTo>
                  <a:lnTo>
                    <a:pt x="0" y="706"/>
                  </a:lnTo>
                  <a:lnTo>
                    <a:pt x="229" y="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B4">
                <a:alpha val="2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40" name="Freeform 20"/>
            <p:cNvSpPr/>
            <p:nvPr/>
          </p:nvSpPr>
          <p:spPr bwMode="auto">
            <a:xfrm>
              <a:off x="3659853" y="986531"/>
              <a:ext cx="1035290" cy="2383840"/>
            </a:xfrm>
            <a:custGeom>
              <a:avLst/>
              <a:gdLst>
                <a:gd name="T0" fmla="*/ 114 w 114"/>
                <a:gd name="T1" fmla="*/ 0 h 262"/>
                <a:gd name="T2" fmla="*/ 114 w 114"/>
                <a:gd name="T3" fmla="*/ 262 h 262"/>
                <a:gd name="T4" fmla="*/ 0 w 114"/>
                <a:gd name="T5" fmla="*/ 262 h 262"/>
                <a:gd name="T6" fmla="*/ 114 w 114"/>
                <a:gd name="T7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262">
                  <a:moveTo>
                    <a:pt x="114" y="0"/>
                  </a:moveTo>
                  <a:cubicBezTo>
                    <a:pt x="114" y="262"/>
                    <a:pt x="114" y="262"/>
                    <a:pt x="114" y="262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5" y="61"/>
                    <a:pt x="114" y="0"/>
                  </a:cubicBezTo>
                  <a:close/>
                </a:path>
              </a:pathLst>
            </a:custGeom>
            <a:solidFill>
              <a:srgbClr val="0099B4">
                <a:alpha val="3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b" anchorCtr="0" compatLnSpc="1"/>
            <a:lstStyle/>
            <a:p>
              <a:pPr algn="r"/>
              <a:r>
                <a:rPr lang="en-US" sz="2500" b="1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Nexa Rust Slab Black 03" charset="0"/>
                  <a:sym typeface="字魂105号-简雅黑" panose="00000500000000000000" pitchFamily="2" charset="-122"/>
                </a:rPr>
                <a:t>b.</a:t>
              </a:r>
              <a:endParaRPr lang="en-US" sz="25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41" name="Rectangle 21"/>
            <p:cNvSpPr>
              <a:spLocks noChangeArrowheads="1"/>
            </p:cNvSpPr>
            <p:nvPr/>
          </p:nvSpPr>
          <p:spPr bwMode="auto">
            <a:xfrm>
              <a:off x="4679861" y="971250"/>
              <a:ext cx="26742" cy="2922496"/>
            </a:xfrm>
            <a:prstGeom prst="rect">
              <a:avLst/>
            </a:prstGeom>
            <a:solidFill>
              <a:srgbClr val="007A8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42" name="Freeform 22"/>
            <p:cNvSpPr/>
            <p:nvPr/>
          </p:nvSpPr>
          <p:spPr bwMode="auto">
            <a:xfrm>
              <a:off x="3274007" y="3740936"/>
              <a:ext cx="2826990" cy="653264"/>
            </a:xfrm>
            <a:custGeom>
              <a:avLst/>
              <a:gdLst>
                <a:gd name="T0" fmla="*/ 666 w 740"/>
                <a:gd name="T1" fmla="*/ 171 h 171"/>
                <a:gd name="T2" fmla="*/ 74 w 740"/>
                <a:gd name="T3" fmla="*/ 171 h 171"/>
                <a:gd name="T4" fmla="*/ 0 w 740"/>
                <a:gd name="T5" fmla="*/ 0 h 171"/>
                <a:gd name="T6" fmla="*/ 740 w 740"/>
                <a:gd name="T7" fmla="*/ 0 h 171"/>
                <a:gd name="T8" fmla="*/ 666 w 740"/>
                <a:gd name="T9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0" h="171">
                  <a:moveTo>
                    <a:pt x="666" y="171"/>
                  </a:moveTo>
                  <a:lnTo>
                    <a:pt x="74" y="171"/>
                  </a:lnTo>
                  <a:lnTo>
                    <a:pt x="0" y="0"/>
                  </a:lnTo>
                  <a:lnTo>
                    <a:pt x="740" y="0"/>
                  </a:lnTo>
                  <a:lnTo>
                    <a:pt x="666" y="171"/>
                  </a:ln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r>
                <a:rPr lang="en-US" b="1" dirty="0" smtClean="0">
                  <a:solidFill>
                    <a:srgbClr val="FFFFFF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Nexa Rust Slab Black 03" charset="0"/>
                  <a:sym typeface="字魂105号-简雅黑" panose="00000500000000000000" pitchFamily="2" charset="-122"/>
                </a:rPr>
                <a:t>60%</a:t>
              </a:r>
              <a:endParaRPr lang="en-US" b="1" dirty="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43" name="Freeform 38"/>
            <p:cNvSpPr>
              <a:spLocks noEditPoints="1"/>
            </p:cNvSpPr>
            <p:nvPr/>
          </p:nvSpPr>
          <p:spPr bwMode="auto">
            <a:xfrm>
              <a:off x="3468894" y="3752078"/>
              <a:ext cx="2619006" cy="641323"/>
            </a:xfrm>
            <a:custGeom>
              <a:avLst/>
              <a:gdLst>
                <a:gd name="T0" fmla="*/ 1499 w 1499"/>
                <a:gd name="T1" fmla="*/ 0 h 369"/>
                <a:gd name="T2" fmla="*/ 1495 w 1499"/>
                <a:gd name="T3" fmla="*/ 0 h 369"/>
                <a:gd name="T4" fmla="*/ 1260 w 1499"/>
                <a:gd name="T5" fmla="*/ 245 h 369"/>
                <a:gd name="T6" fmla="*/ 667 w 1499"/>
                <a:gd name="T7" fmla="*/ 288 h 369"/>
                <a:gd name="T8" fmla="*/ 135 w 1499"/>
                <a:gd name="T9" fmla="*/ 279 h 369"/>
                <a:gd name="T10" fmla="*/ 0 w 1499"/>
                <a:gd name="T11" fmla="*/ 239 h 369"/>
                <a:gd name="T12" fmla="*/ 56 w 1499"/>
                <a:gd name="T13" fmla="*/ 369 h 369"/>
                <a:gd name="T14" fmla="*/ 1343 w 1499"/>
                <a:gd name="T15" fmla="*/ 369 h 369"/>
                <a:gd name="T16" fmla="*/ 1499 w 1499"/>
                <a:gd name="T17" fmla="*/ 0 h 369"/>
                <a:gd name="T18" fmla="*/ 1499 w 1499"/>
                <a:gd name="T19" fmla="*/ 0 h 369"/>
                <a:gd name="T20" fmla="*/ 1499 w 1499"/>
                <a:gd name="T21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99" h="369">
                  <a:moveTo>
                    <a:pt x="1499" y="0"/>
                  </a:moveTo>
                  <a:cubicBezTo>
                    <a:pt x="1495" y="0"/>
                    <a:pt x="1495" y="0"/>
                    <a:pt x="1495" y="0"/>
                  </a:cubicBezTo>
                  <a:cubicBezTo>
                    <a:pt x="1440" y="70"/>
                    <a:pt x="1332" y="202"/>
                    <a:pt x="1260" y="245"/>
                  </a:cubicBezTo>
                  <a:cubicBezTo>
                    <a:pt x="1201" y="279"/>
                    <a:pt x="930" y="288"/>
                    <a:pt x="667" y="288"/>
                  </a:cubicBezTo>
                  <a:cubicBezTo>
                    <a:pt x="429" y="288"/>
                    <a:pt x="197" y="281"/>
                    <a:pt x="135" y="279"/>
                  </a:cubicBezTo>
                  <a:cubicBezTo>
                    <a:pt x="77" y="278"/>
                    <a:pt x="32" y="259"/>
                    <a:pt x="0" y="239"/>
                  </a:cubicBezTo>
                  <a:cubicBezTo>
                    <a:pt x="56" y="369"/>
                    <a:pt x="56" y="369"/>
                    <a:pt x="56" y="369"/>
                  </a:cubicBezTo>
                  <a:cubicBezTo>
                    <a:pt x="1343" y="369"/>
                    <a:pt x="1343" y="369"/>
                    <a:pt x="1343" y="369"/>
                  </a:cubicBezTo>
                  <a:cubicBezTo>
                    <a:pt x="1499" y="0"/>
                    <a:pt x="1499" y="0"/>
                    <a:pt x="1499" y="0"/>
                  </a:cubicBezTo>
                  <a:moveTo>
                    <a:pt x="1499" y="0"/>
                  </a:moveTo>
                  <a:cubicBezTo>
                    <a:pt x="1499" y="0"/>
                    <a:pt x="1499" y="0"/>
                    <a:pt x="1499" y="0"/>
                  </a:cubicBezTo>
                </a:path>
              </a:pathLst>
            </a:custGeom>
            <a:solidFill>
              <a:srgbClr val="007A8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44" name="Group 34"/>
          <p:cNvGrpSpPr/>
          <p:nvPr/>
        </p:nvGrpSpPr>
        <p:grpSpPr>
          <a:xfrm>
            <a:off x="9650820" y="1077606"/>
            <a:ext cx="2826399" cy="3511845"/>
            <a:chOff x="3274007" y="971250"/>
            <a:chExt cx="2826990" cy="3512772"/>
          </a:xfrm>
        </p:grpSpPr>
        <p:sp>
          <p:nvSpPr>
            <p:cNvPr id="45" name="Oval 60"/>
            <p:cNvSpPr>
              <a:spLocks noChangeArrowheads="1"/>
            </p:cNvSpPr>
            <p:nvPr/>
          </p:nvSpPr>
          <p:spPr bwMode="auto">
            <a:xfrm>
              <a:off x="3274007" y="4325064"/>
              <a:ext cx="2763631" cy="158958"/>
            </a:xfrm>
            <a:prstGeom prst="ellipse">
              <a:avLst/>
            </a:prstGeom>
            <a:solidFill>
              <a:srgbClr val="007A8E">
                <a:alpha val="1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46" name="Freeform 16"/>
            <p:cNvSpPr/>
            <p:nvPr/>
          </p:nvSpPr>
          <p:spPr bwMode="auto">
            <a:xfrm>
              <a:off x="4723575" y="1043396"/>
              <a:ext cx="874840" cy="2697101"/>
            </a:xfrm>
            <a:custGeom>
              <a:avLst/>
              <a:gdLst>
                <a:gd name="T0" fmla="*/ 0 w 229"/>
                <a:gd name="T1" fmla="*/ 0 h 706"/>
                <a:gd name="T2" fmla="*/ 0 w 229"/>
                <a:gd name="T3" fmla="*/ 706 h 706"/>
                <a:gd name="T4" fmla="*/ 229 w 229"/>
                <a:gd name="T5" fmla="*/ 706 h 706"/>
                <a:gd name="T6" fmla="*/ 0 w 229"/>
                <a:gd name="T7" fmla="*/ 0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9" h="706">
                  <a:moveTo>
                    <a:pt x="0" y="0"/>
                  </a:moveTo>
                  <a:lnTo>
                    <a:pt x="0" y="706"/>
                  </a:lnTo>
                  <a:lnTo>
                    <a:pt x="229" y="7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B4">
                <a:alpha val="2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50" name="Freeform 20"/>
            <p:cNvSpPr/>
            <p:nvPr/>
          </p:nvSpPr>
          <p:spPr bwMode="auto">
            <a:xfrm>
              <a:off x="3659853" y="986531"/>
              <a:ext cx="1035290" cy="2383840"/>
            </a:xfrm>
            <a:custGeom>
              <a:avLst/>
              <a:gdLst>
                <a:gd name="T0" fmla="*/ 114 w 114"/>
                <a:gd name="T1" fmla="*/ 0 h 262"/>
                <a:gd name="T2" fmla="*/ 114 w 114"/>
                <a:gd name="T3" fmla="*/ 262 h 262"/>
                <a:gd name="T4" fmla="*/ 0 w 114"/>
                <a:gd name="T5" fmla="*/ 262 h 262"/>
                <a:gd name="T6" fmla="*/ 114 w 114"/>
                <a:gd name="T7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262">
                  <a:moveTo>
                    <a:pt x="114" y="0"/>
                  </a:moveTo>
                  <a:cubicBezTo>
                    <a:pt x="114" y="262"/>
                    <a:pt x="114" y="262"/>
                    <a:pt x="114" y="262"/>
                  </a:cubicBezTo>
                  <a:cubicBezTo>
                    <a:pt x="0" y="262"/>
                    <a:pt x="0" y="262"/>
                    <a:pt x="0" y="262"/>
                  </a:cubicBezTo>
                  <a:cubicBezTo>
                    <a:pt x="0" y="262"/>
                    <a:pt x="5" y="61"/>
                    <a:pt x="114" y="0"/>
                  </a:cubicBezTo>
                  <a:close/>
                </a:path>
              </a:pathLst>
            </a:custGeom>
            <a:solidFill>
              <a:srgbClr val="0099B4">
                <a:alpha val="3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b" anchorCtr="0" compatLnSpc="1"/>
            <a:lstStyle/>
            <a:p>
              <a:pPr algn="r"/>
              <a:r>
                <a:rPr lang="en-US" sz="3800" b="1" dirty="0">
                  <a:solidFill>
                    <a:srgbClr val="0099B4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Nexa Rust Slab Black 03" charset="0"/>
                  <a:sym typeface="字魂105号-简雅黑" panose="00000500000000000000" pitchFamily="2" charset="-122"/>
                </a:rPr>
                <a:t>d.</a:t>
              </a:r>
              <a:endParaRPr lang="en-US" sz="38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53" name="Rectangle 21"/>
            <p:cNvSpPr>
              <a:spLocks noChangeArrowheads="1"/>
            </p:cNvSpPr>
            <p:nvPr/>
          </p:nvSpPr>
          <p:spPr bwMode="auto">
            <a:xfrm>
              <a:off x="4679861" y="971250"/>
              <a:ext cx="26742" cy="2922496"/>
            </a:xfrm>
            <a:prstGeom prst="rect">
              <a:avLst/>
            </a:prstGeom>
            <a:solidFill>
              <a:srgbClr val="007A8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54" name="Freeform 22"/>
            <p:cNvSpPr/>
            <p:nvPr/>
          </p:nvSpPr>
          <p:spPr bwMode="auto">
            <a:xfrm>
              <a:off x="3274007" y="3740936"/>
              <a:ext cx="2826990" cy="653264"/>
            </a:xfrm>
            <a:custGeom>
              <a:avLst/>
              <a:gdLst>
                <a:gd name="T0" fmla="*/ 666 w 740"/>
                <a:gd name="T1" fmla="*/ 171 h 171"/>
                <a:gd name="T2" fmla="*/ 74 w 740"/>
                <a:gd name="T3" fmla="*/ 171 h 171"/>
                <a:gd name="T4" fmla="*/ 0 w 740"/>
                <a:gd name="T5" fmla="*/ 0 h 171"/>
                <a:gd name="T6" fmla="*/ 740 w 740"/>
                <a:gd name="T7" fmla="*/ 0 h 171"/>
                <a:gd name="T8" fmla="*/ 666 w 740"/>
                <a:gd name="T9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0" h="171">
                  <a:moveTo>
                    <a:pt x="666" y="171"/>
                  </a:moveTo>
                  <a:lnTo>
                    <a:pt x="74" y="171"/>
                  </a:lnTo>
                  <a:lnTo>
                    <a:pt x="0" y="0"/>
                  </a:lnTo>
                  <a:lnTo>
                    <a:pt x="740" y="0"/>
                  </a:lnTo>
                  <a:lnTo>
                    <a:pt x="666" y="171"/>
                  </a:ln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Nexa Rust Slab Black 03" charset="0"/>
                  <a:sym typeface="字魂105号-简雅黑" panose="00000500000000000000" pitchFamily="2" charset="-122"/>
                </a:rPr>
                <a:t>90%</a:t>
              </a:r>
              <a:endParaRPr lang="en-US" sz="3000" b="1" dirty="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  <p:sp>
          <p:nvSpPr>
            <p:cNvPr id="55" name="Freeform 38"/>
            <p:cNvSpPr>
              <a:spLocks noEditPoints="1"/>
            </p:cNvSpPr>
            <p:nvPr/>
          </p:nvSpPr>
          <p:spPr bwMode="auto">
            <a:xfrm>
              <a:off x="3468894" y="3752078"/>
              <a:ext cx="2619006" cy="641323"/>
            </a:xfrm>
            <a:custGeom>
              <a:avLst/>
              <a:gdLst>
                <a:gd name="T0" fmla="*/ 1499 w 1499"/>
                <a:gd name="T1" fmla="*/ 0 h 369"/>
                <a:gd name="T2" fmla="*/ 1495 w 1499"/>
                <a:gd name="T3" fmla="*/ 0 h 369"/>
                <a:gd name="T4" fmla="*/ 1260 w 1499"/>
                <a:gd name="T5" fmla="*/ 245 h 369"/>
                <a:gd name="T6" fmla="*/ 667 w 1499"/>
                <a:gd name="T7" fmla="*/ 288 h 369"/>
                <a:gd name="T8" fmla="*/ 135 w 1499"/>
                <a:gd name="T9" fmla="*/ 279 h 369"/>
                <a:gd name="T10" fmla="*/ 0 w 1499"/>
                <a:gd name="T11" fmla="*/ 239 h 369"/>
                <a:gd name="T12" fmla="*/ 56 w 1499"/>
                <a:gd name="T13" fmla="*/ 369 h 369"/>
                <a:gd name="T14" fmla="*/ 1343 w 1499"/>
                <a:gd name="T15" fmla="*/ 369 h 369"/>
                <a:gd name="T16" fmla="*/ 1499 w 1499"/>
                <a:gd name="T17" fmla="*/ 0 h 369"/>
                <a:gd name="T18" fmla="*/ 1499 w 1499"/>
                <a:gd name="T19" fmla="*/ 0 h 369"/>
                <a:gd name="T20" fmla="*/ 1499 w 1499"/>
                <a:gd name="T21" fmla="*/ 0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99" h="369">
                  <a:moveTo>
                    <a:pt x="1499" y="0"/>
                  </a:moveTo>
                  <a:cubicBezTo>
                    <a:pt x="1495" y="0"/>
                    <a:pt x="1495" y="0"/>
                    <a:pt x="1495" y="0"/>
                  </a:cubicBezTo>
                  <a:cubicBezTo>
                    <a:pt x="1440" y="70"/>
                    <a:pt x="1332" y="202"/>
                    <a:pt x="1260" y="245"/>
                  </a:cubicBezTo>
                  <a:cubicBezTo>
                    <a:pt x="1201" y="279"/>
                    <a:pt x="930" y="288"/>
                    <a:pt x="667" y="288"/>
                  </a:cubicBezTo>
                  <a:cubicBezTo>
                    <a:pt x="429" y="288"/>
                    <a:pt x="197" y="281"/>
                    <a:pt x="135" y="279"/>
                  </a:cubicBezTo>
                  <a:cubicBezTo>
                    <a:pt x="77" y="278"/>
                    <a:pt x="32" y="259"/>
                    <a:pt x="0" y="239"/>
                  </a:cubicBezTo>
                  <a:cubicBezTo>
                    <a:pt x="56" y="369"/>
                    <a:pt x="56" y="369"/>
                    <a:pt x="56" y="369"/>
                  </a:cubicBezTo>
                  <a:cubicBezTo>
                    <a:pt x="1343" y="369"/>
                    <a:pt x="1343" y="369"/>
                    <a:pt x="1343" y="369"/>
                  </a:cubicBezTo>
                  <a:cubicBezTo>
                    <a:pt x="1499" y="0"/>
                    <a:pt x="1499" y="0"/>
                    <a:pt x="1499" y="0"/>
                  </a:cubicBezTo>
                  <a:moveTo>
                    <a:pt x="1499" y="0"/>
                  </a:moveTo>
                  <a:cubicBezTo>
                    <a:pt x="1499" y="0"/>
                    <a:pt x="1499" y="0"/>
                    <a:pt x="1499" y="0"/>
                  </a:cubicBezTo>
                </a:path>
              </a:pathLst>
            </a:custGeom>
            <a:solidFill>
              <a:srgbClr val="007A8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1" dirty="0">
                <a:latin typeface="字魂105号-简雅黑" panose="00000500000000000000" pitchFamily="2" charset="-122"/>
                <a:ea typeface="字魂105号-简雅黑" panose="00000500000000000000" pitchFamily="2" charset="-122"/>
                <a:cs typeface="Nexa Rust Slab Black 03" charset="0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56" name="Rectangle 41"/>
          <p:cNvSpPr/>
          <p:nvPr/>
        </p:nvSpPr>
        <p:spPr>
          <a:xfrm>
            <a:off x="1212215" y="5310647"/>
            <a:ext cx="2631825" cy="1113036"/>
          </a:xfrm>
          <a:prstGeom prst="rect">
            <a:avLst/>
          </a:prstGeom>
        </p:spPr>
        <p:txBody>
          <a:bodyPr wrap="square" lIns="96433" tIns="48216" rIns="96433" bIns="482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algn="ct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7" name="Rectangle 42"/>
          <p:cNvSpPr/>
          <p:nvPr/>
        </p:nvSpPr>
        <p:spPr>
          <a:xfrm>
            <a:off x="3977254" y="3723679"/>
            <a:ext cx="2631825" cy="1113036"/>
          </a:xfrm>
          <a:prstGeom prst="rect">
            <a:avLst/>
          </a:prstGeom>
        </p:spPr>
        <p:txBody>
          <a:bodyPr wrap="square" lIns="96433" tIns="48216" rIns="96433" bIns="482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algn="ct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8" name="Rectangle 43"/>
          <p:cNvSpPr/>
          <p:nvPr/>
        </p:nvSpPr>
        <p:spPr>
          <a:xfrm>
            <a:off x="6551436" y="4037802"/>
            <a:ext cx="2631825" cy="1113036"/>
          </a:xfrm>
          <a:prstGeom prst="rect">
            <a:avLst/>
          </a:prstGeom>
        </p:spPr>
        <p:txBody>
          <a:bodyPr wrap="square" lIns="96433" tIns="48216" rIns="96433" bIns="482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algn="ct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9" name="Rectangle 44"/>
          <p:cNvSpPr/>
          <p:nvPr/>
        </p:nvSpPr>
        <p:spPr>
          <a:xfrm>
            <a:off x="9640193" y="4754795"/>
            <a:ext cx="2631825" cy="1113036"/>
          </a:xfrm>
          <a:prstGeom prst="rect">
            <a:avLst/>
          </a:prstGeom>
        </p:spPr>
        <p:txBody>
          <a:bodyPr wrap="square" lIns="96433" tIns="48216" rIns="96433" bIns="482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en-US" altLang="zh-CN" sz="16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algn="ct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32000" decel="68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32000" decel="6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accel="32000" decel="6800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accel="32000" decel="6800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54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23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24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 p14:presetBounceEnd="54000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27" dur="1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28" dur="1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 p14:presetBounceEnd="54000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31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32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54000">
                                      <p:stCondLst>
                                        <p:cond delay="27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4000">
                                          <p:cBhvr additive="base">
                                            <p:cTn id="35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4000">
                                          <p:cBhvr additive="base">
                                            <p:cTn id="36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6" grpId="0"/>
          <p:bldP spid="57" grpId="0"/>
          <p:bldP spid="58" grpId="0"/>
          <p:bldP spid="59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32000" decel="68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32000" decel="6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accel="32000" decel="6800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accel="32000" decel="6800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0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27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10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6" grpId="0"/>
          <p:bldP spid="57" grpId="0"/>
          <p:bldP spid="58" grpId="0"/>
          <p:bldP spid="59" grpId="0"/>
        </p:bldLst>
      </p:timing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 rot="10800000">
            <a:off x="0" y="554202"/>
            <a:ext cx="1535620" cy="175334"/>
            <a:chOff x="5444484" y="3443844"/>
            <a:chExt cx="1455995" cy="166252"/>
          </a:xfrm>
        </p:grpSpPr>
        <p:sp>
          <p:nvSpPr>
            <p:cNvPr id="37" name="任意多边形 36"/>
            <p:cNvSpPr/>
            <p:nvPr/>
          </p:nvSpPr>
          <p:spPr>
            <a:xfrm flipV="1">
              <a:off x="5545778" y="3443844"/>
              <a:ext cx="1354701" cy="81975"/>
            </a:xfrm>
            <a:custGeom>
              <a:avLst/>
              <a:gdLst>
                <a:gd name="connsiteX0" fmla="*/ 0 w 7267699"/>
                <a:gd name="connsiteY0" fmla="*/ 0 h 0"/>
                <a:gd name="connsiteX1" fmla="*/ 7267699 w 726769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67699">
                  <a:moveTo>
                    <a:pt x="0" y="0"/>
                  </a:moveTo>
                  <a:lnTo>
                    <a:pt x="7267699" y="0"/>
                  </a:lnTo>
                </a:path>
              </a:pathLst>
            </a:custGeom>
            <a:noFill/>
            <a:ln>
              <a:solidFill>
                <a:srgbClr val="0099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444484" y="3443844"/>
              <a:ext cx="166252" cy="166252"/>
            </a:xfrm>
            <a:prstGeom prst="ellipse">
              <a:avLst/>
            </a:prstGeom>
            <a:solidFill>
              <a:srgbClr val="0099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1535620" y="333508"/>
            <a:ext cx="2791629" cy="616721"/>
          </a:xfrm>
          <a:prstGeom prst="rect">
            <a:avLst/>
          </a:prstGeom>
        </p:spPr>
        <p:txBody>
          <a:bodyPr wrap="none" lIns="96433" tIns="48216" rIns="96433" bIns="48216">
            <a:spAutoFit/>
          </a:bodyPr>
          <a:lstStyle/>
          <a:p>
            <a:r>
              <a:rPr lang="zh-CN" altLang="en-US" sz="3400" b="1" dirty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添加您的标题</a:t>
            </a:r>
            <a:endParaRPr lang="zh-CN" altLang="en-US" sz="3400" b="1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0" y="362842"/>
            <a:ext cx="654696" cy="589581"/>
            <a:chOff x="445380" y="344047"/>
            <a:chExt cx="620748" cy="559040"/>
          </a:xfrm>
          <a:solidFill>
            <a:srgbClr val="F68808"/>
          </a:solidFill>
        </p:grpSpPr>
        <p:sp>
          <p:nvSpPr>
            <p:cNvPr id="51" name="矩形 50"/>
            <p:cNvSpPr/>
            <p:nvPr/>
          </p:nvSpPr>
          <p:spPr>
            <a:xfrm>
              <a:off x="445380" y="344047"/>
              <a:ext cx="529144" cy="5291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53311" y="377787"/>
              <a:ext cx="612817" cy="52530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altLang="zh-CN" sz="3000" dirty="0" smtClean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Gisha" panose="020B0502040204020203" pitchFamily="34" charset="-79"/>
                  <a:sym typeface="字魂105号-简雅黑" panose="00000500000000000000" pitchFamily="2" charset="-122"/>
                </a:rPr>
                <a:t>04</a:t>
              </a:r>
              <a:endParaRPr lang="zh-CN" altLang="en-US" sz="30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9" name="Group 5"/>
          <p:cNvGrpSpPr/>
          <p:nvPr/>
        </p:nvGrpSpPr>
        <p:grpSpPr>
          <a:xfrm>
            <a:off x="1314740" y="4472146"/>
            <a:ext cx="3698658" cy="1902743"/>
            <a:chOff x="1246568" y="4240489"/>
            <a:chExt cx="3506876" cy="1804181"/>
          </a:xfrm>
        </p:grpSpPr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2933476" y="4535925"/>
              <a:ext cx="134186" cy="18380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1247696" y="4718598"/>
              <a:ext cx="3505747" cy="6201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2537684" y="4718598"/>
              <a:ext cx="64274" cy="132607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1246568" y="4718598"/>
              <a:ext cx="64274" cy="62244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4" name="Rectangle 58"/>
            <p:cNvSpPr>
              <a:spLocks noChangeArrowheads="1"/>
            </p:cNvSpPr>
            <p:nvPr/>
          </p:nvSpPr>
          <p:spPr bwMode="auto">
            <a:xfrm>
              <a:off x="2967305" y="4718598"/>
              <a:ext cx="65401" cy="92238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5" name="Rectangle 71"/>
            <p:cNvSpPr>
              <a:spLocks noChangeArrowheads="1"/>
            </p:cNvSpPr>
            <p:nvPr/>
          </p:nvSpPr>
          <p:spPr bwMode="auto">
            <a:xfrm>
              <a:off x="2106937" y="4718598"/>
              <a:ext cx="65401" cy="62244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Rectangle 152"/>
            <p:cNvSpPr>
              <a:spLocks noChangeArrowheads="1"/>
            </p:cNvSpPr>
            <p:nvPr/>
          </p:nvSpPr>
          <p:spPr bwMode="auto">
            <a:xfrm>
              <a:off x="1677317" y="4718598"/>
              <a:ext cx="64274" cy="92238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7" name="Rectangle 169"/>
            <p:cNvSpPr>
              <a:spLocks noChangeArrowheads="1"/>
            </p:cNvSpPr>
            <p:nvPr/>
          </p:nvSpPr>
          <p:spPr bwMode="auto">
            <a:xfrm>
              <a:off x="3398052" y="4718598"/>
              <a:ext cx="64274" cy="132607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8" name="Rectangle 188"/>
            <p:cNvSpPr>
              <a:spLocks noChangeArrowheads="1"/>
            </p:cNvSpPr>
            <p:nvPr/>
          </p:nvSpPr>
          <p:spPr bwMode="auto">
            <a:xfrm>
              <a:off x="4258421" y="4718598"/>
              <a:ext cx="65401" cy="92238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9" name="Rectangle 193"/>
            <p:cNvSpPr>
              <a:spLocks noChangeArrowheads="1"/>
            </p:cNvSpPr>
            <p:nvPr/>
          </p:nvSpPr>
          <p:spPr bwMode="auto">
            <a:xfrm>
              <a:off x="3829364" y="4718598"/>
              <a:ext cx="64274" cy="62244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Rectangle 225"/>
            <p:cNvSpPr>
              <a:spLocks noChangeArrowheads="1"/>
            </p:cNvSpPr>
            <p:nvPr/>
          </p:nvSpPr>
          <p:spPr bwMode="auto">
            <a:xfrm>
              <a:off x="4689170" y="4718597"/>
              <a:ext cx="64274" cy="48374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1" name="Rectangle 230"/>
            <p:cNvSpPr>
              <a:spLocks noChangeArrowheads="1"/>
            </p:cNvSpPr>
            <p:nvPr/>
          </p:nvSpPr>
          <p:spPr bwMode="auto">
            <a:xfrm>
              <a:off x="2933476" y="4240489"/>
              <a:ext cx="134186" cy="29543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2" name="Group 4"/>
          <p:cNvGrpSpPr/>
          <p:nvPr/>
        </p:nvGrpSpPr>
        <p:grpSpPr>
          <a:xfrm>
            <a:off x="2188861" y="1670359"/>
            <a:ext cx="1952796" cy="2970656"/>
            <a:chOff x="2075364" y="1583834"/>
            <a:chExt cx="1851540" cy="2816777"/>
          </a:xfrm>
        </p:grpSpPr>
        <p:sp>
          <p:nvSpPr>
            <p:cNvPr id="23" name="Freeform 231"/>
            <p:cNvSpPr/>
            <p:nvPr/>
          </p:nvSpPr>
          <p:spPr bwMode="auto">
            <a:xfrm>
              <a:off x="2075364" y="2416012"/>
              <a:ext cx="1851540" cy="1338477"/>
            </a:xfrm>
            <a:custGeom>
              <a:avLst/>
              <a:gdLst>
                <a:gd name="T0" fmla="*/ 1518 w 1519"/>
                <a:gd name="T1" fmla="*/ 0 h 1099"/>
                <a:gd name="T2" fmla="*/ 759 w 1519"/>
                <a:gd name="T3" fmla="*/ 85 h 1099"/>
                <a:gd name="T4" fmla="*/ 0 w 1519"/>
                <a:gd name="T5" fmla="*/ 0 h 1099"/>
                <a:gd name="T6" fmla="*/ 210 w 1519"/>
                <a:gd name="T7" fmla="*/ 568 h 1099"/>
                <a:gd name="T8" fmla="*/ 275 w 1519"/>
                <a:gd name="T9" fmla="*/ 684 h 1099"/>
                <a:gd name="T10" fmla="*/ 323 w 1519"/>
                <a:gd name="T11" fmla="*/ 830 h 1099"/>
                <a:gd name="T12" fmla="*/ 391 w 1519"/>
                <a:gd name="T13" fmla="*/ 1074 h 1099"/>
                <a:gd name="T14" fmla="*/ 412 w 1519"/>
                <a:gd name="T15" fmla="*/ 1099 h 1099"/>
                <a:gd name="T16" fmla="*/ 1122 w 1519"/>
                <a:gd name="T17" fmla="*/ 1099 h 1099"/>
                <a:gd name="T18" fmla="*/ 1188 w 1519"/>
                <a:gd name="T19" fmla="*/ 866 h 1099"/>
                <a:gd name="T20" fmla="*/ 1307 w 1519"/>
                <a:gd name="T21" fmla="*/ 581 h 1099"/>
                <a:gd name="T22" fmla="*/ 1483 w 1519"/>
                <a:gd name="T23" fmla="*/ 236 h 1099"/>
                <a:gd name="T24" fmla="*/ 1518 w 1519"/>
                <a:gd name="T25" fmla="*/ 0 h 1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19" h="1099">
                  <a:moveTo>
                    <a:pt x="1518" y="0"/>
                  </a:moveTo>
                  <a:cubicBezTo>
                    <a:pt x="1515" y="47"/>
                    <a:pt x="1176" y="85"/>
                    <a:pt x="759" y="85"/>
                  </a:cubicBezTo>
                  <a:cubicBezTo>
                    <a:pt x="341" y="85"/>
                    <a:pt x="2" y="47"/>
                    <a:pt x="0" y="0"/>
                  </a:cubicBezTo>
                  <a:cubicBezTo>
                    <a:pt x="6" y="295"/>
                    <a:pt x="210" y="568"/>
                    <a:pt x="210" y="568"/>
                  </a:cubicBezTo>
                  <a:cubicBezTo>
                    <a:pt x="275" y="684"/>
                    <a:pt x="275" y="684"/>
                    <a:pt x="275" y="684"/>
                  </a:cubicBezTo>
                  <a:cubicBezTo>
                    <a:pt x="299" y="727"/>
                    <a:pt x="312" y="782"/>
                    <a:pt x="323" y="830"/>
                  </a:cubicBezTo>
                  <a:cubicBezTo>
                    <a:pt x="343" y="910"/>
                    <a:pt x="344" y="1003"/>
                    <a:pt x="391" y="1074"/>
                  </a:cubicBezTo>
                  <a:cubicBezTo>
                    <a:pt x="397" y="1083"/>
                    <a:pt x="404" y="1092"/>
                    <a:pt x="412" y="1099"/>
                  </a:cubicBezTo>
                  <a:cubicBezTo>
                    <a:pt x="1122" y="1099"/>
                    <a:pt x="1122" y="1099"/>
                    <a:pt x="1122" y="1099"/>
                  </a:cubicBezTo>
                  <a:cubicBezTo>
                    <a:pt x="1177" y="1028"/>
                    <a:pt x="1174" y="955"/>
                    <a:pt x="1188" y="866"/>
                  </a:cubicBezTo>
                  <a:cubicBezTo>
                    <a:pt x="1205" y="764"/>
                    <a:pt x="1255" y="671"/>
                    <a:pt x="1307" y="581"/>
                  </a:cubicBezTo>
                  <a:cubicBezTo>
                    <a:pt x="1323" y="555"/>
                    <a:pt x="1454" y="310"/>
                    <a:pt x="1483" y="236"/>
                  </a:cubicBezTo>
                  <a:cubicBezTo>
                    <a:pt x="1495" y="207"/>
                    <a:pt x="1519" y="117"/>
                    <a:pt x="1518" y="0"/>
                  </a:cubicBezTo>
                  <a:close/>
                </a:path>
              </a:pathLst>
            </a:custGeom>
            <a:solidFill>
              <a:srgbClr val="D779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4" name="Oval 232"/>
            <p:cNvSpPr>
              <a:spLocks noChangeArrowheads="1"/>
            </p:cNvSpPr>
            <p:nvPr/>
          </p:nvSpPr>
          <p:spPr bwMode="auto">
            <a:xfrm>
              <a:off x="2075364" y="2311144"/>
              <a:ext cx="1850412" cy="208608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5" name="Oval 233"/>
            <p:cNvSpPr>
              <a:spLocks noChangeArrowheads="1"/>
            </p:cNvSpPr>
            <p:nvPr/>
          </p:nvSpPr>
          <p:spPr bwMode="auto">
            <a:xfrm>
              <a:off x="2190380" y="2355121"/>
              <a:ext cx="1621507" cy="121782"/>
            </a:xfrm>
            <a:prstGeom prst="ellipse">
              <a:avLst/>
            </a:prstGeom>
            <a:solidFill>
              <a:srgbClr val="D779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6" name="Freeform 234"/>
            <p:cNvSpPr/>
            <p:nvPr/>
          </p:nvSpPr>
          <p:spPr bwMode="auto">
            <a:xfrm>
              <a:off x="2678637" y="2921182"/>
              <a:ext cx="643867" cy="833305"/>
            </a:xfrm>
            <a:custGeom>
              <a:avLst/>
              <a:gdLst>
                <a:gd name="T0" fmla="*/ 98 w 528"/>
                <a:gd name="T1" fmla="*/ 684 h 684"/>
                <a:gd name="T2" fmla="*/ 42 w 528"/>
                <a:gd name="T3" fmla="*/ 71 h 684"/>
                <a:gd name="T4" fmla="*/ 100 w 528"/>
                <a:gd name="T5" fmla="*/ 139 h 684"/>
                <a:gd name="T6" fmla="*/ 116 w 528"/>
                <a:gd name="T7" fmla="*/ 146 h 684"/>
                <a:gd name="T8" fmla="*/ 131 w 528"/>
                <a:gd name="T9" fmla="*/ 138 h 684"/>
                <a:gd name="T10" fmla="*/ 193 w 528"/>
                <a:gd name="T11" fmla="*/ 48 h 684"/>
                <a:gd name="T12" fmla="*/ 257 w 528"/>
                <a:gd name="T13" fmla="*/ 143 h 684"/>
                <a:gd name="T14" fmla="*/ 274 w 528"/>
                <a:gd name="T15" fmla="*/ 151 h 684"/>
                <a:gd name="T16" fmla="*/ 290 w 528"/>
                <a:gd name="T17" fmla="*/ 143 h 684"/>
                <a:gd name="T18" fmla="*/ 354 w 528"/>
                <a:gd name="T19" fmla="*/ 51 h 684"/>
                <a:gd name="T20" fmla="*/ 400 w 528"/>
                <a:gd name="T21" fmla="*/ 136 h 684"/>
                <a:gd name="T22" fmla="*/ 415 w 528"/>
                <a:gd name="T23" fmla="*/ 145 h 684"/>
                <a:gd name="T24" fmla="*/ 432 w 528"/>
                <a:gd name="T25" fmla="*/ 138 h 684"/>
                <a:gd name="T26" fmla="*/ 485 w 528"/>
                <a:gd name="T27" fmla="*/ 74 h 684"/>
                <a:gd name="T28" fmla="*/ 423 w 528"/>
                <a:gd name="T29" fmla="*/ 684 h 684"/>
                <a:gd name="T30" fmla="*/ 460 w 528"/>
                <a:gd name="T31" fmla="*/ 684 h 684"/>
                <a:gd name="T32" fmla="*/ 527 w 528"/>
                <a:gd name="T33" fmla="*/ 19 h 684"/>
                <a:gd name="T34" fmla="*/ 515 w 528"/>
                <a:gd name="T35" fmla="*/ 3 h 684"/>
                <a:gd name="T36" fmla="*/ 494 w 528"/>
                <a:gd name="T37" fmla="*/ 9 h 684"/>
                <a:gd name="T38" fmla="*/ 420 w 528"/>
                <a:gd name="T39" fmla="*/ 98 h 684"/>
                <a:gd name="T40" fmla="*/ 373 w 528"/>
                <a:gd name="T41" fmla="*/ 11 h 684"/>
                <a:gd name="T42" fmla="*/ 358 w 528"/>
                <a:gd name="T43" fmla="*/ 2 h 684"/>
                <a:gd name="T44" fmla="*/ 341 w 528"/>
                <a:gd name="T45" fmla="*/ 10 h 684"/>
                <a:gd name="T46" fmla="*/ 274 w 528"/>
                <a:gd name="T47" fmla="*/ 105 h 684"/>
                <a:gd name="T48" fmla="*/ 210 w 528"/>
                <a:gd name="T49" fmla="*/ 10 h 684"/>
                <a:gd name="T50" fmla="*/ 194 w 528"/>
                <a:gd name="T51" fmla="*/ 2 h 684"/>
                <a:gd name="T52" fmla="*/ 178 w 528"/>
                <a:gd name="T53" fmla="*/ 10 h 684"/>
                <a:gd name="T54" fmla="*/ 114 w 528"/>
                <a:gd name="T55" fmla="*/ 102 h 684"/>
                <a:gd name="T56" fmla="*/ 34 w 528"/>
                <a:gd name="T57" fmla="*/ 8 h 684"/>
                <a:gd name="T58" fmla="*/ 12 w 528"/>
                <a:gd name="T59" fmla="*/ 2 h 684"/>
                <a:gd name="T60" fmla="*/ 0 w 528"/>
                <a:gd name="T61" fmla="*/ 18 h 684"/>
                <a:gd name="T62" fmla="*/ 61 w 528"/>
                <a:gd name="T63" fmla="*/ 684 h 684"/>
                <a:gd name="T64" fmla="*/ 98 w 528"/>
                <a:gd name="T65" fmla="*/ 684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28" h="684">
                  <a:moveTo>
                    <a:pt x="98" y="684"/>
                  </a:moveTo>
                  <a:cubicBezTo>
                    <a:pt x="42" y="71"/>
                    <a:pt x="42" y="71"/>
                    <a:pt x="42" y="71"/>
                  </a:cubicBezTo>
                  <a:cubicBezTo>
                    <a:pt x="100" y="139"/>
                    <a:pt x="100" y="139"/>
                    <a:pt x="100" y="139"/>
                  </a:cubicBezTo>
                  <a:cubicBezTo>
                    <a:pt x="104" y="143"/>
                    <a:pt x="110" y="146"/>
                    <a:pt x="116" y="146"/>
                  </a:cubicBezTo>
                  <a:cubicBezTo>
                    <a:pt x="123" y="145"/>
                    <a:pt x="128" y="143"/>
                    <a:pt x="131" y="138"/>
                  </a:cubicBezTo>
                  <a:cubicBezTo>
                    <a:pt x="193" y="48"/>
                    <a:pt x="193" y="48"/>
                    <a:pt x="193" y="48"/>
                  </a:cubicBezTo>
                  <a:cubicBezTo>
                    <a:pt x="257" y="143"/>
                    <a:pt x="257" y="143"/>
                    <a:pt x="257" y="143"/>
                  </a:cubicBezTo>
                  <a:cubicBezTo>
                    <a:pt x="261" y="148"/>
                    <a:pt x="267" y="151"/>
                    <a:pt x="274" y="151"/>
                  </a:cubicBezTo>
                  <a:cubicBezTo>
                    <a:pt x="280" y="151"/>
                    <a:pt x="286" y="148"/>
                    <a:pt x="290" y="143"/>
                  </a:cubicBezTo>
                  <a:cubicBezTo>
                    <a:pt x="354" y="51"/>
                    <a:pt x="354" y="51"/>
                    <a:pt x="354" y="51"/>
                  </a:cubicBezTo>
                  <a:cubicBezTo>
                    <a:pt x="400" y="136"/>
                    <a:pt x="400" y="136"/>
                    <a:pt x="400" y="136"/>
                  </a:cubicBezTo>
                  <a:cubicBezTo>
                    <a:pt x="402" y="141"/>
                    <a:pt x="408" y="144"/>
                    <a:pt x="415" y="145"/>
                  </a:cubicBezTo>
                  <a:cubicBezTo>
                    <a:pt x="421" y="145"/>
                    <a:pt x="428" y="143"/>
                    <a:pt x="432" y="138"/>
                  </a:cubicBezTo>
                  <a:cubicBezTo>
                    <a:pt x="485" y="74"/>
                    <a:pt x="485" y="74"/>
                    <a:pt x="485" y="74"/>
                  </a:cubicBezTo>
                  <a:cubicBezTo>
                    <a:pt x="423" y="684"/>
                    <a:pt x="423" y="684"/>
                    <a:pt x="423" y="684"/>
                  </a:cubicBezTo>
                  <a:cubicBezTo>
                    <a:pt x="460" y="684"/>
                    <a:pt x="460" y="684"/>
                    <a:pt x="460" y="684"/>
                  </a:cubicBezTo>
                  <a:cubicBezTo>
                    <a:pt x="527" y="19"/>
                    <a:pt x="527" y="19"/>
                    <a:pt x="527" y="19"/>
                  </a:cubicBezTo>
                  <a:cubicBezTo>
                    <a:pt x="528" y="12"/>
                    <a:pt x="523" y="6"/>
                    <a:pt x="515" y="3"/>
                  </a:cubicBezTo>
                  <a:cubicBezTo>
                    <a:pt x="507" y="1"/>
                    <a:pt x="499" y="3"/>
                    <a:pt x="494" y="9"/>
                  </a:cubicBezTo>
                  <a:cubicBezTo>
                    <a:pt x="420" y="98"/>
                    <a:pt x="420" y="98"/>
                    <a:pt x="420" y="98"/>
                  </a:cubicBezTo>
                  <a:cubicBezTo>
                    <a:pt x="373" y="11"/>
                    <a:pt x="373" y="11"/>
                    <a:pt x="373" y="11"/>
                  </a:cubicBezTo>
                  <a:cubicBezTo>
                    <a:pt x="371" y="6"/>
                    <a:pt x="364" y="2"/>
                    <a:pt x="358" y="2"/>
                  </a:cubicBezTo>
                  <a:cubicBezTo>
                    <a:pt x="351" y="2"/>
                    <a:pt x="344" y="5"/>
                    <a:pt x="341" y="10"/>
                  </a:cubicBezTo>
                  <a:cubicBezTo>
                    <a:pt x="274" y="105"/>
                    <a:pt x="274" y="105"/>
                    <a:pt x="274" y="105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06" y="5"/>
                    <a:pt x="200" y="2"/>
                    <a:pt x="194" y="2"/>
                  </a:cubicBezTo>
                  <a:cubicBezTo>
                    <a:pt x="187" y="2"/>
                    <a:pt x="181" y="5"/>
                    <a:pt x="178" y="10"/>
                  </a:cubicBezTo>
                  <a:cubicBezTo>
                    <a:pt x="114" y="102"/>
                    <a:pt x="114" y="102"/>
                    <a:pt x="114" y="10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29" y="2"/>
                    <a:pt x="20" y="0"/>
                    <a:pt x="12" y="2"/>
                  </a:cubicBezTo>
                  <a:cubicBezTo>
                    <a:pt x="5" y="5"/>
                    <a:pt x="0" y="11"/>
                    <a:pt x="0" y="18"/>
                  </a:cubicBezTo>
                  <a:cubicBezTo>
                    <a:pt x="61" y="684"/>
                    <a:pt x="61" y="684"/>
                    <a:pt x="61" y="684"/>
                  </a:cubicBezTo>
                  <a:lnTo>
                    <a:pt x="98" y="6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7" name="Freeform 235"/>
            <p:cNvSpPr/>
            <p:nvPr/>
          </p:nvSpPr>
          <p:spPr bwMode="auto">
            <a:xfrm>
              <a:off x="2190380" y="1583834"/>
              <a:ext cx="1621507" cy="893069"/>
            </a:xfrm>
            <a:custGeom>
              <a:avLst/>
              <a:gdLst>
                <a:gd name="T0" fmla="*/ 1239 w 1330"/>
                <a:gd name="T1" fmla="*/ 483 h 733"/>
                <a:gd name="T2" fmla="*/ 1273 w 1330"/>
                <a:gd name="T3" fmla="*/ 394 h 733"/>
                <a:gd name="T4" fmla="*/ 1139 w 1330"/>
                <a:gd name="T5" fmla="*/ 260 h 733"/>
                <a:gd name="T6" fmla="*/ 1122 w 1330"/>
                <a:gd name="T7" fmla="*/ 261 h 733"/>
                <a:gd name="T8" fmla="*/ 1130 w 1330"/>
                <a:gd name="T9" fmla="*/ 215 h 733"/>
                <a:gd name="T10" fmla="*/ 996 w 1330"/>
                <a:gd name="T11" fmla="*/ 80 h 733"/>
                <a:gd name="T12" fmla="*/ 926 w 1330"/>
                <a:gd name="T13" fmla="*/ 100 h 733"/>
                <a:gd name="T14" fmla="*/ 796 w 1330"/>
                <a:gd name="T15" fmla="*/ 0 h 733"/>
                <a:gd name="T16" fmla="*/ 794 w 1330"/>
                <a:gd name="T17" fmla="*/ 0 h 733"/>
                <a:gd name="T18" fmla="*/ 791 w 1330"/>
                <a:gd name="T19" fmla="*/ 0 h 733"/>
                <a:gd name="T20" fmla="*/ 665 w 1330"/>
                <a:gd name="T21" fmla="*/ 101 h 733"/>
                <a:gd name="T22" fmla="*/ 539 w 1330"/>
                <a:gd name="T23" fmla="*/ 0 h 733"/>
                <a:gd name="T24" fmla="*/ 536 w 1330"/>
                <a:gd name="T25" fmla="*/ 0 h 733"/>
                <a:gd name="T26" fmla="*/ 533 w 1330"/>
                <a:gd name="T27" fmla="*/ 0 h 733"/>
                <a:gd name="T28" fmla="*/ 403 w 1330"/>
                <a:gd name="T29" fmla="*/ 100 h 733"/>
                <a:gd name="T30" fmla="*/ 334 w 1330"/>
                <a:gd name="T31" fmla="*/ 80 h 733"/>
                <a:gd name="T32" fmla="*/ 199 w 1330"/>
                <a:gd name="T33" fmla="*/ 215 h 733"/>
                <a:gd name="T34" fmla="*/ 207 w 1330"/>
                <a:gd name="T35" fmla="*/ 261 h 733"/>
                <a:gd name="T36" fmla="*/ 191 w 1330"/>
                <a:gd name="T37" fmla="*/ 260 h 733"/>
                <a:gd name="T38" fmla="*/ 56 w 1330"/>
                <a:gd name="T39" fmla="*/ 394 h 733"/>
                <a:gd name="T40" fmla="*/ 90 w 1330"/>
                <a:gd name="T41" fmla="*/ 484 h 733"/>
                <a:gd name="T42" fmla="*/ 0 w 1330"/>
                <a:gd name="T43" fmla="*/ 613 h 733"/>
                <a:gd name="T44" fmla="*/ 13 w 1330"/>
                <a:gd name="T45" fmla="*/ 673 h 733"/>
                <a:gd name="T46" fmla="*/ 28 w 1330"/>
                <a:gd name="T47" fmla="*/ 697 h 733"/>
                <a:gd name="T48" fmla="*/ 607 w 1330"/>
                <a:gd name="T49" fmla="*/ 733 h 733"/>
                <a:gd name="T50" fmla="*/ 665 w 1330"/>
                <a:gd name="T51" fmla="*/ 651 h 733"/>
                <a:gd name="T52" fmla="*/ 723 w 1330"/>
                <a:gd name="T53" fmla="*/ 733 h 733"/>
                <a:gd name="T54" fmla="*/ 1301 w 1330"/>
                <a:gd name="T55" fmla="*/ 697 h 733"/>
                <a:gd name="T56" fmla="*/ 1316 w 1330"/>
                <a:gd name="T57" fmla="*/ 673 h 733"/>
                <a:gd name="T58" fmla="*/ 1330 w 1330"/>
                <a:gd name="T59" fmla="*/ 613 h 733"/>
                <a:gd name="T60" fmla="*/ 1239 w 1330"/>
                <a:gd name="T61" fmla="*/ 48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330" h="733">
                  <a:moveTo>
                    <a:pt x="1239" y="483"/>
                  </a:moveTo>
                  <a:cubicBezTo>
                    <a:pt x="1260" y="460"/>
                    <a:pt x="1273" y="428"/>
                    <a:pt x="1273" y="394"/>
                  </a:cubicBezTo>
                  <a:cubicBezTo>
                    <a:pt x="1273" y="320"/>
                    <a:pt x="1213" y="260"/>
                    <a:pt x="1139" y="260"/>
                  </a:cubicBezTo>
                  <a:cubicBezTo>
                    <a:pt x="1133" y="260"/>
                    <a:pt x="1128" y="260"/>
                    <a:pt x="1122" y="261"/>
                  </a:cubicBezTo>
                  <a:cubicBezTo>
                    <a:pt x="1127" y="246"/>
                    <a:pt x="1130" y="231"/>
                    <a:pt x="1130" y="215"/>
                  </a:cubicBezTo>
                  <a:cubicBezTo>
                    <a:pt x="1130" y="140"/>
                    <a:pt x="1070" y="80"/>
                    <a:pt x="996" y="80"/>
                  </a:cubicBezTo>
                  <a:cubicBezTo>
                    <a:pt x="970" y="80"/>
                    <a:pt x="947" y="87"/>
                    <a:pt x="926" y="100"/>
                  </a:cubicBezTo>
                  <a:cubicBezTo>
                    <a:pt x="911" y="42"/>
                    <a:pt x="859" y="0"/>
                    <a:pt x="796" y="0"/>
                  </a:cubicBezTo>
                  <a:cubicBezTo>
                    <a:pt x="795" y="0"/>
                    <a:pt x="794" y="0"/>
                    <a:pt x="794" y="0"/>
                  </a:cubicBezTo>
                  <a:cubicBezTo>
                    <a:pt x="793" y="0"/>
                    <a:pt x="792" y="0"/>
                    <a:pt x="791" y="0"/>
                  </a:cubicBezTo>
                  <a:cubicBezTo>
                    <a:pt x="729" y="0"/>
                    <a:pt x="678" y="44"/>
                    <a:pt x="665" y="101"/>
                  </a:cubicBezTo>
                  <a:cubicBezTo>
                    <a:pt x="652" y="44"/>
                    <a:pt x="600" y="0"/>
                    <a:pt x="539" y="0"/>
                  </a:cubicBezTo>
                  <a:cubicBezTo>
                    <a:pt x="538" y="0"/>
                    <a:pt x="537" y="0"/>
                    <a:pt x="536" y="0"/>
                  </a:cubicBezTo>
                  <a:cubicBezTo>
                    <a:pt x="535" y="0"/>
                    <a:pt x="534" y="0"/>
                    <a:pt x="533" y="0"/>
                  </a:cubicBezTo>
                  <a:cubicBezTo>
                    <a:pt x="471" y="0"/>
                    <a:pt x="419" y="42"/>
                    <a:pt x="403" y="100"/>
                  </a:cubicBezTo>
                  <a:cubicBezTo>
                    <a:pt x="383" y="87"/>
                    <a:pt x="359" y="80"/>
                    <a:pt x="334" y="80"/>
                  </a:cubicBezTo>
                  <a:cubicBezTo>
                    <a:pt x="259" y="80"/>
                    <a:pt x="199" y="141"/>
                    <a:pt x="199" y="215"/>
                  </a:cubicBezTo>
                  <a:cubicBezTo>
                    <a:pt x="199" y="231"/>
                    <a:pt x="202" y="247"/>
                    <a:pt x="207" y="261"/>
                  </a:cubicBezTo>
                  <a:cubicBezTo>
                    <a:pt x="202" y="260"/>
                    <a:pt x="196" y="260"/>
                    <a:pt x="191" y="260"/>
                  </a:cubicBezTo>
                  <a:cubicBezTo>
                    <a:pt x="117" y="260"/>
                    <a:pt x="56" y="320"/>
                    <a:pt x="56" y="394"/>
                  </a:cubicBezTo>
                  <a:cubicBezTo>
                    <a:pt x="56" y="429"/>
                    <a:pt x="69" y="460"/>
                    <a:pt x="90" y="484"/>
                  </a:cubicBezTo>
                  <a:cubicBezTo>
                    <a:pt x="37" y="503"/>
                    <a:pt x="0" y="554"/>
                    <a:pt x="0" y="613"/>
                  </a:cubicBezTo>
                  <a:cubicBezTo>
                    <a:pt x="0" y="635"/>
                    <a:pt x="5" y="655"/>
                    <a:pt x="13" y="673"/>
                  </a:cubicBezTo>
                  <a:cubicBezTo>
                    <a:pt x="17" y="682"/>
                    <a:pt x="22" y="690"/>
                    <a:pt x="28" y="697"/>
                  </a:cubicBezTo>
                  <a:cubicBezTo>
                    <a:pt x="106" y="716"/>
                    <a:pt x="332" y="731"/>
                    <a:pt x="607" y="733"/>
                  </a:cubicBezTo>
                  <a:cubicBezTo>
                    <a:pt x="636" y="714"/>
                    <a:pt x="657" y="685"/>
                    <a:pt x="665" y="651"/>
                  </a:cubicBezTo>
                  <a:cubicBezTo>
                    <a:pt x="672" y="685"/>
                    <a:pt x="694" y="714"/>
                    <a:pt x="723" y="733"/>
                  </a:cubicBezTo>
                  <a:cubicBezTo>
                    <a:pt x="997" y="731"/>
                    <a:pt x="1224" y="717"/>
                    <a:pt x="1301" y="697"/>
                  </a:cubicBezTo>
                  <a:cubicBezTo>
                    <a:pt x="1307" y="690"/>
                    <a:pt x="1312" y="682"/>
                    <a:pt x="1316" y="673"/>
                  </a:cubicBezTo>
                  <a:cubicBezTo>
                    <a:pt x="1325" y="655"/>
                    <a:pt x="1330" y="635"/>
                    <a:pt x="1330" y="613"/>
                  </a:cubicBezTo>
                  <a:cubicBezTo>
                    <a:pt x="1330" y="554"/>
                    <a:pt x="1292" y="503"/>
                    <a:pt x="1239" y="483"/>
                  </a:cubicBezTo>
                  <a:close/>
                </a:path>
              </a:pathLst>
            </a:custGeom>
            <a:solidFill>
              <a:srgbClr val="00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9" name="Freeform 236"/>
            <p:cNvSpPr/>
            <p:nvPr/>
          </p:nvSpPr>
          <p:spPr bwMode="auto">
            <a:xfrm>
              <a:off x="3251463" y="2098025"/>
              <a:ext cx="478108" cy="322498"/>
            </a:xfrm>
            <a:custGeom>
              <a:avLst/>
              <a:gdLst>
                <a:gd name="T0" fmla="*/ 392 w 392"/>
                <a:gd name="T1" fmla="*/ 24 h 265"/>
                <a:gd name="T2" fmla="*/ 166 w 392"/>
                <a:gd name="T3" fmla="*/ 17 h 265"/>
                <a:gd name="T4" fmla="*/ 27 w 392"/>
                <a:gd name="T5" fmla="*/ 112 h 265"/>
                <a:gd name="T6" fmla="*/ 71 w 392"/>
                <a:gd name="T7" fmla="*/ 249 h 265"/>
                <a:gd name="T8" fmla="*/ 126 w 392"/>
                <a:gd name="T9" fmla="*/ 265 h 265"/>
                <a:gd name="T10" fmla="*/ 186 w 392"/>
                <a:gd name="T11" fmla="*/ 237 h 265"/>
                <a:gd name="T12" fmla="*/ 182 w 392"/>
                <a:gd name="T13" fmla="*/ 204 h 265"/>
                <a:gd name="T14" fmla="*/ 149 w 392"/>
                <a:gd name="T15" fmla="*/ 208 h 265"/>
                <a:gd name="T16" fmla="*/ 96 w 392"/>
                <a:gd name="T17" fmla="*/ 209 h 265"/>
                <a:gd name="T18" fmla="*/ 69 w 392"/>
                <a:gd name="T19" fmla="*/ 132 h 265"/>
                <a:gd name="T20" fmla="*/ 176 w 392"/>
                <a:gd name="T21" fmla="*/ 63 h 265"/>
                <a:gd name="T22" fmla="*/ 388 w 392"/>
                <a:gd name="T23" fmla="*/ 71 h 265"/>
                <a:gd name="T24" fmla="*/ 368 w 392"/>
                <a:gd name="T25" fmla="*/ 61 h 265"/>
                <a:gd name="T26" fmla="*/ 392 w 392"/>
                <a:gd name="T27" fmla="*/ 24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92" h="265">
                  <a:moveTo>
                    <a:pt x="392" y="24"/>
                  </a:moveTo>
                  <a:cubicBezTo>
                    <a:pt x="319" y="6"/>
                    <a:pt x="244" y="0"/>
                    <a:pt x="166" y="17"/>
                  </a:cubicBezTo>
                  <a:cubicBezTo>
                    <a:pt x="95" y="33"/>
                    <a:pt x="49" y="65"/>
                    <a:pt x="27" y="112"/>
                  </a:cubicBezTo>
                  <a:cubicBezTo>
                    <a:pt x="0" y="170"/>
                    <a:pt x="31" y="224"/>
                    <a:pt x="71" y="249"/>
                  </a:cubicBezTo>
                  <a:cubicBezTo>
                    <a:pt x="89" y="260"/>
                    <a:pt x="108" y="265"/>
                    <a:pt x="126" y="265"/>
                  </a:cubicBezTo>
                  <a:cubicBezTo>
                    <a:pt x="149" y="265"/>
                    <a:pt x="171" y="255"/>
                    <a:pt x="186" y="237"/>
                  </a:cubicBezTo>
                  <a:cubicBezTo>
                    <a:pt x="194" y="227"/>
                    <a:pt x="192" y="212"/>
                    <a:pt x="182" y="204"/>
                  </a:cubicBezTo>
                  <a:cubicBezTo>
                    <a:pt x="172" y="196"/>
                    <a:pt x="157" y="198"/>
                    <a:pt x="149" y="208"/>
                  </a:cubicBezTo>
                  <a:cubicBezTo>
                    <a:pt x="136" y="225"/>
                    <a:pt x="112" y="219"/>
                    <a:pt x="96" y="209"/>
                  </a:cubicBezTo>
                  <a:cubicBezTo>
                    <a:pt x="78" y="198"/>
                    <a:pt x="51" y="169"/>
                    <a:pt x="69" y="132"/>
                  </a:cubicBezTo>
                  <a:cubicBezTo>
                    <a:pt x="84" y="99"/>
                    <a:pt x="120" y="75"/>
                    <a:pt x="176" y="63"/>
                  </a:cubicBezTo>
                  <a:cubicBezTo>
                    <a:pt x="248" y="46"/>
                    <a:pt x="319" y="53"/>
                    <a:pt x="388" y="71"/>
                  </a:cubicBezTo>
                  <a:cubicBezTo>
                    <a:pt x="382" y="67"/>
                    <a:pt x="375" y="64"/>
                    <a:pt x="368" y="61"/>
                  </a:cubicBezTo>
                  <a:cubicBezTo>
                    <a:pt x="378" y="50"/>
                    <a:pt x="386" y="37"/>
                    <a:pt x="392" y="24"/>
                  </a:cubicBezTo>
                  <a:close/>
                </a:path>
              </a:pathLst>
            </a:custGeom>
            <a:solidFill>
              <a:srgbClr val="007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0" name="Freeform 237"/>
            <p:cNvSpPr/>
            <p:nvPr/>
          </p:nvSpPr>
          <p:spPr bwMode="auto">
            <a:xfrm>
              <a:off x="3317993" y="1861227"/>
              <a:ext cx="287541" cy="124037"/>
            </a:xfrm>
            <a:custGeom>
              <a:avLst/>
              <a:gdLst>
                <a:gd name="T0" fmla="*/ 179 w 236"/>
                <a:gd name="T1" fmla="*/ 25 h 102"/>
                <a:gd name="T2" fmla="*/ 29 w 236"/>
                <a:gd name="T3" fmla="*/ 51 h 102"/>
                <a:gd name="T4" fmla="*/ 2 w 236"/>
                <a:gd name="T5" fmla="*/ 70 h 102"/>
                <a:gd name="T6" fmla="*/ 21 w 236"/>
                <a:gd name="T7" fmla="*/ 97 h 102"/>
                <a:gd name="T8" fmla="*/ 78 w 236"/>
                <a:gd name="T9" fmla="*/ 102 h 102"/>
                <a:gd name="T10" fmla="*/ 207 w 236"/>
                <a:gd name="T11" fmla="*/ 62 h 102"/>
                <a:gd name="T12" fmla="*/ 236 w 236"/>
                <a:gd name="T13" fmla="*/ 34 h 102"/>
                <a:gd name="T14" fmla="*/ 214 w 236"/>
                <a:gd name="T15" fmla="*/ 32 h 102"/>
                <a:gd name="T16" fmla="*/ 197 w 236"/>
                <a:gd name="T17" fmla="*/ 33 h 102"/>
                <a:gd name="T18" fmla="*/ 204 w 236"/>
                <a:gd name="T19" fmla="*/ 0 h 102"/>
                <a:gd name="T20" fmla="*/ 179 w 236"/>
                <a:gd name="T21" fmla="*/ 2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6" h="102">
                  <a:moveTo>
                    <a:pt x="179" y="25"/>
                  </a:moveTo>
                  <a:cubicBezTo>
                    <a:pt x="141" y="53"/>
                    <a:pt x="91" y="62"/>
                    <a:pt x="29" y="51"/>
                  </a:cubicBezTo>
                  <a:cubicBezTo>
                    <a:pt x="17" y="49"/>
                    <a:pt x="5" y="57"/>
                    <a:pt x="2" y="70"/>
                  </a:cubicBezTo>
                  <a:cubicBezTo>
                    <a:pt x="0" y="83"/>
                    <a:pt x="9" y="95"/>
                    <a:pt x="21" y="97"/>
                  </a:cubicBezTo>
                  <a:cubicBezTo>
                    <a:pt x="41" y="101"/>
                    <a:pt x="60" y="102"/>
                    <a:pt x="78" y="102"/>
                  </a:cubicBezTo>
                  <a:cubicBezTo>
                    <a:pt x="128" y="102"/>
                    <a:pt x="172" y="89"/>
                    <a:pt x="207" y="62"/>
                  </a:cubicBezTo>
                  <a:cubicBezTo>
                    <a:pt x="218" y="53"/>
                    <a:pt x="228" y="44"/>
                    <a:pt x="236" y="34"/>
                  </a:cubicBezTo>
                  <a:cubicBezTo>
                    <a:pt x="229" y="33"/>
                    <a:pt x="221" y="32"/>
                    <a:pt x="214" y="32"/>
                  </a:cubicBezTo>
                  <a:cubicBezTo>
                    <a:pt x="208" y="32"/>
                    <a:pt x="203" y="32"/>
                    <a:pt x="197" y="33"/>
                  </a:cubicBezTo>
                  <a:cubicBezTo>
                    <a:pt x="201" y="22"/>
                    <a:pt x="203" y="11"/>
                    <a:pt x="204" y="0"/>
                  </a:cubicBezTo>
                  <a:cubicBezTo>
                    <a:pt x="197" y="9"/>
                    <a:pt x="189" y="17"/>
                    <a:pt x="179" y="25"/>
                  </a:cubicBezTo>
                  <a:close/>
                </a:path>
              </a:pathLst>
            </a:custGeom>
            <a:solidFill>
              <a:srgbClr val="007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1" name="Freeform 238"/>
            <p:cNvSpPr/>
            <p:nvPr/>
          </p:nvSpPr>
          <p:spPr bwMode="auto">
            <a:xfrm>
              <a:off x="3222146" y="1663894"/>
              <a:ext cx="135313" cy="172525"/>
            </a:xfrm>
            <a:custGeom>
              <a:avLst/>
              <a:gdLst>
                <a:gd name="T0" fmla="*/ 13 w 111"/>
                <a:gd name="T1" fmla="*/ 100 h 142"/>
                <a:gd name="T2" fmla="*/ 7 w 111"/>
                <a:gd name="T3" fmla="*/ 132 h 142"/>
                <a:gd name="T4" fmla="*/ 26 w 111"/>
                <a:gd name="T5" fmla="*/ 142 h 142"/>
                <a:gd name="T6" fmla="*/ 40 w 111"/>
                <a:gd name="T7" fmla="*/ 138 h 142"/>
                <a:gd name="T8" fmla="*/ 110 w 111"/>
                <a:gd name="T9" fmla="*/ 24 h 142"/>
                <a:gd name="T10" fmla="*/ 111 w 111"/>
                <a:gd name="T11" fmla="*/ 20 h 142"/>
                <a:gd name="T12" fmla="*/ 79 w 111"/>
                <a:gd name="T13" fmla="*/ 34 h 142"/>
                <a:gd name="T14" fmla="*/ 65 w 111"/>
                <a:gd name="T15" fmla="*/ 0 h 142"/>
                <a:gd name="T16" fmla="*/ 64 w 111"/>
                <a:gd name="T17" fmla="*/ 18 h 142"/>
                <a:gd name="T18" fmla="*/ 13 w 111"/>
                <a:gd name="T19" fmla="*/ 10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" h="142">
                  <a:moveTo>
                    <a:pt x="13" y="100"/>
                  </a:moveTo>
                  <a:cubicBezTo>
                    <a:pt x="2" y="107"/>
                    <a:pt x="0" y="122"/>
                    <a:pt x="7" y="132"/>
                  </a:cubicBezTo>
                  <a:cubicBezTo>
                    <a:pt x="12" y="139"/>
                    <a:pt x="19" y="142"/>
                    <a:pt x="26" y="142"/>
                  </a:cubicBezTo>
                  <a:cubicBezTo>
                    <a:pt x="31" y="142"/>
                    <a:pt x="36" y="141"/>
                    <a:pt x="40" y="138"/>
                  </a:cubicBezTo>
                  <a:cubicBezTo>
                    <a:pt x="81" y="108"/>
                    <a:pt x="104" y="70"/>
                    <a:pt x="110" y="24"/>
                  </a:cubicBezTo>
                  <a:cubicBezTo>
                    <a:pt x="111" y="23"/>
                    <a:pt x="110" y="21"/>
                    <a:pt x="111" y="20"/>
                  </a:cubicBezTo>
                  <a:cubicBezTo>
                    <a:pt x="99" y="23"/>
                    <a:pt x="89" y="28"/>
                    <a:pt x="79" y="34"/>
                  </a:cubicBezTo>
                  <a:cubicBezTo>
                    <a:pt x="76" y="22"/>
                    <a:pt x="71" y="11"/>
                    <a:pt x="65" y="0"/>
                  </a:cubicBezTo>
                  <a:cubicBezTo>
                    <a:pt x="65" y="6"/>
                    <a:pt x="65" y="12"/>
                    <a:pt x="64" y="18"/>
                  </a:cubicBezTo>
                  <a:cubicBezTo>
                    <a:pt x="60" y="51"/>
                    <a:pt x="43" y="78"/>
                    <a:pt x="13" y="100"/>
                  </a:cubicBezTo>
                  <a:close/>
                </a:path>
              </a:pathLst>
            </a:custGeom>
            <a:solidFill>
              <a:srgbClr val="007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2" name="Freeform 239"/>
            <p:cNvSpPr/>
            <p:nvPr/>
          </p:nvSpPr>
          <p:spPr bwMode="auto">
            <a:xfrm>
              <a:off x="2255781" y="2117195"/>
              <a:ext cx="566062" cy="275137"/>
            </a:xfrm>
            <a:custGeom>
              <a:avLst/>
              <a:gdLst>
                <a:gd name="T0" fmla="*/ 186 w 464"/>
                <a:gd name="T1" fmla="*/ 113 h 226"/>
                <a:gd name="T2" fmla="*/ 351 w 464"/>
                <a:gd name="T3" fmla="*/ 226 h 226"/>
                <a:gd name="T4" fmla="*/ 357 w 464"/>
                <a:gd name="T5" fmla="*/ 226 h 226"/>
                <a:gd name="T6" fmla="*/ 458 w 464"/>
                <a:gd name="T7" fmla="*/ 181 h 226"/>
                <a:gd name="T8" fmla="*/ 449 w 464"/>
                <a:gd name="T9" fmla="*/ 150 h 226"/>
                <a:gd name="T10" fmla="*/ 417 w 464"/>
                <a:gd name="T11" fmla="*/ 158 h 226"/>
                <a:gd name="T12" fmla="*/ 353 w 464"/>
                <a:gd name="T13" fmla="*/ 180 h 226"/>
                <a:gd name="T14" fmla="*/ 228 w 464"/>
                <a:gd name="T15" fmla="*/ 93 h 226"/>
                <a:gd name="T16" fmla="*/ 16 w 464"/>
                <a:gd name="T17" fmla="*/ 14 h 226"/>
                <a:gd name="T18" fmla="*/ 36 w 464"/>
                <a:gd name="T19" fmla="*/ 46 h 226"/>
                <a:gd name="T20" fmla="*/ 0 w 464"/>
                <a:gd name="T21" fmla="*/ 65 h 226"/>
                <a:gd name="T22" fmla="*/ 186 w 464"/>
                <a:gd name="T23" fmla="*/ 11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4" h="226">
                  <a:moveTo>
                    <a:pt x="186" y="113"/>
                  </a:moveTo>
                  <a:cubicBezTo>
                    <a:pt x="219" y="181"/>
                    <a:pt x="281" y="224"/>
                    <a:pt x="351" y="226"/>
                  </a:cubicBezTo>
                  <a:cubicBezTo>
                    <a:pt x="353" y="226"/>
                    <a:pt x="355" y="226"/>
                    <a:pt x="357" y="226"/>
                  </a:cubicBezTo>
                  <a:cubicBezTo>
                    <a:pt x="403" y="226"/>
                    <a:pt x="442" y="209"/>
                    <a:pt x="458" y="181"/>
                  </a:cubicBezTo>
                  <a:cubicBezTo>
                    <a:pt x="464" y="170"/>
                    <a:pt x="460" y="156"/>
                    <a:pt x="449" y="150"/>
                  </a:cubicBezTo>
                  <a:cubicBezTo>
                    <a:pt x="438" y="143"/>
                    <a:pt x="424" y="147"/>
                    <a:pt x="417" y="158"/>
                  </a:cubicBezTo>
                  <a:cubicBezTo>
                    <a:pt x="411" y="170"/>
                    <a:pt x="386" y="182"/>
                    <a:pt x="353" y="180"/>
                  </a:cubicBezTo>
                  <a:cubicBezTo>
                    <a:pt x="327" y="179"/>
                    <a:pt x="264" y="169"/>
                    <a:pt x="228" y="93"/>
                  </a:cubicBezTo>
                  <a:cubicBezTo>
                    <a:pt x="186" y="7"/>
                    <a:pt x="92" y="0"/>
                    <a:pt x="16" y="14"/>
                  </a:cubicBezTo>
                  <a:cubicBezTo>
                    <a:pt x="21" y="25"/>
                    <a:pt x="28" y="36"/>
                    <a:pt x="36" y="46"/>
                  </a:cubicBezTo>
                  <a:cubicBezTo>
                    <a:pt x="23" y="50"/>
                    <a:pt x="11" y="57"/>
                    <a:pt x="0" y="65"/>
                  </a:cubicBezTo>
                  <a:cubicBezTo>
                    <a:pt x="53" y="52"/>
                    <a:pt x="150" y="38"/>
                    <a:pt x="186" y="113"/>
                  </a:cubicBezTo>
                  <a:close/>
                </a:path>
              </a:pathLst>
            </a:custGeom>
            <a:solidFill>
              <a:srgbClr val="007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3" name="Freeform 240"/>
            <p:cNvSpPr/>
            <p:nvPr/>
          </p:nvSpPr>
          <p:spPr bwMode="auto">
            <a:xfrm>
              <a:off x="2400116" y="1837547"/>
              <a:ext cx="366474" cy="226650"/>
            </a:xfrm>
            <a:custGeom>
              <a:avLst/>
              <a:gdLst>
                <a:gd name="T0" fmla="*/ 124 w 301"/>
                <a:gd name="T1" fmla="*/ 186 h 186"/>
                <a:gd name="T2" fmla="*/ 132 w 301"/>
                <a:gd name="T3" fmla="*/ 186 h 186"/>
                <a:gd name="T4" fmla="*/ 296 w 301"/>
                <a:gd name="T5" fmla="*/ 103 h 186"/>
                <a:gd name="T6" fmla="*/ 282 w 301"/>
                <a:gd name="T7" fmla="*/ 71 h 186"/>
                <a:gd name="T8" fmla="*/ 250 w 301"/>
                <a:gd name="T9" fmla="*/ 85 h 186"/>
                <a:gd name="T10" fmla="*/ 120 w 301"/>
                <a:gd name="T11" fmla="*/ 137 h 186"/>
                <a:gd name="T12" fmla="*/ 56 w 301"/>
                <a:gd name="T13" fmla="*/ 69 h 186"/>
                <a:gd name="T14" fmla="*/ 28 w 301"/>
                <a:gd name="T15" fmla="*/ 0 h 186"/>
                <a:gd name="T16" fmla="*/ 27 w 301"/>
                <a:gd name="T17" fmla="*/ 6 h 186"/>
                <a:gd name="T18" fmla="*/ 35 w 301"/>
                <a:gd name="T19" fmla="*/ 52 h 186"/>
                <a:gd name="T20" fmla="*/ 19 w 301"/>
                <a:gd name="T21" fmla="*/ 51 h 186"/>
                <a:gd name="T22" fmla="*/ 0 w 301"/>
                <a:gd name="T23" fmla="*/ 53 h 186"/>
                <a:gd name="T24" fmla="*/ 9 w 301"/>
                <a:gd name="T25" fmla="*/ 80 h 186"/>
                <a:gd name="T26" fmla="*/ 124 w 301"/>
                <a:gd name="T27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1" h="186">
                  <a:moveTo>
                    <a:pt x="124" y="186"/>
                  </a:moveTo>
                  <a:cubicBezTo>
                    <a:pt x="127" y="186"/>
                    <a:pt x="130" y="186"/>
                    <a:pt x="132" y="186"/>
                  </a:cubicBezTo>
                  <a:cubicBezTo>
                    <a:pt x="204" y="186"/>
                    <a:pt x="284" y="136"/>
                    <a:pt x="296" y="103"/>
                  </a:cubicBezTo>
                  <a:cubicBezTo>
                    <a:pt x="301" y="90"/>
                    <a:pt x="294" y="76"/>
                    <a:pt x="282" y="71"/>
                  </a:cubicBezTo>
                  <a:cubicBezTo>
                    <a:pt x="269" y="67"/>
                    <a:pt x="255" y="73"/>
                    <a:pt x="250" y="85"/>
                  </a:cubicBezTo>
                  <a:cubicBezTo>
                    <a:pt x="242" y="100"/>
                    <a:pt x="175" y="144"/>
                    <a:pt x="120" y="137"/>
                  </a:cubicBezTo>
                  <a:cubicBezTo>
                    <a:pt x="87" y="132"/>
                    <a:pt x="66" y="110"/>
                    <a:pt x="56" y="69"/>
                  </a:cubicBezTo>
                  <a:cubicBezTo>
                    <a:pt x="49" y="42"/>
                    <a:pt x="40" y="20"/>
                    <a:pt x="28" y="0"/>
                  </a:cubicBezTo>
                  <a:cubicBezTo>
                    <a:pt x="28" y="2"/>
                    <a:pt x="27" y="4"/>
                    <a:pt x="27" y="6"/>
                  </a:cubicBezTo>
                  <a:cubicBezTo>
                    <a:pt x="27" y="22"/>
                    <a:pt x="30" y="38"/>
                    <a:pt x="35" y="52"/>
                  </a:cubicBezTo>
                  <a:cubicBezTo>
                    <a:pt x="30" y="51"/>
                    <a:pt x="24" y="51"/>
                    <a:pt x="19" y="51"/>
                  </a:cubicBezTo>
                  <a:cubicBezTo>
                    <a:pt x="12" y="51"/>
                    <a:pt x="6" y="52"/>
                    <a:pt x="0" y="53"/>
                  </a:cubicBezTo>
                  <a:cubicBezTo>
                    <a:pt x="3" y="61"/>
                    <a:pt x="6" y="70"/>
                    <a:pt x="9" y="80"/>
                  </a:cubicBezTo>
                  <a:cubicBezTo>
                    <a:pt x="25" y="145"/>
                    <a:pt x="66" y="183"/>
                    <a:pt x="124" y="186"/>
                  </a:cubicBezTo>
                  <a:close/>
                </a:path>
              </a:pathLst>
            </a:custGeom>
            <a:solidFill>
              <a:srgbClr val="007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4" name="Freeform 241"/>
            <p:cNvSpPr/>
            <p:nvPr/>
          </p:nvSpPr>
          <p:spPr bwMode="auto">
            <a:xfrm>
              <a:off x="2635787" y="1670660"/>
              <a:ext cx="169142" cy="136442"/>
            </a:xfrm>
            <a:custGeom>
              <a:avLst/>
              <a:gdLst>
                <a:gd name="T0" fmla="*/ 110 w 138"/>
                <a:gd name="T1" fmla="*/ 111 h 112"/>
                <a:gd name="T2" fmla="*/ 112 w 138"/>
                <a:gd name="T3" fmla="*/ 112 h 112"/>
                <a:gd name="T4" fmla="*/ 137 w 138"/>
                <a:gd name="T5" fmla="*/ 90 h 112"/>
                <a:gd name="T6" fmla="*/ 115 w 138"/>
                <a:gd name="T7" fmla="*/ 63 h 112"/>
                <a:gd name="T8" fmla="*/ 49 w 138"/>
                <a:gd name="T9" fmla="*/ 0 h 112"/>
                <a:gd name="T10" fmla="*/ 37 w 138"/>
                <a:gd name="T11" fmla="*/ 28 h 112"/>
                <a:gd name="T12" fmla="*/ 0 w 138"/>
                <a:gd name="T13" fmla="*/ 13 h 112"/>
                <a:gd name="T14" fmla="*/ 110 w 138"/>
                <a:gd name="T15" fmla="*/ 111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8" h="112">
                  <a:moveTo>
                    <a:pt x="110" y="111"/>
                  </a:moveTo>
                  <a:cubicBezTo>
                    <a:pt x="111" y="112"/>
                    <a:pt x="112" y="112"/>
                    <a:pt x="112" y="112"/>
                  </a:cubicBezTo>
                  <a:cubicBezTo>
                    <a:pt x="125" y="112"/>
                    <a:pt x="135" y="102"/>
                    <a:pt x="137" y="90"/>
                  </a:cubicBezTo>
                  <a:cubicBezTo>
                    <a:pt x="138" y="76"/>
                    <a:pt x="128" y="64"/>
                    <a:pt x="115" y="63"/>
                  </a:cubicBezTo>
                  <a:cubicBezTo>
                    <a:pt x="86" y="60"/>
                    <a:pt x="64" y="30"/>
                    <a:pt x="49" y="0"/>
                  </a:cubicBezTo>
                  <a:cubicBezTo>
                    <a:pt x="44" y="9"/>
                    <a:pt x="40" y="18"/>
                    <a:pt x="37" y="28"/>
                  </a:cubicBezTo>
                  <a:cubicBezTo>
                    <a:pt x="26" y="21"/>
                    <a:pt x="14" y="16"/>
                    <a:pt x="0" y="13"/>
                  </a:cubicBezTo>
                  <a:cubicBezTo>
                    <a:pt x="20" y="55"/>
                    <a:pt x="54" y="105"/>
                    <a:pt x="110" y="111"/>
                  </a:cubicBezTo>
                  <a:close/>
                </a:path>
              </a:pathLst>
            </a:custGeom>
            <a:solidFill>
              <a:srgbClr val="007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5" name="Freeform 242"/>
            <p:cNvSpPr/>
            <p:nvPr/>
          </p:nvSpPr>
          <p:spPr bwMode="auto">
            <a:xfrm>
              <a:off x="2984219" y="1663894"/>
              <a:ext cx="33828" cy="755500"/>
            </a:xfrm>
            <a:custGeom>
              <a:avLst/>
              <a:gdLst>
                <a:gd name="T0" fmla="*/ 0 w 28"/>
                <a:gd name="T1" fmla="*/ 0 h 620"/>
                <a:gd name="T2" fmla="*/ 0 w 28"/>
                <a:gd name="T3" fmla="*/ 620 h 620"/>
                <a:gd name="T4" fmla="*/ 14 w 28"/>
                <a:gd name="T5" fmla="*/ 585 h 620"/>
                <a:gd name="T6" fmla="*/ 28 w 28"/>
                <a:gd name="T7" fmla="*/ 620 h 620"/>
                <a:gd name="T8" fmla="*/ 28 w 28"/>
                <a:gd name="T9" fmla="*/ 0 h 620"/>
                <a:gd name="T10" fmla="*/ 14 w 28"/>
                <a:gd name="T11" fmla="*/ 35 h 620"/>
                <a:gd name="T12" fmla="*/ 0 w 28"/>
                <a:gd name="T13" fmla="*/ 0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620">
                  <a:moveTo>
                    <a:pt x="0" y="0"/>
                  </a:moveTo>
                  <a:cubicBezTo>
                    <a:pt x="0" y="620"/>
                    <a:pt x="0" y="620"/>
                    <a:pt x="0" y="620"/>
                  </a:cubicBezTo>
                  <a:cubicBezTo>
                    <a:pt x="6" y="609"/>
                    <a:pt x="11" y="597"/>
                    <a:pt x="14" y="585"/>
                  </a:cubicBezTo>
                  <a:cubicBezTo>
                    <a:pt x="17" y="597"/>
                    <a:pt x="21" y="609"/>
                    <a:pt x="28" y="62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1" y="11"/>
                    <a:pt x="17" y="23"/>
                    <a:pt x="14" y="35"/>
                  </a:cubicBezTo>
                  <a:cubicBezTo>
                    <a:pt x="11" y="23"/>
                    <a:pt x="6" y="11"/>
                    <a:pt x="0" y="0"/>
                  </a:cubicBezTo>
                  <a:close/>
                </a:path>
              </a:pathLst>
            </a:custGeom>
            <a:solidFill>
              <a:srgbClr val="24BD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6" name="Freeform 243"/>
            <p:cNvSpPr/>
            <p:nvPr/>
          </p:nvSpPr>
          <p:spPr bwMode="auto">
            <a:xfrm>
              <a:off x="2631276" y="3754489"/>
              <a:ext cx="738586" cy="142079"/>
            </a:xfrm>
            <a:custGeom>
              <a:avLst/>
              <a:gdLst>
                <a:gd name="T0" fmla="*/ 0 w 606"/>
                <a:gd name="T1" fmla="*/ 0 h 116"/>
                <a:gd name="T2" fmla="*/ 0 w 606"/>
                <a:gd name="T3" fmla="*/ 64 h 116"/>
                <a:gd name="T4" fmla="*/ 35 w 606"/>
                <a:gd name="T5" fmla="*/ 116 h 116"/>
                <a:gd name="T6" fmla="*/ 570 w 606"/>
                <a:gd name="T7" fmla="*/ 116 h 116"/>
                <a:gd name="T8" fmla="*/ 606 w 606"/>
                <a:gd name="T9" fmla="*/ 64 h 116"/>
                <a:gd name="T10" fmla="*/ 606 w 606"/>
                <a:gd name="T11" fmla="*/ 0 h 116"/>
                <a:gd name="T12" fmla="*/ 0 w 606"/>
                <a:gd name="T13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6" h="116">
                  <a:moveTo>
                    <a:pt x="0" y="0"/>
                  </a:moveTo>
                  <a:cubicBezTo>
                    <a:pt x="0" y="64"/>
                    <a:pt x="0" y="64"/>
                    <a:pt x="0" y="64"/>
                  </a:cubicBezTo>
                  <a:cubicBezTo>
                    <a:pt x="0" y="93"/>
                    <a:pt x="16" y="116"/>
                    <a:pt x="35" y="116"/>
                  </a:cubicBezTo>
                  <a:cubicBezTo>
                    <a:pt x="570" y="116"/>
                    <a:pt x="570" y="116"/>
                    <a:pt x="570" y="116"/>
                  </a:cubicBezTo>
                  <a:cubicBezTo>
                    <a:pt x="590" y="116"/>
                    <a:pt x="606" y="93"/>
                    <a:pt x="606" y="64"/>
                  </a:cubicBezTo>
                  <a:cubicBezTo>
                    <a:pt x="606" y="0"/>
                    <a:pt x="606" y="0"/>
                    <a:pt x="60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8" name="Freeform 244"/>
            <p:cNvSpPr/>
            <p:nvPr/>
          </p:nvSpPr>
          <p:spPr bwMode="auto">
            <a:xfrm>
              <a:off x="2872586" y="4314912"/>
              <a:ext cx="255968" cy="85699"/>
            </a:xfrm>
            <a:custGeom>
              <a:avLst/>
              <a:gdLst>
                <a:gd name="T0" fmla="*/ 105 w 210"/>
                <a:gd name="T1" fmla="*/ 70 h 70"/>
                <a:gd name="T2" fmla="*/ 210 w 210"/>
                <a:gd name="T3" fmla="*/ 0 h 70"/>
                <a:gd name="T4" fmla="*/ 0 w 210"/>
                <a:gd name="T5" fmla="*/ 0 h 70"/>
                <a:gd name="T6" fmla="*/ 105 w 210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0" h="70">
                  <a:moveTo>
                    <a:pt x="105" y="70"/>
                  </a:moveTo>
                  <a:cubicBezTo>
                    <a:pt x="163" y="70"/>
                    <a:pt x="210" y="39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47" y="70"/>
                    <a:pt x="105" y="7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9" name="Freeform 245"/>
            <p:cNvSpPr/>
            <p:nvPr/>
          </p:nvSpPr>
          <p:spPr bwMode="auto">
            <a:xfrm>
              <a:off x="2687657" y="3854846"/>
              <a:ext cx="624698" cy="460066"/>
            </a:xfrm>
            <a:custGeom>
              <a:avLst/>
              <a:gdLst>
                <a:gd name="T0" fmla="*/ 500 w 513"/>
                <a:gd name="T1" fmla="*/ 0 h 378"/>
                <a:gd name="T2" fmla="*/ 13 w 513"/>
                <a:gd name="T3" fmla="*/ 0 h 378"/>
                <a:gd name="T4" fmla="*/ 0 w 513"/>
                <a:gd name="T5" fmla="*/ 13 h 378"/>
                <a:gd name="T6" fmla="*/ 0 w 513"/>
                <a:gd name="T7" fmla="*/ 199 h 378"/>
                <a:gd name="T8" fmla="*/ 3 w 513"/>
                <a:gd name="T9" fmla="*/ 207 h 378"/>
                <a:gd name="T10" fmla="*/ 143 w 513"/>
                <a:gd name="T11" fmla="*/ 374 h 378"/>
                <a:gd name="T12" fmla="*/ 153 w 513"/>
                <a:gd name="T13" fmla="*/ 378 h 378"/>
                <a:gd name="T14" fmla="*/ 360 w 513"/>
                <a:gd name="T15" fmla="*/ 378 h 378"/>
                <a:gd name="T16" fmla="*/ 370 w 513"/>
                <a:gd name="T17" fmla="*/ 374 h 378"/>
                <a:gd name="T18" fmla="*/ 510 w 513"/>
                <a:gd name="T19" fmla="*/ 207 h 378"/>
                <a:gd name="T20" fmla="*/ 513 w 513"/>
                <a:gd name="T21" fmla="*/ 199 h 378"/>
                <a:gd name="T22" fmla="*/ 513 w 513"/>
                <a:gd name="T23" fmla="*/ 13 h 378"/>
                <a:gd name="T24" fmla="*/ 500 w 513"/>
                <a:gd name="T25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3" h="378">
                  <a:moveTo>
                    <a:pt x="500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99"/>
                    <a:pt x="0" y="199"/>
                    <a:pt x="0" y="199"/>
                  </a:cubicBezTo>
                  <a:cubicBezTo>
                    <a:pt x="0" y="202"/>
                    <a:pt x="1" y="205"/>
                    <a:pt x="3" y="207"/>
                  </a:cubicBezTo>
                  <a:cubicBezTo>
                    <a:pt x="143" y="374"/>
                    <a:pt x="143" y="374"/>
                    <a:pt x="143" y="374"/>
                  </a:cubicBezTo>
                  <a:cubicBezTo>
                    <a:pt x="146" y="377"/>
                    <a:pt x="149" y="378"/>
                    <a:pt x="153" y="378"/>
                  </a:cubicBezTo>
                  <a:cubicBezTo>
                    <a:pt x="360" y="378"/>
                    <a:pt x="360" y="378"/>
                    <a:pt x="360" y="378"/>
                  </a:cubicBezTo>
                  <a:cubicBezTo>
                    <a:pt x="364" y="378"/>
                    <a:pt x="368" y="377"/>
                    <a:pt x="370" y="374"/>
                  </a:cubicBezTo>
                  <a:cubicBezTo>
                    <a:pt x="510" y="207"/>
                    <a:pt x="510" y="207"/>
                    <a:pt x="510" y="207"/>
                  </a:cubicBezTo>
                  <a:cubicBezTo>
                    <a:pt x="512" y="205"/>
                    <a:pt x="513" y="202"/>
                    <a:pt x="513" y="199"/>
                  </a:cubicBezTo>
                  <a:cubicBezTo>
                    <a:pt x="513" y="13"/>
                    <a:pt x="513" y="13"/>
                    <a:pt x="513" y="13"/>
                  </a:cubicBezTo>
                  <a:cubicBezTo>
                    <a:pt x="513" y="6"/>
                    <a:pt x="508" y="0"/>
                    <a:pt x="50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0" name="Rectangle 246"/>
            <p:cNvSpPr>
              <a:spLocks noChangeArrowheads="1"/>
            </p:cNvSpPr>
            <p:nvPr/>
          </p:nvSpPr>
          <p:spPr bwMode="auto">
            <a:xfrm>
              <a:off x="2687657" y="3896568"/>
              <a:ext cx="624698" cy="3495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1" name="Freeform 247"/>
            <p:cNvSpPr/>
            <p:nvPr/>
          </p:nvSpPr>
          <p:spPr bwMode="auto">
            <a:xfrm>
              <a:off x="2872586" y="4314912"/>
              <a:ext cx="255968" cy="10148"/>
            </a:xfrm>
            <a:custGeom>
              <a:avLst/>
              <a:gdLst>
                <a:gd name="T0" fmla="*/ 1 w 210"/>
                <a:gd name="T1" fmla="*/ 8 h 8"/>
                <a:gd name="T2" fmla="*/ 209 w 210"/>
                <a:gd name="T3" fmla="*/ 8 h 8"/>
                <a:gd name="T4" fmla="*/ 210 w 210"/>
                <a:gd name="T5" fmla="*/ 0 h 8"/>
                <a:gd name="T6" fmla="*/ 0 w 210"/>
                <a:gd name="T7" fmla="*/ 0 h 8"/>
                <a:gd name="T8" fmla="*/ 1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1" y="8"/>
                  </a:moveTo>
                  <a:cubicBezTo>
                    <a:pt x="209" y="8"/>
                    <a:pt x="209" y="8"/>
                    <a:pt x="209" y="8"/>
                  </a:cubicBezTo>
                  <a:cubicBezTo>
                    <a:pt x="209" y="6"/>
                    <a:pt x="210" y="3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6"/>
                    <a:pt x="1" y="8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2" name="Freeform 248"/>
            <p:cNvSpPr/>
            <p:nvPr/>
          </p:nvSpPr>
          <p:spPr bwMode="auto">
            <a:xfrm>
              <a:off x="2687657" y="4097283"/>
              <a:ext cx="624698" cy="217629"/>
            </a:xfrm>
            <a:custGeom>
              <a:avLst/>
              <a:gdLst>
                <a:gd name="T0" fmla="*/ 0 w 513"/>
                <a:gd name="T1" fmla="*/ 0 h 179"/>
                <a:gd name="T2" fmla="*/ 0 w 513"/>
                <a:gd name="T3" fmla="*/ 0 h 179"/>
                <a:gd name="T4" fmla="*/ 3 w 513"/>
                <a:gd name="T5" fmla="*/ 8 h 179"/>
                <a:gd name="T6" fmla="*/ 143 w 513"/>
                <a:gd name="T7" fmla="*/ 175 h 179"/>
                <a:gd name="T8" fmla="*/ 153 w 513"/>
                <a:gd name="T9" fmla="*/ 179 h 179"/>
                <a:gd name="T10" fmla="*/ 360 w 513"/>
                <a:gd name="T11" fmla="*/ 179 h 179"/>
                <a:gd name="T12" fmla="*/ 370 w 513"/>
                <a:gd name="T13" fmla="*/ 175 h 179"/>
                <a:gd name="T14" fmla="*/ 510 w 513"/>
                <a:gd name="T15" fmla="*/ 8 h 179"/>
                <a:gd name="T16" fmla="*/ 513 w 513"/>
                <a:gd name="T17" fmla="*/ 0 h 179"/>
                <a:gd name="T18" fmla="*/ 513 w 513"/>
                <a:gd name="T19" fmla="*/ 0 h 179"/>
                <a:gd name="T20" fmla="*/ 0 w 513"/>
                <a:gd name="T21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3" h="179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43" y="175"/>
                    <a:pt x="143" y="175"/>
                    <a:pt x="143" y="175"/>
                  </a:cubicBezTo>
                  <a:cubicBezTo>
                    <a:pt x="146" y="178"/>
                    <a:pt x="149" y="179"/>
                    <a:pt x="153" y="179"/>
                  </a:cubicBezTo>
                  <a:cubicBezTo>
                    <a:pt x="360" y="179"/>
                    <a:pt x="360" y="179"/>
                    <a:pt x="360" y="179"/>
                  </a:cubicBezTo>
                  <a:cubicBezTo>
                    <a:pt x="364" y="179"/>
                    <a:pt x="368" y="178"/>
                    <a:pt x="370" y="175"/>
                  </a:cubicBezTo>
                  <a:cubicBezTo>
                    <a:pt x="510" y="8"/>
                    <a:pt x="510" y="8"/>
                    <a:pt x="510" y="8"/>
                  </a:cubicBezTo>
                  <a:cubicBezTo>
                    <a:pt x="512" y="6"/>
                    <a:pt x="513" y="3"/>
                    <a:pt x="513" y="0"/>
                  </a:cubicBezTo>
                  <a:cubicBezTo>
                    <a:pt x="513" y="0"/>
                    <a:pt x="513" y="0"/>
                    <a:pt x="51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43" name="Group 65"/>
          <p:cNvGrpSpPr/>
          <p:nvPr/>
        </p:nvGrpSpPr>
        <p:grpSpPr>
          <a:xfrm>
            <a:off x="5846315" y="2197628"/>
            <a:ext cx="2896359" cy="524765"/>
            <a:chOff x="8553194" y="3180436"/>
            <a:chExt cx="2746177" cy="497582"/>
          </a:xfrm>
        </p:grpSpPr>
        <p:sp>
          <p:nvSpPr>
            <p:cNvPr id="44" name="Rectangle 76"/>
            <p:cNvSpPr/>
            <p:nvPr/>
          </p:nvSpPr>
          <p:spPr>
            <a:xfrm>
              <a:off x="9144484" y="3180436"/>
              <a:ext cx="2154887" cy="393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45" name="Group 77"/>
            <p:cNvGrpSpPr/>
            <p:nvPr/>
          </p:nvGrpSpPr>
          <p:grpSpPr>
            <a:xfrm>
              <a:off x="8553194" y="3188522"/>
              <a:ext cx="489496" cy="489496"/>
              <a:chOff x="1084204" y="3328099"/>
              <a:chExt cx="489496" cy="489496"/>
            </a:xfrm>
          </p:grpSpPr>
          <p:sp>
            <p:nvSpPr>
              <p:cNvPr id="46" name="Oval 78"/>
              <p:cNvSpPr/>
              <p:nvPr/>
            </p:nvSpPr>
            <p:spPr>
              <a:xfrm>
                <a:off x="1084204" y="3328099"/>
                <a:ext cx="489496" cy="489496"/>
              </a:xfrm>
              <a:prstGeom prst="ellipse">
                <a:avLst/>
              </a:prstGeom>
              <a:solidFill>
                <a:srgbClr val="F6880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0" name="TextBox 79"/>
              <p:cNvSpPr txBox="1"/>
              <p:nvPr/>
            </p:nvSpPr>
            <p:spPr>
              <a:xfrm>
                <a:off x="1170731" y="3388181"/>
                <a:ext cx="316441" cy="37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1</a:t>
                </a:r>
                <a:endParaRPr lang="en-US" sz="20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53" name="Group 66"/>
          <p:cNvGrpSpPr/>
          <p:nvPr/>
        </p:nvGrpSpPr>
        <p:grpSpPr>
          <a:xfrm>
            <a:off x="5846315" y="3062319"/>
            <a:ext cx="2896359" cy="524765"/>
            <a:chOff x="8553194" y="4007705"/>
            <a:chExt cx="2746177" cy="497582"/>
          </a:xfrm>
        </p:grpSpPr>
        <p:sp>
          <p:nvSpPr>
            <p:cNvPr id="54" name="Rectangle 72"/>
            <p:cNvSpPr/>
            <p:nvPr/>
          </p:nvSpPr>
          <p:spPr>
            <a:xfrm>
              <a:off x="9144484" y="4007705"/>
              <a:ext cx="2154887" cy="393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55" name="Group 73"/>
            <p:cNvGrpSpPr/>
            <p:nvPr/>
          </p:nvGrpSpPr>
          <p:grpSpPr>
            <a:xfrm>
              <a:off x="8553194" y="4015791"/>
              <a:ext cx="489496" cy="489496"/>
              <a:chOff x="1084204" y="4155368"/>
              <a:chExt cx="489496" cy="489496"/>
            </a:xfrm>
          </p:grpSpPr>
          <p:sp>
            <p:nvSpPr>
              <p:cNvPr id="56" name="Oval 74"/>
              <p:cNvSpPr/>
              <p:nvPr/>
            </p:nvSpPr>
            <p:spPr>
              <a:xfrm>
                <a:off x="1084204" y="4155368"/>
                <a:ext cx="489496" cy="489496"/>
              </a:xfrm>
              <a:prstGeom prst="ellipse">
                <a:avLst/>
              </a:prstGeom>
              <a:solidFill>
                <a:srgbClr val="F6880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7" name="TextBox 75"/>
              <p:cNvSpPr txBox="1"/>
              <p:nvPr/>
            </p:nvSpPr>
            <p:spPr>
              <a:xfrm>
                <a:off x="1172251" y="4215450"/>
                <a:ext cx="313401" cy="37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3</a:t>
                </a:r>
                <a:endParaRPr lang="en-US" sz="20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58" name="Group 67"/>
          <p:cNvGrpSpPr/>
          <p:nvPr/>
        </p:nvGrpSpPr>
        <p:grpSpPr>
          <a:xfrm>
            <a:off x="5846315" y="3927010"/>
            <a:ext cx="2896359" cy="524765"/>
            <a:chOff x="8553194" y="4837029"/>
            <a:chExt cx="2746177" cy="497582"/>
          </a:xfrm>
        </p:grpSpPr>
        <p:sp>
          <p:nvSpPr>
            <p:cNvPr id="59" name="Rectangle 68"/>
            <p:cNvSpPr/>
            <p:nvPr/>
          </p:nvSpPr>
          <p:spPr>
            <a:xfrm>
              <a:off x="9144484" y="4837029"/>
              <a:ext cx="2154887" cy="393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60" name="Group 69"/>
            <p:cNvGrpSpPr/>
            <p:nvPr/>
          </p:nvGrpSpPr>
          <p:grpSpPr>
            <a:xfrm>
              <a:off x="8553194" y="4845115"/>
              <a:ext cx="489496" cy="489496"/>
              <a:chOff x="1084204" y="4984692"/>
              <a:chExt cx="489496" cy="489496"/>
            </a:xfrm>
          </p:grpSpPr>
          <p:sp>
            <p:nvSpPr>
              <p:cNvPr id="61" name="Oval 70"/>
              <p:cNvSpPr/>
              <p:nvPr/>
            </p:nvSpPr>
            <p:spPr>
              <a:xfrm>
                <a:off x="1084204" y="4984692"/>
                <a:ext cx="489496" cy="489496"/>
              </a:xfrm>
              <a:prstGeom prst="ellipse">
                <a:avLst/>
              </a:prstGeom>
              <a:solidFill>
                <a:srgbClr val="F6880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62" name="TextBox 71"/>
              <p:cNvSpPr txBox="1"/>
              <p:nvPr/>
            </p:nvSpPr>
            <p:spPr>
              <a:xfrm>
                <a:off x="1169972" y="5044774"/>
                <a:ext cx="317960" cy="37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5</a:t>
                </a:r>
                <a:endParaRPr lang="en-US" sz="20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63" name="Group 84"/>
          <p:cNvGrpSpPr/>
          <p:nvPr/>
        </p:nvGrpSpPr>
        <p:grpSpPr>
          <a:xfrm>
            <a:off x="9217239" y="2197628"/>
            <a:ext cx="2896359" cy="524765"/>
            <a:chOff x="8553194" y="3180436"/>
            <a:chExt cx="2746177" cy="497582"/>
          </a:xfrm>
        </p:grpSpPr>
        <p:sp>
          <p:nvSpPr>
            <p:cNvPr id="64" name="Rectangle 85"/>
            <p:cNvSpPr/>
            <p:nvPr/>
          </p:nvSpPr>
          <p:spPr>
            <a:xfrm>
              <a:off x="9144484" y="3180436"/>
              <a:ext cx="2154887" cy="393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65" name="Group 86"/>
            <p:cNvGrpSpPr/>
            <p:nvPr/>
          </p:nvGrpSpPr>
          <p:grpSpPr>
            <a:xfrm>
              <a:off x="8553194" y="3188522"/>
              <a:ext cx="489496" cy="489496"/>
              <a:chOff x="1084204" y="3328099"/>
              <a:chExt cx="489496" cy="489496"/>
            </a:xfrm>
          </p:grpSpPr>
          <p:sp>
            <p:nvSpPr>
              <p:cNvPr id="66" name="Oval 87"/>
              <p:cNvSpPr/>
              <p:nvPr/>
            </p:nvSpPr>
            <p:spPr>
              <a:xfrm>
                <a:off x="1084204" y="3328099"/>
                <a:ext cx="489496" cy="489496"/>
              </a:xfrm>
              <a:prstGeom prst="ellipse">
                <a:avLst/>
              </a:prstGeom>
              <a:solidFill>
                <a:srgbClr val="0099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67" name="TextBox 88"/>
              <p:cNvSpPr txBox="1"/>
              <p:nvPr/>
            </p:nvSpPr>
            <p:spPr>
              <a:xfrm>
                <a:off x="1170731" y="3388181"/>
                <a:ext cx="316441" cy="37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smtClean="0">
                    <a:solidFill>
                      <a:schemeClr val="bg1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2</a:t>
                </a:r>
                <a:endParaRPr lang="en-US" sz="200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68" name="Group 89"/>
          <p:cNvGrpSpPr/>
          <p:nvPr/>
        </p:nvGrpSpPr>
        <p:grpSpPr>
          <a:xfrm>
            <a:off x="9217239" y="3062319"/>
            <a:ext cx="2896359" cy="524765"/>
            <a:chOff x="8553194" y="4007705"/>
            <a:chExt cx="2746177" cy="497582"/>
          </a:xfrm>
        </p:grpSpPr>
        <p:sp>
          <p:nvSpPr>
            <p:cNvPr id="69" name="Rectangle 90"/>
            <p:cNvSpPr/>
            <p:nvPr/>
          </p:nvSpPr>
          <p:spPr>
            <a:xfrm>
              <a:off x="9144484" y="4007705"/>
              <a:ext cx="2154887" cy="393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70" name="Group 91"/>
            <p:cNvGrpSpPr/>
            <p:nvPr/>
          </p:nvGrpSpPr>
          <p:grpSpPr>
            <a:xfrm>
              <a:off x="8553194" y="4015791"/>
              <a:ext cx="489496" cy="489496"/>
              <a:chOff x="1084204" y="4155368"/>
              <a:chExt cx="489496" cy="489496"/>
            </a:xfrm>
          </p:grpSpPr>
          <p:sp>
            <p:nvSpPr>
              <p:cNvPr id="71" name="Oval 92"/>
              <p:cNvSpPr/>
              <p:nvPr/>
            </p:nvSpPr>
            <p:spPr>
              <a:xfrm>
                <a:off x="1084204" y="4155368"/>
                <a:ext cx="489496" cy="489496"/>
              </a:xfrm>
              <a:prstGeom prst="ellipse">
                <a:avLst/>
              </a:prstGeom>
              <a:solidFill>
                <a:srgbClr val="0099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72" name="TextBox 93"/>
              <p:cNvSpPr txBox="1"/>
              <p:nvPr/>
            </p:nvSpPr>
            <p:spPr>
              <a:xfrm>
                <a:off x="1166171" y="4215450"/>
                <a:ext cx="325560" cy="37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 smtClean="0">
                    <a:solidFill>
                      <a:schemeClr val="bg1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4</a:t>
                </a:r>
                <a:endParaRPr lang="en-US" sz="20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73" name="Group 94"/>
          <p:cNvGrpSpPr/>
          <p:nvPr/>
        </p:nvGrpSpPr>
        <p:grpSpPr>
          <a:xfrm>
            <a:off x="9217239" y="3927010"/>
            <a:ext cx="2896359" cy="524765"/>
            <a:chOff x="8553194" y="4837029"/>
            <a:chExt cx="2746177" cy="497582"/>
          </a:xfrm>
        </p:grpSpPr>
        <p:sp>
          <p:nvSpPr>
            <p:cNvPr id="74" name="Rectangle 95"/>
            <p:cNvSpPr/>
            <p:nvPr/>
          </p:nvSpPr>
          <p:spPr>
            <a:xfrm>
              <a:off x="9144484" y="4837029"/>
              <a:ext cx="2154887" cy="3939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285875">
                <a:spcBef>
                  <a:spcPct val="20000"/>
                </a:spcBef>
                <a:defRPr/>
              </a:pPr>
              <a:r>
                <a:rPr lang="zh-CN" altLang="en-US" sz="105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您的内容打在这里，或者通过复制您的文本后，在此框中选择粘贴。</a:t>
              </a:r>
              <a:endPara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75" name="Group 96"/>
            <p:cNvGrpSpPr/>
            <p:nvPr/>
          </p:nvGrpSpPr>
          <p:grpSpPr>
            <a:xfrm>
              <a:off x="8553194" y="4845115"/>
              <a:ext cx="489496" cy="489496"/>
              <a:chOff x="1084204" y="4984692"/>
              <a:chExt cx="489496" cy="489496"/>
            </a:xfrm>
          </p:grpSpPr>
          <p:sp>
            <p:nvSpPr>
              <p:cNvPr id="76" name="Oval 97"/>
              <p:cNvSpPr/>
              <p:nvPr/>
            </p:nvSpPr>
            <p:spPr>
              <a:xfrm>
                <a:off x="1084204" y="4984692"/>
                <a:ext cx="489496" cy="489496"/>
              </a:xfrm>
              <a:prstGeom prst="ellipse">
                <a:avLst/>
              </a:prstGeom>
              <a:solidFill>
                <a:srgbClr val="0099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77" name="TextBox 98"/>
              <p:cNvSpPr txBox="1"/>
              <p:nvPr/>
            </p:nvSpPr>
            <p:spPr>
              <a:xfrm>
                <a:off x="1172251" y="5044774"/>
                <a:ext cx="313401" cy="379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smtClean="0">
                    <a:solidFill>
                      <a:schemeClr val="bg1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6</a:t>
                </a:r>
                <a:endParaRPr lang="en-US" sz="200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sp>
        <p:nvSpPr>
          <p:cNvPr id="78" name="Rectangle 1"/>
          <p:cNvSpPr/>
          <p:nvPr/>
        </p:nvSpPr>
        <p:spPr>
          <a:xfrm>
            <a:off x="5846315" y="5783991"/>
            <a:ext cx="6091724" cy="786793"/>
          </a:xfrm>
          <a:prstGeom prst="rect">
            <a:avLst/>
          </a:prstGeom>
        </p:spPr>
        <p:txBody>
          <a:bodyPr wrap="square" lIns="96433" tIns="48216" rIns="96433" bIns="48216">
            <a:spAutoFit/>
          </a:bodyPr>
          <a:lstStyle/>
          <a:p>
            <a:pPr defTabSz="1285875">
              <a:spcBef>
                <a:spcPct val="20000"/>
              </a:spcBef>
              <a:defRPr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</a:t>
            </a:r>
            <a:r>
              <a:rPr lang="zh-CN" alt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。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您的内容打在这里，或者通过复制您的文本后，在此框中选择粘贴。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defTabSz="1285875">
              <a:spcBef>
                <a:spcPct val="20000"/>
              </a:spcBef>
              <a:defRPr/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9" name="TextBox 2"/>
          <p:cNvSpPr txBox="1"/>
          <p:nvPr/>
        </p:nvSpPr>
        <p:spPr>
          <a:xfrm>
            <a:off x="5846315" y="5186210"/>
            <a:ext cx="2810850" cy="620594"/>
          </a:xfrm>
          <a:prstGeom prst="rect">
            <a:avLst/>
          </a:prstGeom>
          <a:noFill/>
        </p:spPr>
        <p:txBody>
          <a:bodyPr wrap="none" lIns="96433" tIns="48216" rIns="96433" bIns="48216" rtlCol="0">
            <a:spAutoFit/>
          </a:bodyPr>
          <a:lstStyle/>
          <a:p>
            <a:r>
              <a:rPr lang="zh-CN" altLang="en-US" sz="3400" dirty="0" smtClean="0">
                <a:solidFill>
                  <a:srgbClr val="0099B4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输入您的标题</a:t>
            </a:r>
            <a:endParaRPr lang="en-US" sz="3400" dirty="0">
              <a:solidFill>
                <a:srgbClr val="0099B4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0" name="Oval 10"/>
          <p:cNvSpPr>
            <a:spLocks noChangeArrowheads="1"/>
          </p:cNvSpPr>
          <p:nvPr/>
        </p:nvSpPr>
        <p:spPr bwMode="auto">
          <a:xfrm>
            <a:off x="2406498" y="6184614"/>
            <a:ext cx="607721" cy="607688"/>
          </a:xfrm>
          <a:prstGeom prst="ellipse">
            <a:avLst/>
          </a:prstGeom>
          <a:solidFill>
            <a:srgbClr val="0099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1" name="Oval 15"/>
          <p:cNvSpPr>
            <a:spLocks noChangeArrowheads="1"/>
          </p:cNvSpPr>
          <p:nvPr/>
        </p:nvSpPr>
        <p:spPr bwMode="auto">
          <a:xfrm>
            <a:off x="1044774" y="5218973"/>
            <a:ext cx="607721" cy="607688"/>
          </a:xfrm>
          <a:prstGeom prst="ellipse">
            <a:avLst/>
          </a:prstGeom>
          <a:solidFill>
            <a:srgbClr val="F6880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2" name="Oval 59"/>
          <p:cNvSpPr>
            <a:spLocks noChangeArrowheads="1"/>
          </p:cNvSpPr>
          <p:nvPr/>
        </p:nvSpPr>
        <p:spPr bwMode="auto">
          <a:xfrm>
            <a:off x="2859614" y="5548385"/>
            <a:ext cx="608910" cy="608877"/>
          </a:xfrm>
          <a:prstGeom prst="ellipse">
            <a:avLst/>
          </a:prstGeom>
          <a:solidFill>
            <a:srgbClr val="F6880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3" name="Oval 72"/>
          <p:cNvSpPr>
            <a:spLocks noChangeArrowheads="1"/>
          </p:cNvSpPr>
          <p:nvPr/>
        </p:nvSpPr>
        <p:spPr bwMode="auto">
          <a:xfrm>
            <a:off x="1952193" y="5347407"/>
            <a:ext cx="608910" cy="607688"/>
          </a:xfrm>
          <a:prstGeom prst="ellipse">
            <a:avLst/>
          </a:prstGeom>
          <a:solidFill>
            <a:srgbClr val="F6880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4" name="Oval 153"/>
          <p:cNvSpPr>
            <a:spLocks noChangeArrowheads="1"/>
          </p:cNvSpPr>
          <p:nvPr/>
        </p:nvSpPr>
        <p:spPr bwMode="auto">
          <a:xfrm>
            <a:off x="1499077" y="5940826"/>
            <a:ext cx="607721" cy="607688"/>
          </a:xfrm>
          <a:prstGeom prst="ellipse">
            <a:avLst/>
          </a:prstGeom>
          <a:solidFill>
            <a:srgbClr val="0099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5" name="Oval 170"/>
          <p:cNvSpPr>
            <a:spLocks noChangeArrowheads="1"/>
          </p:cNvSpPr>
          <p:nvPr/>
        </p:nvSpPr>
        <p:spPr bwMode="auto">
          <a:xfrm>
            <a:off x="3313917" y="6157262"/>
            <a:ext cx="608910" cy="608877"/>
          </a:xfrm>
          <a:prstGeom prst="ellipse">
            <a:avLst/>
          </a:prstGeom>
          <a:solidFill>
            <a:srgbClr val="0099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6" name="Oval 189"/>
          <p:cNvSpPr>
            <a:spLocks noChangeArrowheads="1"/>
          </p:cNvSpPr>
          <p:nvPr/>
        </p:nvSpPr>
        <p:spPr bwMode="auto">
          <a:xfrm>
            <a:off x="4221337" y="5900392"/>
            <a:ext cx="610101" cy="607688"/>
          </a:xfrm>
          <a:prstGeom prst="ellipse">
            <a:avLst/>
          </a:prstGeom>
          <a:solidFill>
            <a:srgbClr val="0099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7" name="Oval 194"/>
          <p:cNvSpPr>
            <a:spLocks noChangeArrowheads="1"/>
          </p:cNvSpPr>
          <p:nvPr/>
        </p:nvSpPr>
        <p:spPr bwMode="auto">
          <a:xfrm>
            <a:off x="3768223" y="5321245"/>
            <a:ext cx="608910" cy="607688"/>
          </a:xfrm>
          <a:prstGeom prst="ellipse">
            <a:avLst/>
          </a:prstGeom>
          <a:solidFill>
            <a:srgbClr val="F6880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8" name="Oval 226"/>
          <p:cNvSpPr>
            <a:spLocks noChangeArrowheads="1"/>
          </p:cNvSpPr>
          <p:nvPr/>
        </p:nvSpPr>
        <p:spPr bwMode="auto">
          <a:xfrm>
            <a:off x="4675643" y="5218973"/>
            <a:ext cx="608910" cy="607688"/>
          </a:xfrm>
          <a:prstGeom prst="ellipse">
            <a:avLst/>
          </a:prstGeom>
          <a:solidFill>
            <a:srgbClr val="F6880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6433" tIns="48216" rIns="96433" bIns="48216" numCol="1" anchor="t" anchorCtr="0" compatLnSpc="1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9" name="Freeform 48"/>
          <p:cNvSpPr>
            <a:spLocks noChangeArrowheads="1"/>
          </p:cNvSpPr>
          <p:nvPr/>
        </p:nvSpPr>
        <p:spPr bwMode="auto">
          <a:xfrm>
            <a:off x="3930930" y="5511474"/>
            <a:ext cx="283494" cy="227232"/>
          </a:xfrm>
          <a:custGeom>
            <a:avLst/>
            <a:gdLst>
              <a:gd name="T0" fmla="*/ 179752 w 444"/>
              <a:gd name="T1" fmla="*/ 16214 h 356"/>
              <a:gd name="T2" fmla="*/ 179752 w 444"/>
              <a:gd name="T3" fmla="*/ 16214 h 356"/>
              <a:gd name="T4" fmla="*/ 111726 w 444"/>
              <a:gd name="T5" fmla="*/ 16214 h 356"/>
              <a:gd name="T6" fmla="*/ 99562 w 444"/>
              <a:gd name="T7" fmla="*/ 27924 h 356"/>
              <a:gd name="T8" fmla="*/ 87849 w 444"/>
              <a:gd name="T9" fmla="*/ 16214 h 356"/>
              <a:gd name="T10" fmla="*/ 20273 w 444"/>
              <a:gd name="T11" fmla="*/ 16214 h 356"/>
              <a:gd name="T12" fmla="*/ 20273 w 444"/>
              <a:gd name="T13" fmla="*/ 83772 h 356"/>
              <a:gd name="T14" fmla="*/ 99562 w 444"/>
              <a:gd name="T15" fmla="*/ 159887 h 356"/>
              <a:gd name="T16" fmla="*/ 179752 w 444"/>
              <a:gd name="T17" fmla="*/ 83772 h 356"/>
              <a:gd name="T18" fmla="*/ 179752 w 444"/>
              <a:gd name="T19" fmla="*/ 16214 h 35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44" h="356">
                <a:moveTo>
                  <a:pt x="399" y="36"/>
                </a:moveTo>
                <a:lnTo>
                  <a:pt x="399" y="36"/>
                </a:lnTo>
                <a:cubicBezTo>
                  <a:pt x="355" y="0"/>
                  <a:pt x="293" y="0"/>
                  <a:pt x="248" y="36"/>
                </a:cubicBezTo>
                <a:cubicBezTo>
                  <a:pt x="221" y="62"/>
                  <a:pt x="221" y="62"/>
                  <a:pt x="221" y="62"/>
                </a:cubicBezTo>
                <a:cubicBezTo>
                  <a:pt x="195" y="36"/>
                  <a:pt x="195" y="36"/>
                  <a:pt x="195" y="36"/>
                </a:cubicBezTo>
                <a:cubicBezTo>
                  <a:pt x="151" y="0"/>
                  <a:pt x="89" y="0"/>
                  <a:pt x="45" y="36"/>
                </a:cubicBezTo>
                <a:cubicBezTo>
                  <a:pt x="0" y="80"/>
                  <a:pt x="0" y="151"/>
                  <a:pt x="45" y="186"/>
                </a:cubicBezTo>
                <a:cubicBezTo>
                  <a:pt x="221" y="355"/>
                  <a:pt x="221" y="355"/>
                  <a:pt x="221" y="355"/>
                </a:cubicBezTo>
                <a:cubicBezTo>
                  <a:pt x="399" y="186"/>
                  <a:pt x="399" y="186"/>
                  <a:pt x="399" y="186"/>
                </a:cubicBezTo>
                <a:cubicBezTo>
                  <a:pt x="443" y="151"/>
                  <a:pt x="443" y="80"/>
                  <a:pt x="399" y="3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0" name="Freeform 27"/>
          <p:cNvSpPr>
            <a:spLocks noChangeArrowheads="1"/>
          </p:cNvSpPr>
          <p:nvPr/>
        </p:nvSpPr>
        <p:spPr bwMode="auto">
          <a:xfrm>
            <a:off x="1642068" y="6118679"/>
            <a:ext cx="321742" cy="251981"/>
          </a:xfrm>
          <a:custGeom>
            <a:avLst/>
            <a:gdLst>
              <a:gd name="T0" fmla="*/ 194710 w 506"/>
              <a:gd name="T1" fmla="*/ 31193 h 399"/>
              <a:gd name="T2" fmla="*/ 194710 w 506"/>
              <a:gd name="T3" fmla="*/ 31193 h 399"/>
              <a:gd name="T4" fmla="*/ 75372 w 506"/>
              <a:gd name="T5" fmla="*/ 15596 h 399"/>
              <a:gd name="T6" fmla="*/ 4038 w 506"/>
              <a:gd name="T7" fmla="*/ 98481 h 399"/>
              <a:gd name="T8" fmla="*/ 87485 w 506"/>
              <a:gd name="T9" fmla="*/ 177354 h 399"/>
              <a:gd name="T10" fmla="*/ 170932 w 506"/>
              <a:gd name="T11" fmla="*/ 138140 h 399"/>
              <a:gd name="T12" fmla="*/ 162856 w 506"/>
              <a:gd name="T13" fmla="*/ 94470 h 399"/>
              <a:gd name="T14" fmla="*/ 210412 w 506"/>
              <a:gd name="T15" fmla="*/ 90460 h 399"/>
              <a:gd name="T16" fmla="*/ 194710 w 506"/>
              <a:gd name="T17" fmla="*/ 31193 h 399"/>
              <a:gd name="T18" fmla="*/ 122927 w 506"/>
              <a:gd name="T19" fmla="*/ 134130 h 399"/>
              <a:gd name="T20" fmla="*/ 122927 w 506"/>
              <a:gd name="T21" fmla="*/ 134130 h 399"/>
              <a:gd name="T22" fmla="*/ 107225 w 506"/>
              <a:gd name="T23" fmla="*/ 118088 h 399"/>
              <a:gd name="T24" fmla="*/ 122927 w 506"/>
              <a:gd name="T25" fmla="*/ 102491 h 399"/>
              <a:gd name="T26" fmla="*/ 138630 w 506"/>
              <a:gd name="T27" fmla="*/ 118088 h 399"/>
              <a:gd name="T28" fmla="*/ 122927 w 506"/>
              <a:gd name="T29" fmla="*/ 134130 h 39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06" h="399">
                <a:moveTo>
                  <a:pt x="434" y="70"/>
                </a:moveTo>
                <a:lnTo>
                  <a:pt x="434" y="70"/>
                </a:lnTo>
                <a:cubicBezTo>
                  <a:pt x="354" y="17"/>
                  <a:pt x="265" y="0"/>
                  <a:pt x="168" y="35"/>
                </a:cubicBezTo>
                <a:cubicBezTo>
                  <a:pt x="89" y="53"/>
                  <a:pt x="9" y="141"/>
                  <a:pt x="9" y="221"/>
                </a:cubicBezTo>
                <a:cubicBezTo>
                  <a:pt x="0" y="319"/>
                  <a:pt x="71" y="398"/>
                  <a:pt x="195" y="398"/>
                </a:cubicBezTo>
                <a:cubicBezTo>
                  <a:pt x="337" y="398"/>
                  <a:pt x="381" y="328"/>
                  <a:pt x="381" y="310"/>
                </a:cubicBezTo>
                <a:cubicBezTo>
                  <a:pt x="390" y="292"/>
                  <a:pt x="328" y="248"/>
                  <a:pt x="363" y="212"/>
                </a:cubicBezTo>
                <a:cubicBezTo>
                  <a:pt x="408" y="168"/>
                  <a:pt x="452" y="203"/>
                  <a:pt x="469" y="203"/>
                </a:cubicBezTo>
                <a:cubicBezTo>
                  <a:pt x="496" y="194"/>
                  <a:pt x="505" y="124"/>
                  <a:pt x="434" y="70"/>
                </a:cubicBezTo>
                <a:close/>
                <a:moveTo>
                  <a:pt x="274" y="301"/>
                </a:moveTo>
                <a:lnTo>
                  <a:pt x="274" y="301"/>
                </a:lnTo>
                <a:cubicBezTo>
                  <a:pt x="248" y="301"/>
                  <a:pt x="239" y="283"/>
                  <a:pt x="239" y="265"/>
                </a:cubicBezTo>
                <a:cubicBezTo>
                  <a:pt x="239" y="248"/>
                  <a:pt x="248" y="230"/>
                  <a:pt x="274" y="230"/>
                </a:cubicBezTo>
                <a:cubicBezTo>
                  <a:pt x="293" y="230"/>
                  <a:pt x="309" y="248"/>
                  <a:pt x="309" y="265"/>
                </a:cubicBezTo>
                <a:cubicBezTo>
                  <a:pt x="309" y="283"/>
                  <a:pt x="293" y="301"/>
                  <a:pt x="274" y="30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1" name="Freeform 28"/>
          <p:cNvSpPr>
            <a:spLocks noChangeArrowheads="1"/>
          </p:cNvSpPr>
          <p:nvPr/>
        </p:nvSpPr>
        <p:spPr bwMode="auto">
          <a:xfrm>
            <a:off x="2098025" y="5518512"/>
            <a:ext cx="317244" cy="265479"/>
          </a:xfrm>
          <a:custGeom>
            <a:avLst/>
            <a:gdLst>
              <a:gd name="T0" fmla="*/ 55735 w 498"/>
              <a:gd name="T1" fmla="*/ 36300 h 418"/>
              <a:gd name="T2" fmla="*/ 55735 w 498"/>
              <a:gd name="T3" fmla="*/ 36300 h 418"/>
              <a:gd name="T4" fmla="*/ 16181 w 498"/>
              <a:gd name="T5" fmla="*/ 115622 h 418"/>
              <a:gd name="T6" fmla="*/ 155518 w 498"/>
              <a:gd name="T7" fmla="*/ 51985 h 418"/>
              <a:gd name="T8" fmla="*/ 4045 w 498"/>
              <a:gd name="T9" fmla="*/ 171192 h 418"/>
              <a:gd name="T10" fmla="*/ 19777 w 498"/>
              <a:gd name="T11" fmla="*/ 179258 h 418"/>
              <a:gd name="T12" fmla="*/ 43599 w 498"/>
              <a:gd name="T13" fmla="*/ 139373 h 418"/>
              <a:gd name="T14" fmla="*/ 131696 w 498"/>
              <a:gd name="T15" fmla="*/ 139373 h 418"/>
              <a:gd name="T16" fmla="*/ 210803 w 498"/>
              <a:gd name="T17" fmla="*/ 32267 h 418"/>
              <a:gd name="T18" fmla="*/ 55735 w 498"/>
              <a:gd name="T19" fmla="*/ 36300 h 41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98" h="418">
                <a:moveTo>
                  <a:pt x="124" y="81"/>
                </a:moveTo>
                <a:lnTo>
                  <a:pt x="124" y="81"/>
                </a:lnTo>
                <a:cubicBezTo>
                  <a:pt x="27" y="134"/>
                  <a:pt x="36" y="222"/>
                  <a:pt x="36" y="258"/>
                </a:cubicBezTo>
                <a:cubicBezTo>
                  <a:pt x="159" y="107"/>
                  <a:pt x="346" y="116"/>
                  <a:pt x="346" y="116"/>
                </a:cubicBezTo>
                <a:cubicBezTo>
                  <a:pt x="346" y="116"/>
                  <a:pt x="80" y="204"/>
                  <a:pt x="9" y="382"/>
                </a:cubicBezTo>
                <a:cubicBezTo>
                  <a:pt x="0" y="400"/>
                  <a:pt x="36" y="417"/>
                  <a:pt x="44" y="400"/>
                </a:cubicBezTo>
                <a:cubicBezTo>
                  <a:pt x="62" y="355"/>
                  <a:pt x="97" y="311"/>
                  <a:pt x="97" y="311"/>
                </a:cubicBezTo>
                <a:cubicBezTo>
                  <a:pt x="151" y="329"/>
                  <a:pt x="230" y="355"/>
                  <a:pt x="293" y="311"/>
                </a:cubicBezTo>
                <a:cubicBezTo>
                  <a:pt x="363" y="258"/>
                  <a:pt x="363" y="134"/>
                  <a:pt x="469" y="72"/>
                </a:cubicBezTo>
                <a:cubicBezTo>
                  <a:pt x="497" y="63"/>
                  <a:pt x="249" y="0"/>
                  <a:pt x="124" y="8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2" name="Freeform 29"/>
          <p:cNvSpPr>
            <a:spLocks noChangeArrowheads="1"/>
          </p:cNvSpPr>
          <p:nvPr/>
        </p:nvSpPr>
        <p:spPr bwMode="auto">
          <a:xfrm>
            <a:off x="3022321" y="5706585"/>
            <a:ext cx="283494" cy="292477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3" name="Freeform 46"/>
          <p:cNvSpPr>
            <a:spLocks noChangeArrowheads="1"/>
          </p:cNvSpPr>
          <p:nvPr/>
        </p:nvSpPr>
        <p:spPr bwMode="auto">
          <a:xfrm>
            <a:off x="4832726" y="5382204"/>
            <a:ext cx="294744" cy="281229"/>
          </a:xfrm>
          <a:custGeom>
            <a:avLst/>
            <a:gdLst>
              <a:gd name="T0" fmla="*/ 163754 w 461"/>
              <a:gd name="T1" fmla="*/ 150508 h 443"/>
              <a:gd name="T2" fmla="*/ 163754 w 461"/>
              <a:gd name="T3" fmla="*/ 150508 h 443"/>
              <a:gd name="T4" fmla="*/ 128116 w 461"/>
              <a:gd name="T5" fmla="*/ 111089 h 443"/>
              <a:gd name="T6" fmla="*/ 139845 w 461"/>
              <a:gd name="T7" fmla="*/ 87349 h 443"/>
              <a:gd name="T8" fmla="*/ 147965 w 461"/>
              <a:gd name="T9" fmla="*/ 67639 h 443"/>
              <a:gd name="T10" fmla="*/ 143905 w 461"/>
              <a:gd name="T11" fmla="*/ 59128 h 443"/>
              <a:gd name="T12" fmla="*/ 147965 w 461"/>
              <a:gd name="T13" fmla="*/ 39419 h 443"/>
              <a:gd name="T14" fmla="*/ 103756 w 461"/>
              <a:gd name="T15" fmla="*/ 0 h 443"/>
              <a:gd name="T16" fmla="*/ 59547 w 461"/>
              <a:gd name="T17" fmla="*/ 39419 h 443"/>
              <a:gd name="T18" fmla="*/ 63607 w 461"/>
              <a:gd name="T19" fmla="*/ 59128 h 443"/>
              <a:gd name="T20" fmla="*/ 59547 w 461"/>
              <a:gd name="T21" fmla="*/ 67639 h 443"/>
              <a:gd name="T22" fmla="*/ 67667 w 461"/>
              <a:gd name="T23" fmla="*/ 87349 h 443"/>
              <a:gd name="T24" fmla="*/ 79847 w 461"/>
              <a:gd name="T25" fmla="*/ 111089 h 443"/>
              <a:gd name="T26" fmla="*/ 43758 w 461"/>
              <a:gd name="T27" fmla="*/ 150508 h 443"/>
              <a:gd name="T28" fmla="*/ 0 w 461"/>
              <a:gd name="T29" fmla="*/ 178281 h 443"/>
              <a:gd name="T30" fmla="*/ 0 w 461"/>
              <a:gd name="T31" fmla="*/ 197990 h 443"/>
              <a:gd name="T32" fmla="*/ 103756 w 461"/>
              <a:gd name="T33" fmla="*/ 197990 h 443"/>
              <a:gd name="T34" fmla="*/ 207512 w 461"/>
              <a:gd name="T35" fmla="*/ 197990 h 443"/>
              <a:gd name="T36" fmla="*/ 207512 w 461"/>
              <a:gd name="T37" fmla="*/ 178281 h 443"/>
              <a:gd name="T38" fmla="*/ 163754 w 461"/>
              <a:gd name="T39" fmla="*/ 150508 h 443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461" h="443">
                <a:moveTo>
                  <a:pt x="363" y="336"/>
                </a:moveTo>
                <a:lnTo>
                  <a:pt x="363" y="336"/>
                </a:lnTo>
                <a:cubicBezTo>
                  <a:pt x="301" y="310"/>
                  <a:pt x="284" y="292"/>
                  <a:pt x="284" y="248"/>
                </a:cubicBezTo>
                <a:cubicBezTo>
                  <a:pt x="284" y="230"/>
                  <a:pt x="301" y="239"/>
                  <a:pt x="310" y="195"/>
                </a:cubicBezTo>
                <a:cubicBezTo>
                  <a:pt x="310" y="176"/>
                  <a:pt x="328" y="195"/>
                  <a:pt x="328" y="151"/>
                </a:cubicBezTo>
                <a:cubicBezTo>
                  <a:pt x="328" y="132"/>
                  <a:pt x="319" y="132"/>
                  <a:pt x="319" y="132"/>
                </a:cubicBezTo>
                <a:cubicBezTo>
                  <a:pt x="319" y="132"/>
                  <a:pt x="328" y="106"/>
                  <a:pt x="328" y="88"/>
                </a:cubicBezTo>
                <a:cubicBezTo>
                  <a:pt x="328" y="61"/>
                  <a:pt x="319" y="0"/>
                  <a:pt x="230" y="0"/>
                </a:cubicBezTo>
                <a:cubicBezTo>
                  <a:pt x="141" y="0"/>
                  <a:pt x="132" y="61"/>
                  <a:pt x="132" y="88"/>
                </a:cubicBezTo>
                <a:cubicBezTo>
                  <a:pt x="132" y="106"/>
                  <a:pt x="141" y="132"/>
                  <a:pt x="141" y="132"/>
                </a:cubicBezTo>
                <a:cubicBezTo>
                  <a:pt x="141" y="132"/>
                  <a:pt x="132" y="132"/>
                  <a:pt x="132" y="151"/>
                </a:cubicBezTo>
                <a:cubicBezTo>
                  <a:pt x="132" y="195"/>
                  <a:pt x="150" y="176"/>
                  <a:pt x="150" y="195"/>
                </a:cubicBezTo>
                <a:cubicBezTo>
                  <a:pt x="159" y="239"/>
                  <a:pt x="177" y="230"/>
                  <a:pt x="177" y="248"/>
                </a:cubicBezTo>
                <a:cubicBezTo>
                  <a:pt x="177" y="292"/>
                  <a:pt x="159" y="310"/>
                  <a:pt x="97" y="336"/>
                </a:cubicBezTo>
                <a:cubicBezTo>
                  <a:pt x="35" y="354"/>
                  <a:pt x="0" y="380"/>
                  <a:pt x="0" y="398"/>
                </a:cubicBezTo>
                <a:cubicBezTo>
                  <a:pt x="0" y="407"/>
                  <a:pt x="0" y="442"/>
                  <a:pt x="0" y="442"/>
                </a:cubicBezTo>
                <a:cubicBezTo>
                  <a:pt x="230" y="442"/>
                  <a:pt x="230" y="442"/>
                  <a:pt x="230" y="442"/>
                </a:cubicBezTo>
                <a:cubicBezTo>
                  <a:pt x="460" y="442"/>
                  <a:pt x="460" y="442"/>
                  <a:pt x="460" y="442"/>
                </a:cubicBezTo>
                <a:cubicBezTo>
                  <a:pt x="460" y="442"/>
                  <a:pt x="460" y="407"/>
                  <a:pt x="460" y="398"/>
                </a:cubicBezTo>
                <a:cubicBezTo>
                  <a:pt x="460" y="380"/>
                  <a:pt x="425" y="354"/>
                  <a:pt x="363" y="33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4" name="Freeform 70"/>
          <p:cNvSpPr>
            <a:spLocks noChangeArrowheads="1"/>
          </p:cNvSpPr>
          <p:nvPr/>
        </p:nvSpPr>
        <p:spPr bwMode="auto">
          <a:xfrm>
            <a:off x="1190013" y="5381078"/>
            <a:ext cx="317242" cy="283478"/>
          </a:xfrm>
          <a:custGeom>
            <a:avLst/>
            <a:gdLst>
              <a:gd name="T0" fmla="*/ 63953 w 497"/>
              <a:gd name="T1" fmla="*/ 123611 h 445"/>
              <a:gd name="T2" fmla="*/ 63953 w 497"/>
              <a:gd name="T3" fmla="*/ 123611 h 445"/>
              <a:gd name="T4" fmla="*/ 63953 w 497"/>
              <a:gd name="T5" fmla="*/ 56187 h 445"/>
              <a:gd name="T6" fmla="*/ 23870 w 497"/>
              <a:gd name="T7" fmla="*/ 56187 h 445"/>
              <a:gd name="T8" fmla="*/ 0 w 497"/>
              <a:gd name="T9" fmla="*/ 80010 h 445"/>
              <a:gd name="T10" fmla="*/ 0 w 497"/>
              <a:gd name="T11" fmla="*/ 143389 h 445"/>
              <a:gd name="T12" fmla="*/ 23870 w 497"/>
              <a:gd name="T13" fmla="*/ 167661 h 445"/>
              <a:gd name="T14" fmla="*/ 31977 w 497"/>
              <a:gd name="T15" fmla="*/ 167661 h 445"/>
              <a:gd name="T16" fmla="*/ 31977 w 497"/>
              <a:gd name="T17" fmla="*/ 199576 h 445"/>
              <a:gd name="T18" fmla="*/ 68007 w 497"/>
              <a:gd name="T19" fmla="*/ 167661 h 445"/>
              <a:gd name="T20" fmla="*/ 123403 w 497"/>
              <a:gd name="T21" fmla="*/ 167661 h 445"/>
              <a:gd name="T22" fmla="*/ 143670 w 497"/>
              <a:gd name="T23" fmla="*/ 143389 h 445"/>
              <a:gd name="T24" fmla="*/ 143670 w 497"/>
              <a:gd name="T25" fmla="*/ 123611 h 445"/>
              <a:gd name="T26" fmla="*/ 143670 w 497"/>
              <a:gd name="T27" fmla="*/ 123611 h 445"/>
              <a:gd name="T28" fmla="*/ 63953 w 497"/>
              <a:gd name="T29" fmla="*/ 123611 h 445"/>
              <a:gd name="T30" fmla="*/ 199517 w 497"/>
              <a:gd name="T31" fmla="*/ 0 h 445"/>
              <a:gd name="T32" fmla="*/ 199517 w 497"/>
              <a:gd name="T33" fmla="*/ 0 h 445"/>
              <a:gd name="T34" fmla="*/ 99533 w 497"/>
              <a:gd name="T35" fmla="*/ 0 h 445"/>
              <a:gd name="T36" fmla="*/ 79717 w 497"/>
              <a:gd name="T37" fmla="*/ 24273 h 445"/>
              <a:gd name="T38" fmla="*/ 79717 w 497"/>
              <a:gd name="T39" fmla="*/ 111475 h 445"/>
              <a:gd name="T40" fmla="*/ 155830 w 497"/>
              <a:gd name="T41" fmla="*/ 111475 h 445"/>
              <a:gd name="T42" fmla="*/ 191410 w 497"/>
              <a:gd name="T43" fmla="*/ 143389 h 445"/>
              <a:gd name="T44" fmla="*/ 191410 w 497"/>
              <a:gd name="T45" fmla="*/ 111475 h 445"/>
              <a:gd name="T46" fmla="*/ 199517 w 497"/>
              <a:gd name="T47" fmla="*/ 111475 h 445"/>
              <a:gd name="T48" fmla="*/ 223387 w 497"/>
              <a:gd name="T49" fmla="*/ 87651 h 445"/>
              <a:gd name="T50" fmla="*/ 223387 w 497"/>
              <a:gd name="T51" fmla="*/ 24273 h 445"/>
              <a:gd name="T52" fmla="*/ 199517 w 497"/>
              <a:gd name="T53" fmla="*/ 0 h 445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497" h="445">
                <a:moveTo>
                  <a:pt x="142" y="275"/>
                </a:moveTo>
                <a:lnTo>
                  <a:pt x="142" y="275"/>
                </a:lnTo>
                <a:cubicBezTo>
                  <a:pt x="142" y="125"/>
                  <a:pt x="142" y="125"/>
                  <a:pt x="142" y="125"/>
                </a:cubicBezTo>
                <a:cubicBezTo>
                  <a:pt x="53" y="125"/>
                  <a:pt x="53" y="125"/>
                  <a:pt x="53" y="125"/>
                </a:cubicBezTo>
                <a:cubicBezTo>
                  <a:pt x="18" y="125"/>
                  <a:pt x="0" y="151"/>
                  <a:pt x="0" y="178"/>
                </a:cubicBezTo>
                <a:cubicBezTo>
                  <a:pt x="0" y="319"/>
                  <a:pt x="0" y="319"/>
                  <a:pt x="0" y="319"/>
                </a:cubicBezTo>
                <a:cubicBezTo>
                  <a:pt x="0" y="354"/>
                  <a:pt x="18" y="373"/>
                  <a:pt x="53" y="373"/>
                </a:cubicBezTo>
                <a:cubicBezTo>
                  <a:pt x="71" y="373"/>
                  <a:pt x="71" y="373"/>
                  <a:pt x="71" y="373"/>
                </a:cubicBezTo>
                <a:cubicBezTo>
                  <a:pt x="71" y="444"/>
                  <a:pt x="71" y="444"/>
                  <a:pt x="71" y="444"/>
                </a:cubicBezTo>
                <a:cubicBezTo>
                  <a:pt x="151" y="373"/>
                  <a:pt x="151" y="373"/>
                  <a:pt x="151" y="373"/>
                </a:cubicBezTo>
                <a:cubicBezTo>
                  <a:pt x="274" y="373"/>
                  <a:pt x="274" y="373"/>
                  <a:pt x="274" y="373"/>
                </a:cubicBezTo>
                <a:cubicBezTo>
                  <a:pt x="302" y="373"/>
                  <a:pt x="319" y="354"/>
                  <a:pt x="319" y="319"/>
                </a:cubicBezTo>
                <a:cubicBezTo>
                  <a:pt x="319" y="275"/>
                  <a:pt x="319" y="275"/>
                  <a:pt x="319" y="275"/>
                </a:cubicBezTo>
                <a:lnTo>
                  <a:pt x="142" y="275"/>
                </a:lnTo>
                <a:close/>
                <a:moveTo>
                  <a:pt x="443" y="0"/>
                </a:moveTo>
                <a:lnTo>
                  <a:pt x="443" y="0"/>
                </a:lnTo>
                <a:cubicBezTo>
                  <a:pt x="221" y="0"/>
                  <a:pt x="221" y="0"/>
                  <a:pt x="221" y="0"/>
                </a:cubicBezTo>
                <a:cubicBezTo>
                  <a:pt x="195" y="0"/>
                  <a:pt x="177" y="27"/>
                  <a:pt x="177" y="54"/>
                </a:cubicBezTo>
                <a:cubicBezTo>
                  <a:pt x="177" y="248"/>
                  <a:pt x="177" y="248"/>
                  <a:pt x="177" y="248"/>
                </a:cubicBezTo>
                <a:cubicBezTo>
                  <a:pt x="346" y="248"/>
                  <a:pt x="346" y="248"/>
                  <a:pt x="346" y="248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25" y="248"/>
                  <a:pt x="425" y="248"/>
                  <a:pt x="425" y="248"/>
                </a:cubicBezTo>
                <a:cubicBezTo>
                  <a:pt x="443" y="248"/>
                  <a:pt x="443" y="248"/>
                  <a:pt x="443" y="248"/>
                </a:cubicBezTo>
                <a:cubicBezTo>
                  <a:pt x="470" y="248"/>
                  <a:pt x="496" y="231"/>
                  <a:pt x="496" y="195"/>
                </a:cubicBezTo>
                <a:cubicBezTo>
                  <a:pt x="496" y="54"/>
                  <a:pt x="496" y="54"/>
                  <a:pt x="496" y="54"/>
                </a:cubicBezTo>
                <a:cubicBezTo>
                  <a:pt x="496" y="27"/>
                  <a:pt x="470" y="0"/>
                  <a:pt x="4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5" name="Freeform 101"/>
          <p:cNvSpPr>
            <a:spLocks noChangeArrowheads="1"/>
          </p:cNvSpPr>
          <p:nvPr/>
        </p:nvSpPr>
        <p:spPr bwMode="auto">
          <a:xfrm>
            <a:off x="3459750" y="6340210"/>
            <a:ext cx="317242" cy="242981"/>
          </a:xfrm>
          <a:custGeom>
            <a:avLst/>
            <a:gdLst>
              <a:gd name="T0" fmla="*/ 36030 w 497"/>
              <a:gd name="T1" fmla="*/ 111308 h 382"/>
              <a:gd name="T2" fmla="*/ 36030 w 497"/>
              <a:gd name="T3" fmla="*/ 111308 h 382"/>
              <a:gd name="T4" fmla="*/ 71610 w 497"/>
              <a:gd name="T5" fmla="*/ 147214 h 382"/>
              <a:gd name="T6" fmla="*/ 111693 w 497"/>
              <a:gd name="T7" fmla="*/ 171001 h 382"/>
              <a:gd name="T8" fmla="*/ 151777 w 497"/>
              <a:gd name="T9" fmla="*/ 151253 h 382"/>
              <a:gd name="T10" fmla="*/ 175647 w 497"/>
              <a:gd name="T11" fmla="*/ 115796 h 382"/>
              <a:gd name="T12" fmla="*/ 111693 w 497"/>
              <a:gd name="T13" fmla="*/ 147214 h 382"/>
              <a:gd name="T14" fmla="*/ 36030 w 497"/>
              <a:gd name="T15" fmla="*/ 111308 h 382"/>
              <a:gd name="T16" fmla="*/ 219333 w 497"/>
              <a:gd name="T17" fmla="*/ 55654 h 382"/>
              <a:gd name="T18" fmla="*/ 219333 w 497"/>
              <a:gd name="T19" fmla="*/ 55654 h 382"/>
              <a:gd name="T20" fmla="*/ 123403 w 497"/>
              <a:gd name="T21" fmla="*/ 4039 h 382"/>
              <a:gd name="T22" fmla="*/ 99533 w 497"/>
              <a:gd name="T23" fmla="*/ 4039 h 382"/>
              <a:gd name="T24" fmla="*/ 4053 w 497"/>
              <a:gd name="T25" fmla="*/ 55654 h 382"/>
              <a:gd name="T26" fmla="*/ 4053 w 497"/>
              <a:gd name="T27" fmla="*/ 71812 h 382"/>
              <a:gd name="T28" fmla="*/ 99533 w 497"/>
              <a:gd name="T29" fmla="*/ 123426 h 382"/>
              <a:gd name="T30" fmla="*/ 123403 w 497"/>
              <a:gd name="T31" fmla="*/ 123426 h 382"/>
              <a:gd name="T32" fmla="*/ 183754 w 497"/>
              <a:gd name="T33" fmla="*/ 87520 h 382"/>
              <a:gd name="T34" fmla="*/ 119800 w 497"/>
              <a:gd name="T35" fmla="*/ 71812 h 382"/>
              <a:gd name="T36" fmla="*/ 111693 w 497"/>
              <a:gd name="T37" fmla="*/ 75402 h 382"/>
              <a:gd name="T38" fmla="*/ 91426 w 497"/>
              <a:gd name="T39" fmla="*/ 59693 h 382"/>
              <a:gd name="T40" fmla="*/ 111693 w 497"/>
              <a:gd name="T41" fmla="*/ 48024 h 382"/>
              <a:gd name="T42" fmla="*/ 131960 w 497"/>
              <a:gd name="T43" fmla="*/ 55654 h 382"/>
              <a:gd name="T44" fmla="*/ 199517 w 497"/>
              <a:gd name="T45" fmla="*/ 79441 h 382"/>
              <a:gd name="T46" fmla="*/ 219333 w 497"/>
              <a:gd name="T47" fmla="*/ 71812 h 382"/>
              <a:gd name="T48" fmla="*/ 219333 w 497"/>
              <a:gd name="T49" fmla="*/ 55654 h 382"/>
              <a:gd name="T50" fmla="*/ 191410 w 497"/>
              <a:gd name="T51" fmla="*/ 155292 h 382"/>
              <a:gd name="T52" fmla="*/ 191410 w 497"/>
              <a:gd name="T53" fmla="*/ 155292 h 382"/>
              <a:gd name="T54" fmla="*/ 207623 w 497"/>
              <a:gd name="T55" fmla="*/ 151253 h 382"/>
              <a:gd name="T56" fmla="*/ 199517 w 497"/>
              <a:gd name="T57" fmla="*/ 79441 h 382"/>
              <a:gd name="T58" fmla="*/ 183754 w 497"/>
              <a:gd name="T59" fmla="*/ 87520 h 382"/>
              <a:gd name="T60" fmla="*/ 191410 w 497"/>
              <a:gd name="T61" fmla="*/ 155292 h 382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497" h="382">
                <a:moveTo>
                  <a:pt x="80" y="248"/>
                </a:moveTo>
                <a:lnTo>
                  <a:pt x="80" y="248"/>
                </a:lnTo>
                <a:cubicBezTo>
                  <a:pt x="97" y="293"/>
                  <a:pt x="106" y="311"/>
                  <a:pt x="159" y="328"/>
                </a:cubicBezTo>
                <a:cubicBezTo>
                  <a:pt x="203" y="355"/>
                  <a:pt x="230" y="381"/>
                  <a:pt x="248" y="381"/>
                </a:cubicBezTo>
                <a:cubicBezTo>
                  <a:pt x="266" y="381"/>
                  <a:pt x="293" y="355"/>
                  <a:pt x="337" y="337"/>
                </a:cubicBezTo>
                <a:cubicBezTo>
                  <a:pt x="390" y="311"/>
                  <a:pt x="372" y="311"/>
                  <a:pt x="390" y="258"/>
                </a:cubicBezTo>
                <a:cubicBezTo>
                  <a:pt x="248" y="328"/>
                  <a:pt x="248" y="328"/>
                  <a:pt x="248" y="328"/>
                </a:cubicBezTo>
                <a:lnTo>
                  <a:pt x="80" y="248"/>
                </a:lnTo>
                <a:close/>
                <a:moveTo>
                  <a:pt x="487" y="124"/>
                </a:moveTo>
                <a:lnTo>
                  <a:pt x="487" y="124"/>
                </a:lnTo>
                <a:cubicBezTo>
                  <a:pt x="274" y="9"/>
                  <a:pt x="274" y="9"/>
                  <a:pt x="274" y="9"/>
                </a:cubicBezTo>
                <a:cubicBezTo>
                  <a:pt x="266" y="0"/>
                  <a:pt x="239" y="0"/>
                  <a:pt x="221" y="9"/>
                </a:cubicBezTo>
                <a:cubicBezTo>
                  <a:pt x="9" y="124"/>
                  <a:pt x="9" y="124"/>
                  <a:pt x="9" y="124"/>
                </a:cubicBezTo>
                <a:cubicBezTo>
                  <a:pt x="0" y="133"/>
                  <a:pt x="0" y="142"/>
                  <a:pt x="9" y="160"/>
                </a:cubicBezTo>
                <a:cubicBezTo>
                  <a:pt x="221" y="275"/>
                  <a:pt x="221" y="275"/>
                  <a:pt x="221" y="275"/>
                </a:cubicBezTo>
                <a:cubicBezTo>
                  <a:pt x="239" y="284"/>
                  <a:pt x="266" y="284"/>
                  <a:pt x="274" y="275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266" y="160"/>
                  <a:pt x="266" y="160"/>
                  <a:pt x="266" y="160"/>
                </a:cubicBezTo>
                <a:cubicBezTo>
                  <a:pt x="257" y="160"/>
                  <a:pt x="257" y="168"/>
                  <a:pt x="248" y="168"/>
                </a:cubicBezTo>
                <a:cubicBezTo>
                  <a:pt x="221" y="168"/>
                  <a:pt x="203" y="151"/>
                  <a:pt x="203" y="133"/>
                </a:cubicBezTo>
                <a:cubicBezTo>
                  <a:pt x="203" y="124"/>
                  <a:pt x="221" y="107"/>
                  <a:pt x="248" y="107"/>
                </a:cubicBezTo>
                <a:cubicBezTo>
                  <a:pt x="266" y="107"/>
                  <a:pt x="284" y="115"/>
                  <a:pt x="293" y="124"/>
                </a:cubicBezTo>
                <a:cubicBezTo>
                  <a:pt x="443" y="177"/>
                  <a:pt x="443" y="177"/>
                  <a:pt x="443" y="177"/>
                </a:cubicBezTo>
                <a:cubicBezTo>
                  <a:pt x="487" y="160"/>
                  <a:pt x="487" y="160"/>
                  <a:pt x="487" y="160"/>
                </a:cubicBezTo>
                <a:cubicBezTo>
                  <a:pt x="496" y="142"/>
                  <a:pt x="496" y="133"/>
                  <a:pt x="487" y="124"/>
                </a:cubicBezTo>
                <a:close/>
                <a:moveTo>
                  <a:pt x="425" y="346"/>
                </a:moveTo>
                <a:lnTo>
                  <a:pt x="425" y="346"/>
                </a:lnTo>
                <a:cubicBezTo>
                  <a:pt x="416" y="355"/>
                  <a:pt x="452" y="364"/>
                  <a:pt x="461" y="337"/>
                </a:cubicBezTo>
                <a:cubicBezTo>
                  <a:pt x="469" y="213"/>
                  <a:pt x="443" y="177"/>
                  <a:pt x="443" y="177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408" y="195"/>
                  <a:pt x="443" y="222"/>
                  <a:pt x="425" y="3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6" name="Freeform 123"/>
          <p:cNvSpPr>
            <a:spLocks noChangeArrowheads="1"/>
          </p:cNvSpPr>
          <p:nvPr/>
        </p:nvSpPr>
        <p:spPr bwMode="auto">
          <a:xfrm>
            <a:off x="4382391" y="6056874"/>
            <a:ext cx="287993" cy="294726"/>
          </a:xfrm>
          <a:custGeom>
            <a:avLst/>
            <a:gdLst>
              <a:gd name="T0" fmla="*/ 123628 w 452"/>
              <a:gd name="T1" fmla="*/ 135490 h 462"/>
              <a:gd name="T2" fmla="*/ 123628 w 452"/>
              <a:gd name="T3" fmla="*/ 135490 h 462"/>
              <a:gd name="T4" fmla="*/ 195108 w 452"/>
              <a:gd name="T5" fmla="*/ 11703 h 462"/>
              <a:gd name="T6" fmla="*/ 195108 w 452"/>
              <a:gd name="T7" fmla="*/ 8102 h 462"/>
              <a:gd name="T8" fmla="*/ 191062 w 452"/>
              <a:gd name="T9" fmla="*/ 8102 h 462"/>
              <a:gd name="T10" fmla="*/ 71480 w 452"/>
              <a:gd name="T11" fmla="*/ 80124 h 462"/>
              <a:gd name="T12" fmla="*/ 4046 w 452"/>
              <a:gd name="T13" fmla="*/ 135490 h 462"/>
              <a:gd name="T14" fmla="*/ 15735 w 452"/>
              <a:gd name="T15" fmla="*/ 147644 h 462"/>
              <a:gd name="T16" fmla="*/ 39561 w 452"/>
              <a:gd name="T17" fmla="*/ 139542 h 462"/>
              <a:gd name="T18" fmla="*/ 67883 w 452"/>
              <a:gd name="T19" fmla="*/ 167450 h 462"/>
              <a:gd name="T20" fmla="*/ 59791 w 452"/>
              <a:gd name="T21" fmla="*/ 191307 h 462"/>
              <a:gd name="T22" fmla="*/ 67883 w 452"/>
              <a:gd name="T23" fmla="*/ 203461 h 462"/>
              <a:gd name="T24" fmla="*/ 123628 w 452"/>
              <a:gd name="T25" fmla="*/ 135490 h 462"/>
              <a:gd name="T26" fmla="*/ 135317 w 452"/>
              <a:gd name="T27" fmla="*/ 67520 h 462"/>
              <a:gd name="T28" fmla="*/ 135317 w 452"/>
              <a:gd name="T29" fmla="*/ 67520 h 462"/>
              <a:gd name="T30" fmla="*/ 135317 w 452"/>
              <a:gd name="T31" fmla="*/ 43663 h 462"/>
              <a:gd name="T32" fmla="*/ 159143 w 452"/>
              <a:gd name="T33" fmla="*/ 43663 h 462"/>
              <a:gd name="T34" fmla="*/ 159143 w 452"/>
              <a:gd name="T35" fmla="*/ 67520 h 462"/>
              <a:gd name="T36" fmla="*/ 135317 w 452"/>
              <a:gd name="T37" fmla="*/ 67520 h 46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7" name="Freeform 154"/>
          <p:cNvSpPr>
            <a:spLocks noChangeArrowheads="1"/>
          </p:cNvSpPr>
          <p:nvPr/>
        </p:nvSpPr>
        <p:spPr bwMode="auto">
          <a:xfrm>
            <a:off x="2596737" y="6334345"/>
            <a:ext cx="227244" cy="308226"/>
          </a:xfrm>
          <a:custGeom>
            <a:avLst/>
            <a:gdLst>
              <a:gd name="T0" fmla="*/ 156272 w 355"/>
              <a:gd name="T1" fmla="*/ 58950 h 487"/>
              <a:gd name="T2" fmla="*/ 156272 w 355"/>
              <a:gd name="T3" fmla="*/ 58950 h 487"/>
              <a:gd name="T4" fmla="*/ 52392 w 355"/>
              <a:gd name="T5" fmla="*/ 7592 h 487"/>
              <a:gd name="T6" fmla="*/ 4065 w 355"/>
              <a:gd name="T7" fmla="*/ 23669 h 487"/>
              <a:gd name="T8" fmla="*/ 0 w 355"/>
              <a:gd name="T9" fmla="*/ 35280 h 487"/>
              <a:gd name="T10" fmla="*/ 4065 w 355"/>
              <a:gd name="T11" fmla="*/ 154073 h 487"/>
              <a:gd name="T12" fmla="*/ 8130 w 355"/>
              <a:gd name="T13" fmla="*/ 162111 h 487"/>
              <a:gd name="T14" fmla="*/ 100267 w 355"/>
              <a:gd name="T15" fmla="*/ 217041 h 487"/>
              <a:gd name="T16" fmla="*/ 104332 w 355"/>
              <a:gd name="T17" fmla="*/ 217041 h 487"/>
              <a:gd name="T18" fmla="*/ 108397 w 355"/>
              <a:gd name="T19" fmla="*/ 217041 h 487"/>
              <a:gd name="T20" fmla="*/ 112010 w 355"/>
              <a:gd name="T21" fmla="*/ 213469 h 487"/>
              <a:gd name="T22" fmla="*/ 112010 w 355"/>
              <a:gd name="T23" fmla="*/ 90657 h 487"/>
              <a:gd name="T24" fmla="*/ 108397 w 355"/>
              <a:gd name="T25" fmla="*/ 82619 h 487"/>
              <a:gd name="T26" fmla="*/ 19873 w 355"/>
              <a:gd name="T27" fmla="*/ 31261 h 487"/>
              <a:gd name="T28" fmla="*/ 32067 w 355"/>
              <a:gd name="T29" fmla="*/ 23669 h 487"/>
              <a:gd name="T30" fmla="*/ 48327 w 355"/>
              <a:gd name="T31" fmla="*/ 19650 h 487"/>
              <a:gd name="T32" fmla="*/ 135948 w 355"/>
              <a:gd name="T33" fmla="*/ 66988 h 487"/>
              <a:gd name="T34" fmla="*/ 140013 w 355"/>
              <a:gd name="T35" fmla="*/ 71007 h 487"/>
              <a:gd name="T36" fmla="*/ 140013 w 355"/>
              <a:gd name="T37" fmla="*/ 189800 h 487"/>
              <a:gd name="T38" fmla="*/ 148142 w 355"/>
              <a:gd name="T39" fmla="*/ 197392 h 487"/>
              <a:gd name="T40" fmla="*/ 159885 w 355"/>
              <a:gd name="T41" fmla="*/ 189800 h 487"/>
              <a:gd name="T42" fmla="*/ 159885 w 355"/>
              <a:gd name="T43" fmla="*/ 62969 h 487"/>
              <a:gd name="T44" fmla="*/ 156272 w 355"/>
              <a:gd name="T45" fmla="*/ 58950 h 487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5" h="487">
                <a:moveTo>
                  <a:pt x="346" y="132"/>
                </a:moveTo>
                <a:lnTo>
                  <a:pt x="346" y="132"/>
                </a:lnTo>
                <a:cubicBezTo>
                  <a:pt x="116" y="17"/>
                  <a:pt x="116" y="17"/>
                  <a:pt x="116" y="17"/>
                </a:cubicBezTo>
                <a:cubicBezTo>
                  <a:pt x="89" y="0"/>
                  <a:pt x="27" y="25"/>
                  <a:pt x="9" y="53"/>
                </a:cubicBezTo>
                <a:cubicBezTo>
                  <a:pt x="0" y="70"/>
                  <a:pt x="0" y="79"/>
                  <a:pt x="0" y="79"/>
                </a:cubicBezTo>
                <a:cubicBezTo>
                  <a:pt x="9" y="345"/>
                  <a:pt x="9" y="345"/>
                  <a:pt x="9" y="345"/>
                </a:cubicBezTo>
                <a:cubicBezTo>
                  <a:pt x="9" y="345"/>
                  <a:pt x="18" y="354"/>
                  <a:pt x="18" y="363"/>
                </a:cubicBezTo>
                <a:cubicBezTo>
                  <a:pt x="36" y="363"/>
                  <a:pt x="222" y="486"/>
                  <a:pt x="222" y="486"/>
                </a:cubicBezTo>
                <a:cubicBezTo>
                  <a:pt x="231" y="486"/>
                  <a:pt x="231" y="486"/>
                  <a:pt x="231" y="486"/>
                </a:cubicBezTo>
                <a:cubicBezTo>
                  <a:pt x="240" y="486"/>
                  <a:pt x="240" y="486"/>
                  <a:pt x="240" y="486"/>
                </a:cubicBezTo>
                <a:cubicBezTo>
                  <a:pt x="248" y="486"/>
                  <a:pt x="248" y="478"/>
                  <a:pt x="248" y="478"/>
                </a:cubicBezTo>
                <a:cubicBezTo>
                  <a:pt x="248" y="203"/>
                  <a:pt x="248" y="203"/>
                  <a:pt x="248" y="203"/>
                </a:cubicBezTo>
                <a:cubicBezTo>
                  <a:pt x="248" y="194"/>
                  <a:pt x="248" y="194"/>
                  <a:pt x="240" y="185"/>
                </a:cubicBezTo>
                <a:cubicBezTo>
                  <a:pt x="44" y="70"/>
                  <a:pt x="44" y="70"/>
                  <a:pt x="44" y="70"/>
                </a:cubicBezTo>
                <a:cubicBezTo>
                  <a:pt x="44" y="70"/>
                  <a:pt x="53" y="61"/>
                  <a:pt x="71" y="53"/>
                </a:cubicBezTo>
                <a:cubicBezTo>
                  <a:pt x="89" y="44"/>
                  <a:pt x="97" y="44"/>
                  <a:pt x="107" y="44"/>
                </a:cubicBezTo>
                <a:cubicBezTo>
                  <a:pt x="107" y="44"/>
                  <a:pt x="293" y="150"/>
                  <a:pt x="301" y="150"/>
                </a:cubicBezTo>
                <a:cubicBezTo>
                  <a:pt x="310" y="159"/>
                  <a:pt x="310" y="159"/>
                  <a:pt x="310" y="159"/>
                </a:cubicBezTo>
                <a:cubicBezTo>
                  <a:pt x="310" y="168"/>
                  <a:pt x="310" y="425"/>
                  <a:pt x="310" y="425"/>
                </a:cubicBezTo>
                <a:cubicBezTo>
                  <a:pt x="310" y="433"/>
                  <a:pt x="319" y="442"/>
                  <a:pt x="328" y="442"/>
                </a:cubicBezTo>
                <a:cubicBezTo>
                  <a:pt x="337" y="442"/>
                  <a:pt x="354" y="433"/>
                  <a:pt x="354" y="425"/>
                </a:cubicBezTo>
                <a:cubicBezTo>
                  <a:pt x="354" y="141"/>
                  <a:pt x="354" y="141"/>
                  <a:pt x="354" y="141"/>
                </a:cubicBezTo>
                <a:lnTo>
                  <a:pt x="346" y="132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6162" tIns="18081" rIns="36162" bIns="18081" anchor="ctr"/>
          <a:lstStyle/>
          <a:p>
            <a:endParaRPr 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0" dur="5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5" dur="5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5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7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5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4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6" dur="500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07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09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1" dur="500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12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3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14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6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17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8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119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1" dur="500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22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3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124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6" dur="500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27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8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129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1" dur="500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32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3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13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6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7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13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0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8" grpId="0"/>
          <p:bldP spid="79" grpId="0"/>
          <p:bldP spid="80" grpId="0" animBg="1"/>
          <p:bldP spid="81" grpId="0" animBg="1"/>
          <p:bldP spid="82" grpId="0" animBg="1"/>
          <p:bldP spid="83" grpId="0" animBg="1"/>
          <p:bldP spid="84" grpId="0" animBg="1"/>
          <p:bldP spid="85" grpId="0" animBg="1"/>
          <p:bldP spid="86" grpId="0" animBg="1"/>
          <p:bldP spid="87" grpId="0" animBg="1"/>
          <p:bldP spid="88" grpId="0" animBg="1"/>
          <p:bldP spid="89" grpId="0" animBg="1"/>
          <p:bldP spid="90" grpId="0" animBg="1"/>
          <p:bldP spid="91" grpId="0" animBg="1"/>
          <p:bldP spid="92" grpId="0" animBg="1"/>
          <p:bldP spid="93" grpId="0" animBg="1"/>
          <p:bldP spid="94" grpId="0" animBg="1"/>
          <p:bldP spid="95" grpId="0" animBg="1"/>
          <p:bldP spid="96" grpId="0" animBg="1"/>
          <p:bldP spid="97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5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8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8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7" dur="500"/>
                                            <p:tgtEl>
                                              <p:spTgt spid="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8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9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0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9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9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6" dur="5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87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0" dur="5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1" dur="5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2" dur="500"/>
                                            <p:tgtEl>
                                              <p:spTgt spid="9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5" dur="5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500" fill="hold"/>
                                            <p:tgtEl>
                                              <p:spTgt spid="9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7" dur="500"/>
                                            <p:tgtEl>
                                              <p:spTgt spid="9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0" dur="5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1" dur="500" fill="hold"/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2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3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04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6" dur="500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07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8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09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1" dur="500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12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3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14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6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17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8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119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1" dur="500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22" dur="500"/>
                                            <p:tgtEl>
                                              <p:spTgt spid="6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3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124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6" dur="500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27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8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129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1" dur="500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132" dur="50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3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13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6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7" fill="hold">
                                <p:stCondLst>
                                  <p:cond delay="5000"/>
                                </p:stCondLst>
                                <p:childTnLst>
                                  <p:par>
                                    <p:cTn id="13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0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8" grpId="0"/>
          <p:bldP spid="79" grpId="0"/>
          <p:bldP spid="80" grpId="0" animBg="1"/>
          <p:bldP spid="81" grpId="0" animBg="1"/>
          <p:bldP spid="82" grpId="0" animBg="1"/>
          <p:bldP spid="83" grpId="0" animBg="1"/>
          <p:bldP spid="84" grpId="0" animBg="1"/>
          <p:bldP spid="85" grpId="0" animBg="1"/>
          <p:bldP spid="86" grpId="0" animBg="1"/>
          <p:bldP spid="87" grpId="0" animBg="1"/>
          <p:bldP spid="88" grpId="0" animBg="1"/>
          <p:bldP spid="89" grpId="0" animBg="1"/>
          <p:bldP spid="90" grpId="0" animBg="1"/>
          <p:bldP spid="91" grpId="0" animBg="1"/>
          <p:bldP spid="92" grpId="0" animBg="1"/>
          <p:bldP spid="93" grpId="0" animBg="1"/>
          <p:bldP spid="94" grpId="0" animBg="1"/>
          <p:bldP spid="95" grpId="0" animBg="1"/>
          <p:bldP spid="96" grpId="0" animBg="1"/>
          <p:bldP spid="97" grpId="0" animBg="1"/>
        </p:bldLst>
      </p:timing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871" y="1888133"/>
            <a:ext cx="6034879" cy="503150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11" y="6090965"/>
            <a:ext cx="1362075" cy="828675"/>
          </a:xfrm>
          <a:prstGeom prst="rect">
            <a:avLst/>
          </a:prstGeom>
        </p:spPr>
      </p:pic>
      <p:sp>
        <p:nvSpPr>
          <p:cNvPr id="5" name="TextBox 36"/>
          <p:cNvSpPr txBox="1"/>
          <p:nvPr/>
        </p:nvSpPr>
        <p:spPr>
          <a:xfrm>
            <a:off x="387762" y="2694292"/>
            <a:ext cx="6264696" cy="903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270" b="1" dirty="0" smtClean="0">
                <a:solidFill>
                  <a:srgbClr val="F68808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汇报完毕 谢谢观看</a:t>
            </a:r>
            <a:endParaRPr lang="zh-CN" altLang="en-US" sz="5270" b="1" dirty="0">
              <a:solidFill>
                <a:srgbClr val="F68808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6" name="标题 4"/>
          <p:cNvSpPr txBox="1"/>
          <p:nvPr/>
        </p:nvSpPr>
        <p:spPr>
          <a:xfrm>
            <a:off x="517660" y="3620439"/>
            <a:ext cx="6134798" cy="592804"/>
          </a:xfrm>
          <a:prstGeom prst="rect">
            <a:avLst/>
          </a:prstGeom>
        </p:spPr>
        <p:txBody>
          <a:bodyPr vert="horz" lIns="96416" tIns="48208" rIns="96416" bIns="4820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适用于班会</a:t>
            </a:r>
            <a:r>
              <a:rPr lang="en-US" altLang="zh-CN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/</a:t>
            </a:r>
            <a:r>
              <a:rPr lang="zh-CN" altLang="en-US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读书分享会</a:t>
            </a:r>
            <a:r>
              <a:rPr lang="en-US" altLang="zh-CN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/</a:t>
            </a:r>
            <a:r>
              <a:rPr lang="zh-CN" altLang="en-US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学校教育</a:t>
            </a:r>
            <a:r>
              <a:rPr lang="en-US" altLang="zh-CN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/</a:t>
            </a:r>
            <a:r>
              <a:rPr lang="zh-CN" altLang="en-US" sz="1900" dirty="0">
                <a:solidFill>
                  <a:srgbClr val="FFA31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毕业答辩等</a:t>
            </a:r>
            <a:endParaRPr lang="en-US" altLang="zh-CN" sz="1900" dirty="0">
              <a:solidFill>
                <a:srgbClr val="FFA31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668735" y="4475119"/>
            <a:ext cx="4760362" cy="245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zh-CN" altLang="en-US" sz="1600" dirty="0" smtClean="0">
                <a:solidFill>
                  <a:srgbClr val="0DA2C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Arial" panose="020B0604020202020204" pitchFamily="34" charset="0"/>
                <a:sym typeface="字魂105号-简雅黑" panose="00000500000000000000" pitchFamily="2" charset="-122"/>
              </a:rPr>
              <a:t>汇报人：    班级</a:t>
            </a:r>
            <a:r>
              <a:rPr lang="en-US" altLang="zh-CN" sz="1600" dirty="0" smtClean="0">
                <a:solidFill>
                  <a:srgbClr val="0DA2C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Arial" panose="020B0604020202020204" pitchFamily="34" charset="0"/>
                <a:sym typeface="字魂105号-简雅黑" panose="00000500000000000000" pitchFamily="2" charset="-122"/>
              </a:rPr>
              <a:t>: </a:t>
            </a:r>
            <a:r>
              <a:rPr lang="zh-CN" altLang="en-US" sz="1600" dirty="0">
                <a:solidFill>
                  <a:srgbClr val="0DA2C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Arial" panose="020B0604020202020204" pitchFamily="34" charset="0"/>
                <a:sym typeface="字魂105号-简雅黑" panose="00000500000000000000" pitchFamily="2" charset="-122"/>
              </a:rPr>
              <a:t>九</a:t>
            </a:r>
            <a:r>
              <a:rPr lang="zh-CN" altLang="en-US" sz="1600" dirty="0" smtClean="0">
                <a:solidFill>
                  <a:srgbClr val="0DA2C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Arial" panose="020B0604020202020204" pitchFamily="34" charset="0"/>
                <a:sym typeface="字魂105号-简雅黑" panose="00000500000000000000" pitchFamily="2" charset="-122"/>
              </a:rPr>
              <a:t>年级</a:t>
            </a:r>
            <a:r>
              <a:rPr lang="zh-CN" altLang="en-US" sz="1600" dirty="0" smtClean="0">
                <a:solidFill>
                  <a:srgbClr val="0DA2C2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cs typeface="Arial" panose="020B0604020202020204" pitchFamily="34" charset="0"/>
                <a:sym typeface="字魂105号-简雅黑" panose="00000500000000000000" pitchFamily="2" charset="-122"/>
              </a:rPr>
              <a:t>二班</a:t>
            </a:r>
            <a:endParaRPr lang="en-US" altLang="zh-CN" sz="1600" dirty="0">
              <a:solidFill>
                <a:srgbClr val="0DA2C2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cs typeface="Arial" panose="020B0604020202020204" pitchFamily="34" charset="0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drap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99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49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bldLvl="0" animBg="1"/>
    </p:bldLst>
  </p:timing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创意扁平风班会读书分享会教师教育通用PPT模板"/>
</p:tagLst>
</file>

<file path=ppt/theme/theme1.xml><?xml version="1.0" encoding="utf-8"?>
<a:theme xmlns:a="http://schemas.openxmlformats.org/drawingml/2006/main" name="自定义设计方案">
  <a:themeElements>
    <a:clrScheme name="自定义 1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6A69A"/>
      </a:accent1>
      <a:accent2>
        <a:srgbClr val="FF5252"/>
      </a:accent2>
      <a:accent3>
        <a:srgbClr val="26A69A"/>
      </a:accent3>
      <a:accent4>
        <a:srgbClr val="FF5252"/>
      </a:accent4>
      <a:accent5>
        <a:srgbClr val="26A69A"/>
      </a:accent5>
      <a:accent6>
        <a:srgbClr val="FF5252"/>
      </a:accent6>
      <a:hlink>
        <a:srgbClr val="26A69A"/>
      </a:hlink>
      <a:folHlink>
        <a:srgbClr val="FF525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4569</Words>
  <Application>WPS 演示</Application>
  <PresentationFormat>自定义</PresentationFormat>
  <Paragraphs>625</Paragraphs>
  <Slides>29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Arial</vt:lpstr>
      <vt:lpstr>宋体</vt:lpstr>
      <vt:lpstr>Wingdings</vt:lpstr>
      <vt:lpstr>Calibri</vt:lpstr>
      <vt:lpstr>字魂105号-简雅黑</vt:lpstr>
      <vt:lpstr>微软雅黑</vt:lpstr>
      <vt:lpstr>Gisha</vt:lpstr>
      <vt:lpstr>Nexa Rust Slab Black 03</vt:lpstr>
      <vt:lpstr>Gill Sans</vt:lpstr>
      <vt:lpstr>Arial Unicode MS</vt:lpstr>
      <vt:lpstr>Calibri Light</vt:lpstr>
      <vt:lpstr>字魂36号-正文宋楷</vt:lpstr>
      <vt:lpstr>Segoe UI Symbol</vt:lpstr>
      <vt:lpstr>linea-weather-10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创意扁平风班会读书分享会教师教育通用PPT模板</dc:title>
  <dc:creator/>
  <cp:lastModifiedBy>鲤鱼旗</cp:lastModifiedBy>
  <cp:revision>2</cp:revision>
  <dcterms:created xsi:type="dcterms:W3CDTF">2016-12-12T16:31:00Z</dcterms:created>
  <dcterms:modified xsi:type="dcterms:W3CDTF">2021-03-27T08:29:19Z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877BB6853012407D80C49FE74C7C3E92</vt:lpwstr>
  </property>
  <property fmtid="{D5CDD505-2E9C-101B-9397-08002B2CF9AE}" pid="3" name="KSOProductBuildVer">
    <vt:lpwstr>2052-11.1.0.10356</vt:lpwstr>
  </property>
</Properties>
</file>