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87" r:id="rId3"/>
    <p:sldMasterId id="2147483691" r:id="rId4"/>
  </p:sldMasterIdLst>
  <p:notesMasterIdLst>
    <p:notesMasterId r:id="rId33"/>
  </p:notesMasterIdLst>
  <p:sldIdLst>
    <p:sldId id="288" r:id="rId5"/>
    <p:sldId id="289" r:id="rId6"/>
    <p:sldId id="295" r:id="rId7"/>
    <p:sldId id="304" r:id="rId8"/>
    <p:sldId id="314" r:id="rId9"/>
    <p:sldId id="309" r:id="rId10"/>
    <p:sldId id="302" r:id="rId11"/>
    <p:sldId id="318" r:id="rId12"/>
    <p:sldId id="296" r:id="rId13"/>
    <p:sldId id="305" r:id="rId14"/>
    <p:sldId id="313" r:id="rId15"/>
    <p:sldId id="315" r:id="rId16"/>
    <p:sldId id="306" r:id="rId17"/>
    <p:sldId id="308" r:id="rId18"/>
    <p:sldId id="297" r:id="rId19"/>
    <p:sldId id="317" r:id="rId20"/>
    <p:sldId id="310" r:id="rId21"/>
    <p:sldId id="300" r:id="rId22"/>
    <p:sldId id="311" r:id="rId23"/>
    <p:sldId id="299" r:id="rId24"/>
    <p:sldId id="298" r:id="rId25"/>
    <p:sldId id="301" r:id="rId26"/>
    <p:sldId id="303" r:id="rId27"/>
    <p:sldId id="307" r:id="rId28"/>
    <p:sldId id="312" r:id="rId29"/>
    <p:sldId id="316" r:id="rId30"/>
    <p:sldId id="319" r:id="rId31"/>
    <p:sldId id="256" r:id="rId32"/>
  </p:sldIdLst>
  <p:sldSz cx="9144000" cy="5143500" type="screen16x9"/>
  <p:notesSz cx="6858000" cy="9144000"/>
  <p:custDataLst>
    <p:tags r:id="rId34"/>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21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485" y="53"/>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8BE76-29C8-41AB-8544-889D89FA4F96}" type="datetimeFigureOut">
              <a:rPr lang="zh-CN" altLang="en-US" smtClean="0"/>
              <a:t>2024-12-19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AD677-048F-409F-AACD-0A0B5EF61C8C}" type="slidenum">
              <a:rPr lang="zh-CN" altLang="en-US" smtClean="0"/>
              <a:t>‹#›</a:t>
            </a:fld>
            <a:endParaRPr lang="zh-CN" altLang="en-US"/>
          </a:p>
        </p:txBody>
      </p:sp>
    </p:spTree>
    <p:extLst>
      <p:ext uri="{BB962C8B-B14F-4D97-AF65-F5344CB8AC3E}">
        <p14:creationId xmlns:p14="http://schemas.microsoft.com/office/powerpoint/2010/main" val="328236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1</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011991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2</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772533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3</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361500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52A2EFB-6695-429B-89A6-63679E002AAD}" type="slidenum">
              <a:rPr lang="zh-CN" altLang="en-US" smtClean="0"/>
              <a:pPr/>
              <a:t>4</a:t>
            </a:fld>
            <a:endParaRPr lang="zh-CN" altLang="en-US"/>
          </a:p>
        </p:txBody>
      </p:sp>
    </p:spTree>
    <p:extLst>
      <p:ext uri="{BB962C8B-B14F-4D97-AF65-F5344CB8AC3E}">
        <p14:creationId xmlns:p14="http://schemas.microsoft.com/office/powerpoint/2010/main" val="299774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小芥末素材 </a:t>
            </a:r>
            <a:r>
              <a:rPr lang="en-US" altLang="zh-CN" dirty="0"/>
              <a:t>rosyhouse.Taobao.com</a:t>
            </a:r>
            <a:endParaRPr lang="zh-CN" altLang="en-US" dirty="0"/>
          </a:p>
        </p:txBody>
      </p:sp>
      <p:sp>
        <p:nvSpPr>
          <p:cNvPr id="4" name="灯片编号占位符 3"/>
          <p:cNvSpPr>
            <a:spLocks noGrp="1"/>
          </p:cNvSpPr>
          <p:nvPr>
            <p:ph type="sldNum" sz="quarter" idx="10"/>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C9CFA826-E658-4CB5-A9AD-3C9DEA137DE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42987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52A2EFB-6695-429B-89A6-63679E002AAD}" type="slidenum">
              <a:rPr lang="zh-CN" altLang="en-US" smtClean="0"/>
              <a:pPr/>
              <a:t>7</a:t>
            </a:fld>
            <a:endParaRPr lang="zh-CN" altLang="en-US"/>
          </a:p>
        </p:txBody>
      </p:sp>
    </p:spTree>
    <p:extLst>
      <p:ext uri="{BB962C8B-B14F-4D97-AF65-F5344CB8AC3E}">
        <p14:creationId xmlns:p14="http://schemas.microsoft.com/office/powerpoint/2010/main" val="3125637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9</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262701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52A2EFB-6695-429B-89A6-63679E002AAD}" type="slidenum">
              <a:rPr lang="zh-CN" altLang="en-US" smtClean="0"/>
              <a:pPr/>
              <a:t>10</a:t>
            </a:fld>
            <a:endParaRPr lang="zh-CN" altLang="en-US"/>
          </a:p>
        </p:txBody>
      </p:sp>
    </p:spTree>
    <p:extLst>
      <p:ext uri="{BB962C8B-B14F-4D97-AF65-F5344CB8AC3E}">
        <p14:creationId xmlns:p14="http://schemas.microsoft.com/office/powerpoint/2010/main" val="3588639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52A2EFB-6695-429B-89A6-63679E002AAD}" type="slidenum">
              <a:rPr lang="zh-CN" altLang="en-US" smtClean="0"/>
              <a:pPr/>
              <a:t>13</a:t>
            </a:fld>
            <a:endParaRPr lang="zh-CN" altLang="en-US"/>
          </a:p>
        </p:txBody>
      </p:sp>
    </p:spTree>
    <p:extLst>
      <p:ext uri="{BB962C8B-B14F-4D97-AF65-F5344CB8AC3E}">
        <p14:creationId xmlns:p14="http://schemas.microsoft.com/office/powerpoint/2010/main" val="4035333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C9CFA826-E658-4CB5-A9AD-3C9DEA137DE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7713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15</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741917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C9CFA826-E658-4CB5-A9AD-3C9DEA137DE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287322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52A2EFB-6695-429B-89A6-63679E002AAD}" type="slidenum">
              <a:rPr lang="zh-CN" altLang="en-US" smtClean="0"/>
              <a:pPr/>
              <a:t>18</a:t>
            </a:fld>
            <a:endParaRPr lang="zh-CN" altLang="en-US"/>
          </a:p>
        </p:txBody>
      </p:sp>
    </p:spTree>
    <p:extLst>
      <p:ext uri="{BB962C8B-B14F-4D97-AF65-F5344CB8AC3E}">
        <p14:creationId xmlns:p14="http://schemas.microsoft.com/office/powerpoint/2010/main" val="2162934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小芥末素材 </a:t>
            </a:r>
            <a:r>
              <a:rPr lang="en-US" altLang="zh-CN" dirty="0"/>
              <a:t>rosyhouse.Taobao.com</a:t>
            </a:r>
            <a:endParaRPr lang="zh-CN" altLang="en-US" dirty="0"/>
          </a:p>
        </p:txBody>
      </p:sp>
      <p:sp>
        <p:nvSpPr>
          <p:cNvPr id="4" name="灯片编号占位符 3"/>
          <p:cNvSpPr>
            <a:spLocks noGrp="1"/>
          </p:cNvSpPr>
          <p:nvPr>
            <p:ph type="sldNum" sz="quarter" idx="10"/>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C9CFA826-E658-4CB5-A9AD-3C9DEA137DE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57528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52A2EFB-6695-429B-89A6-63679E002AAD}" type="slidenum">
              <a:rPr lang="zh-CN" altLang="en-US" smtClean="0"/>
              <a:pPr/>
              <a:t>20</a:t>
            </a:fld>
            <a:endParaRPr lang="zh-CN" altLang="en-US"/>
          </a:p>
        </p:txBody>
      </p:sp>
    </p:spTree>
    <p:extLst>
      <p:ext uri="{BB962C8B-B14F-4D97-AF65-F5344CB8AC3E}">
        <p14:creationId xmlns:p14="http://schemas.microsoft.com/office/powerpoint/2010/main" val="1470127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21</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2495945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52A2EFB-6695-429B-89A6-63679E002AAD}" type="slidenum">
              <a:rPr lang="zh-CN" altLang="en-US" smtClean="0"/>
              <a:pPr/>
              <a:t>22</a:t>
            </a:fld>
            <a:endParaRPr lang="zh-CN" altLang="en-US"/>
          </a:p>
        </p:txBody>
      </p:sp>
    </p:spTree>
    <p:extLst>
      <p:ext uri="{BB962C8B-B14F-4D97-AF65-F5344CB8AC3E}">
        <p14:creationId xmlns:p14="http://schemas.microsoft.com/office/powerpoint/2010/main" val="24006470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52A2EFB-6695-429B-89A6-63679E002AAD}" type="slidenum">
              <a:rPr lang="zh-CN" altLang="en-US" smtClean="0"/>
              <a:pPr/>
              <a:t>23</a:t>
            </a:fld>
            <a:endParaRPr lang="zh-CN" altLang="en-US"/>
          </a:p>
        </p:txBody>
      </p:sp>
    </p:spTree>
    <p:extLst>
      <p:ext uri="{BB962C8B-B14F-4D97-AF65-F5344CB8AC3E}">
        <p14:creationId xmlns:p14="http://schemas.microsoft.com/office/powerpoint/2010/main" val="3511759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C9CFA826-E658-4CB5-A9AD-3C9DEA137DE0}"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06531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pPr marL="0" marR="0" lvl="0" indent="0" algn="r" defTabSz="685800" rtl="0" eaLnBrk="1" fontAlgn="auto" latinLnBrk="0" hangingPunct="1">
              <a:lnSpc>
                <a:spcPct val="100000"/>
              </a:lnSpc>
              <a:spcBef>
                <a:spcPts val="0"/>
              </a:spcBef>
              <a:spcAft>
                <a:spcPts val="0"/>
              </a:spcAft>
              <a:buClrTx/>
              <a:buSzTx/>
              <a:buFontTx/>
              <a:buNone/>
              <a:tabLst/>
              <a:defRPr/>
            </a:pPr>
            <a:fld id="{8E734D7E-DDC1-43BA-BA84-4A1CFE3D3418}"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6858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42801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923746729"/>
      </p:ext>
    </p:extLst>
  </p:cSld>
  <p:clrMapOvr>
    <a:masterClrMapping/>
  </p:clrMapOvr>
  <p:transition spd="slow" advClick="0" advTm="0">
    <p:comb/>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2446103537"/>
      </p:ext>
    </p:extLst>
  </p:cSld>
  <p:clrMapOvr>
    <a:masterClrMapping/>
  </p:clrMapOvr>
  <p:transition spd="slow" advClick="0" advTm="0">
    <p:comb/>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38579085"/>
      </p:ext>
    </p:extLst>
  </p:cSld>
  <p:clrMapOvr>
    <a:masterClrMapping/>
  </p:clrMapOvr>
  <p:transition spd="slow" advClick="0" advTm="0">
    <p:comb/>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635159219"/>
      </p:ext>
    </p:extLst>
  </p:cSld>
  <p:clrMapOvr>
    <a:masterClrMapping/>
  </p:clrMapOvr>
  <p:transition spd="slow" advClick="0" advTm="0">
    <p:comb/>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35492275"/>
      </p:ext>
    </p:extLst>
  </p:cSld>
  <p:clrMapOvr>
    <a:masterClrMapping/>
  </p:clrMapOvr>
  <p:transition spd="slow" advClick="0" advTm="0">
    <p:comb/>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2389057927"/>
      </p:ext>
    </p:extLst>
  </p:cSld>
  <p:clrMapOvr>
    <a:masterClrMapping/>
  </p:clrMapOvr>
  <p:transition spd="slow" advClick="0" advTm="0">
    <p:comb/>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4040428924"/>
      </p:ext>
    </p:extLst>
  </p:cSld>
  <p:clrMapOvr>
    <a:masterClrMapping/>
  </p:clrMapOvr>
  <p:transition spd="slow" advClick="0" advTm="0">
    <p:comb/>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3526863871"/>
      </p:ext>
    </p:extLst>
  </p:cSld>
  <p:clrMapOvr>
    <a:masterClrMapping/>
  </p:clrMapOvr>
  <p:transition spd="slow" advClick="0" advTm="0">
    <p:comb/>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427201385"/>
      </p:ext>
    </p:extLst>
  </p:cSld>
  <p:clrMapOvr>
    <a:masterClrMapping/>
  </p:clrMapOvr>
  <p:transition spd="slow" advClick="0" advTm="0">
    <p:comb/>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1859827731"/>
      </p:ext>
    </p:extLst>
  </p:cSld>
  <p:clrMapOvr>
    <a:masterClrMapping/>
  </p:clrMapOvr>
  <p:transition spd="slow" advClick="0" advTm="0">
    <p:comb/>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2024-12-19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3468846656"/>
      </p:ext>
    </p:extLst>
  </p:cSld>
  <p:clrMapOvr>
    <a:masterClrMapping/>
  </p:clrMapOvr>
  <p:transition spd="slow" advClick="0" advTm="0">
    <p:comb/>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4643704"/>
      </p:ext>
    </p:extLst>
  </p:cSld>
  <p:clrMapOvr>
    <a:masterClrMapping/>
  </p:clrMapOvr>
  <p:transition spd="slow" advClick="0" advTm="0">
    <p:comb/>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0534461"/>
      </p:ext>
    </p:extLst>
  </p:cSld>
  <p:clrMapOvr>
    <a:masterClrMapping/>
  </p:clrMapOvr>
  <p:transition spd="slow" advClick="0" advTm="0">
    <p:comb/>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41523369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矩形 7"/>
          <p:cNvSpPr/>
          <p:nvPr userDrawn="1"/>
        </p:nvSpPr>
        <p:spPr>
          <a:xfrm>
            <a:off x="0" y="533400"/>
            <a:ext cx="9144000" cy="4508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165100" y="133290"/>
            <a:ext cx="2749471" cy="400110"/>
          </a:xfrm>
          <a:prstGeom prst="rect">
            <a:avLst/>
          </a:prstGeom>
          <a:noFill/>
        </p:spPr>
        <p:txBody>
          <a:bodyPr wrap="non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单击此处添加文字标题</a:t>
            </a:r>
          </a:p>
        </p:txBody>
      </p:sp>
    </p:spTree>
    <p:extLst>
      <p:ext uri="{BB962C8B-B14F-4D97-AF65-F5344CB8AC3E}">
        <p14:creationId xmlns:p14="http://schemas.microsoft.com/office/powerpoint/2010/main" val="2489511351"/>
      </p:ext>
    </p:extLst>
  </p:cSld>
  <p:clrMapOvr>
    <a:masterClrMapping/>
  </p:clrMapOvr>
  <p:transition spd="slow" advClick="0" advTm="0">
    <p:comb/>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9959914"/>
      </p:ext>
    </p:extLst>
  </p:cSld>
  <p:clrMapOvr>
    <a:masterClrMapping/>
  </p:clrMapOvr>
  <p:transition spd="slow" advClick="0" advTm="0">
    <p:comb/>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1556"/>
          </a:xfrm>
        </p:spPr>
        <p:txBody>
          <a:bodyPr anchor="t"/>
          <a:lstStyle>
            <a:lvl1pPr algn="l">
              <a:defRPr sz="36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800">
                <a:solidFill>
                  <a:schemeClr val="tx1">
                    <a:tint val="75000"/>
                  </a:schemeClr>
                </a:solidFill>
              </a:defRPr>
            </a:lvl1pPr>
            <a:lvl2pPr marL="408169" indent="0">
              <a:buNone/>
              <a:defRPr sz="1600">
                <a:solidFill>
                  <a:schemeClr val="tx1">
                    <a:tint val="75000"/>
                  </a:schemeClr>
                </a:solidFill>
              </a:defRPr>
            </a:lvl2pPr>
            <a:lvl3pPr marL="816337" indent="0">
              <a:buNone/>
              <a:defRPr sz="1500">
                <a:solidFill>
                  <a:schemeClr val="tx1">
                    <a:tint val="75000"/>
                  </a:schemeClr>
                </a:solidFill>
              </a:defRPr>
            </a:lvl3pPr>
            <a:lvl4pPr marL="1224507" indent="0">
              <a:buNone/>
              <a:defRPr sz="1200">
                <a:solidFill>
                  <a:schemeClr val="tx1">
                    <a:tint val="75000"/>
                  </a:schemeClr>
                </a:solidFill>
              </a:defRPr>
            </a:lvl4pPr>
            <a:lvl5pPr marL="1632675" indent="0">
              <a:buNone/>
              <a:defRPr sz="1200">
                <a:solidFill>
                  <a:schemeClr val="tx1">
                    <a:tint val="75000"/>
                  </a:schemeClr>
                </a:solidFill>
              </a:defRPr>
            </a:lvl5pPr>
            <a:lvl6pPr marL="2040844" indent="0">
              <a:buNone/>
              <a:defRPr sz="1200">
                <a:solidFill>
                  <a:schemeClr val="tx1">
                    <a:tint val="75000"/>
                  </a:schemeClr>
                </a:solidFill>
              </a:defRPr>
            </a:lvl6pPr>
            <a:lvl7pPr marL="2449013" indent="0">
              <a:buNone/>
              <a:defRPr sz="1200">
                <a:solidFill>
                  <a:schemeClr val="tx1">
                    <a:tint val="75000"/>
                  </a:schemeClr>
                </a:solidFill>
              </a:defRPr>
            </a:lvl7pPr>
            <a:lvl8pPr marL="2857182" indent="0">
              <a:buNone/>
              <a:defRPr sz="1200">
                <a:solidFill>
                  <a:schemeClr val="tx1">
                    <a:tint val="75000"/>
                  </a:schemeClr>
                </a:solidFill>
              </a:defRPr>
            </a:lvl8pPr>
            <a:lvl9pPr marL="3265351"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59820607"/>
      </p:ext>
    </p:extLst>
  </p:cSld>
  <p:clrMapOvr>
    <a:masterClrMapping/>
  </p:clrMapOvr>
  <p:transition spd="slow" advClick="0" advTm="0">
    <p:comb/>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60006245"/>
      </p:ext>
    </p:extLst>
  </p:cSld>
  <p:clrMapOvr>
    <a:masterClrMapping/>
  </p:clrMapOvr>
  <p:transition spd="slow" advClick="0" advTm="0">
    <p:comb/>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4"/>
            <a:ext cx="4040188" cy="479822"/>
          </a:xfrm>
        </p:spPr>
        <p:txBody>
          <a:bodyPr anchor="b"/>
          <a:lstStyle>
            <a:lvl1pPr marL="0" indent="0">
              <a:buNone/>
              <a:defRPr sz="2100" b="1"/>
            </a:lvl1pPr>
            <a:lvl2pPr marL="408169" indent="0">
              <a:buNone/>
              <a:defRPr sz="1800" b="1"/>
            </a:lvl2pPr>
            <a:lvl3pPr marL="816337" indent="0">
              <a:buNone/>
              <a:defRPr sz="1600" b="1"/>
            </a:lvl3pPr>
            <a:lvl4pPr marL="1224507" indent="0">
              <a:buNone/>
              <a:defRPr sz="1500" b="1"/>
            </a:lvl4pPr>
            <a:lvl5pPr marL="1632675" indent="0">
              <a:buNone/>
              <a:defRPr sz="1500" b="1"/>
            </a:lvl5pPr>
            <a:lvl6pPr marL="2040844" indent="0">
              <a:buNone/>
              <a:defRPr sz="1500" b="1"/>
            </a:lvl6pPr>
            <a:lvl7pPr marL="2449013" indent="0">
              <a:buNone/>
              <a:defRPr sz="1500" b="1"/>
            </a:lvl7pPr>
            <a:lvl8pPr marL="2857182" indent="0">
              <a:buNone/>
              <a:defRPr sz="1500" b="1"/>
            </a:lvl8pPr>
            <a:lvl9pPr marL="3265351" indent="0">
              <a:buNone/>
              <a:defRPr sz="15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100"/>
            </a:lvl1pPr>
            <a:lvl2pPr>
              <a:defRPr sz="18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4"/>
            <a:ext cx="4041775" cy="479822"/>
          </a:xfrm>
        </p:spPr>
        <p:txBody>
          <a:bodyPr anchor="b"/>
          <a:lstStyle>
            <a:lvl1pPr marL="0" indent="0">
              <a:buNone/>
              <a:defRPr sz="2100" b="1"/>
            </a:lvl1pPr>
            <a:lvl2pPr marL="408169" indent="0">
              <a:buNone/>
              <a:defRPr sz="1800" b="1"/>
            </a:lvl2pPr>
            <a:lvl3pPr marL="816337" indent="0">
              <a:buNone/>
              <a:defRPr sz="1600" b="1"/>
            </a:lvl3pPr>
            <a:lvl4pPr marL="1224507" indent="0">
              <a:buNone/>
              <a:defRPr sz="1500" b="1"/>
            </a:lvl4pPr>
            <a:lvl5pPr marL="1632675" indent="0">
              <a:buNone/>
              <a:defRPr sz="1500" b="1"/>
            </a:lvl5pPr>
            <a:lvl6pPr marL="2040844" indent="0">
              <a:buNone/>
              <a:defRPr sz="1500" b="1"/>
            </a:lvl6pPr>
            <a:lvl7pPr marL="2449013" indent="0">
              <a:buNone/>
              <a:defRPr sz="1500" b="1"/>
            </a:lvl7pPr>
            <a:lvl8pPr marL="2857182" indent="0">
              <a:buNone/>
              <a:defRPr sz="1500" b="1"/>
            </a:lvl8pPr>
            <a:lvl9pPr marL="3265351" indent="0">
              <a:buNone/>
              <a:defRPr sz="15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100"/>
            </a:lvl1pPr>
            <a:lvl2pPr>
              <a:defRPr sz="1800"/>
            </a:lvl2pPr>
            <a:lvl3pPr>
              <a:defRPr sz="16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28818041"/>
      </p:ext>
    </p:extLst>
  </p:cSld>
  <p:clrMapOvr>
    <a:masterClrMapping/>
  </p:clrMapOvr>
  <p:transition spd="slow" advClick="0" advTm="0">
    <p:comb/>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01254907"/>
      </p:ext>
    </p:extLst>
  </p:cSld>
  <p:clrMapOvr>
    <a:masterClrMapping/>
  </p:clrMapOvr>
  <p:transition spd="slow" advClick="0" advTm="0">
    <p:comb/>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52109838"/>
      </p:ext>
    </p:extLst>
  </p:cSld>
  <p:clrMapOvr>
    <a:masterClrMapping/>
  </p:clrMapOvr>
  <p:transition spd="slow" advClick="0" advTm="0">
    <p:comb/>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8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4"/>
          </a:xfrm>
        </p:spPr>
        <p:txBody>
          <a:bodyPr/>
          <a:lstStyle>
            <a:lvl1pPr>
              <a:defRPr sz="2900"/>
            </a:lvl1pPr>
            <a:lvl2pPr>
              <a:defRPr sz="2500"/>
            </a:lvl2pPr>
            <a:lvl3pPr>
              <a:defRPr sz="21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200"/>
            </a:lvl1pPr>
            <a:lvl2pPr marL="408169" indent="0">
              <a:buNone/>
              <a:defRPr sz="1100"/>
            </a:lvl2pPr>
            <a:lvl3pPr marL="816337" indent="0">
              <a:buNone/>
              <a:defRPr sz="900"/>
            </a:lvl3pPr>
            <a:lvl4pPr marL="1224507" indent="0">
              <a:buNone/>
              <a:defRPr sz="800"/>
            </a:lvl4pPr>
            <a:lvl5pPr marL="1632675" indent="0">
              <a:buNone/>
              <a:defRPr sz="800"/>
            </a:lvl5pPr>
            <a:lvl6pPr marL="2040844" indent="0">
              <a:buNone/>
              <a:defRPr sz="800"/>
            </a:lvl6pPr>
            <a:lvl7pPr marL="2449013" indent="0">
              <a:buNone/>
              <a:defRPr sz="800"/>
            </a:lvl7pPr>
            <a:lvl8pPr marL="2857182" indent="0">
              <a:buNone/>
              <a:defRPr sz="800"/>
            </a:lvl8pPr>
            <a:lvl9pPr marL="3265351"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1067307"/>
      </p:ext>
    </p:extLst>
  </p:cSld>
  <p:clrMapOvr>
    <a:masterClrMapping/>
  </p:clrMapOvr>
  <p:transition spd="slow" advClick="0" advTm="0">
    <p:comb/>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9" y="3600451"/>
            <a:ext cx="5486400" cy="425053"/>
          </a:xfrm>
        </p:spPr>
        <p:txBody>
          <a:bodyPr anchor="b"/>
          <a:lstStyle>
            <a:lvl1pPr algn="l">
              <a:defRPr sz="1800" b="1"/>
            </a:lvl1pPr>
          </a:lstStyle>
          <a:p>
            <a:r>
              <a:rPr lang="zh-CN" altLang="en-US"/>
              <a:t>单击此处编辑母版标题样式</a:t>
            </a:r>
          </a:p>
        </p:txBody>
      </p:sp>
      <p:sp>
        <p:nvSpPr>
          <p:cNvPr id="3" name="图片占位符 2"/>
          <p:cNvSpPr>
            <a:spLocks noGrp="1"/>
          </p:cNvSpPr>
          <p:nvPr>
            <p:ph type="pic" idx="1"/>
          </p:nvPr>
        </p:nvSpPr>
        <p:spPr>
          <a:xfrm>
            <a:off x="1792289" y="459582"/>
            <a:ext cx="5486400" cy="3086100"/>
          </a:xfrm>
        </p:spPr>
        <p:txBody>
          <a:bodyPr/>
          <a:lstStyle>
            <a:lvl1pPr marL="0" indent="0">
              <a:buNone/>
              <a:defRPr sz="2900"/>
            </a:lvl1pPr>
            <a:lvl2pPr marL="408169" indent="0">
              <a:buNone/>
              <a:defRPr sz="2500"/>
            </a:lvl2pPr>
            <a:lvl3pPr marL="816337" indent="0">
              <a:buNone/>
              <a:defRPr sz="2100"/>
            </a:lvl3pPr>
            <a:lvl4pPr marL="1224507" indent="0">
              <a:buNone/>
              <a:defRPr sz="1800"/>
            </a:lvl4pPr>
            <a:lvl5pPr marL="1632675" indent="0">
              <a:buNone/>
              <a:defRPr sz="1800"/>
            </a:lvl5pPr>
            <a:lvl6pPr marL="2040844" indent="0">
              <a:buNone/>
              <a:defRPr sz="1800"/>
            </a:lvl6pPr>
            <a:lvl7pPr marL="2449013" indent="0">
              <a:buNone/>
              <a:defRPr sz="1800"/>
            </a:lvl7pPr>
            <a:lvl8pPr marL="2857182" indent="0">
              <a:buNone/>
              <a:defRPr sz="1800"/>
            </a:lvl8pPr>
            <a:lvl9pPr marL="3265351" indent="0">
              <a:buNone/>
              <a:defRPr sz="1800"/>
            </a:lvl9pPr>
          </a:lstStyle>
          <a:p>
            <a:endParaRPr lang="zh-CN" altLang="en-US"/>
          </a:p>
        </p:txBody>
      </p:sp>
      <p:sp>
        <p:nvSpPr>
          <p:cNvPr id="4" name="文本占位符 3"/>
          <p:cNvSpPr>
            <a:spLocks noGrp="1"/>
          </p:cNvSpPr>
          <p:nvPr>
            <p:ph type="body" sz="half" idx="2"/>
          </p:nvPr>
        </p:nvSpPr>
        <p:spPr>
          <a:xfrm>
            <a:off x="1792289" y="4025503"/>
            <a:ext cx="5486400" cy="603647"/>
          </a:xfrm>
        </p:spPr>
        <p:txBody>
          <a:bodyPr/>
          <a:lstStyle>
            <a:lvl1pPr marL="0" indent="0">
              <a:buNone/>
              <a:defRPr sz="1200"/>
            </a:lvl1pPr>
            <a:lvl2pPr marL="408169" indent="0">
              <a:buNone/>
              <a:defRPr sz="1100"/>
            </a:lvl2pPr>
            <a:lvl3pPr marL="816337" indent="0">
              <a:buNone/>
              <a:defRPr sz="900"/>
            </a:lvl3pPr>
            <a:lvl4pPr marL="1224507" indent="0">
              <a:buNone/>
              <a:defRPr sz="800"/>
            </a:lvl4pPr>
            <a:lvl5pPr marL="1632675" indent="0">
              <a:buNone/>
              <a:defRPr sz="800"/>
            </a:lvl5pPr>
            <a:lvl6pPr marL="2040844" indent="0">
              <a:buNone/>
              <a:defRPr sz="800"/>
            </a:lvl6pPr>
            <a:lvl7pPr marL="2449013" indent="0">
              <a:buNone/>
              <a:defRPr sz="800"/>
            </a:lvl7pPr>
            <a:lvl8pPr marL="2857182" indent="0">
              <a:buNone/>
              <a:defRPr sz="800"/>
            </a:lvl8pPr>
            <a:lvl9pPr marL="3265351"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37465937"/>
      </p:ext>
    </p:extLst>
  </p:cSld>
  <p:clrMapOvr>
    <a:masterClrMapping/>
  </p:clrMapOvr>
  <p:transition spd="slow" advClick="0" advTm="0">
    <p:comb/>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28252784"/>
      </p:ext>
    </p:extLst>
  </p:cSld>
  <p:clrMapOvr>
    <a:masterClrMapping/>
  </p:clrMapOvr>
  <p:transition spd="slow" advClick="0" advTm="0">
    <p:comb/>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1"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1060506"/>
      </p:ext>
    </p:extLst>
  </p:cSld>
  <p:clrMapOvr>
    <a:masterClrMapping/>
  </p:clrMapOvr>
  <p:transition spd="slow" advClick="0" advTm="0">
    <p:comb/>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966975986"/>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1892798417"/>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F319BE3-72FA-C75F-DF87-51D83861B5DE}"/>
              </a:ext>
            </a:extLst>
          </p:cNvPr>
          <p:cNvPicPr>
            <a:picLocks noChangeAspect="1"/>
          </p:cNvPicPr>
          <p:nvPr userDrawn="1"/>
        </p:nvPicPr>
        <p:blipFill>
          <a:blip r:embed="rId2"/>
          <a:stretch>
            <a:fillRect/>
          </a:stretch>
        </p:blipFill>
        <p:spPr>
          <a:xfrm>
            <a:off x="610592" y="266631"/>
            <a:ext cx="416028" cy="424067"/>
          </a:xfrm>
          <a:prstGeom prst="rect">
            <a:avLst/>
          </a:prstGeom>
        </p:spPr>
      </p:pic>
      <p:sp>
        <p:nvSpPr>
          <p:cNvPr id="2" name="公众号：JTPPT；高质量PPT模板分享">
            <a:extLst>
              <a:ext uri="{FF2B5EF4-FFF2-40B4-BE49-F238E27FC236}">
                <a16:creationId xmlns:a16="http://schemas.microsoft.com/office/drawing/2014/main" id="{AEC14437-378F-BB9D-CE82-F285379CDFA5}"/>
              </a:ext>
            </a:extLst>
          </p:cNvPr>
          <p:cNvSpPr>
            <a:spLocks noGrp="1"/>
          </p:cNvSpPr>
          <p:nvPr>
            <p:ph type="body" sz="quarter" idx="13" hasCustomPrompt="1"/>
          </p:nvPr>
        </p:nvSpPr>
        <p:spPr>
          <a:xfrm>
            <a:off x="4572000" y="4530951"/>
            <a:ext cx="4067175" cy="207749"/>
          </a:xfrm>
          <a:prstGeom prst="rect">
            <a:avLst/>
          </a:prstGeom>
        </p:spPr>
        <p:txBody>
          <a:bodyPr wrap="square" lIns="90000">
            <a:normAutofit/>
          </a:bodyPr>
          <a:lstStyle>
            <a:lvl1pPr marL="0" indent="0" algn="r">
              <a:lnSpc>
                <a:spcPct val="100000"/>
              </a:lnSpc>
              <a:buNone/>
              <a:defRPr sz="900">
                <a:solidFill>
                  <a:schemeClr val="tx1"/>
                </a:solidFill>
              </a:defRPr>
            </a:lvl1pPr>
          </a:lstStyle>
          <a:p>
            <a:pPr lvl="0"/>
            <a:r>
              <a:rPr lang="zh-CN" altLang="en-US" dirty="0"/>
              <a:t>公众号：</a:t>
            </a:r>
            <a:r>
              <a:rPr lang="en-US" altLang="zh-CN" dirty="0"/>
              <a:t>JTPPT</a:t>
            </a:r>
            <a:endParaRPr lang="en-US" dirty="0"/>
          </a:p>
        </p:txBody>
      </p:sp>
      <p:sp>
        <p:nvSpPr>
          <p:cNvPr id="3" name="花瓣网：配套PPT预览图">
            <a:extLst>
              <a:ext uri="{FF2B5EF4-FFF2-40B4-BE49-F238E27FC236}">
                <a16:creationId xmlns:a16="http://schemas.microsoft.com/office/drawing/2014/main" id="{B9E9FBBE-E1D5-8F85-A99F-D9E11CB121CC}"/>
              </a:ext>
            </a:extLst>
          </p:cNvPr>
          <p:cNvSpPr>
            <a:spLocks noGrp="1"/>
          </p:cNvSpPr>
          <p:nvPr>
            <p:ph type="body" sz="quarter" idx="14" hasCustomPrompt="1"/>
          </p:nvPr>
        </p:nvSpPr>
        <p:spPr>
          <a:xfrm>
            <a:off x="495300" y="4530951"/>
            <a:ext cx="3990975" cy="207749"/>
          </a:xfrm>
          <a:prstGeom prst="rect">
            <a:avLst/>
          </a:prstGeom>
        </p:spPr>
        <p:txBody>
          <a:bodyPr wrap="none">
            <a:normAutofit/>
          </a:bodyPr>
          <a:lstStyle>
            <a:lvl1pPr marL="0" indent="0" algn="l">
              <a:lnSpc>
                <a:spcPct val="100000"/>
              </a:lnSpc>
              <a:buNone/>
              <a:defRPr sz="900">
                <a:solidFill>
                  <a:schemeClr val="tx1"/>
                </a:solidFill>
              </a:defRPr>
            </a:lvl1pPr>
          </a:lstStyle>
          <a:p>
            <a:pPr lvl="0"/>
            <a:r>
              <a:rPr lang="en-US" altLang="zh-CN" dirty="0"/>
              <a:t>https://huaban.com/user/jtppt</a:t>
            </a:r>
            <a:endParaRPr lang="en-US" dirty="0"/>
          </a:p>
        </p:txBody>
      </p:sp>
      <p:sp>
        <p:nvSpPr>
          <p:cNvPr id="4" name="公众号：JTPPT；高质量PPT模板分享">
            <a:extLst>
              <a:ext uri="{FF2B5EF4-FFF2-40B4-BE49-F238E27FC236}">
                <a16:creationId xmlns:a16="http://schemas.microsoft.com/office/drawing/2014/main" id="{D79F8843-9695-ECF2-5C4F-3976DCC14497}"/>
              </a:ext>
            </a:extLst>
          </p:cNvPr>
          <p:cNvSpPr>
            <a:spLocks noGrp="1"/>
          </p:cNvSpPr>
          <p:nvPr>
            <p:ph type="body" sz="quarter" idx="15" hasCustomPrompt="1"/>
          </p:nvPr>
        </p:nvSpPr>
        <p:spPr>
          <a:xfrm>
            <a:off x="3633788" y="4037930"/>
            <a:ext cx="1876425" cy="282192"/>
          </a:xfrm>
          <a:prstGeom prst="rect">
            <a:avLst/>
          </a:prstGeom>
        </p:spPr>
        <p:txBody>
          <a:bodyPr wrap="square" lIns="90000" numCol="1" anchor="ctr">
            <a:normAutofit/>
          </a:bodyPr>
          <a:lstStyle>
            <a:lvl1pPr marL="0" indent="0" algn="ctr">
              <a:lnSpc>
                <a:spcPct val="100000"/>
              </a:lnSpc>
              <a:buNone/>
              <a:defRPr sz="1200" b="1">
                <a:solidFill>
                  <a:schemeClr val="tx1"/>
                </a:solidFill>
                <a:latin typeface="+mn-ea"/>
                <a:ea typeface="+mn-ea"/>
              </a:defRPr>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17777881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63021788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F319BE3-72FA-C75F-DF87-51D83861B5DE}"/>
              </a:ext>
            </a:extLst>
          </p:cNvPr>
          <p:cNvPicPr>
            <a:picLocks noChangeAspect="1"/>
          </p:cNvPicPr>
          <p:nvPr userDrawn="1"/>
        </p:nvPicPr>
        <p:blipFill>
          <a:blip r:embed="rId2"/>
          <a:stretch>
            <a:fillRect/>
          </a:stretch>
        </p:blipFill>
        <p:spPr>
          <a:xfrm>
            <a:off x="610592" y="266631"/>
            <a:ext cx="416028" cy="424067"/>
          </a:xfrm>
          <a:prstGeom prst="rect">
            <a:avLst/>
          </a:prstGeom>
        </p:spPr>
      </p:pic>
      <p:sp>
        <p:nvSpPr>
          <p:cNvPr id="2" name="公众号：JTPPT；高质量PPT模板分享">
            <a:extLst>
              <a:ext uri="{FF2B5EF4-FFF2-40B4-BE49-F238E27FC236}">
                <a16:creationId xmlns:a16="http://schemas.microsoft.com/office/drawing/2014/main" id="{AEC14437-378F-BB9D-CE82-F285379CDFA5}"/>
              </a:ext>
            </a:extLst>
          </p:cNvPr>
          <p:cNvSpPr>
            <a:spLocks noGrp="1"/>
          </p:cNvSpPr>
          <p:nvPr>
            <p:ph type="body" sz="quarter" idx="13" hasCustomPrompt="1"/>
          </p:nvPr>
        </p:nvSpPr>
        <p:spPr>
          <a:xfrm>
            <a:off x="4572000" y="4530951"/>
            <a:ext cx="4067175" cy="207749"/>
          </a:xfrm>
          <a:prstGeom prst="rect">
            <a:avLst/>
          </a:prstGeom>
        </p:spPr>
        <p:txBody>
          <a:bodyPr wrap="square" lIns="90000">
            <a:normAutofit/>
          </a:bodyPr>
          <a:lstStyle>
            <a:lvl1pPr marL="0" indent="0" algn="r">
              <a:lnSpc>
                <a:spcPct val="100000"/>
              </a:lnSpc>
              <a:buNone/>
              <a:defRPr sz="900">
                <a:solidFill>
                  <a:schemeClr val="tx1"/>
                </a:solidFill>
              </a:defRPr>
            </a:lvl1pPr>
          </a:lstStyle>
          <a:p>
            <a:pPr lvl="0"/>
            <a:r>
              <a:rPr lang="zh-CN" altLang="en-US" dirty="0"/>
              <a:t>公众号：</a:t>
            </a:r>
            <a:r>
              <a:rPr lang="en-US" altLang="zh-CN" dirty="0"/>
              <a:t>JTPPT</a:t>
            </a:r>
            <a:endParaRPr lang="en-US" dirty="0"/>
          </a:p>
        </p:txBody>
      </p:sp>
      <p:sp>
        <p:nvSpPr>
          <p:cNvPr id="3" name="花瓣网：配套PPT预览图">
            <a:extLst>
              <a:ext uri="{FF2B5EF4-FFF2-40B4-BE49-F238E27FC236}">
                <a16:creationId xmlns:a16="http://schemas.microsoft.com/office/drawing/2014/main" id="{B9E9FBBE-E1D5-8F85-A99F-D9E11CB121CC}"/>
              </a:ext>
            </a:extLst>
          </p:cNvPr>
          <p:cNvSpPr>
            <a:spLocks noGrp="1"/>
          </p:cNvSpPr>
          <p:nvPr>
            <p:ph type="body" sz="quarter" idx="14" hasCustomPrompt="1"/>
          </p:nvPr>
        </p:nvSpPr>
        <p:spPr>
          <a:xfrm>
            <a:off x="495300" y="4530951"/>
            <a:ext cx="3990975" cy="207749"/>
          </a:xfrm>
          <a:prstGeom prst="rect">
            <a:avLst/>
          </a:prstGeom>
        </p:spPr>
        <p:txBody>
          <a:bodyPr wrap="none">
            <a:normAutofit/>
          </a:bodyPr>
          <a:lstStyle>
            <a:lvl1pPr marL="0" indent="0" algn="l">
              <a:lnSpc>
                <a:spcPct val="100000"/>
              </a:lnSpc>
              <a:buNone/>
              <a:defRPr sz="900">
                <a:solidFill>
                  <a:schemeClr val="tx1"/>
                </a:solidFill>
              </a:defRPr>
            </a:lvl1pPr>
          </a:lstStyle>
          <a:p>
            <a:pPr lvl="0"/>
            <a:r>
              <a:rPr lang="en-US" altLang="zh-CN" dirty="0"/>
              <a:t>https://huaban.com/user/jtppt</a:t>
            </a:r>
            <a:endParaRPr lang="en-US" dirty="0"/>
          </a:p>
        </p:txBody>
      </p:sp>
      <p:sp>
        <p:nvSpPr>
          <p:cNvPr id="4" name="公众号：JTPPT；高质量PPT模板分享">
            <a:extLst>
              <a:ext uri="{FF2B5EF4-FFF2-40B4-BE49-F238E27FC236}">
                <a16:creationId xmlns:a16="http://schemas.microsoft.com/office/drawing/2014/main" id="{D79F8843-9695-ECF2-5C4F-3976DCC14497}"/>
              </a:ext>
            </a:extLst>
          </p:cNvPr>
          <p:cNvSpPr>
            <a:spLocks noGrp="1"/>
          </p:cNvSpPr>
          <p:nvPr>
            <p:ph type="body" sz="quarter" idx="15" hasCustomPrompt="1"/>
          </p:nvPr>
        </p:nvSpPr>
        <p:spPr>
          <a:xfrm>
            <a:off x="3633788" y="4037930"/>
            <a:ext cx="1876425" cy="282192"/>
          </a:xfrm>
          <a:prstGeom prst="rect">
            <a:avLst/>
          </a:prstGeom>
        </p:spPr>
        <p:txBody>
          <a:bodyPr wrap="square" lIns="90000" numCol="1" anchor="ctr">
            <a:normAutofit/>
          </a:bodyPr>
          <a:lstStyle>
            <a:lvl1pPr marL="0" indent="0" algn="ctr">
              <a:lnSpc>
                <a:spcPct val="100000"/>
              </a:lnSpc>
              <a:buNone/>
              <a:defRPr sz="1200" b="1">
                <a:solidFill>
                  <a:schemeClr val="tx1"/>
                </a:solidFill>
                <a:latin typeface="+mn-ea"/>
                <a:ea typeface="+mn-ea"/>
              </a:defRPr>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489629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CA37975-6AF7-4301-9DC5-87C074AA59D1}" type="datetimeFigureOut">
              <a:rPr lang="zh-CN" altLang="en-US" smtClean="0"/>
              <a:t>2024-12-19</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18818591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90" r:id="rId14"/>
  </p:sldLayoutIdLst>
  <p:transition spd="slow" advClick="0" advTm="0">
    <p:comb/>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81634" tIns="40817" rIns="81634" bIns="40817"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81634" tIns="40817" rIns="81634" bIns="40817"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81634" tIns="40817" rIns="81634" bIns="40817" rtlCol="0" anchor="ctr"/>
          <a:lstStyle>
            <a:lvl1pPr algn="l">
              <a:defRPr sz="1100">
                <a:solidFill>
                  <a:schemeClr val="tx1">
                    <a:tint val="75000"/>
                  </a:schemeClr>
                </a:solidFill>
              </a:defRPr>
            </a:lvl1pPr>
          </a:lstStyle>
          <a:p>
            <a:pPr marL="0" marR="0" lvl="0" indent="0" algn="l" defTabSz="816337" rtl="0" eaLnBrk="1" fontAlgn="auto" latinLnBrk="0" hangingPunct="1">
              <a:lnSpc>
                <a:spcPct val="100000"/>
              </a:lnSpc>
              <a:spcBef>
                <a:spcPts val="0"/>
              </a:spcBef>
              <a:spcAft>
                <a:spcPts val="0"/>
              </a:spcAft>
              <a:buClrTx/>
              <a:buSzTx/>
              <a:buFontTx/>
              <a:buNone/>
              <a:tabLst/>
              <a:defRPr/>
            </a:pPr>
            <a:fld id="{E4DC3B0C-C86F-45B7-914F-B28544627FAA}" type="datetimeFigureOut">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816337" rtl="0" eaLnBrk="1" fontAlgn="auto" latinLnBrk="0" hangingPunct="1">
                <a:lnSpc>
                  <a:spcPct val="100000"/>
                </a:lnSpc>
                <a:spcBef>
                  <a:spcPts val="0"/>
                </a:spcBef>
                <a:spcAft>
                  <a:spcPts val="0"/>
                </a:spcAft>
                <a:buClrTx/>
                <a:buSzTx/>
                <a:buFontTx/>
                <a:buNone/>
                <a:tabLst/>
                <a:defRPr/>
              </a:pPr>
              <a:t>2024-12-19</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5" name="页脚占位符 4"/>
          <p:cNvSpPr>
            <a:spLocks noGrp="1"/>
          </p:cNvSpPr>
          <p:nvPr>
            <p:ph type="ftr" sz="quarter" idx="3"/>
          </p:nvPr>
        </p:nvSpPr>
        <p:spPr>
          <a:xfrm>
            <a:off x="3124201" y="4767263"/>
            <a:ext cx="2895600" cy="273844"/>
          </a:xfrm>
          <a:prstGeom prst="rect">
            <a:avLst/>
          </a:prstGeom>
        </p:spPr>
        <p:txBody>
          <a:bodyPr vert="horz" lIns="81634" tIns="40817" rIns="81634" bIns="40817" rtlCol="0" anchor="ctr"/>
          <a:lstStyle>
            <a:lvl1pPr algn="ctr">
              <a:defRPr sz="1100">
                <a:solidFill>
                  <a:schemeClr val="tx1">
                    <a:tint val="75000"/>
                  </a:schemeClr>
                </a:solidFill>
              </a:defRPr>
            </a:lvl1p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81634" tIns="40817" rIns="81634" bIns="40817" rtlCol="0" anchor="ctr"/>
          <a:lstStyle>
            <a:lvl1pPr algn="r">
              <a:defRPr sz="1100">
                <a:solidFill>
                  <a:schemeClr val="tx1">
                    <a:tint val="75000"/>
                  </a:schemeClr>
                </a:solidFill>
              </a:defRPr>
            </a:lvl1pPr>
          </a:lstStyle>
          <a:p>
            <a:pPr marL="0" marR="0" lvl="0" indent="0" algn="r" defTabSz="816337" rtl="0" eaLnBrk="1" fontAlgn="auto" latinLnBrk="0" hangingPunct="1">
              <a:lnSpc>
                <a:spcPct val="100000"/>
              </a:lnSpc>
              <a:spcBef>
                <a:spcPts val="0"/>
              </a:spcBef>
              <a:spcAft>
                <a:spcPts val="0"/>
              </a:spcAft>
              <a:buClrTx/>
              <a:buSzTx/>
              <a:buFontTx/>
              <a:buNone/>
              <a:tabLst/>
              <a:defRPr/>
            </a:pPr>
            <a:fld id="{AE8B2EFA-B0D9-43AE-BC6F-426EE09EDED2}" type="slidenum">
              <a:rPr kumimoji="0" lang="zh-CN" altLang="en-US" sz="11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816337" rtl="0" eaLnBrk="1" fontAlgn="auto" latinLnBrk="0" hangingPunct="1">
                <a:lnSpc>
                  <a:spcPct val="100000"/>
                </a:lnSpc>
                <a:spcBef>
                  <a:spcPts val="0"/>
                </a:spcBef>
                <a:spcAft>
                  <a:spcPts val="0"/>
                </a:spcAft>
                <a:buClrTx/>
                <a:buSzTx/>
                <a:buFontTx/>
                <a:buNone/>
                <a:tabLst/>
                <a:defRPr/>
              </a:pPr>
              <a:t>‹#›</a:t>
            </a:fld>
            <a:endParaRPr kumimoji="0" lang="zh-CN" altLang="en-US" sz="11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1452675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ransition spd="slow" advClick="0" advTm="0">
    <p:comb/>
  </p:transition>
  <p:txStyles>
    <p:titleStyle>
      <a:lvl1pPr algn="ctr" defTabSz="816337" rtl="0" eaLnBrk="1" latinLnBrk="0" hangingPunct="1">
        <a:spcBef>
          <a:spcPct val="0"/>
        </a:spcBef>
        <a:buNone/>
        <a:defRPr sz="3900" kern="1200">
          <a:solidFill>
            <a:schemeClr val="tx1"/>
          </a:solidFill>
          <a:latin typeface="+mj-lt"/>
          <a:ea typeface="+mj-ea"/>
          <a:cs typeface="+mj-cs"/>
        </a:defRPr>
      </a:lvl1pPr>
    </p:titleStyle>
    <p:bodyStyle>
      <a:lvl1pPr marL="306126" indent="-306126" algn="l" defTabSz="816337"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63274" indent="-255106" algn="l" defTabSz="816337" rtl="0" eaLnBrk="1" latinLnBrk="0" hangingPunct="1">
        <a:spcBef>
          <a:spcPct val="20000"/>
        </a:spcBef>
        <a:buFont typeface="Arial" pitchFamily="34" charset="0"/>
        <a:buChar char="–"/>
        <a:defRPr sz="2500" kern="1200">
          <a:solidFill>
            <a:schemeClr val="tx1"/>
          </a:solidFill>
          <a:latin typeface="+mn-lt"/>
          <a:ea typeface="+mn-ea"/>
          <a:cs typeface="+mn-cs"/>
        </a:defRPr>
      </a:lvl2pPr>
      <a:lvl3pPr marL="1020422" indent="-204084" algn="l" defTabSz="816337" rtl="0" eaLnBrk="1" latinLnBrk="0" hangingPunct="1">
        <a:spcBef>
          <a:spcPct val="20000"/>
        </a:spcBef>
        <a:buFont typeface="Arial" pitchFamily="34" charset="0"/>
        <a:buChar char="•"/>
        <a:defRPr sz="2100" kern="1200">
          <a:solidFill>
            <a:schemeClr val="tx1"/>
          </a:solidFill>
          <a:latin typeface="+mn-lt"/>
          <a:ea typeface="+mn-ea"/>
          <a:cs typeface="+mn-cs"/>
        </a:defRPr>
      </a:lvl3pPr>
      <a:lvl4pPr marL="1428591" indent="-204084" algn="l" defTabSz="81633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36760" indent="-204084" algn="l" defTabSz="81633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244928" indent="-204084" algn="l" defTabSz="816337"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53098" indent="-204084" algn="l" defTabSz="816337"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61267" indent="-204084" algn="l" defTabSz="816337"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69435" indent="-204084" algn="l" defTabSz="816337"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816337" rtl="0" eaLnBrk="1" latinLnBrk="0" hangingPunct="1">
        <a:defRPr sz="1600" kern="1200">
          <a:solidFill>
            <a:schemeClr val="tx1"/>
          </a:solidFill>
          <a:latin typeface="+mn-lt"/>
          <a:ea typeface="+mn-ea"/>
          <a:cs typeface="+mn-cs"/>
        </a:defRPr>
      </a:lvl1pPr>
      <a:lvl2pPr marL="408169" algn="l" defTabSz="816337" rtl="0" eaLnBrk="1" latinLnBrk="0" hangingPunct="1">
        <a:defRPr sz="1600" kern="1200">
          <a:solidFill>
            <a:schemeClr val="tx1"/>
          </a:solidFill>
          <a:latin typeface="+mn-lt"/>
          <a:ea typeface="+mn-ea"/>
          <a:cs typeface="+mn-cs"/>
        </a:defRPr>
      </a:lvl2pPr>
      <a:lvl3pPr marL="816337" algn="l" defTabSz="816337" rtl="0" eaLnBrk="1" latinLnBrk="0" hangingPunct="1">
        <a:defRPr sz="1600" kern="1200">
          <a:solidFill>
            <a:schemeClr val="tx1"/>
          </a:solidFill>
          <a:latin typeface="+mn-lt"/>
          <a:ea typeface="+mn-ea"/>
          <a:cs typeface="+mn-cs"/>
        </a:defRPr>
      </a:lvl3pPr>
      <a:lvl4pPr marL="1224507" algn="l" defTabSz="816337" rtl="0" eaLnBrk="1" latinLnBrk="0" hangingPunct="1">
        <a:defRPr sz="1600" kern="1200">
          <a:solidFill>
            <a:schemeClr val="tx1"/>
          </a:solidFill>
          <a:latin typeface="+mn-lt"/>
          <a:ea typeface="+mn-ea"/>
          <a:cs typeface="+mn-cs"/>
        </a:defRPr>
      </a:lvl4pPr>
      <a:lvl5pPr marL="1632675" algn="l" defTabSz="816337" rtl="0" eaLnBrk="1" latinLnBrk="0" hangingPunct="1">
        <a:defRPr sz="1600" kern="1200">
          <a:solidFill>
            <a:schemeClr val="tx1"/>
          </a:solidFill>
          <a:latin typeface="+mn-lt"/>
          <a:ea typeface="+mn-ea"/>
          <a:cs typeface="+mn-cs"/>
        </a:defRPr>
      </a:lvl5pPr>
      <a:lvl6pPr marL="2040844" algn="l" defTabSz="816337" rtl="0" eaLnBrk="1" latinLnBrk="0" hangingPunct="1">
        <a:defRPr sz="1600" kern="1200">
          <a:solidFill>
            <a:schemeClr val="tx1"/>
          </a:solidFill>
          <a:latin typeface="+mn-lt"/>
          <a:ea typeface="+mn-ea"/>
          <a:cs typeface="+mn-cs"/>
        </a:defRPr>
      </a:lvl6pPr>
      <a:lvl7pPr marL="2449013" algn="l" defTabSz="816337" rtl="0" eaLnBrk="1" latinLnBrk="0" hangingPunct="1">
        <a:defRPr sz="1600" kern="1200">
          <a:solidFill>
            <a:schemeClr val="tx1"/>
          </a:solidFill>
          <a:latin typeface="+mn-lt"/>
          <a:ea typeface="+mn-ea"/>
          <a:cs typeface="+mn-cs"/>
        </a:defRPr>
      </a:lvl7pPr>
      <a:lvl8pPr marL="2857182" algn="l" defTabSz="816337" rtl="0" eaLnBrk="1" latinLnBrk="0" hangingPunct="1">
        <a:defRPr sz="1600" kern="1200">
          <a:solidFill>
            <a:schemeClr val="tx1"/>
          </a:solidFill>
          <a:latin typeface="+mn-lt"/>
          <a:ea typeface="+mn-ea"/>
          <a:cs typeface="+mn-cs"/>
        </a:defRPr>
      </a:lvl8pPr>
      <a:lvl9pPr marL="3265351" algn="l" defTabSz="816337" rtl="0" eaLnBrk="1" latinLnBrk="0" hangingPunct="1">
        <a:defRPr sz="1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891756"/>
      </p:ext>
    </p:extLst>
  </p:cSld>
  <p:clrMap bg1="lt1" tx1="dk1" bg2="lt2" tx2="dk2" accent1="accent1" accent2="accent2" accent3="accent3" accent4="accent4" accent5="accent5" accent6="accent6" hlink="hlink" folHlink="folHlink"/>
  <p:sldLayoutIdLst>
    <p:sldLayoutId id="2147483688" r:id="rId1"/>
    <p:sldLayoutId id="2147483689"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139566"/>
      </p:ext>
    </p:extLst>
  </p:cSld>
  <p:clrMap bg1="lt1" tx1="dk1" bg2="lt2" tx2="dk2" accent1="accent1" accent2="accent2" accent3="accent3" accent4="accent4" accent5="accent5" accent6="accent6" hlink="hlink" folHlink="folHlink"/>
  <p:sldLayoutIdLst>
    <p:sldLayoutId id="2147483692" r:id="rId1"/>
    <p:sldLayoutId id="2147483693"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image" Target="../media/image5.png"/><Relationship Id="rId3" Type="http://schemas.openxmlformats.org/officeDocument/2006/relationships/tags" Target="../tags/tag4.xml"/><Relationship Id="rId21" Type="http://schemas.openxmlformats.org/officeDocument/2006/relationships/slide" Target="slide3.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image" Target="../media/image2.jpeg"/><Relationship Id="rId2" Type="http://schemas.openxmlformats.org/officeDocument/2006/relationships/tags" Target="../tags/tag3.xml"/><Relationship Id="rId16" Type="http://schemas.openxmlformats.org/officeDocument/2006/relationships/notesSlide" Target="../notesSlides/notesSlide2.xml"/><Relationship Id="rId20" Type="http://schemas.openxmlformats.org/officeDocument/2006/relationships/slide" Target="slide2.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slideLayout" Target="../slideLayouts/slideLayout7.xml"/><Relationship Id="rId23" Type="http://schemas.openxmlformats.org/officeDocument/2006/relationships/slide" Target="slide5.xml"/><Relationship Id="rId10" Type="http://schemas.openxmlformats.org/officeDocument/2006/relationships/tags" Target="../tags/tag11.xml"/><Relationship Id="rId19" Type="http://schemas.microsoft.com/office/2007/relationships/hdphoto" Target="../media/hdphoto1.wdp"/><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slide" Target="slide4.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8.xml"/><Relationship Id="rId7" Type="http://schemas.openxmlformats.org/officeDocument/2006/relationships/slideLayout" Target="../slideLayouts/slideLayout7.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microsoft.com/office/2007/relationships/hdphoto" Target="../media/hdphoto1.wdp"/><Relationship Id="rId5" Type="http://schemas.openxmlformats.org/officeDocument/2006/relationships/tags" Target="../tags/tag20.xml"/><Relationship Id="rId10" Type="http://schemas.openxmlformats.org/officeDocument/2006/relationships/image" Target="../media/image5.png"/><Relationship Id="rId4" Type="http://schemas.openxmlformats.org/officeDocument/2006/relationships/tags" Target="../tags/tag19.xml"/><Relationship Id="rId9"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24.xml"/><Relationship Id="rId7" Type="http://schemas.openxmlformats.org/officeDocument/2006/relationships/slideLayout" Target="../slideLayouts/slideLayout7.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microsoft.com/office/2007/relationships/hdphoto" Target="../media/hdphoto1.wdp"/><Relationship Id="rId5" Type="http://schemas.openxmlformats.org/officeDocument/2006/relationships/tags" Target="../tags/tag26.xml"/><Relationship Id="rId10" Type="http://schemas.openxmlformats.org/officeDocument/2006/relationships/image" Target="../media/image5.png"/><Relationship Id="rId4" Type="http://schemas.openxmlformats.org/officeDocument/2006/relationships/tags" Target="../tags/tag25.xml"/><Relationship Id="rId9"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30.xml"/><Relationship Id="rId7" Type="http://schemas.openxmlformats.org/officeDocument/2006/relationships/slideLayout" Target="../slideLayouts/slideLayout7.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microsoft.com/office/2007/relationships/hdphoto" Target="../media/hdphoto1.wdp"/><Relationship Id="rId5" Type="http://schemas.openxmlformats.org/officeDocument/2006/relationships/tags" Target="../tags/tag32.xml"/><Relationship Id="rId10" Type="http://schemas.openxmlformats.org/officeDocument/2006/relationships/image" Target="../media/image5.png"/><Relationship Id="rId4" Type="http://schemas.openxmlformats.org/officeDocument/2006/relationships/tags" Target="../tags/tag31.xml"/><Relationship Id="rId9" Type="http://schemas.openxmlformats.org/officeDocument/2006/relationships/image" Target="../media/image2.jpeg"/></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36.xml"/><Relationship Id="rId7" Type="http://schemas.openxmlformats.org/officeDocument/2006/relationships/slideLayout" Target="../slideLayouts/slideLayout7.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microsoft.com/office/2007/relationships/hdphoto" Target="../media/hdphoto1.wdp"/><Relationship Id="rId5" Type="http://schemas.openxmlformats.org/officeDocument/2006/relationships/tags" Target="../tags/tag38.xml"/><Relationship Id="rId10" Type="http://schemas.openxmlformats.org/officeDocument/2006/relationships/image" Target="../media/image5.png"/><Relationship Id="rId4" Type="http://schemas.openxmlformats.org/officeDocument/2006/relationships/tags" Target="../tags/tag37.xml"/><Relationship Id="rId9" Type="http://schemas.openxmlformats.org/officeDocument/2006/relationships/image" Target="../media/image2.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74526" y="403881"/>
            <a:ext cx="1938272" cy="2678967"/>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769301" y="403882"/>
            <a:ext cx="1938272" cy="2678967"/>
          </a:xfrm>
          <a:prstGeom prst="rect">
            <a:avLst/>
          </a:prstGeom>
        </p:spPr>
      </p:pic>
      <p:sp>
        <p:nvSpPr>
          <p:cNvPr id="6" name="文本框 5"/>
          <p:cNvSpPr txBox="1"/>
          <p:nvPr/>
        </p:nvSpPr>
        <p:spPr>
          <a:xfrm>
            <a:off x="2446873" y="1412036"/>
            <a:ext cx="4288353" cy="1323439"/>
          </a:xfrm>
          <a:prstGeom prst="rect">
            <a:avLst/>
          </a:prstGeom>
          <a:noFill/>
        </p:spPr>
        <p:txBody>
          <a:bodyPr wrap="none" rtlCol="0">
            <a:spAutoFit/>
          </a:bodyPr>
          <a:lstStyle/>
          <a:p>
            <a:r>
              <a:rPr lang="zh-CN" altLang="en-US" sz="8000" dirty="0">
                <a:solidFill>
                  <a:srgbClr val="E62129"/>
                </a:solidFill>
                <a:latin typeface="禹卫书法行书简体&#10;" panose="02000603000000000000" pitchFamily="2" charset="-122"/>
                <a:ea typeface="禹卫书法行书简体&#10;" panose="02000603000000000000" pitchFamily="2" charset="-122"/>
              </a:rPr>
              <a:t>青春喝彩</a:t>
            </a:r>
          </a:p>
        </p:txBody>
      </p:sp>
      <p:sp>
        <p:nvSpPr>
          <p:cNvPr id="7" name="文本框 6"/>
          <p:cNvSpPr txBox="1"/>
          <p:nvPr/>
        </p:nvSpPr>
        <p:spPr>
          <a:xfrm>
            <a:off x="2535038" y="2735475"/>
            <a:ext cx="4112023"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大学生演讲比赛</a:t>
            </a:r>
            <a:r>
              <a:rPr lang="en-US" altLang="zh-CN" sz="2800" b="1" dirty="0">
                <a:latin typeface="微软雅黑" panose="020B0503020204020204" pitchFamily="34" charset="-122"/>
                <a:ea typeface="微软雅黑" panose="020B0503020204020204" pitchFamily="34" charset="-122"/>
              </a:rPr>
              <a:t>PPT</a:t>
            </a:r>
            <a:r>
              <a:rPr lang="zh-CN" altLang="en-US" sz="2800" b="1" dirty="0">
                <a:latin typeface="微软雅黑" panose="020B0503020204020204" pitchFamily="34" charset="-122"/>
                <a:ea typeface="微软雅黑" panose="020B0503020204020204" pitchFamily="34" charset="-122"/>
              </a:rPr>
              <a:t>模板</a:t>
            </a:r>
          </a:p>
        </p:txBody>
      </p:sp>
      <p:pic>
        <p:nvPicPr>
          <p:cNvPr id="8" name="图片 7"/>
          <p:cNvPicPr>
            <a:picLocks noChangeAspect="1"/>
          </p:cNvPicPr>
          <p:nvPr/>
        </p:nvPicPr>
        <p:blipFill rotWithShape="1">
          <a:blip r:embed="rId5" cstate="screen">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rcRect/>
          <a:stretch/>
        </p:blipFill>
        <p:spPr>
          <a:xfrm>
            <a:off x="0" y="3270418"/>
            <a:ext cx="9178374" cy="1884805"/>
          </a:xfrm>
          <a:prstGeom prst="rect">
            <a:avLst/>
          </a:prstGeom>
        </p:spPr>
      </p:pic>
    </p:spTree>
    <p:extLst>
      <p:ext uri="{BB962C8B-B14F-4D97-AF65-F5344CB8AC3E}">
        <p14:creationId xmlns:p14="http://schemas.microsoft.com/office/powerpoint/2010/main" val="2412638660"/>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strVal val="#ppt_w*0.70"/>
                                          </p:val>
                                        </p:tav>
                                        <p:tav tm="100000">
                                          <p:val>
                                            <p:strVal val="#ppt_w"/>
                                          </p:val>
                                        </p:tav>
                                      </p:tavLst>
                                    </p:anim>
                                    <p:anim calcmode="lin" valueType="num">
                                      <p:cBhvr>
                                        <p:cTn id="20" dur="1000" fill="hold"/>
                                        <p:tgtEl>
                                          <p:spTgt spid="4"/>
                                        </p:tgtEl>
                                        <p:attrNameLst>
                                          <p:attrName>ppt_h</p:attrName>
                                        </p:attrNameLst>
                                      </p:cBhvr>
                                      <p:tavLst>
                                        <p:tav tm="0">
                                          <p:val>
                                            <p:strVal val="#ppt_h"/>
                                          </p:val>
                                        </p:tav>
                                        <p:tav tm="100000">
                                          <p:val>
                                            <p:strVal val="#ppt_h"/>
                                          </p:val>
                                        </p:tav>
                                      </p:tavLst>
                                    </p:anim>
                                    <p:animEffect transition="in" filter="fade">
                                      <p:cBhvr>
                                        <p:cTn id="21" dur="1000"/>
                                        <p:tgtEl>
                                          <p:spTgt spid="4"/>
                                        </p:tgtEl>
                                      </p:cBhvr>
                                    </p:animEffect>
                                  </p:childTnLst>
                                </p:cTn>
                              </p:par>
                              <p:par>
                                <p:cTn id="22" presetID="55"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1000" fill="hold"/>
                                        <p:tgtEl>
                                          <p:spTgt spid="2"/>
                                        </p:tgtEl>
                                        <p:attrNameLst>
                                          <p:attrName>ppt_w</p:attrName>
                                        </p:attrNameLst>
                                      </p:cBhvr>
                                      <p:tavLst>
                                        <p:tav tm="0">
                                          <p:val>
                                            <p:strVal val="#ppt_w*0.70"/>
                                          </p:val>
                                        </p:tav>
                                        <p:tav tm="100000">
                                          <p:val>
                                            <p:strVal val="#ppt_w"/>
                                          </p:val>
                                        </p:tav>
                                      </p:tavLst>
                                    </p:anim>
                                    <p:anim calcmode="lin" valueType="num">
                                      <p:cBhvr>
                                        <p:cTn id="25" dur="1000" fill="hold"/>
                                        <p:tgtEl>
                                          <p:spTgt spid="2"/>
                                        </p:tgtEl>
                                        <p:attrNameLst>
                                          <p:attrName>ppt_h</p:attrName>
                                        </p:attrNameLst>
                                      </p:cBhvr>
                                      <p:tavLst>
                                        <p:tav tm="0">
                                          <p:val>
                                            <p:strVal val="#ppt_h"/>
                                          </p:val>
                                        </p:tav>
                                        <p:tav tm="100000">
                                          <p:val>
                                            <p:strVal val="#ppt_h"/>
                                          </p:val>
                                        </p:tav>
                                      </p:tavLst>
                                    </p:anim>
                                    <p:animEffect transition="in" filter="fade">
                                      <p:cBhvr>
                                        <p:cTn id="26" dur="1000"/>
                                        <p:tgtEl>
                                          <p:spTgt spid="2"/>
                                        </p:tgtEl>
                                      </p:cBhvr>
                                    </p:animEffect>
                                  </p:childTnLst>
                                </p:cTn>
                              </p:par>
                            </p:childTnLst>
                          </p:cTn>
                        </p:par>
                        <p:par>
                          <p:cTn id="27" fill="hold">
                            <p:stCondLst>
                              <p:cond delay="3000"/>
                            </p:stCondLst>
                            <p:childTnLst>
                              <p:par>
                                <p:cTn id="28" presetID="42" presetClass="entr" presetSubtype="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100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4000"/>
                            </p:stCondLst>
                            <p:childTnLst>
                              <p:par>
                                <p:cTn id="34" presetID="22" presetClass="entr" presetSubtype="8"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9178374" cy="5155223"/>
            <a:chOff x="0" y="0"/>
            <a:chExt cx="9178374" cy="5155223"/>
          </a:xfrm>
        </p:grpSpPr>
        <p:pic>
          <p:nvPicPr>
            <p:cNvPr id="3" name="图片 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8" name="图片 7"/>
            <p:cNvPicPr>
              <a:picLocks noChangeAspect="1"/>
            </p:cNvPicPr>
            <p:nvPr/>
          </p:nvPicPr>
          <p:blipFill rotWithShape="1">
            <a:blip r:embed="rId18" cstate="screen">
              <a:extLst>
                <a:ext uri="{BEBA8EAE-BF5A-486C-A8C5-ECC9F3942E4B}">
                  <a14:imgProps xmlns:a14="http://schemas.microsoft.com/office/drawing/2010/main">
                    <a14:imgLayer r:embed="rId19">
                      <a14:imgEffect>
                        <a14:saturation sat="400000"/>
                      </a14:imgEffect>
                    </a14:imgLayer>
                  </a14:imgProps>
                </a:ext>
                <a:ext uri="{28A0092B-C50C-407E-A947-70E740481C1C}">
                  <a14:useLocalDpi xmlns:a14="http://schemas.microsoft.com/office/drawing/2010/main"/>
                </a:ext>
              </a:extLst>
            </a:blip>
            <a:srcRect/>
            <a:stretch/>
          </p:blipFill>
          <p:spPr>
            <a:xfrm>
              <a:off x="0" y="3270418"/>
              <a:ext cx="9178374" cy="1884805"/>
            </a:xfrm>
            <a:prstGeom prst="rect">
              <a:avLst/>
            </a:prstGeom>
          </p:spPr>
        </p:pic>
      </p:grpSp>
      <p:sp>
        <p:nvSpPr>
          <p:cNvPr id="9" name="MH_Others_1"/>
          <p:cNvSpPr txBox="1"/>
          <p:nvPr>
            <p:custDataLst>
              <p:tags r:id="rId1"/>
            </p:custDataLst>
          </p:nvPr>
        </p:nvSpPr>
        <p:spPr>
          <a:xfrm>
            <a:off x="3541109" y="887792"/>
            <a:ext cx="1731501" cy="369332"/>
          </a:xfrm>
          <a:prstGeom prst="rect">
            <a:avLst/>
          </a:prstGeom>
          <a:noFill/>
        </p:spPr>
        <p:txBody>
          <a:bodyPr wrap="none">
            <a:spAutoFit/>
          </a:bodyPr>
          <a:lstStyle/>
          <a:p>
            <a:pPr algn="ctr">
              <a:defRPr/>
            </a:pPr>
            <a:r>
              <a:rPr lang="en-US" altLang="zh-CN" sz="1800" spc="300" dirty="0">
                <a:solidFill>
                  <a:schemeClr val="bg1"/>
                </a:solidFill>
                <a:latin typeface="微软雅黑" panose="020B0503020204020204" pitchFamily="34" charset="-122"/>
                <a:ea typeface="微软雅黑" panose="020B0503020204020204" pitchFamily="34" charset="-122"/>
              </a:rPr>
              <a:t>CONTENTS</a:t>
            </a:r>
            <a:endParaRPr lang="zh-CN" altLang="en-US" sz="1800" spc="300" dirty="0">
              <a:solidFill>
                <a:schemeClr val="bg1"/>
              </a:solidFill>
              <a:latin typeface="微软雅黑" panose="020B0503020204020204" pitchFamily="34" charset="-122"/>
              <a:ea typeface="微软雅黑" panose="020B0503020204020204" pitchFamily="34" charset="-122"/>
            </a:endParaRPr>
          </a:p>
        </p:txBody>
      </p:sp>
      <p:sp>
        <p:nvSpPr>
          <p:cNvPr id="10" name="MH_Others_2"/>
          <p:cNvSpPr txBox="1">
            <a:spLocks noChangeArrowheads="1"/>
          </p:cNvSpPr>
          <p:nvPr>
            <p:custDataLst>
              <p:tags r:id="rId2"/>
            </p:custDataLst>
          </p:nvPr>
        </p:nvSpPr>
        <p:spPr bwMode="auto">
          <a:xfrm>
            <a:off x="3796664" y="302650"/>
            <a:ext cx="122039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3300" b="1" dirty="0">
                <a:solidFill>
                  <a:schemeClr val="bg1"/>
                </a:solidFill>
                <a:latin typeface="微软雅黑" panose="020B0503020204020204" pitchFamily="34" charset="-122"/>
                <a:ea typeface="微软雅黑" panose="020B0503020204020204" pitchFamily="34" charset="-122"/>
              </a:rPr>
              <a:t>目 录</a:t>
            </a:r>
          </a:p>
        </p:txBody>
      </p:sp>
      <p:sp>
        <p:nvSpPr>
          <p:cNvPr id="11" name="MH_Number_1">
            <a:hlinkClick r:id="rId20" action="ppaction://hlinksldjump"/>
          </p:cNvPr>
          <p:cNvSpPr/>
          <p:nvPr>
            <p:custDataLst>
              <p:tags r:id="rId3"/>
            </p:custDataLst>
          </p:nvPr>
        </p:nvSpPr>
        <p:spPr>
          <a:xfrm>
            <a:off x="2014572" y="1510230"/>
            <a:ext cx="222528" cy="222528"/>
          </a:xfrm>
          <a:prstGeom prst="ellipse">
            <a:avLst/>
          </a:prstGeom>
          <a:solidFill>
            <a:srgbClr val="FF481D"/>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zh-CN" sz="1600" dirty="0">
                <a:solidFill>
                  <a:srgbClr val="FFFFFF"/>
                </a:solidFill>
                <a:latin typeface="Times New Roman" panose="02020603050405020304" pitchFamily="18" charset="0"/>
                <a:cs typeface="Times New Roman" panose="02020603050405020304" pitchFamily="18" charset="0"/>
              </a:rPr>
              <a:t>1</a:t>
            </a:r>
            <a:endParaRPr lang="zh-CN" altLang="en-US" sz="1600" dirty="0">
              <a:solidFill>
                <a:srgbClr val="FFFFFF"/>
              </a:solidFill>
              <a:latin typeface="Times New Roman" panose="02020603050405020304" pitchFamily="18" charset="0"/>
              <a:cs typeface="Times New Roman" panose="02020603050405020304" pitchFamily="18" charset="0"/>
            </a:endParaRPr>
          </a:p>
        </p:txBody>
      </p:sp>
      <p:sp>
        <p:nvSpPr>
          <p:cNvPr id="12" name="MH_Others_3"/>
          <p:cNvSpPr/>
          <p:nvPr>
            <p:custDataLst>
              <p:tags r:id="rId4"/>
            </p:custDataLst>
          </p:nvPr>
        </p:nvSpPr>
        <p:spPr>
          <a:xfrm>
            <a:off x="1682042" y="1775429"/>
            <a:ext cx="2592000" cy="78581"/>
          </a:xfrm>
          <a:custGeom>
            <a:avLst/>
            <a:gdLst>
              <a:gd name="connsiteX0" fmla="*/ 0 w 3289300"/>
              <a:gd name="connsiteY0" fmla="*/ 98425 h 104775"/>
              <a:gd name="connsiteX1" fmla="*/ 793750 w 3289300"/>
              <a:gd name="connsiteY1" fmla="*/ 9842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89300"/>
              <a:gd name="connsiteY0" fmla="*/ 98425 h 104775"/>
              <a:gd name="connsiteX1" fmla="*/ 800100 w 3289300"/>
              <a:gd name="connsiteY1" fmla="*/ 10477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92475"/>
              <a:gd name="connsiteY0" fmla="*/ 104775 h 104775"/>
              <a:gd name="connsiteX1" fmla="*/ 803275 w 3292475"/>
              <a:gd name="connsiteY1" fmla="*/ 104775 h 104775"/>
              <a:gd name="connsiteX2" fmla="*/ 895350 w 3292475"/>
              <a:gd name="connsiteY2" fmla="*/ 0 h 104775"/>
              <a:gd name="connsiteX3" fmla="*/ 1000125 w 3292475"/>
              <a:gd name="connsiteY3" fmla="*/ 104775 h 104775"/>
              <a:gd name="connsiteX4" fmla="*/ 3292475 w 3292475"/>
              <a:gd name="connsiteY4" fmla="*/ 104775 h 104775"/>
              <a:gd name="connsiteX0" fmla="*/ 0 w 5235575"/>
              <a:gd name="connsiteY0" fmla="*/ 104775 h 104775"/>
              <a:gd name="connsiteX1" fmla="*/ 803275 w 5235575"/>
              <a:gd name="connsiteY1" fmla="*/ 104775 h 104775"/>
              <a:gd name="connsiteX2" fmla="*/ 895350 w 5235575"/>
              <a:gd name="connsiteY2" fmla="*/ 0 h 104775"/>
              <a:gd name="connsiteX3" fmla="*/ 1000125 w 5235575"/>
              <a:gd name="connsiteY3" fmla="*/ 104775 h 104775"/>
              <a:gd name="connsiteX4" fmla="*/ 5235575 w 5235575"/>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5575" h="104775">
                <a:moveTo>
                  <a:pt x="0" y="104775"/>
                </a:moveTo>
                <a:lnTo>
                  <a:pt x="803275" y="104775"/>
                </a:lnTo>
                <a:lnTo>
                  <a:pt x="895350" y="0"/>
                </a:lnTo>
                <a:lnTo>
                  <a:pt x="1000125" y="104775"/>
                </a:lnTo>
                <a:lnTo>
                  <a:pt x="5235575" y="104775"/>
                </a:lnTo>
              </a:path>
            </a:pathLst>
          </a:custGeom>
          <a:noFill/>
          <a:ln w="6350">
            <a:solidFill>
              <a:srgbClr val="FFA4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3" name="MH_Entry_1">
            <a:hlinkClick r:id="rId20" action="ppaction://hlinksldjump"/>
          </p:cNvPr>
          <p:cNvSpPr/>
          <p:nvPr>
            <p:custDataLst>
              <p:tags r:id="rId5"/>
            </p:custDataLst>
          </p:nvPr>
        </p:nvSpPr>
        <p:spPr>
          <a:xfrm>
            <a:off x="1682042" y="1854011"/>
            <a:ext cx="2592000" cy="339288"/>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6350" cap="sq">
            <a:solidFill>
              <a:srgbClr val="FFA48F"/>
            </a:solid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000" tIns="0" rIns="0" bIns="0" numCol="1" spcCol="0" rtlCol="0" fromWordArt="0" anchor="ctr" anchorCtr="0" forceAA="0" compatLnSpc="1">
            <a:prstTxWarp prst="textNoShape">
              <a:avLst/>
            </a:prstTxWarp>
            <a:normAutofit/>
          </a:bodyPr>
          <a:lstStyle/>
          <a:p>
            <a:pPr lvl="0" algn="just"/>
            <a:r>
              <a:rPr lang="zh-CN" altLang="en-US" sz="1500">
                <a:solidFill>
                  <a:srgbClr val="000000"/>
                </a:solidFill>
                <a:latin typeface="华文细黑" panose="02010600040101010101" pitchFamily="2" charset="-122"/>
                <a:ea typeface="华文细黑" panose="02010600040101010101" pitchFamily="2" charset="-122"/>
              </a:rPr>
              <a:t>请在这里输入您的标题</a:t>
            </a:r>
          </a:p>
        </p:txBody>
      </p:sp>
      <p:sp>
        <p:nvSpPr>
          <p:cNvPr id="14" name="MH_Number_2">
            <a:hlinkClick r:id="rId21" action="ppaction://hlinksldjump"/>
          </p:cNvPr>
          <p:cNvSpPr/>
          <p:nvPr>
            <p:custDataLst>
              <p:tags r:id="rId6"/>
            </p:custDataLst>
          </p:nvPr>
        </p:nvSpPr>
        <p:spPr>
          <a:xfrm>
            <a:off x="5291168" y="1510230"/>
            <a:ext cx="222528" cy="222528"/>
          </a:xfrm>
          <a:prstGeom prst="ellipse">
            <a:avLst/>
          </a:prstGeom>
          <a:solidFill>
            <a:srgbClr val="FF481D"/>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zh-CN" sz="1600">
                <a:solidFill>
                  <a:srgbClr val="FFFFFF"/>
                </a:solidFill>
                <a:latin typeface="Times New Roman" panose="02020603050405020304" pitchFamily="18" charset="0"/>
                <a:cs typeface="Times New Roman" panose="02020603050405020304" pitchFamily="18" charset="0"/>
              </a:rPr>
              <a:t>2</a:t>
            </a:r>
            <a:endParaRPr lang="zh-CN" altLang="en-US" sz="1600" dirty="0">
              <a:solidFill>
                <a:srgbClr val="FFFFFF"/>
              </a:solidFill>
              <a:latin typeface="Times New Roman" panose="02020603050405020304" pitchFamily="18" charset="0"/>
              <a:cs typeface="Times New Roman" panose="02020603050405020304" pitchFamily="18" charset="0"/>
            </a:endParaRPr>
          </a:p>
        </p:txBody>
      </p:sp>
      <p:sp>
        <p:nvSpPr>
          <p:cNvPr id="15" name="MH_Others_4"/>
          <p:cNvSpPr/>
          <p:nvPr>
            <p:custDataLst>
              <p:tags r:id="rId7"/>
            </p:custDataLst>
          </p:nvPr>
        </p:nvSpPr>
        <p:spPr>
          <a:xfrm>
            <a:off x="4958639" y="1775429"/>
            <a:ext cx="2592000" cy="78581"/>
          </a:xfrm>
          <a:custGeom>
            <a:avLst/>
            <a:gdLst>
              <a:gd name="connsiteX0" fmla="*/ 0 w 3289300"/>
              <a:gd name="connsiteY0" fmla="*/ 98425 h 104775"/>
              <a:gd name="connsiteX1" fmla="*/ 793750 w 3289300"/>
              <a:gd name="connsiteY1" fmla="*/ 9842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89300"/>
              <a:gd name="connsiteY0" fmla="*/ 98425 h 104775"/>
              <a:gd name="connsiteX1" fmla="*/ 800100 w 3289300"/>
              <a:gd name="connsiteY1" fmla="*/ 10477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92475"/>
              <a:gd name="connsiteY0" fmla="*/ 104775 h 104775"/>
              <a:gd name="connsiteX1" fmla="*/ 803275 w 3292475"/>
              <a:gd name="connsiteY1" fmla="*/ 104775 h 104775"/>
              <a:gd name="connsiteX2" fmla="*/ 895350 w 3292475"/>
              <a:gd name="connsiteY2" fmla="*/ 0 h 104775"/>
              <a:gd name="connsiteX3" fmla="*/ 1000125 w 3292475"/>
              <a:gd name="connsiteY3" fmla="*/ 104775 h 104775"/>
              <a:gd name="connsiteX4" fmla="*/ 3292475 w 3292475"/>
              <a:gd name="connsiteY4" fmla="*/ 104775 h 104775"/>
              <a:gd name="connsiteX0" fmla="*/ 0 w 5235575"/>
              <a:gd name="connsiteY0" fmla="*/ 104775 h 104775"/>
              <a:gd name="connsiteX1" fmla="*/ 803275 w 5235575"/>
              <a:gd name="connsiteY1" fmla="*/ 104775 h 104775"/>
              <a:gd name="connsiteX2" fmla="*/ 895350 w 5235575"/>
              <a:gd name="connsiteY2" fmla="*/ 0 h 104775"/>
              <a:gd name="connsiteX3" fmla="*/ 1000125 w 5235575"/>
              <a:gd name="connsiteY3" fmla="*/ 104775 h 104775"/>
              <a:gd name="connsiteX4" fmla="*/ 5235575 w 5235575"/>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5575" h="104775">
                <a:moveTo>
                  <a:pt x="0" y="104775"/>
                </a:moveTo>
                <a:lnTo>
                  <a:pt x="803275" y="104775"/>
                </a:lnTo>
                <a:lnTo>
                  <a:pt x="895350" y="0"/>
                </a:lnTo>
                <a:lnTo>
                  <a:pt x="1000125" y="104775"/>
                </a:lnTo>
                <a:lnTo>
                  <a:pt x="5235575" y="104775"/>
                </a:lnTo>
              </a:path>
            </a:pathLst>
          </a:custGeom>
          <a:noFill/>
          <a:ln w="6350">
            <a:solidFill>
              <a:srgbClr val="FFA4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6" name="MH_Entry_2">
            <a:hlinkClick r:id="rId21" action="ppaction://hlinksldjump"/>
          </p:cNvPr>
          <p:cNvSpPr/>
          <p:nvPr>
            <p:custDataLst>
              <p:tags r:id="rId8"/>
            </p:custDataLst>
          </p:nvPr>
        </p:nvSpPr>
        <p:spPr>
          <a:xfrm>
            <a:off x="4958639" y="1854011"/>
            <a:ext cx="2592000" cy="339288"/>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6350" cap="sq">
            <a:solidFill>
              <a:srgbClr val="FFA48F"/>
            </a:solid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000" tIns="0" rIns="0" bIns="0" numCol="1" spcCol="0" rtlCol="0" fromWordArt="0" anchor="ctr" anchorCtr="0" forceAA="0" compatLnSpc="1">
            <a:prstTxWarp prst="textNoShape">
              <a:avLst/>
            </a:prstTxWarp>
            <a:normAutofit/>
          </a:bodyPr>
          <a:lstStyle/>
          <a:p>
            <a:pPr lvl="0" algn="just"/>
            <a:r>
              <a:rPr lang="zh-CN" altLang="en-US" sz="1500">
                <a:solidFill>
                  <a:srgbClr val="000000"/>
                </a:solidFill>
                <a:latin typeface="华文细黑" panose="02010600040101010101" pitchFamily="2" charset="-122"/>
                <a:ea typeface="华文细黑" panose="02010600040101010101" pitchFamily="2" charset="-122"/>
              </a:rPr>
              <a:t>请在这里输入您的标题</a:t>
            </a:r>
          </a:p>
        </p:txBody>
      </p:sp>
      <p:sp>
        <p:nvSpPr>
          <p:cNvPr id="17" name="MH_Number_3">
            <a:hlinkClick r:id="rId22" action="ppaction://hlinksldjump"/>
          </p:cNvPr>
          <p:cNvSpPr/>
          <p:nvPr>
            <p:custDataLst>
              <p:tags r:id="rId9"/>
            </p:custDataLst>
          </p:nvPr>
        </p:nvSpPr>
        <p:spPr>
          <a:xfrm>
            <a:off x="2014572" y="2462958"/>
            <a:ext cx="222528" cy="222528"/>
          </a:xfrm>
          <a:prstGeom prst="ellipse">
            <a:avLst/>
          </a:prstGeom>
          <a:solidFill>
            <a:srgbClr val="FF481D"/>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zh-CN" sz="1600">
                <a:solidFill>
                  <a:srgbClr val="FFFFFF"/>
                </a:solidFill>
                <a:latin typeface="Times New Roman" panose="02020603050405020304" pitchFamily="18" charset="0"/>
                <a:cs typeface="Times New Roman" panose="02020603050405020304" pitchFamily="18" charset="0"/>
              </a:rPr>
              <a:t>3</a:t>
            </a:r>
            <a:endParaRPr lang="zh-CN" altLang="en-US" sz="1600" dirty="0">
              <a:solidFill>
                <a:srgbClr val="FFFFFF"/>
              </a:solidFill>
              <a:latin typeface="Times New Roman" panose="02020603050405020304" pitchFamily="18" charset="0"/>
              <a:cs typeface="Times New Roman" panose="02020603050405020304" pitchFamily="18" charset="0"/>
            </a:endParaRPr>
          </a:p>
        </p:txBody>
      </p:sp>
      <p:sp>
        <p:nvSpPr>
          <p:cNvPr id="18" name="MH_Others_5"/>
          <p:cNvSpPr/>
          <p:nvPr>
            <p:custDataLst>
              <p:tags r:id="rId10"/>
            </p:custDataLst>
          </p:nvPr>
        </p:nvSpPr>
        <p:spPr>
          <a:xfrm>
            <a:off x="1682042" y="2728157"/>
            <a:ext cx="2592000" cy="78581"/>
          </a:xfrm>
          <a:custGeom>
            <a:avLst/>
            <a:gdLst>
              <a:gd name="connsiteX0" fmla="*/ 0 w 3289300"/>
              <a:gd name="connsiteY0" fmla="*/ 98425 h 104775"/>
              <a:gd name="connsiteX1" fmla="*/ 793750 w 3289300"/>
              <a:gd name="connsiteY1" fmla="*/ 9842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89300"/>
              <a:gd name="connsiteY0" fmla="*/ 98425 h 104775"/>
              <a:gd name="connsiteX1" fmla="*/ 800100 w 3289300"/>
              <a:gd name="connsiteY1" fmla="*/ 10477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92475"/>
              <a:gd name="connsiteY0" fmla="*/ 104775 h 104775"/>
              <a:gd name="connsiteX1" fmla="*/ 803275 w 3292475"/>
              <a:gd name="connsiteY1" fmla="*/ 104775 h 104775"/>
              <a:gd name="connsiteX2" fmla="*/ 895350 w 3292475"/>
              <a:gd name="connsiteY2" fmla="*/ 0 h 104775"/>
              <a:gd name="connsiteX3" fmla="*/ 1000125 w 3292475"/>
              <a:gd name="connsiteY3" fmla="*/ 104775 h 104775"/>
              <a:gd name="connsiteX4" fmla="*/ 3292475 w 3292475"/>
              <a:gd name="connsiteY4" fmla="*/ 104775 h 104775"/>
              <a:gd name="connsiteX0" fmla="*/ 0 w 5235575"/>
              <a:gd name="connsiteY0" fmla="*/ 104775 h 104775"/>
              <a:gd name="connsiteX1" fmla="*/ 803275 w 5235575"/>
              <a:gd name="connsiteY1" fmla="*/ 104775 h 104775"/>
              <a:gd name="connsiteX2" fmla="*/ 895350 w 5235575"/>
              <a:gd name="connsiteY2" fmla="*/ 0 h 104775"/>
              <a:gd name="connsiteX3" fmla="*/ 1000125 w 5235575"/>
              <a:gd name="connsiteY3" fmla="*/ 104775 h 104775"/>
              <a:gd name="connsiteX4" fmla="*/ 5235575 w 5235575"/>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5575" h="104775">
                <a:moveTo>
                  <a:pt x="0" y="104775"/>
                </a:moveTo>
                <a:lnTo>
                  <a:pt x="803275" y="104775"/>
                </a:lnTo>
                <a:lnTo>
                  <a:pt x="895350" y="0"/>
                </a:lnTo>
                <a:lnTo>
                  <a:pt x="1000125" y="104775"/>
                </a:lnTo>
                <a:lnTo>
                  <a:pt x="5235575" y="104775"/>
                </a:lnTo>
              </a:path>
            </a:pathLst>
          </a:custGeom>
          <a:noFill/>
          <a:ln w="6350">
            <a:solidFill>
              <a:srgbClr val="FFA4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19" name="MH_Entry_3">
            <a:hlinkClick r:id="rId22" action="ppaction://hlinksldjump"/>
          </p:cNvPr>
          <p:cNvSpPr/>
          <p:nvPr>
            <p:custDataLst>
              <p:tags r:id="rId11"/>
            </p:custDataLst>
          </p:nvPr>
        </p:nvSpPr>
        <p:spPr>
          <a:xfrm>
            <a:off x="1682042" y="2806738"/>
            <a:ext cx="2592000" cy="339288"/>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6350" cap="sq">
            <a:solidFill>
              <a:srgbClr val="FFA48F"/>
            </a:solid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000" tIns="0" rIns="0" bIns="0" numCol="1" spcCol="0" rtlCol="0" fromWordArt="0" anchor="ctr" anchorCtr="0" forceAA="0" compatLnSpc="1">
            <a:prstTxWarp prst="textNoShape">
              <a:avLst/>
            </a:prstTxWarp>
            <a:normAutofit/>
          </a:bodyPr>
          <a:lstStyle/>
          <a:p>
            <a:pPr lvl="0" algn="just"/>
            <a:r>
              <a:rPr lang="zh-CN" altLang="en-US" sz="1500">
                <a:solidFill>
                  <a:srgbClr val="000000"/>
                </a:solidFill>
                <a:latin typeface="华文细黑" panose="02010600040101010101" pitchFamily="2" charset="-122"/>
                <a:ea typeface="华文细黑" panose="02010600040101010101" pitchFamily="2" charset="-122"/>
              </a:rPr>
              <a:t>请在这里输入您的标题</a:t>
            </a:r>
          </a:p>
        </p:txBody>
      </p:sp>
      <p:sp>
        <p:nvSpPr>
          <p:cNvPr id="20" name="MH_Number_4">
            <a:hlinkClick r:id="rId23" action="ppaction://hlinksldjump"/>
          </p:cNvPr>
          <p:cNvSpPr/>
          <p:nvPr>
            <p:custDataLst>
              <p:tags r:id="rId12"/>
            </p:custDataLst>
          </p:nvPr>
        </p:nvSpPr>
        <p:spPr>
          <a:xfrm>
            <a:off x="5291168" y="2462958"/>
            <a:ext cx="222528" cy="222528"/>
          </a:xfrm>
          <a:prstGeom prst="ellipse">
            <a:avLst/>
          </a:prstGeom>
          <a:solidFill>
            <a:srgbClr val="FF481D"/>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zh-CN" sz="1600">
                <a:solidFill>
                  <a:srgbClr val="FFFFFF"/>
                </a:solidFill>
                <a:latin typeface="Times New Roman" panose="02020603050405020304" pitchFamily="18" charset="0"/>
                <a:cs typeface="Times New Roman" panose="02020603050405020304" pitchFamily="18" charset="0"/>
              </a:rPr>
              <a:t>4</a:t>
            </a:r>
            <a:endParaRPr lang="zh-CN" altLang="en-US" sz="1600" dirty="0">
              <a:solidFill>
                <a:srgbClr val="FFFFFF"/>
              </a:solidFill>
              <a:latin typeface="Times New Roman" panose="02020603050405020304" pitchFamily="18" charset="0"/>
              <a:cs typeface="Times New Roman" panose="02020603050405020304" pitchFamily="18" charset="0"/>
            </a:endParaRPr>
          </a:p>
        </p:txBody>
      </p:sp>
      <p:sp>
        <p:nvSpPr>
          <p:cNvPr id="21" name="MH_Others_6"/>
          <p:cNvSpPr/>
          <p:nvPr>
            <p:custDataLst>
              <p:tags r:id="rId13"/>
            </p:custDataLst>
          </p:nvPr>
        </p:nvSpPr>
        <p:spPr>
          <a:xfrm>
            <a:off x="4958639" y="2728157"/>
            <a:ext cx="2592000" cy="78581"/>
          </a:xfrm>
          <a:custGeom>
            <a:avLst/>
            <a:gdLst>
              <a:gd name="connsiteX0" fmla="*/ 0 w 3289300"/>
              <a:gd name="connsiteY0" fmla="*/ 98425 h 104775"/>
              <a:gd name="connsiteX1" fmla="*/ 793750 w 3289300"/>
              <a:gd name="connsiteY1" fmla="*/ 9842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89300"/>
              <a:gd name="connsiteY0" fmla="*/ 98425 h 104775"/>
              <a:gd name="connsiteX1" fmla="*/ 800100 w 3289300"/>
              <a:gd name="connsiteY1" fmla="*/ 10477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92475"/>
              <a:gd name="connsiteY0" fmla="*/ 104775 h 104775"/>
              <a:gd name="connsiteX1" fmla="*/ 803275 w 3292475"/>
              <a:gd name="connsiteY1" fmla="*/ 104775 h 104775"/>
              <a:gd name="connsiteX2" fmla="*/ 895350 w 3292475"/>
              <a:gd name="connsiteY2" fmla="*/ 0 h 104775"/>
              <a:gd name="connsiteX3" fmla="*/ 1000125 w 3292475"/>
              <a:gd name="connsiteY3" fmla="*/ 104775 h 104775"/>
              <a:gd name="connsiteX4" fmla="*/ 3292475 w 3292475"/>
              <a:gd name="connsiteY4" fmla="*/ 104775 h 104775"/>
              <a:gd name="connsiteX0" fmla="*/ 0 w 5235575"/>
              <a:gd name="connsiteY0" fmla="*/ 104775 h 104775"/>
              <a:gd name="connsiteX1" fmla="*/ 803275 w 5235575"/>
              <a:gd name="connsiteY1" fmla="*/ 104775 h 104775"/>
              <a:gd name="connsiteX2" fmla="*/ 895350 w 5235575"/>
              <a:gd name="connsiteY2" fmla="*/ 0 h 104775"/>
              <a:gd name="connsiteX3" fmla="*/ 1000125 w 5235575"/>
              <a:gd name="connsiteY3" fmla="*/ 104775 h 104775"/>
              <a:gd name="connsiteX4" fmla="*/ 5235575 w 5235575"/>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5575" h="104775">
                <a:moveTo>
                  <a:pt x="0" y="104775"/>
                </a:moveTo>
                <a:lnTo>
                  <a:pt x="803275" y="104775"/>
                </a:lnTo>
                <a:lnTo>
                  <a:pt x="895350" y="0"/>
                </a:lnTo>
                <a:lnTo>
                  <a:pt x="1000125" y="104775"/>
                </a:lnTo>
                <a:lnTo>
                  <a:pt x="5235575" y="104775"/>
                </a:lnTo>
              </a:path>
            </a:pathLst>
          </a:custGeom>
          <a:noFill/>
          <a:ln w="6350">
            <a:solidFill>
              <a:srgbClr val="FFA4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22" name="MH_Entry_4">
            <a:hlinkClick r:id="rId23" action="ppaction://hlinksldjump"/>
          </p:cNvPr>
          <p:cNvSpPr/>
          <p:nvPr>
            <p:custDataLst>
              <p:tags r:id="rId14"/>
            </p:custDataLst>
          </p:nvPr>
        </p:nvSpPr>
        <p:spPr>
          <a:xfrm>
            <a:off x="4958639" y="2806738"/>
            <a:ext cx="2592000" cy="339288"/>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6350" cap="sq">
            <a:solidFill>
              <a:srgbClr val="FFA48F"/>
            </a:solid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000" tIns="0" rIns="0" bIns="0" numCol="1" spcCol="0" rtlCol="0" fromWordArt="0" anchor="ctr" anchorCtr="0" forceAA="0" compatLnSpc="1">
            <a:prstTxWarp prst="textNoShape">
              <a:avLst/>
            </a:prstTxWarp>
            <a:normAutofit/>
          </a:bodyPr>
          <a:lstStyle/>
          <a:p>
            <a:pPr lvl="0" algn="just"/>
            <a:r>
              <a:rPr lang="zh-CN" altLang="en-US" sz="1500">
                <a:solidFill>
                  <a:srgbClr val="000000"/>
                </a:solidFill>
                <a:latin typeface="华文细黑" panose="02010600040101010101" pitchFamily="2" charset="-122"/>
                <a:ea typeface="华文细黑" panose="02010600040101010101" pitchFamily="2" charset="-122"/>
              </a:rPr>
              <a:t>请在这里输入您的标题</a:t>
            </a:r>
          </a:p>
        </p:txBody>
      </p:sp>
    </p:spTree>
    <p:extLst>
      <p:ext uri="{BB962C8B-B14F-4D97-AF65-F5344CB8AC3E}">
        <p14:creationId xmlns:p14="http://schemas.microsoft.com/office/powerpoint/2010/main" val="1502098969"/>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75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arn(inVertical)">
                                      <p:cBhvr>
                                        <p:cTn id="10" dur="750"/>
                                        <p:tgtEl>
                                          <p:spTgt spid="10"/>
                                        </p:tgtEl>
                                      </p:cBhvr>
                                    </p:animEffect>
                                  </p:childTnLst>
                                </p:cTn>
                              </p:par>
                            </p:childTnLst>
                          </p:cTn>
                        </p:par>
                        <p:par>
                          <p:cTn id="11" fill="hold">
                            <p:stCondLst>
                              <p:cond delay="750"/>
                            </p:stCondLst>
                            <p:childTnLst>
                              <p:par>
                                <p:cTn id="12" presetID="42" presetClass="entr" presetSubtype="0"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par>
                          <p:cTn id="27" fill="hold">
                            <p:stCondLst>
                              <p:cond delay="1750"/>
                            </p:stCondLst>
                            <p:childTnLst>
                              <p:par>
                                <p:cTn id="28" presetID="42"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1000"/>
                                        <p:tgtEl>
                                          <p:spTgt spid="14"/>
                                        </p:tgtEl>
                                      </p:cBhvr>
                                    </p:animEffect>
                                    <p:anim calcmode="lin" valueType="num">
                                      <p:cBhvr>
                                        <p:cTn id="31" dur="1000" fill="hold"/>
                                        <p:tgtEl>
                                          <p:spTgt spid="14"/>
                                        </p:tgtEl>
                                        <p:attrNameLst>
                                          <p:attrName>ppt_x</p:attrName>
                                        </p:attrNameLst>
                                      </p:cBhvr>
                                      <p:tavLst>
                                        <p:tav tm="0">
                                          <p:val>
                                            <p:strVal val="#ppt_x"/>
                                          </p:val>
                                        </p:tav>
                                        <p:tav tm="100000">
                                          <p:val>
                                            <p:strVal val="#ppt_x"/>
                                          </p:val>
                                        </p:tav>
                                      </p:tavLst>
                                    </p:anim>
                                    <p:anim calcmode="lin" valueType="num">
                                      <p:cBhvr>
                                        <p:cTn id="32" dur="1000" fill="hold"/>
                                        <p:tgtEl>
                                          <p:spTgt spid="14"/>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1000"/>
                                        <p:tgtEl>
                                          <p:spTgt spid="16"/>
                                        </p:tgtEl>
                                      </p:cBhvr>
                                    </p:animEffect>
                                    <p:anim calcmode="lin" valueType="num">
                                      <p:cBhvr>
                                        <p:cTn id="41" dur="1000" fill="hold"/>
                                        <p:tgtEl>
                                          <p:spTgt spid="16"/>
                                        </p:tgtEl>
                                        <p:attrNameLst>
                                          <p:attrName>ppt_x</p:attrName>
                                        </p:attrNameLst>
                                      </p:cBhvr>
                                      <p:tavLst>
                                        <p:tav tm="0">
                                          <p:val>
                                            <p:strVal val="#ppt_x"/>
                                          </p:val>
                                        </p:tav>
                                        <p:tav tm="100000">
                                          <p:val>
                                            <p:strVal val="#ppt_x"/>
                                          </p:val>
                                        </p:tav>
                                      </p:tavLst>
                                    </p:anim>
                                    <p:anim calcmode="lin" valueType="num">
                                      <p:cBhvr>
                                        <p:cTn id="42" dur="1000" fill="hold"/>
                                        <p:tgtEl>
                                          <p:spTgt spid="16"/>
                                        </p:tgtEl>
                                        <p:attrNameLst>
                                          <p:attrName>ppt_y</p:attrName>
                                        </p:attrNameLst>
                                      </p:cBhvr>
                                      <p:tavLst>
                                        <p:tav tm="0">
                                          <p:val>
                                            <p:strVal val="#ppt_y+.1"/>
                                          </p:val>
                                        </p:tav>
                                        <p:tav tm="100000">
                                          <p:val>
                                            <p:strVal val="#ppt_y"/>
                                          </p:val>
                                        </p:tav>
                                      </p:tavLst>
                                    </p:anim>
                                  </p:childTnLst>
                                </p:cTn>
                              </p:par>
                            </p:childTnLst>
                          </p:cTn>
                        </p:par>
                        <p:par>
                          <p:cTn id="43" fill="hold">
                            <p:stCondLst>
                              <p:cond delay="2750"/>
                            </p:stCondLst>
                            <p:childTnLst>
                              <p:par>
                                <p:cTn id="44" presetID="42" presetClass="entr" presetSubtype="0"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1000"/>
                                        <p:tgtEl>
                                          <p:spTgt spid="17"/>
                                        </p:tgtEl>
                                      </p:cBhvr>
                                    </p:animEffect>
                                    <p:anim calcmode="lin" valueType="num">
                                      <p:cBhvr>
                                        <p:cTn id="47" dur="1000" fill="hold"/>
                                        <p:tgtEl>
                                          <p:spTgt spid="17"/>
                                        </p:tgtEl>
                                        <p:attrNameLst>
                                          <p:attrName>ppt_x</p:attrName>
                                        </p:attrNameLst>
                                      </p:cBhvr>
                                      <p:tavLst>
                                        <p:tav tm="0">
                                          <p:val>
                                            <p:strVal val="#ppt_x"/>
                                          </p:val>
                                        </p:tav>
                                        <p:tav tm="100000">
                                          <p:val>
                                            <p:strVal val="#ppt_x"/>
                                          </p:val>
                                        </p:tav>
                                      </p:tavLst>
                                    </p:anim>
                                    <p:anim calcmode="lin" valueType="num">
                                      <p:cBhvr>
                                        <p:cTn id="48" dur="1000" fill="hold"/>
                                        <p:tgtEl>
                                          <p:spTgt spid="17"/>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1000"/>
                                        <p:tgtEl>
                                          <p:spTgt spid="18"/>
                                        </p:tgtEl>
                                      </p:cBhvr>
                                    </p:animEffect>
                                    <p:anim calcmode="lin" valueType="num">
                                      <p:cBhvr>
                                        <p:cTn id="52" dur="1000" fill="hold"/>
                                        <p:tgtEl>
                                          <p:spTgt spid="18"/>
                                        </p:tgtEl>
                                        <p:attrNameLst>
                                          <p:attrName>ppt_x</p:attrName>
                                        </p:attrNameLst>
                                      </p:cBhvr>
                                      <p:tavLst>
                                        <p:tav tm="0">
                                          <p:val>
                                            <p:strVal val="#ppt_x"/>
                                          </p:val>
                                        </p:tav>
                                        <p:tav tm="100000">
                                          <p:val>
                                            <p:strVal val="#ppt_x"/>
                                          </p:val>
                                        </p:tav>
                                      </p:tavLst>
                                    </p:anim>
                                    <p:anim calcmode="lin" valueType="num">
                                      <p:cBhvr>
                                        <p:cTn id="53" dur="1000" fill="hold"/>
                                        <p:tgtEl>
                                          <p:spTgt spid="18"/>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1000"/>
                                        <p:tgtEl>
                                          <p:spTgt spid="19"/>
                                        </p:tgtEl>
                                      </p:cBhvr>
                                    </p:animEffect>
                                    <p:anim calcmode="lin" valueType="num">
                                      <p:cBhvr>
                                        <p:cTn id="57" dur="1000" fill="hold"/>
                                        <p:tgtEl>
                                          <p:spTgt spid="19"/>
                                        </p:tgtEl>
                                        <p:attrNameLst>
                                          <p:attrName>ppt_x</p:attrName>
                                        </p:attrNameLst>
                                      </p:cBhvr>
                                      <p:tavLst>
                                        <p:tav tm="0">
                                          <p:val>
                                            <p:strVal val="#ppt_x"/>
                                          </p:val>
                                        </p:tav>
                                        <p:tav tm="100000">
                                          <p:val>
                                            <p:strVal val="#ppt_x"/>
                                          </p:val>
                                        </p:tav>
                                      </p:tavLst>
                                    </p:anim>
                                    <p:anim calcmode="lin" valueType="num">
                                      <p:cBhvr>
                                        <p:cTn id="58" dur="1000" fill="hold"/>
                                        <p:tgtEl>
                                          <p:spTgt spid="19"/>
                                        </p:tgtEl>
                                        <p:attrNameLst>
                                          <p:attrName>ppt_y</p:attrName>
                                        </p:attrNameLst>
                                      </p:cBhvr>
                                      <p:tavLst>
                                        <p:tav tm="0">
                                          <p:val>
                                            <p:strVal val="#ppt_y+.1"/>
                                          </p:val>
                                        </p:tav>
                                        <p:tav tm="100000">
                                          <p:val>
                                            <p:strVal val="#ppt_y"/>
                                          </p:val>
                                        </p:tav>
                                      </p:tavLst>
                                    </p:anim>
                                  </p:childTnLst>
                                </p:cTn>
                              </p:par>
                            </p:childTnLst>
                          </p:cTn>
                        </p:par>
                        <p:par>
                          <p:cTn id="59" fill="hold">
                            <p:stCondLst>
                              <p:cond delay="3750"/>
                            </p:stCondLst>
                            <p:childTnLst>
                              <p:par>
                                <p:cTn id="60" presetID="42" presetClass="entr" presetSubtype="0" fill="hold" grpId="0" nodeType="after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1000"/>
                                        <p:tgtEl>
                                          <p:spTgt spid="20"/>
                                        </p:tgtEl>
                                      </p:cBhvr>
                                    </p:animEffect>
                                    <p:anim calcmode="lin" valueType="num">
                                      <p:cBhvr>
                                        <p:cTn id="63" dur="1000" fill="hold"/>
                                        <p:tgtEl>
                                          <p:spTgt spid="20"/>
                                        </p:tgtEl>
                                        <p:attrNameLst>
                                          <p:attrName>ppt_x</p:attrName>
                                        </p:attrNameLst>
                                      </p:cBhvr>
                                      <p:tavLst>
                                        <p:tav tm="0">
                                          <p:val>
                                            <p:strVal val="#ppt_x"/>
                                          </p:val>
                                        </p:tav>
                                        <p:tav tm="100000">
                                          <p:val>
                                            <p:strVal val="#ppt_x"/>
                                          </p:val>
                                        </p:tav>
                                      </p:tavLst>
                                    </p:anim>
                                    <p:anim calcmode="lin" valueType="num">
                                      <p:cBhvr>
                                        <p:cTn id="64" dur="1000" fill="hold"/>
                                        <p:tgtEl>
                                          <p:spTgt spid="20"/>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1000"/>
                                        <p:tgtEl>
                                          <p:spTgt spid="21"/>
                                        </p:tgtEl>
                                      </p:cBhvr>
                                    </p:animEffect>
                                    <p:anim calcmode="lin" valueType="num">
                                      <p:cBhvr>
                                        <p:cTn id="68" dur="1000" fill="hold"/>
                                        <p:tgtEl>
                                          <p:spTgt spid="21"/>
                                        </p:tgtEl>
                                        <p:attrNameLst>
                                          <p:attrName>ppt_x</p:attrName>
                                        </p:attrNameLst>
                                      </p:cBhvr>
                                      <p:tavLst>
                                        <p:tav tm="0">
                                          <p:val>
                                            <p:strVal val="#ppt_x"/>
                                          </p:val>
                                        </p:tav>
                                        <p:tav tm="100000">
                                          <p:val>
                                            <p:strVal val="#ppt_x"/>
                                          </p:val>
                                        </p:tav>
                                      </p:tavLst>
                                    </p:anim>
                                    <p:anim calcmode="lin" valueType="num">
                                      <p:cBhvr>
                                        <p:cTn id="69" dur="1000" fill="hold"/>
                                        <p:tgtEl>
                                          <p:spTgt spid="21"/>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1000"/>
                                        <p:tgtEl>
                                          <p:spTgt spid="22"/>
                                        </p:tgtEl>
                                      </p:cBhvr>
                                    </p:animEffect>
                                    <p:anim calcmode="lin" valueType="num">
                                      <p:cBhvr>
                                        <p:cTn id="73" dur="1000" fill="hold"/>
                                        <p:tgtEl>
                                          <p:spTgt spid="22"/>
                                        </p:tgtEl>
                                        <p:attrNameLst>
                                          <p:attrName>ppt_x</p:attrName>
                                        </p:attrNameLst>
                                      </p:cBhvr>
                                      <p:tavLst>
                                        <p:tav tm="0">
                                          <p:val>
                                            <p:strVal val="#ppt_x"/>
                                          </p:val>
                                        </p:tav>
                                        <p:tav tm="100000">
                                          <p:val>
                                            <p:strVal val="#ppt_x"/>
                                          </p:val>
                                        </p:tav>
                                      </p:tavLst>
                                    </p:anim>
                                    <p:anim calcmode="lin" valueType="num">
                                      <p:cBhvr>
                                        <p:cTn id="7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9178374" cy="5155223"/>
            <a:chOff x="0" y="0"/>
            <a:chExt cx="9178374" cy="5155223"/>
          </a:xfrm>
        </p:grpSpPr>
        <p:pic>
          <p:nvPicPr>
            <p:cNvPr id="3" name="图片 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8" name="图片 7"/>
            <p:cNvPicPr>
              <a:picLocks noChangeAspect="1"/>
            </p:cNvPicPr>
            <p:nvPr/>
          </p:nvPicPr>
          <p:blipFill rotWithShape="1">
            <a:blip r:embed="rId10" cstate="screen">
              <a:extLst>
                <a:ext uri="{BEBA8EAE-BF5A-486C-A8C5-ECC9F3942E4B}">
                  <a14:imgProps xmlns:a14="http://schemas.microsoft.com/office/drawing/2010/main">
                    <a14:imgLayer r:embed="rId11">
                      <a14:imgEffect>
                        <a14:saturation sat="400000"/>
                      </a14:imgEffect>
                    </a14:imgLayer>
                  </a14:imgProps>
                </a:ext>
                <a:ext uri="{28A0092B-C50C-407E-A947-70E740481C1C}">
                  <a14:useLocalDpi xmlns:a14="http://schemas.microsoft.com/office/drawing/2010/main"/>
                </a:ext>
              </a:extLst>
            </a:blip>
            <a:srcRect/>
            <a:stretch/>
          </p:blipFill>
          <p:spPr>
            <a:xfrm>
              <a:off x="0" y="3270418"/>
              <a:ext cx="9178374" cy="1884805"/>
            </a:xfrm>
            <a:prstGeom prst="rect">
              <a:avLst/>
            </a:prstGeom>
          </p:spPr>
        </p:pic>
      </p:grpSp>
      <p:sp>
        <p:nvSpPr>
          <p:cNvPr id="9" name="MH_Others_1"/>
          <p:cNvSpPr txBox="1"/>
          <p:nvPr>
            <p:custDataLst>
              <p:tags r:id="rId1"/>
            </p:custDataLst>
          </p:nvPr>
        </p:nvSpPr>
        <p:spPr>
          <a:xfrm>
            <a:off x="3541109" y="887792"/>
            <a:ext cx="1731501" cy="369332"/>
          </a:xfrm>
          <a:prstGeom prst="rect">
            <a:avLst/>
          </a:prstGeom>
          <a:noFill/>
        </p:spPr>
        <p:txBody>
          <a:bodyPr wrap="none">
            <a:spAutoFit/>
          </a:bodyPr>
          <a:lstStyle/>
          <a:p>
            <a:pPr algn="ctr">
              <a:defRPr/>
            </a:pPr>
            <a:r>
              <a:rPr lang="en-US" altLang="zh-CN" sz="1800" spc="300" dirty="0">
                <a:solidFill>
                  <a:schemeClr val="bg1"/>
                </a:solidFill>
                <a:latin typeface="微软雅黑" panose="020B0503020204020204" pitchFamily="34" charset="-122"/>
                <a:ea typeface="微软雅黑" panose="020B0503020204020204" pitchFamily="34" charset="-122"/>
              </a:rPr>
              <a:t>CONTENTS</a:t>
            </a:r>
            <a:endParaRPr lang="zh-CN" altLang="en-US" sz="1800" spc="300" dirty="0">
              <a:solidFill>
                <a:schemeClr val="bg1"/>
              </a:solidFill>
              <a:latin typeface="微软雅黑" panose="020B0503020204020204" pitchFamily="34" charset="-122"/>
              <a:ea typeface="微软雅黑" panose="020B0503020204020204" pitchFamily="34" charset="-122"/>
            </a:endParaRPr>
          </a:p>
        </p:txBody>
      </p:sp>
      <p:sp>
        <p:nvSpPr>
          <p:cNvPr id="10" name="MH_Others_2"/>
          <p:cNvSpPr txBox="1">
            <a:spLocks noChangeArrowheads="1"/>
          </p:cNvSpPr>
          <p:nvPr>
            <p:custDataLst>
              <p:tags r:id="rId2"/>
            </p:custDataLst>
          </p:nvPr>
        </p:nvSpPr>
        <p:spPr bwMode="auto">
          <a:xfrm>
            <a:off x="3796664" y="302650"/>
            <a:ext cx="122039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3300" b="1" dirty="0">
                <a:solidFill>
                  <a:schemeClr val="bg1"/>
                </a:solidFill>
                <a:latin typeface="微软雅黑" panose="020B0503020204020204" pitchFamily="34" charset="-122"/>
                <a:ea typeface="微软雅黑" panose="020B0503020204020204" pitchFamily="34" charset="-122"/>
              </a:rPr>
              <a:t>目 录</a:t>
            </a:r>
          </a:p>
        </p:txBody>
      </p:sp>
      <p:sp>
        <p:nvSpPr>
          <p:cNvPr id="23" name="MH_Others_1"/>
          <p:cNvSpPr/>
          <p:nvPr>
            <p:custDataLst>
              <p:tags r:id="rId3"/>
            </p:custDataLst>
          </p:nvPr>
        </p:nvSpPr>
        <p:spPr>
          <a:xfrm>
            <a:off x="3046711" y="1790606"/>
            <a:ext cx="444203" cy="444201"/>
          </a:xfrm>
          <a:prstGeom prst="ellipse">
            <a:avLst/>
          </a:prstGeom>
          <a:solidFill>
            <a:srgbClr val="FF481D"/>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zh-CN" altLang="en-US" sz="1013" dirty="0">
              <a:solidFill>
                <a:srgbClr val="FFFFFF"/>
              </a:solidFill>
              <a:latin typeface="Times New Roman" panose="02020603050405020304" pitchFamily="18" charset="0"/>
              <a:cs typeface="Times New Roman" panose="02020603050405020304" pitchFamily="18" charset="0"/>
            </a:endParaRPr>
          </a:p>
        </p:txBody>
      </p:sp>
      <p:sp>
        <p:nvSpPr>
          <p:cNvPr id="25" name="MH_Number"/>
          <p:cNvSpPr/>
          <p:nvPr>
            <p:custDataLst>
              <p:tags r:id="rId4"/>
            </p:custDataLst>
          </p:nvPr>
        </p:nvSpPr>
        <p:spPr>
          <a:xfrm>
            <a:off x="3046711" y="1790606"/>
            <a:ext cx="444203" cy="444201"/>
          </a:xfrm>
          <a:prstGeom prst="rect">
            <a:avLst/>
          </a:prstGeom>
        </p:spPr>
        <p:txBody>
          <a:bodyPr wrap="square" lIns="0" tIns="0" rIns="0" bIns="0" anchor="ctr" anchorCtr="0">
            <a:normAutofit fontScale="92500" lnSpcReduction="10000"/>
          </a:bodyPr>
          <a:lstStyle/>
          <a:p>
            <a:pPr algn="ctr"/>
            <a:r>
              <a:rPr lang="en-US" altLang="zh-CN" sz="3300">
                <a:solidFill>
                  <a:srgbClr val="FFFFFF"/>
                </a:solidFill>
                <a:latin typeface="Times New Roman" panose="02020603050405020304" pitchFamily="18" charset="0"/>
                <a:cs typeface="Times New Roman" panose="02020603050405020304" pitchFamily="18" charset="0"/>
              </a:rPr>
              <a:t>1</a:t>
            </a:r>
            <a:endParaRPr lang="zh-CN" altLang="en-US" sz="3300" dirty="0">
              <a:solidFill>
                <a:srgbClr val="FFFFFF"/>
              </a:solidFill>
              <a:latin typeface="Times New Roman" panose="02020603050405020304" pitchFamily="18" charset="0"/>
              <a:cs typeface="Times New Roman" panose="02020603050405020304" pitchFamily="18" charset="0"/>
            </a:endParaRPr>
          </a:p>
        </p:txBody>
      </p:sp>
      <p:grpSp>
        <p:nvGrpSpPr>
          <p:cNvPr id="2" name="组合 1"/>
          <p:cNvGrpSpPr/>
          <p:nvPr/>
        </p:nvGrpSpPr>
        <p:grpSpPr>
          <a:xfrm>
            <a:off x="2496516" y="2314058"/>
            <a:ext cx="4529001" cy="800845"/>
            <a:chOff x="2496516" y="2314058"/>
            <a:chExt cx="4529001" cy="800845"/>
          </a:xfrm>
        </p:grpSpPr>
        <p:sp>
          <p:nvSpPr>
            <p:cNvPr id="24" name="MH_Others_2"/>
            <p:cNvSpPr/>
            <p:nvPr>
              <p:custDataLst>
                <p:tags r:id="rId5"/>
              </p:custDataLst>
            </p:nvPr>
          </p:nvSpPr>
          <p:spPr>
            <a:xfrm>
              <a:off x="2496517" y="2314058"/>
              <a:ext cx="4529000" cy="170741"/>
            </a:xfrm>
            <a:custGeom>
              <a:avLst/>
              <a:gdLst>
                <a:gd name="connsiteX0" fmla="*/ 0 w 3289300"/>
                <a:gd name="connsiteY0" fmla="*/ 98425 h 104775"/>
                <a:gd name="connsiteX1" fmla="*/ 793750 w 3289300"/>
                <a:gd name="connsiteY1" fmla="*/ 9842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89300"/>
                <a:gd name="connsiteY0" fmla="*/ 98425 h 104775"/>
                <a:gd name="connsiteX1" fmla="*/ 800100 w 3289300"/>
                <a:gd name="connsiteY1" fmla="*/ 10477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92475"/>
                <a:gd name="connsiteY0" fmla="*/ 104775 h 104775"/>
                <a:gd name="connsiteX1" fmla="*/ 803275 w 3292475"/>
                <a:gd name="connsiteY1" fmla="*/ 104775 h 104775"/>
                <a:gd name="connsiteX2" fmla="*/ 895350 w 3292475"/>
                <a:gd name="connsiteY2" fmla="*/ 0 h 104775"/>
                <a:gd name="connsiteX3" fmla="*/ 1000125 w 3292475"/>
                <a:gd name="connsiteY3" fmla="*/ 104775 h 104775"/>
                <a:gd name="connsiteX4" fmla="*/ 3292475 w 3292475"/>
                <a:gd name="connsiteY4" fmla="*/ 104775 h 104775"/>
                <a:gd name="connsiteX0" fmla="*/ 0 w 5235575"/>
                <a:gd name="connsiteY0" fmla="*/ 104775 h 104775"/>
                <a:gd name="connsiteX1" fmla="*/ 803275 w 5235575"/>
                <a:gd name="connsiteY1" fmla="*/ 104775 h 104775"/>
                <a:gd name="connsiteX2" fmla="*/ 895350 w 5235575"/>
                <a:gd name="connsiteY2" fmla="*/ 0 h 104775"/>
                <a:gd name="connsiteX3" fmla="*/ 1000125 w 5235575"/>
                <a:gd name="connsiteY3" fmla="*/ 104775 h 104775"/>
                <a:gd name="connsiteX4" fmla="*/ 5235575 w 5235575"/>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5575" h="104775">
                  <a:moveTo>
                    <a:pt x="0" y="104775"/>
                  </a:moveTo>
                  <a:lnTo>
                    <a:pt x="803275" y="104775"/>
                  </a:lnTo>
                  <a:lnTo>
                    <a:pt x="895350" y="0"/>
                  </a:lnTo>
                  <a:lnTo>
                    <a:pt x="1000125" y="104775"/>
                  </a:lnTo>
                  <a:lnTo>
                    <a:pt x="5235575" y="104775"/>
                  </a:lnTo>
                </a:path>
              </a:pathLst>
            </a:custGeom>
            <a:noFill/>
            <a:ln w="12700">
              <a:solidFill>
                <a:srgbClr val="FF89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26" name="MH_Title"/>
            <p:cNvSpPr/>
            <p:nvPr>
              <p:custDataLst>
                <p:tags r:id="rId6"/>
              </p:custDataLst>
            </p:nvPr>
          </p:nvSpPr>
          <p:spPr>
            <a:xfrm>
              <a:off x="2496516" y="2484800"/>
              <a:ext cx="4529000" cy="630103"/>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FF896D"/>
              </a:solid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5000" tIns="0" rIns="0" bIns="27000" numCol="1" spcCol="0" rtlCol="0" fromWordArt="0" anchor="ctr" anchorCtr="0" forceAA="0" compatLnSpc="1">
              <a:prstTxWarp prst="textNoShape">
                <a:avLst/>
              </a:prstTxWarp>
              <a:normAutofit/>
            </a:bodyPr>
            <a:lstStyle/>
            <a:p>
              <a:pPr algn="just">
                <a:lnSpc>
                  <a:spcPct val="130000"/>
                </a:lnSpc>
              </a:pPr>
              <a:r>
                <a:rPr lang="zh-CN" altLang="en-US" sz="3000" dirty="0">
                  <a:solidFill>
                    <a:srgbClr val="000000"/>
                  </a:solidFill>
                  <a:latin typeface="华文细黑" panose="02010600040101010101" pitchFamily="2" charset="-122"/>
                  <a:ea typeface="华文细黑" panose="02010600040101010101" pitchFamily="2" charset="-122"/>
                </a:rPr>
                <a:t>请在这里输入您的标题</a:t>
              </a:r>
            </a:p>
          </p:txBody>
        </p:sp>
      </p:grpSp>
    </p:spTree>
    <p:extLst>
      <p:ext uri="{BB962C8B-B14F-4D97-AF65-F5344CB8AC3E}">
        <p14:creationId xmlns:p14="http://schemas.microsoft.com/office/powerpoint/2010/main" val="3656815132"/>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1000"/>
                                        <p:tgtEl>
                                          <p:spTgt spid="2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304" y="838988"/>
            <a:ext cx="1088046" cy="1106333"/>
          </a:xfrm>
          <a:prstGeom prst="rect">
            <a:avLst/>
          </a:prstGeom>
          <a:effectLst>
            <a:outerShdw blurRad="50800" dist="38100" dir="8100000" algn="tr" rotWithShape="0">
              <a:prstClr val="black">
                <a:alpha val="40000"/>
              </a:prstClr>
            </a:outerShdw>
          </a:effectLst>
        </p:spPr>
      </p:pic>
      <p:pic>
        <p:nvPicPr>
          <p:cNvPr id="28" name="图片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6384" y="902733"/>
            <a:ext cx="1088046" cy="1106333"/>
          </a:xfrm>
          <a:prstGeom prst="rect">
            <a:avLst/>
          </a:prstGeom>
          <a:effectLst>
            <a:outerShdw blurRad="50800" dist="38100" dir="8100000" algn="tr" rotWithShape="0">
              <a:prstClr val="black">
                <a:alpha val="40000"/>
              </a:prstClr>
            </a:outerShdw>
          </a:effectLst>
        </p:spPr>
      </p:pic>
      <p:pic>
        <p:nvPicPr>
          <p:cNvPr id="33" name="图片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3420" y="2508402"/>
            <a:ext cx="1088046" cy="1106333"/>
          </a:xfrm>
          <a:prstGeom prst="rect">
            <a:avLst/>
          </a:prstGeom>
          <a:effectLst>
            <a:outerShdw blurRad="50800" dist="38100" dir="8100000" algn="tr" rotWithShape="0">
              <a:prstClr val="black">
                <a:alpha val="40000"/>
              </a:prstClr>
            </a:outerShdw>
          </a:effectLst>
        </p:spPr>
      </p:pic>
      <p:pic>
        <p:nvPicPr>
          <p:cNvPr id="34" name="图片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2394" y="2475745"/>
            <a:ext cx="1088046" cy="1106333"/>
          </a:xfrm>
          <a:prstGeom prst="rect">
            <a:avLst/>
          </a:prstGeom>
          <a:effectLst>
            <a:outerShdw blurRad="50800" dist="38100" dir="8100000" algn="tr" rotWithShape="0">
              <a:prstClr val="black">
                <a:alpha val="40000"/>
              </a:prstClr>
            </a:outerShdw>
          </a:effectLst>
        </p:spPr>
      </p:pic>
      <p:sp>
        <p:nvSpPr>
          <p:cNvPr id="35" name="Freeform 48"/>
          <p:cNvSpPr>
            <a:spLocks noEditPoints="1"/>
          </p:cNvSpPr>
          <p:nvPr/>
        </p:nvSpPr>
        <p:spPr bwMode="auto">
          <a:xfrm>
            <a:off x="3046327" y="1171814"/>
            <a:ext cx="2977754" cy="2977754"/>
          </a:xfrm>
          <a:custGeom>
            <a:avLst/>
            <a:gdLst>
              <a:gd name="T0" fmla="*/ 556 w 1252"/>
              <a:gd name="T1" fmla="*/ 1248 h 1252"/>
              <a:gd name="T2" fmla="*/ 375 w 1252"/>
              <a:gd name="T3" fmla="*/ 1200 h 1252"/>
              <a:gd name="T4" fmla="*/ 255 w 1252"/>
              <a:gd name="T5" fmla="*/ 1130 h 1252"/>
              <a:gd name="T6" fmla="*/ 122 w 1252"/>
              <a:gd name="T7" fmla="*/ 998 h 1252"/>
              <a:gd name="T8" fmla="*/ 52 w 1252"/>
              <a:gd name="T9" fmla="*/ 877 h 1252"/>
              <a:gd name="T10" fmla="*/ 4 w 1252"/>
              <a:gd name="T11" fmla="*/ 696 h 1252"/>
              <a:gd name="T12" fmla="*/ 4 w 1252"/>
              <a:gd name="T13" fmla="*/ 560 h 1252"/>
              <a:gd name="T14" fmla="*/ 137 w 1252"/>
              <a:gd name="T15" fmla="*/ 458 h 1252"/>
              <a:gd name="T16" fmla="*/ 120 w 1252"/>
              <a:gd name="T17" fmla="*/ 257 h 1252"/>
              <a:gd name="T18" fmla="*/ 287 w 1252"/>
              <a:gd name="T19" fmla="*/ 236 h 1252"/>
              <a:gd name="T20" fmla="*/ 372 w 1252"/>
              <a:gd name="T21" fmla="*/ 54 h 1252"/>
              <a:gd name="T22" fmla="*/ 528 w 1252"/>
              <a:gd name="T23" fmla="*/ 119 h 1252"/>
              <a:gd name="T24" fmla="*/ 626 w 1252"/>
              <a:gd name="T25" fmla="*/ 0 h 1252"/>
              <a:gd name="T26" fmla="*/ 724 w 1252"/>
              <a:gd name="T27" fmla="*/ 119 h 1252"/>
              <a:gd name="T28" fmla="*/ 879 w 1252"/>
              <a:gd name="T29" fmla="*/ 54 h 1252"/>
              <a:gd name="T30" fmla="*/ 965 w 1252"/>
              <a:gd name="T31" fmla="*/ 236 h 1252"/>
              <a:gd name="T32" fmla="*/ 1132 w 1252"/>
              <a:gd name="T33" fmla="*/ 257 h 1252"/>
              <a:gd name="T34" fmla="*/ 1115 w 1252"/>
              <a:gd name="T35" fmla="*/ 458 h 1252"/>
              <a:gd name="T36" fmla="*/ 1248 w 1252"/>
              <a:gd name="T37" fmla="*/ 560 h 1252"/>
              <a:gd name="T38" fmla="*/ 1248 w 1252"/>
              <a:gd name="T39" fmla="*/ 696 h 1252"/>
              <a:gd name="T40" fmla="*/ 1200 w 1252"/>
              <a:gd name="T41" fmla="*/ 877 h 1252"/>
              <a:gd name="T42" fmla="*/ 1130 w 1252"/>
              <a:gd name="T43" fmla="*/ 998 h 1252"/>
              <a:gd name="T44" fmla="*/ 997 w 1252"/>
              <a:gd name="T45" fmla="*/ 1130 h 1252"/>
              <a:gd name="T46" fmla="*/ 877 w 1252"/>
              <a:gd name="T47" fmla="*/ 1200 h 1252"/>
              <a:gd name="T48" fmla="*/ 696 w 1252"/>
              <a:gd name="T49" fmla="*/ 1248 h 1252"/>
              <a:gd name="T50" fmla="*/ 563 w 1252"/>
              <a:gd name="T51" fmla="*/ 1241 h 1252"/>
              <a:gd name="T52" fmla="*/ 717 w 1252"/>
              <a:gd name="T53" fmla="*/ 1126 h 1252"/>
              <a:gd name="T54" fmla="*/ 797 w 1252"/>
              <a:gd name="T55" fmla="*/ 1105 h 1252"/>
              <a:gd name="T56" fmla="*/ 955 w 1252"/>
              <a:gd name="T57" fmla="*/ 1014 h 1252"/>
              <a:gd name="T58" fmla="*/ 1013 w 1252"/>
              <a:gd name="T59" fmla="*/ 955 h 1252"/>
              <a:gd name="T60" fmla="*/ 1105 w 1252"/>
              <a:gd name="T61" fmla="*/ 797 h 1252"/>
              <a:gd name="T62" fmla="*/ 1126 w 1252"/>
              <a:gd name="T63" fmla="*/ 718 h 1252"/>
              <a:gd name="T64" fmla="*/ 1240 w 1252"/>
              <a:gd name="T65" fmla="*/ 563 h 1252"/>
              <a:gd name="T66" fmla="*/ 1106 w 1252"/>
              <a:gd name="T67" fmla="*/ 458 h 1252"/>
              <a:gd name="T68" fmla="*/ 1127 w 1252"/>
              <a:gd name="T69" fmla="*/ 265 h 1252"/>
              <a:gd name="T70" fmla="*/ 957 w 1252"/>
              <a:gd name="T71" fmla="*/ 241 h 1252"/>
              <a:gd name="T72" fmla="*/ 879 w 1252"/>
              <a:gd name="T73" fmla="*/ 63 h 1252"/>
              <a:gd name="T74" fmla="*/ 720 w 1252"/>
              <a:gd name="T75" fmla="*/ 127 h 1252"/>
              <a:gd name="T76" fmla="*/ 626 w 1252"/>
              <a:gd name="T77" fmla="*/ 9 h 1252"/>
              <a:gd name="T78" fmla="*/ 532 w 1252"/>
              <a:gd name="T79" fmla="*/ 127 h 1252"/>
              <a:gd name="T80" fmla="*/ 373 w 1252"/>
              <a:gd name="T81" fmla="*/ 63 h 1252"/>
              <a:gd name="T82" fmla="*/ 295 w 1252"/>
              <a:gd name="T83" fmla="*/ 241 h 1252"/>
              <a:gd name="T84" fmla="*/ 125 w 1252"/>
              <a:gd name="T85" fmla="*/ 265 h 1252"/>
              <a:gd name="T86" fmla="*/ 146 w 1252"/>
              <a:gd name="T87" fmla="*/ 458 h 1252"/>
              <a:gd name="T88" fmla="*/ 12 w 1252"/>
              <a:gd name="T89" fmla="*/ 563 h 1252"/>
              <a:gd name="T90" fmla="*/ 126 w 1252"/>
              <a:gd name="T91" fmla="*/ 718 h 1252"/>
              <a:gd name="T92" fmla="*/ 147 w 1252"/>
              <a:gd name="T93" fmla="*/ 797 h 1252"/>
              <a:gd name="T94" fmla="*/ 239 w 1252"/>
              <a:gd name="T95" fmla="*/ 955 h 1252"/>
              <a:gd name="T96" fmla="*/ 297 w 1252"/>
              <a:gd name="T97" fmla="*/ 1014 h 1252"/>
              <a:gd name="T98" fmla="*/ 455 w 1252"/>
              <a:gd name="T99" fmla="*/ 1105 h 1252"/>
              <a:gd name="T100" fmla="*/ 535 w 1252"/>
              <a:gd name="T101" fmla="*/ 1126 h 1252"/>
              <a:gd name="T102" fmla="*/ 288 w 1252"/>
              <a:gd name="T103" fmla="*/ 964 h 1252"/>
              <a:gd name="T104" fmla="*/ 626 w 1252"/>
              <a:gd name="T105" fmla="*/ 148 h 1252"/>
              <a:gd name="T106" fmla="*/ 964 w 1252"/>
              <a:gd name="T107" fmla="*/ 964 h 1252"/>
              <a:gd name="T108" fmla="*/ 157 w 1252"/>
              <a:gd name="T109" fmla="*/ 626 h 1252"/>
              <a:gd name="T110" fmla="*/ 626 w 1252"/>
              <a:gd name="T111" fmla="*/ 157 h 1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52" h="1252">
                <a:moveTo>
                  <a:pt x="626" y="1252"/>
                </a:moveTo>
                <a:cubicBezTo>
                  <a:pt x="604" y="1252"/>
                  <a:pt x="581" y="1251"/>
                  <a:pt x="559" y="1249"/>
                </a:cubicBezTo>
                <a:cubicBezTo>
                  <a:pt x="556" y="1248"/>
                  <a:pt x="556" y="1248"/>
                  <a:pt x="556" y="1248"/>
                </a:cubicBezTo>
                <a:cubicBezTo>
                  <a:pt x="528" y="1134"/>
                  <a:pt x="528" y="1134"/>
                  <a:pt x="528" y="1134"/>
                </a:cubicBezTo>
                <a:cubicBezTo>
                  <a:pt x="504" y="1129"/>
                  <a:pt x="480" y="1123"/>
                  <a:pt x="458" y="1115"/>
                </a:cubicBezTo>
                <a:cubicBezTo>
                  <a:pt x="375" y="1200"/>
                  <a:pt x="375" y="1200"/>
                  <a:pt x="375" y="1200"/>
                </a:cubicBezTo>
                <a:cubicBezTo>
                  <a:pt x="372" y="1199"/>
                  <a:pt x="372" y="1199"/>
                  <a:pt x="372" y="1199"/>
                </a:cubicBezTo>
                <a:cubicBezTo>
                  <a:pt x="332" y="1181"/>
                  <a:pt x="293" y="1158"/>
                  <a:pt x="257" y="1132"/>
                </a:cubicBezTo>
                <a:cubicBezTo>
                  <a:pt x="255" y="1130"/>
                  <a:pt x="255" y="1130"/>
                  <a:pt x="255" y="1130"/>
                </a:cubicBezTo>
                <a:cubicBezTo>
                  <a:pt x="287" y="1016"/>
                  <a:pt x="287" y="1016"/>
                  <a:pt x="287" y="1016"/>
                </a:cubicBezTo>
                <a:cubicBezTo>
                  <a:pt x="269" y="1001"/>
                  <a:pt x="252" y="983"/>
                  <a:pt x="236" y="965"/>
                </a:cubicBezTo>
                <a:cubicBezTo>
                  <a:pt x="122" y="998"/>
                  <a:pt x="122" y="998"/>
                  <a:pt x="122" y="998"/>
                </a:cubicBezTo>
                <a:cubicBezTo>
                  <a:pt x="120" y="995"/>
                  <a:pt x="120" y="995"/>
                  <a:pt x="120" y="995"/>
                </a:cubicBezTo>
                <a:cubicBezTo>
                  <a:pt x="94" y="959"/>
                  <a:pt x="72" y="921"/>
                  <a:pt x="54" y="880"/>
                </a:cubicBezTo>
                <a:cubicBezTo>
                  <a:pt x="52" y="877"/>
                  <a:pt x="52" y="877"/>
                  <a:pt x="52" y="877"/>
                </a:cubicBezTo>
                <a:cubicBezTo>
                  <a:pt x="137" y="795"/>
                  <a:pt x="137" y="795"/>
                  <a:pt x="137" y="795"/>
                </a:cubicBezTo>
                <a:cubicBezTo>
                  <a:pt x="130" y="772"/>
                  <a:pt x="123" y="748"/>
                  <a:pt x="119" y="725"/>
                </a:cubicBezTo>
                <a:cubicBezTo>
                  <a:pt x="4" y="696"/>
                  <a:pt x="4" y="696"/>
                  <a:pt x="4" y="696"/>
                </a:cubicBezTo>
                <a:cubicBezTo>
                  <a:pt x="4" y="693"/>
                  <a:pt x="4" y="693"/>
                  <a:pt x="4" y="693"/>
                </a:cubicBezTo>
                <a:cubicBezTo>
                  <a:pt x="1" y="671"/>
                  <a:pt x="0" y="648"/>
                  <a:pt x="0" y="626"/>
                </a:cubicBezTo>
                <a:cubicBezTo>
                  <a:pt x="0" y="604"/>
                  <a:pt x="1" y="582"/>
                  <a:pt x="4" y="560"/>
                </a:cubicBezTo>
                <a:cubicBezTo>
                  <a:pt x="4" y="557"/>
                  <a:pt x="4" y="557"/>
                  <a:pt x="4" y="557"/>
                </a:cubicBezTo>
                <a:cubicBezTo>
                  <a:pt x="119" y="528"/>
                  <a:pt x="119" y="528"/>
                  <a:pt x="119" y="528"/>
                </a:cubicBezTo>
                <a:cubicBezTo>
                  <a:pt x="123" y="504"/>
                  <a:pt x="130" y="481"/>
                  <a:pt x="137" y="458"/>
                </a:cubicBezTo>
                <a:cubicBezTo>
                  <a:pt x="52" y="376"/>
                  <a:pt x="52" y="376"/>
                  <a:pt x="52" y="376"/>
                </a:cubicBezTo>
                <a:cubicBezTo>
                  <a:pt x="54" y="373"/>
                  <a:pt x="54" y="373"/>
                  <a:pt x="54" y="373"/>
                </a:cubicBezTo>
                <a:cubicBezTo>
                  <a:pt x="72" y="332"/>
                  <a:pt x="94" y="293"/>
                  <a:pt x="120" y="257"/>
                </a:cubicBezTo>
                <a:cubicBezTo>
                  <a:pt x="122" y="255"/>
                  <a:pt x="122" y="255"/>
                  <a:pt x="122" y="255"/>
                </a:cubicBezTo>
                <a:cubicBezTo>
                  <a:pt x="236" y="287"/>
                  <a:pt x="236" y="287"/>
                  <a:pt x="236" y="287"/>
                </a:cubicBezTo>
                <a:cubicBezTo>
                  <a:pt x="252" y="269"/>
                  <a:pt x="269" y="252"/>
                  <a:pt x="287" y="236"/>
                </a:cubicBezTo>
                <a:cubicBezTo>
                  <a:pt x="255" y="122"/>
                  <a:pt x="255" y="122"/>
                  <a:pt x="255" y="122"/>
                </a:cubicBezTo>
                <a:cubicBezTo>
                  <a:pt x="257" y="121"/>
                  <a:pt x="257" y="121"/>
                  <a:pt x="257" y="121"/>
                </a:cubicBezTo>
                <a:cubicBezTo>
                  <a:pt x="293" y="94"/>
                  <a:pt x="332" y="72"/>
                  <a:pt x="372" y="54"/>
                </a:cubicBezTo>
                <a:cubicBezTo>
                  <a:pt x="375" y="53"/>
                  <a:pt x="375" y="53"/>
                  <a:pt x="375" y="53"/>
                </a:cubicBezTo>
                <a:cubicBezTo>
                  <a:pt x="458" y="138"/>
                  <a:pt x="458" y="138"/>
                  <a:pt x="458" y="138"/>
                </a:cubicBezTo>
                <a:cubicBezTo>
                  <a:pt x="480" y="130"/>
                  <a:pt x="504" y="123"/>
                  <a:pt x="528" y="119"/>
                </a:cubicBezTo>
                <a:cubicBezTo>
                  <a:pt x="556" y="4"/>
                  <a:pt x="556" y="4"/>
                  <a:pt x="556" y="4"/>
                </a:cubicBezTo>
                <a:cubicBezTo>
                  <a:pt x="559" y="4"/>
                  <a:pt x="559" y="4"/>
                  <a:pt x="559" y="4"/>
                </a:cubicBezTo>
                <a:cubicBezTo>
                  <a:pt x="581" y="2"/>
                  <a:pt x="604" y="0"/>
                  <a:pt x="626" y="0"/>
                </a:cubicBezTo>
                <a:cubicBezTo>
                  <a:pt x="648" y="0"/>
                  <a:pt x="671" y="2"/>
                  <a:pt x="693" y="4"/>
                </a:cubicBezTo>
                <a:cubicBezTo>
                  <a:pt x="696" y="4"/>
                  <a:pt x="696" y="4"/>
                  <a:pt x="696" y="4"/>
                </a:cubicBezTo>
                <a:cubicBezTo>
                  <a:pt x="724" y="119"/>
                  <a:pt x="724" y="119"/>
                  <a:pt x="724" y="119"/>
                </a:cubicBezTo>
                <a:cubicBezTo>
                  <a:pt x="748" y="123"/>
                  <a:pt x="772" y="130"/>
                  <a:pt x="794" y="138"/>
                </a:cubicBezTo>
                <a:cubicBezTo>
                  <a:pt x="877" y="53"/>
                  <a:pt x="877" y="53"/>
                  <a:pt x="877" y="53"/>
                </a:cubicBezTo>
                <a:cubicBezTo>
                  <a:pt x="879" y="54"/>
                  <a:pt x="879" y="54"/>
                  <a:pt x="879" y="54"/>
                </a:cubicBezTo>
                <a:cubicBezTo>
                  <a:pt x="920" y="72"/>
                  <a:pt x="959" y="94"/>
                  <a:pt x="995" y="121"/>
                </a:cubicBezTo>
                <a:cubicBezTo>
                  <a:pt x="997" y="122"/>
                  <a:pt x="997" y="122"/>
                  <a:pt x="997" y="122"/>
                </a:cubicBezTo>
                <a:cubicBezTo>
                  <a:pt x="965" y="236"/>
                  <a:pt x="965" y="236"/>
                  <a:pt x="965" y="236"/>
                </a:cubicBezTo>
                <a:cubicBezTo>
                  <a:pt x="983" y="252"/>
                  <a:pt x="1000" y="269"/>
                  <a:pt x="1016" y="287"/>
                </a:cubicBezTo>
                <a:cubicBezTo>
                  <a:pt x="1130" y="255"/>
                  <a:pt x="1130" y="255"/>
                  <a:pt x="1130" y="255"/>
                </a:cubicBezTo>
                <a:cubicBezTo>
                  <a:pt x="1132" y="257"/>
                  <a:pt x="1132" y="257"/>
                  <a:pt x="1132" y="257"/>
                </a:cubicBezTo>
                <a:cubicBezTo>
                  <a:pt x="1158" y="293"/>
                  <a:pt x="1180" y="332"/>
                  <a:pt x="1198" y="373"/>
                </a:cubicBezTo>
                <a:cubicBezTo>
                  <a:pt x="1200" y="376"/>
                  <a:pt x="1200" y="376"/>
                  <a:pt x="1200" y="376"/>
                </a:cubicBezTo>
                <a:cubicBezTo>
                  <a:pt x="1115" y="458"/>
                  <a:pt x="1115" y="458"/>
                  <a:pt x="1115" y="458"/>
                </a:cubicBezTo>
                <a:cubicBezTo>
                  <a:pt x="1123" y="481"/>
                  <a:pt x="1129" y="504"/>
                  <a:pt x="1133" y="528"/>
                </a:cubicBezTo>
                <a:cubicBezTo>
                  <a:pt x="1248" y="557"/>
                  <a:pt x="1248" y="557"/>
                  <a:pt x="1248" y="557"/>
                </a:cubicBezTo>
                <a:cubicBezTo>
                  <a:pt x="1248" y="560"/>
                  <a:pt x="1248" y="560"/>
                  <a:pt x="1248" y="560"/>
                </a:cubicBezTo>
                <a:cubicBezTo>
                  <a:pt x="1251" y="582"/>
                  <a:pt x="1252" y="604"/>
                  <a:pt x="1252" y="626"/>
                </a:cubicBezTo>
                <a:cubicBezTo>
                  <a:pt x="1252" y="649"/>
                  <a:pt x="1251" y="671"/>
                  <a:pt x="1248" y="693"/>
                </a:cubicBezTo>
                <a:cubicBezTo>
                  <a:pt x="1248" y="696"/>
                  <a:pt x="1248" y="696"/>
                  <a:pt x="1248" y="696"/>
                </a:cubicBezTo>
                <a:cubicBezTo>
                  <a:pt x="1133" y="725"/>
                  <a:pt x="1133" y="725"/>
                  <a:pt x="1133" y="725"/>
                </a:cubicBezTo>
                <a:cubicBezTo>
                  <a:pt x="1129" y="748"/>
                  <a:pt x="1122" y="772"/>
                  <a:pt x="1115" y="795"/>
                </a:cubicBezTo>
                <a:cubicBezTo>
                  <a:pt x="1200" y="877"/>
                  <a:pt x="1200" y="877"/>
                  <a:pt x="1200" y="877"/>
                </a:cubicBezTo>
                <a:cubicBezTo>
                  <a:pt x="1198" y="880"/>
                  <a:pt x="1198" y="880"/>
                  <a:pt x="1198" y="880"/>
                </a:cubicBezTo>
                <a:cubicBezTo>
                  <a:pt x="1180" y="920"/>
                  <a:pt x="1158" y="959"/>
                  <a:pt x="1132" y="995"/>
                </a:cubicBezTo>
                <a:cubicBezTo>
                  <a:pt x="1130" y="998"/>
                  <a:pt x="1130" y="998"/>
                  <a:pt x="1130" y="998"/>
                </a:cubicBezTo>
                <a:cubicBezTo>
                  <a:pt x="1016" y="965"/>
                  <a:pt x="1016" y="965"/>
                  <a:pt x="1016" y="965"/>
                </a:cubicBezTo>
                <a:cubicBezTo>
                  <a:pt x="1000" y="983"/>
                  <a:pt x="983" y="1001"/>
                  <a:pt x="965" y="1016"/>
                </a:cubicBezTo>
                <a:cubicBezTo>
                  <a:pt x="997" y="1130"/>
                  <a:pt x="997" y="1130"/>
                  <a:pt x="997" y="1130"/>
                </a:cubicBezTo>
                <a:cubicBezTo>
                  <a:pt x="995" y="1132"/>
                  <a:pt x="995" y="1132"/>
                  <a:pt x="995" y="1132"/>
                </a:cubicBezTo>
                <a:cubicBezTo>
                  <a:pt x="959" y="1158"/>
                  <a:pt x="920" y="1181"/>
                  <a:pt x="879" y="1199"/>
                </a:cubicBezTo>
                <a:cubicBezTo>
                  <a:pt x="877" y="1200"/>
                  <a:pt x="877" y="1200"/>
                  <a:pt x="877" y="1200"/>
                </a:cubicBezTo>
                <a:cubicBezTo>
                  <a:pt x="794" y="1115"/>
                  <a:pt x="794" y="1115"/>
                  <a:pt x="794" y="1115"/>
                </a:cubicBezTo>
                <a:cubicBezTo>
                  <a:pt x="772" y="1123"/>
                  <a:pt x="748" y="1129"/>
                  <a:pt x="724" y="1134"/>
                </a:cubicBezTo>
                <a:cubicBezTo>
                  <a:pt x="696" y="1248"/>
                  <a:pt x="696" y="1248"/>
                  <a:pt x="696" y="1248"/>
                </a:cubicBezTo>
                <a:cubicBezTo>
                  <a:pt x="693" y="1249"/>
                  <a:pt x="693" y="1249"/>
                  <a:pt x="693" y="1249"/>
                </a:cubicBezTo>
                <a:cubicBezTo>
                  <a:pt x="671" y="1251"/>
                  <a:pt x="648" y="1252"/>
                  <a:pt x="626" y="1252"/>
                </a:cubicBezTo>
                <a:close/>
                <a:moveTo>
                  <a:pt x="563" y="1241"/>
                </a:moveTo>
                <a:cubicBezTo>
                  <a:pt x="584" y="1243"/>
                  <a:pt x="605" y="1244"/>
                  <a:pt x="626" y="1244"/>
                </a:cubicBezTo>
                <a:cubicBezTo>
                  <a:pt x="647" y="1244"/>
                  <a:pt x="668" y="1243"/>
                  <a:pt x="689" y="1241"/>
                </a:cubicBezTo>
                <a:cubicBezTo>
                  <a:pt x="717" y="1126"/>
                  <a:pt x="717" y="1126"/>
                  <a:pt x="717" y="1126"/>
                </a:cubicBezTo>
                <a:cubicBezTo>
                  <a:pt x="720" y="1126"/>
                  <a:pt x="720" y="1126"/>
                  <a:pt x="720" y="1126"/>
                </a:cubicBezTo>
                <a:cubicBezTo>
                  <a:pt x="745" y="1121"/>
                  <a:pt x="770" y="1114"/>
                  <a:pt x="794" y="1106"/>
                </a:cubicBezTo>
                <a:cubicBezTo>
                  <a:pt x="797" y="1105"/>
                  <a:pt x="797" y="1105"/>
                  <a:pt x="797" y="1105"/>
                </a:cubicBezTo>
                <a:cubicBezTo>
                  <a:pt x="879" y="1190"/>
                  <a:pt x="879" y="1190"/>
                  <a:pt x="879" y="1190"/>
                </a:cubicBezTo>
                <a:cubicBezTo>
                  <a:pt x="917" y="1173"/>
                  <a:pt x="953" y="1151"/>
                  <a:pt x="988" y="1127"/>
                </a:cubicBezTo>
                <a:cubicBezTo>
                  <a:pt x="955" y="1014"/>
                  <a:pt x="955" y="1014"/>
                  <a:pt x="955" y="1014"/>
                </a:cubicBezTo>
                <a:cubicBezTo>
                  <a:pt x="957" y="1012"/>
                  <a:pt x="957" y="1012"/>
                  <a:pt x="957" y="1012"/>
                </a:cubicBezTo>
                <a:cubicBezTo>
                  <a:pt x="977" y="995"/>
                  <a:pt x="995" y="977"/>
                  <a:pt x="1011" y="958"/>
                </a:cubicBezTo>
                <a:cubicBezTo>
                  <a:pt x="1013" y="955"/>
                  <a:pt x="1013" y="955"/>
                  <a:pt x="1013" y="955"/>
                </a:cubicBezTo>
                <a:cubicBezTo>
                  <a:pt x="1127" y="988"/>
                  <a:pt x="1127" y="988"/>
                  <a:pt x="1127" y="988"/>
                </a:cubicBezTo>
                <a:cubicBezTo>
                  <a:pt x="1151" y="954"/>
                  <a:pt x="1172" y="917"/>
                  <a:pt x="1189" y="879"/>
                </a:cubicBezTo>
                <a:cubicBezTo>
                  <a:pt x="1105" y="797"/>
                  <a:pt x="1105" y="797"/>
                  <a:pt x="1105" y="797"/>
                </a:cubicBezTo>
                <a:cubicBezTo>
                  <a:pt x="1106" y="795"/>
                  <a:pt x="1106" y="795"/>
                  <a:pt x="1106" y="795"/>
                </a:cubicBezTo>
                <a:cubicBezTo>
                  <a:pt x="1114" y="771"/>
                  <a:pt x="1121" y="746"/>
                  <a:pt x="1125" y="720"/>
                </a:cubicBezTo>
                <a:cubicBezTo>
                  <a:pt x="1126" y="718"/>
                  <a:pt x="1126" y="718"/>
                  <a:pt x="1126" y="718"/>
                </a:cubicBezTo>
                <a:cubicBezTo>
                  <a:pt x="1240" y="689"/>
                  <a:pt x="1240" y="689"/>
                  <a:pt x="1240" y="689"/>
                </a:cubicBezTo>
                <a:cubicBezTo>
                  <a:pt x="1242" y="668"/>
                  <a:pt x="1243" y="647"/>
                  <a:pt x="1243" y="626"/>
                </a:cubicBezTo>
                <a:cubicBezTo>
                  <a:pt x="1243" y="605"/>
                  <a:pt x="1242" y="584"/>
                  <a:pt x="1240" y="563"/>
                </a:cubicBezTo>
                <a:cubicBezTo>
                  <a:pt x="1126" y="535"/>
                  <a:pt x="1126" y="535"/>
                  <a:pt x="1126" y="535"/>
                </a:cubicBezTo>
                <a:cubicBezTo>
                  <a:pt x="1125" y="532"/>
                  <a:pt x="1125" y="532"/>
                  <a:pt x="1125" y="532"/>
                </a:cubicBezTo>
                <a:cubicBezTo>
                  <a:pt x="1121" y="507"/>
                  <a:pt x="1114" y="482"/>
                  <a:pt x="1106" y="458"/>
                </a:cubicBezTo>
                <a:cubicBezTo>
                  <a:pt x="1105" y="455"/>
                  <a:pt x="1105" y="455"/>
                  <a:pt x="1105" y="455"/>
                </a:cubicBezTo>
                <a:cubicBezTo>
                  <a:pt x="1189" y="374"/>
                  <a:pt x="1189" y="374"/>
                  <a:pt x="1189" y="374"/>
                </a:cubicBezTo>
                <a:cubicBezTo>
                  <a:pt x="1172" y="335"/>
                  <a:pt x="1151" y="299"/>
                  <a:pt x="1127" y="265"/>
                </a:cubicBezTo>
                <a:cubicBezTo>
                  <a:pt x="1013" y="297"/>
                  <a:pt x="1013" y="297"/>
                  <a:pt x="1013" y="297"/>
                </a:cubicBezTo>
                <a:cubicBezTo>
                  <a:pt x="1011" y="295"/>
                  <a:pt x="1011" y="295"/>
                  <a:pt x="1011" y="295"/>
                </a:cubicBezTo>
                <a:cubicBezTo>
                  <a:pt x="995" y="276"/>
                  <a:pt x="977" y="257"/>
                  <a:pt x="957" y="241"/>
                </a:cubicBezTo>
                <a:cubicBezTo>
                  <a:pt x="955" y="239"/>
                  <a:pt x="955" y="239"/>
                  <a:pt x="955" y="239"/>
                </a:cubicBezTo>
                <a:cubicBezTo>
                  <a:pt x="988" y="126"/>
                  <a:pt x="988" y="126"/>
                  <a:pt x="988" y="126"/>
                </a:cubicBezTo>
                <a:cubicBezTo>
                  <a:pt x="953" y="101"/>
                  <a:pt x="917" y="80"/>
                  <a:pt x="879" y="63"/>
                </a:cubicBezTo>
                <a:cubicBezTo>
                  <a:pt x="797" y="148"/>
                  <a:pt x="797" y="148"/>
                  <a:pt x="797" y="148"/>
                </a:cubicBezTo>
                <a:cubicBezTo>
                  <a:pt x="794" y="147"/>
                  <a:pt x="794" y="147"/>
                  <a:pt x="794" y="147"/>
                </a:cubicBezTo>
                <a:cubicBezTo>
                  <a:pt x="770" y="138"/>
                  <a:pt x="745" y="131"/>
                  <a:pt x="720" y="127"/>
                </a:cubicBezTo>
                <a:cubicBezTo>
                  <a:pt x="717" y="126"/>
                  <a:pt x="717" y="126"/>
                  <a:pt x="717" y="126"/>
                </a:cubicBezTo>
                <a:cubicBezTo>
                  <a:pt x="689" y="12"/>
                  <a:pt x="689" y="12"/>
                  <a:pt x="689" y="12"/>
                </a:cubicBezTo>
                <a:cubicBezTo>
                  <a:pt x="668" y="10"/>
                  <a:pt x="647" y="9"/>
                  <a:pt x="626" y="9"/>
                </a:cubicBezTo>
                <a:cubicBezTo>
                  <a:pt x="605" y="9"/>
                  <a:pt x="584" y="10"/>
                  <a:pt x="563" y="12"/>
                </a:cubicBezTo>
                <a:cubicBezTo>
                  <a:pt x="535" y="126"/>
                  <a:pt x="535" y="126"/>
                  <a:pt x="535" y="126"/>
                </a:cubicBezTo>
                <a:cubicBezTo>
                  <a:pt x="532" y="127"/>
                  <a:pt x="532" y="127"/>
                  <a:pt x="532" y="127"/>
                </a:cubicBezTo>
                <a:cubicBezTo>
                  <a:pt x="507" y="131"/>
                  <a:pt x="482" y="138"/>
                  <a:pt x="458" y="147"/>
                </a:cubicBezTo>
                <a:cubicBezTo>
                  <a:pt x="455" y="148"/>
                  <a:pt x="455" y="148"/>
                  <a:pt x="455" y="148"/>
                </a:cubicBezTo>
                <a:cubicBezTo>
                  <a:pt x="373" y="63"/>
                  <a:pt x="373" y="63"/>
                  <a:pt x="373" y="63"/>
                </a:cubicBezTo>
                <a:cubicBezTo>
                  <a:pt x="335" y="80"/>
                  <a:pt x="298" y="101"/>
                  <a:pt x="264" y="126"/>
                </a:cubicBezTo>
                <a:cubicBezTo>
                  <a:pt x="297" y="239"/>
                  <a:pt x="297" y="239"/>
                  <a:pt x="297" y="239"/>
                </a:cubicBezTo>
                <a:cubicBezTo>
                  <a:pt x="295" y="241"/>
                  <a:pt x="295" y="241"/>
                  <a:pt x="295" y="241"/>
                </a:cubicBezTo>
                <a:cubicBezTo>
                  <a:pt x="275" y="257"/>
                  <a:pt x="257" y="276"/>
                  <a:pt x="241" y="295"/>
                </a:cubicBezTo>
                <a:cubicBezTo>
                  <a:pt x="239" y="297"/>
                  <a:pt x="239" y="297"/>
                  <a:pt x="239" y="297"/>
                </a:cubicBezTo>
                <a:cubicBezTo>
                  <a:pt x="125" y="265"/>
                  <a:pt x="125" y="265"/>
                  <a:pt x="125" y="265"/>
                </a:cubicBezTo>
                <a:cubicBezTo>
                  <a:pt x="101" y="299"/>
                  <a:pt x="80" y="335"/>
                  <a:pt x="63" y="374"/>
                </a:cubicBezTo>
                <a:cubicBezTo>
                  <a:pt x="147" y="455"/>
                  <a:pt x="147" y="455"/>
                  <a:pt x="147" y="455"/>
                </a:cubicBezTo>
                <a:cubicBezTo>
                  <a:pt x="146" y="458"/>
                  <a:pt x="146" y="458"/>
                  <a:pt x="146" y="458"/>
                </a:cubicBezTo>
                <a:cubicBezTo>
                  <a:pt x="138" y="482"/>
                  <a:pt x="131" y="507"/>
                  <a:pt x="127" y="532"/>
                </a:cubicBezTo>
                <a:cubicBezTo>
                  <a:pt x="126" y="535"/>
                  <a:pt x="126" y="535"/>
                  <a:pt x="126" y="535"/>
                </a:cubicBezTo>
                <a:cubicBezTo>
                  <a:pt x="12" y="563"/>
                  <a:pt x="12" y="563"/>
                  <a:pt x="12" y="563"/>
                </a:cubicBezTo>
                <a:cubicBezTo>
                  <a:pt x="10" y="584"/>
                  <a:pt x="9" y="606"/>
                  <a:pt x="9" y="626"/>
                </a:cubicBezTo>
                <a:cubicBezTo>
                  <a:pt x="9" y="647"/>
                  <a:pt x="10" y="668"/>
                  <a:pt x="12" y="689"/>
                </a:cubicBezTo>
                <a:cubicBezTo>
                  <a:pt x="126" y="718"/>
                  <a:pt x="126" y="718"/>
                  <a:pt x="126" y="718"/>
                </a:cubicBezTo>
                <a:cubicBezTo>
                  <a:pt x="127" y="720"/>
                  <a:pt x="127" y="720"/>
                  <a:pt x="127" y="720"/>
                </a:cubicBezTo>
                <a:cubicBezTo>
                  <a:pt x="131" y="746"/>
                  <a:pt x="138" y="771"/>
                  <a:pt x="146" y="795"/>
                </a:cubicBezTo>
                <a:cubicBezTo>
                  <a:pt x="147" y="797"/>
                  <a:pt x="147" y="797"/>
                  <a:pt x="147" y="797"/>
                </a:cubicBezTo>
                <a:cubicBezTo>
                  <a:pt x="63" y="879"/>
                  <a:pt x="63" y="879"/>
                  <a:pt x="63" y="879"/>
                </a:cubicBezTo>
                <a:cubicBezTo>
                  <a:pt x="80" y="917"/>
                  <a:pt x="101" y="954"/>
                  <a:pt x="125" y="988"/>
                </a:cubicBezTo>
                <a:cubicBezTo>
                  <a:pt x="239" y="955"/>
                  <a:pt x="239" y="955"/>
                  <a:pt x="239" y="955"/>
                </a:cubicBezTo>
                <a:cubicBezTo>
                  <a:pt x="241" y="958"/>
                  <a:pt x="241" y="958"/>
                  <a:pt x="241" y="958"/>
                </a:cubicBezTo>
                <a:cubicBezTo>
                  <a:pt x="257" y="977"/>
                  <a:pt x="275" y="995"/>
                  <a:pt x="295" y="1012"/>
                </a:cubicBezTo>
                <a:cubicBezTo>
                  <a:pt x="297" y="1014"/>
                  <a:pt x="297" y="1014"/>
                  <a:pt x="297" y="1014"/>
                </a:cubicBezTo>
                <a:cubicBezTo>
                  <a:pt x="264" y="1127"/>
                  <a:pt x="264" y="1127"/>
                  <a:pt x="264" y="1127"/>
                </a:cubicBezTo>
                <a:cubicBezTo>
                  <a:pt x="298" y="1151"/>
                  <a:pt x="335" y="1173"/>
                  <a:pt x="373" y="1190"/>
                </a:cubicBezTo>
                <a:cubicBezTo>
                  <a:pt x="455" y="1105"/>
                  <a:pt x="455" y="1105"/>
                  <a:pt x="455" y="1105"/>
                </a:cubicBezTo>
                <a:cubicBezTo>
                  <a:pt x="458" y="1106"/>
                  <a:pt x="458" y="1106"/>
                  <a:pt x="458" y="1106"/>
                </a:cubicBezTo>
                <a:cubicBezTo>
                  <a:pt x="482" y="1114"/>
                  <a:pt x="507" y="1121"/>
                  <a:pt x="532" y="1126"/>
                </a:cubicBezTo>
                <a:cubicBezTo>
                  <a:pt x="535" y="1126"/>
                  <a:pt x="535" y="1126"/>
                  <a:pt x="535" y="1126"/>
                </a:cubicBezTo>
                <a:lnTo>
                  <a:pt x="563" y="1241"/>
                </a:lnTo>
                <a:close/>
                <a:moveTo>
                  <a:pt x="626" y="1104"/>
                </a:moveTo>
                <a:cubicBezTo>
                  <a:pt x="498" y="1104"/>
                  <a:pt x="378" y="1055"/>
                  <a:pt x="288" y="964"/>
                </a:cubicBezTo>
                <a:cubicBezTo>
                  <a:pt x="198" y="874"/>
                  <a:pt x="148" y="754"/>
                  <a:pt x="148" y="626"/>
                </a:cubicBezTo>
                <a:cubicBezTo>
                  <a:pt x="148" y="499"/>
                  <a:pt x="198" y="379"/>
                  <a:pt x="288" y="288"/>
                </a:cubicBezTo>
                <a:cubicBezTo>
                  <a:pt x="378" y="198"/>
                  <a:pt x="498" y="148"/>
                  <a:pt x="626" y="148"/>
                </a:cubicBezTo>
                <a:cubicBezTo>
                  <a:pt x="754" y="148"/>
                  <a:pt x="874" y="198"/>
                  <a:pt x="964" y="288"/>
                </a:cubicBezTo>
                <a:cubicBezTo>
                  <a:pt x="1054" y="379"/>
                  <a:pt x="1104" y="499"/>
                  <a:pt x="1104" y="626"/>
                </a:cubicBezTo>
                <a:cubicBezTo>
                  <a:pt x="1104" y="754"/>
                  <a:pt x="1054" y="874"/>
                  <a:pt x="964" y="964"/>
                </a:cubicBezTo>
                <a:cubicBezTo>
                  <a:pt x="874" y="1055"/>
                  <a:pt x="754" y="1104"/>
                  <a:pt x="626" y="1104"/>
                </a:cubicBezTo>
                <a:close/>
                <a:moveTo>
                  <a:pt x="626" y="157"/>
                </a:moveTo>
                <a:cubicBezTo>
                  <a:pt x="367" y="157"/>
                  <a:pt x="157" y="367"/>
                  <a:pt x="157" y="626"/>
                </a:cubicBezTo>
                <a:cubicBezTo>
                  <a:pt x="157" y="885"/>
                  <a:pt x="367" y="1096"/>
                  <a:pt x="626" y="1096"/>
                </a:cubicBezTo>
                <a:cubicBezTo>
                  <a:pt x="885" y="1096"/>
                  <a:pt x="1095" y="885"/>
                  <a:pt x="1095" y="626"/>
                </a:cubicBezTo>
                <a:cubicBezTo>
                  <a:pt x="1095" y="367"/>
                  <a:pt x="885" y="157"/>
                  <a:pt x="626" y="157"/>
                </a:cubicBezTo>
                <a:close/>
              </a:path>
            </a:pathLst>
          </a:custGeom>
          <a:solidFill>
            <a:schemeClr val="bg1">
              <a:lumMod val="75000"/>
            </a:schemeClr>
          </a:solidFill>
          <a:ln>
            <a:noFill/>
          </a:ln>
        </p:spPr>
        <p:txBody>
          <a:bodyPr vert="horz" wrap="square" lIns="68580" tIns="34290" rIns="68580" bIns="34290" numCol="1" anchor="t" anchorCtr="0" compatLnSpc="1">
            <a:prstTxWarp prst="textNoShape">
              <a:avLst/>
            </a:prstTxWarp>
          </a:bodyPr>
          <a:lstStyle/>
          <a:p>
            <a:endParaRPr lang="zh-CN" altLang="en-US" sz="1013"/>
          </a:p>
        </p:txBody>
      </p:sp>
      <p:grpSp>
        <p:nvGrpSpPr>
          <p:cNvPr id="36" name="组合 35"/>
          <p:cNvGrpSpPr/>
          <p:nvPr/>
        </p:nvGrpSpPr>
        <p:grpSpPr>
          <a:xfrm>
            <a:off x="3540437" y="1632586"/>
            <a:ext cx="2003822" cy="3120629"/>
            <a:chOff x="7056438" y="2401888"/>
            <a:chExt cx="2671763" cy="4160838"/>
          </a:xfrm>
          <a:effectLst>
            <a:outerShdw blurRad="254000" dist="101600" dir="8100000" sx="102000" sy="102000" algn="tr" rotWithShape="0">
              <a:prstClr val="black">
                <a:alpha val="28000"/>
              </a:prstClr>
            </a:outerShdw>
          </a:effectLst>
        </p:grpSpPr>
        <p:sp>
          <p:nvSpPr>
            <p:cNvPr id="37" name="Freeform 49"/>
            <p:cNvSpPr>
              <a:spLocks/>
            </p:cNvSpPr>
            <p:nvPr/>
          </p:nvSpPr>
          <p:spPr bwMode="auto">
            <a:xfrm>
              <a:off x="7056438" y="2401888"/>
              <a:ext cx="2671763" cy="4160838"/>
            </a:xfrm>
            <a:custGeom>
              <a:avLst/>
              <a:gdLst>
                <a:gd name="T0" fmla="*/ 388 w 842"/>
                <a:gd name="T1" fmla="*/ 1312 h 1312"/>
                <a:gd name="T2" fmla="*/ 340 w 842"/>
                <a:gd name="T3" fmla="*/ 1265 h 1312"/>
                <a:gd name="T4" fmla="*/ 343 w 842"/>
                <a:gd name="T5" fmla="*/ 1249 h 1312"/>
                <a:gd name="T6" fmla="*/ 278 w 842"/>
                <a:gd name="T7" fmla="*/ 1249 h 1312"/>
                <a:gd name="T8" fmla="*/ 228 w 842"/>
                <a:gd name="T9" fmla="*/ 1199 h 1312"/>
                <a:gd name="T10" fmla="*/ 241 w 842"/>
                <a:gd name="T11" fmla="*/ 1164 h 1312"/>
                <a:gd name="T12" fmla="*/ 219 w 842"/>
                <a:gd name="T13" fmla="*/ 1121 h 1312"/>
                <a:gd name="T14" fmla="*/ 232 w 842"/>
                <a:gd name="T15" fmla="*/ 1086 h 1312"/>
                <a:gd name="T16" fmla="*/ 196 w 842"/>
                <a:gd name="T17" fmla="*/ 1022 h 1312"/>
                <a:gd name="T18" fmla="*/ 196 w 842"/>
                <a:gd name="T19" fmla="*/ 982 h 1312"/>
                <a:gd name="T20" fmla="*/ 196 w 842"/>
                <a:gd name="T21" fmla="*/ 982 h 1312"/>
                <a:gd name="T22" fmla="*/ 196 w 842"/>
                <a:gd name="T23" fmla="*/ 976 h 1312"/>
                <a:gd name="T24" fmla="*/ 196 w 842"/>
                <a:gd name="T25" fmla="*/ 947 h 1312"/>
                <a:gd name="T26" fmla="*/ 197 w 842"/>
                <a:gd name="T27" fmla="*/ 940 h 1312"/>
                <a:gd name="T28" fmla="*/ 197 w 842"/>
                <a:gd name="T29" fmla="*/ 917 h 1312"/>
                <a:gd name="T30" fmla="*/ 180 w 842"/>
                <a:gd name="T31" fmla="*/ 849 h 1312"/>
                <a:gd name="T32" fmla="*/ 129 w 842"/>
                <a:gd name="T33" fmla="*/ 779 h 1312"/>
                <a:gd name="T34" fmla="*/ 0 w 842"/>
                <a:gd name="T35" fmla="*/ 419 h 1312"/>
                <a:gd name="T36" fmla="*/ 419 w 842"/>
                <a:gd name="T37" fmla="*/ 0 h 1312"/>
                <a:gd name="T38" fmla="*/ 423 w 842"/>
                <a:gd name="T39" fmla="*/ 0 h 1312"/>
                <a:gd name="T40" fmla="*/ 842 w 842"/>
                <a:gd name="T41" fmla="*/ 419 h 1312"/>
                <a:gd name="T42" fmla="*/ 713 w 842"/>
                <a:gd name="T43" fmla="*/ 779 h 1312"/>
                <a:gd name="T44" fmla="*/ 662 w 842"/>
                <a:gd name="T45" fmla="*/ 849 h 1312"/>
                <a:gd name="T46" fmla="*/ 647 w 842"/>
                <a:gd name="T47" fmla="*/ 899 h 1312"/>
                <a:gd name="T48" fmla="*/ 646 w 842"/>
                <a:gd name="T49" fmla="*/ 1023 h 1312"/>
                <a:gd name="T50" fmla="*/ 610 w 842"/>
                <a:gd name="T51" fmla="*/ 1086 h 1312"/>
                <a:gd name="T52" fmla="*/ 623 w 842"/>
                <a:gd name="T53" fmla="*/ 1121 h 1312"/>
                <a:gd name="T54" fmla="*/ 601 w 842"/>
                <a:gd name="T55" fmla="*/ 1164 h 1312"/>
                <a:gd name="T56" fmla="*/ 614 w 842"/>
                <a:gd name="T57" fmla="*/ 1199 h 1312"/>
                <a:gd name="T58" fmla="*/ 564 w 842"/>
                <a:gd name="T59" fmla="*/ 1249 h 1312"/>
                <a:gd name="T60" fmla="*/ 499 w 842"/>
                <a:gd name="T61" fmla="*/ 1249 h 1312"/>
                <a:gd name="T62" fmla="*/ 502 w 842"/>
                <a:gd name="T63" fmla="*/ 1265 h 1312"/>
                <a:gd name="T64" fmla="*/ 455 w 842"/>
                <a:gd name="T65" fmla="*/ 1312 h 1312"/>
                <a:gd name="T66" fmla="*/ 388 w 842"/>
                <a:gd name="T67" fmla="*/ 1312 h 1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2" h="1312">
                  <a:moveTo>
                    <a:pt x="388" y="1312"/>
                  </a:moveTo>
                  <a:cubicBezTo>
                    <a:pt x="362" y="1312"/>
                    <a:pt x="340" y="1291"/>
                    <a:pt x="340" y="1265"/>
                  </a:cubicBezTo>
                  <a:cubicBezTo>
                    <a:pt x="340" y="1259"/>
                    <a:pt x="341" y="1254"/>
                    <a:pt x="343" y="1249"/>
                  </a:cubicBezTo>
                  <a:cubicBezTo>
                    <a:pt x="278" y="1249"/>
                    <a:pt x="278" y="1249"/>
                    <a:pt x="278" y="1249"/>
                  </a:cubicBezTo>
                  <a:cubicBezTo>
                    <a:pt x="250" y="1249"/>
                    <a:pt x="228" y="1226"/>
                    <a:pt x="228" y="1199"/>
                  </a:cubicBezTo>
                  <a:cubicBezTo>
                    <a:pt x="228" y="1186"/>
                    <a:pt x="233" y="1173"/>
                    <a:pt x="241" y="1164"/>
                  </a:cubicBezTo>
                  <a:cubicBezTo>
                    <a:pt x="228" y="1156"/>
                    <a:pt x="219" y="1140"/>
                    <a:pt x="219" y="1121"/>
                  </a:cubicBezTo>
                  <a:cubicBezTo>
                    <a:pt x="219" y="1108"/>
                    <a:pt x="223" y="1095"/>
                    <a:pt x="232" y="1086"/>
                  </a:cubicBezTo>
                  <a:cubicBezTo>
                    <a:pt x="210" y="1073"/>
                    <a:pt x="196" y="1049"/>
                    <a:pt x="196" y="1022"/>
                  </a:cubicBezTo>
                  <a:cubicBezTo>
                    <a:pt x="196" y="982"/>
                    <a:pt x="196" y="982"/>
                    <a:pt x="196" y="982"/>
                  </a:cubicBezTo>
                  <a:cubicBezTo>
                    <a:pt x="196" y="982"/>
                    <a:pt x="196" y="982"/>
                    <a:pt x="196" y="982"/>
                  </a:cubicBezTo>
                  <a:cubicBezTo>
                    <a:pt x="196" y="976"/>
                    <a:pt x="196" y="976"/>
                    <a:pt x="196" y="976"/>
                  </a:cubicBezTo>
                  <a:cubicBezTo>
                    <a:pt x="196" y="966"/>
                    <a:pt x="196" y="957"/>
                    <a:pt x="196" y="947"/>
                  </a:cubicBezTo>
                  <a:cubicBezTo>
                    <a:pt x="197" y="940"/>
                    <a:pt x="197" y="940"/>
                    <a:pt x="197" y="940"/>
                  </a:cubicBezTo>
                  <a:cubicBezTo>
                    <a:pt x="197" y="917"/>
                    <a:pt x="197" y="917"/>
                    <a:pt x="197" y="917"/>
                  </a:cubicBezTo>
                  <a:cubicBezTo>
                    <a:pt x="196" y="897"/>
                    <a:pt x="194" y="871"/>
                    <a:pt x="180" y="849"/>
                  </a:cubicBezTo>
                  <a:cubicBezTo>
                    <a:pt x="166" y="824"/>
                    <a:pt x="148" y="802"/>
                    <a:pt x="129" y="779"/>
                  </a:cubicBezTo>
                  <a:cubicBezTo>
                    <a:pt x="69" y="706"/>
                    <a:pt x="0" y="623"/>
                    <a:pt x="0" y="419"/>
                  </a:cubicBezTo>
                  <a:cubicBezTo>
                    <a:pt x="0" y="188"/>
                    <a:pt x="188" y="0"/>
                    <a:pt x="419" y="0"/>
                  </a:cubicBezTo>
                  <a:cubicBezTo>
                    <a:pt x="423" y="0"/>
                    <a:pt x="423" y="0"/>
                    <a:pt x="423" y="0"/>
                  </a:cubicBezTo>
                  <a:cubicBezTo>
                    <a:pt x="654" y="0"/>
                    <a:pt x="842" y="188"/>
                    <a:pt x="842" y="419"/>
                  </a:cubicBezTo>
                  <a:cubicBezTo>
                    <a:pt x="842" y="623"/>
                    <a:pt x="773" y="706"/>
                    <a:pt x="713" y="779"/>
                  </a:cubicBezTo>
                  <a:cubicBezTo>
                    <a:pt x="694" y="802"/>
                    <a:pt x="676" y="824"/>
                    <a:pt x="662" y="849"/>
                  </a:cubicBezTo>
                  <a:cubicBezTo>
                    <a:pt x="653" y="863"/>
                    <a:pt x="649" y="879"/>
                    <a:pt x="647" y="899"/>
                  </a:cubicBezTo>
                  <a:cubicBezTo>
                    <a:pt x="646" y="1023"/>
                    <a:pt x="646" y="1023"/>
                    <a:pt x="646" y="1023"/>
                  </a:cubicBezTo>
                  <a:cubicBezTo>
                    <a:pt x="646" y="1049"/>
                    <a:pt x="632" y="1073"/>
                    <a:pt x="610" y="1086"/>
                  </a:cubicBezTo>
                  <a:cubicBezTo>
                    <a:pt x="619" y="1095"/>
                    <a:pt x="623" y="1108"/>
                    <a:pt x="623" y="1121"/>
                  </a:cubicBezTo>
                  <a:cubicBezTo>
                    <a:pt x="623" y="1140"/>
                    <a:pt x="614" y="1156"/>
                    <a:pt x="601" y="1164"/>
                  </a:cubicBezTo>
                  <a:cubicBezTo>
                    <a:pt x="609" y="1173"/>
                    <a:pt x="614" y="1186"/>
                    <a:pt x="614" y="1199"/>
                  </a:cubicBezTo>
                  <a:cubicBezTo>
                    <a:pt x="614" y="1226"/>
                    <a:pt x="592" y="1249"/>
                    <a:pt x="564" y="1249"/>
                  </a:cubicBezTo>
                  <a:cubicBezTo>
                    <a:pt x="499" y="1249"/>
                    <a:pt x="499" y="1249"/>
                    <a:pt x="499" y="1249"/>
                  </a:cubicBezTo>
                  <a:cubicBezTo>
                    <a:pt x="501" y="1254"/>
                    <a:pt x="502" y="1259"/>
                    <a:pt x="502" y="1265"/>
                  </a:cubicBezTo>
                  <a:cubicBezTo>
                    <a:pt x="502" y="1291"/>
                    <a:pt x="480" y="1312"/>
                    <a:pt x="455" y="1312"/>
                  </a:cubicBezTo>
                  <a:lnTo>
                    <a:pt x="388" y="1312"/>
                  </a:lnTo>
                  <a:close/>
                </a:path>
              </a:pathLst>
            </a:custGeom>
            <a:solidFill>
              <a:srgbClr val="F4F4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38" name="Freeform 50"/>
            <p:cNvSpPr>
              <a:spLocks/>
            </p:cNvSpPr>
            <p:nvPr/>
          </p:nvSpPr>
          <p:spPr bwMode="auto">
            <a:xfrm>
              <a:off x="8247063" y="6384925"/>
              <a:ext cx="293688" cy="82550"/>
            </a:xfrm>
            <a:custGeom>
              <a:avLst/>
              <a:gdLst>
                <a:gd name="T0" fmla="*/ 13 w 93"/>
                <a:gd name="T1" fmla="*/ 26 h 26"/>
                <a:gd name="T2" fmla="*/ 0 w 93"/>
                <a:gd name="T3" fmla="*/ 13 h 26"/>
                <a:gd name="T4" fmla="*/ 13 w 93"/>
                <a:gd name="T5" fmla="*/ 0 h 26"/>
                <a:gd name="T6" fmla="*/ 80 w 93"/>
                <a:gd name="T7" fmla="*/ 0 h 26"/>
                <a:gd name="T8" fmla="*/ 93 w 93"/>
                <a:gd name="T9" fmla="*/ 13 h 26"/>
                <a:gd name="T10" fmla="*/ 80 w 93"/>
                <a:gd name="T11" fmla="*/ 26 h 26"/>
                <a:gd name="T12" fmla="*/ 13 w 93"/>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93" h="26">
                  <a:moveTo>
                    <a:pt x="13" y="26"/>
                  </a:moveTo>
                  <a:cubicBezTo>
                    <a:pt x="5" y="26"/>
                    <a:pt x="0" y="20"/>
                    <a:pt x="0" y="13"/>
                  </a:cubicBezTo>
                  <a:cubicBezTo>
                    <a:pt x="0" y="6"/>
                    <a:pt x="5" y="0"/>
                    <a:pt x="13" y="0"/>
                  </a:cubicBezTo>
                  <a:cubicBezTo>
                    <a:pt x="80" y="0"/>
                    <a:pt x="80" y="0"/>
                    <a:pt x="80" y="0"/>
                  </a:cubicBezTo>
                  <a:cubicBezTo>
                    <a:pt x="87" y="0"/>
                    <a:pt x="93" y="6"/>
                    <a:pt x="93" y="13"/>
                  </a:cubicBezTo>
                  <a:cubicBezTo>
                    <a:pt x="93" y="20"/>
                    <a:pt x="87" y="26"/>
                    <a:pt x="80" y="26"/>
                  </a:cubicBezTo>
                  <a:lnTo>
                    <a:pt x="13" y="26"/>
                  </a:lnTo>
                  <a:close/>
                </a:path>
              </a:pathLst>
            </a:custGeom>
            <a:solidFill>
              <a:srgbClr val="8586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39" name="Freeform 51"/>
            <p:cNvSpPr>
              <a:spLocks/>
            </p:cNvSpPr>
            <p:nvPr/>
          </p:nvSpPr>
          <p:spPr bwMode="auto">
            <a:xfrm>
              <a:off x="7888288" y="6162675"/>
              <a:ext cx="1008063" cy="104775"/>
            </a:xfrm>
            <a:custGeom>
              <a:avLst/>
              <a:gdLst>
                <a:gd name="T0" fmla="*/ 16 w 318"/>
                <a:gd name="T1" fmla="*/ 33 h 33"/>
                <a:gd name="T2" fmla="*/ 0 w 318"/>
                <a:gd name="T3" fmla="*/ 16 h 33"/>
                <a:gd name="T4" fmla="*/ 16 w 318"/>
                <a:gd name="T5" fmla="*/ 0 h 33"/>
                <a:gd name="T6" fmla="*/ 302 w 318"/>
                <a:gd name="T7" fmla="*/ 0 h 33"/>
                <a:gd name="T8" fmla="*/ 318 w 318"/>
                <a:gd name="T9" fmla="*/ 16 h 33"/>
                <a:gd name="T10" fmla="*/ 302 w 318"/>
                <a:gd name="T11" fmla="*/ 33 h 33"/>
                <a:gd name="T12" fmla="*/ 16 w 318"/>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318" h="33">
                  <a:moveTo>
                    <a:pt x="16" y="33"/>
                  </a:moveTo>
                  <a:cubicBezTo>
                    <a:pt x="7" y="33"/>
                    <a:pt x="0" y="25"/>
                    <a:pt x="0" y="16"/>
                  </a:cubicBezTo>
                  <a:cubicBezTo>
                    <a:pt x="0" y="7"/>
                    <a:pt x="7" y="0"/>
                    <a:pt x="16" y="0"/>
                  </a:cubicBezTo>
                  <a:cubicBezTo>
                    <a:pt x="302" y="0"/>
                    <a:pt x="302" y="0"/>
                    <a:pt x="302" y="0"/>
                  </a:cubicBezTo>
                  <a:cubicBezTo>
                    <a:pt x="311" y="0"/>
                    <a:pt x="318" y="7"/>
                    <a:pt x="318" y="16"/>
                  </a:cubicBezTo>
                  <a:cubicBezTo>
                    <a:pt x="318" y="25"/>
                    <a:pt x="311" y="33"/>
                    <a:pt x="302" y="33"/>
                  </a:cubicBezTo>
                  <a:lnTo>
                    <a:pt x="16" y="33"/>
                  </a:lnTo>
                  <a:close/>
                </a:path>
              </a:pathLst>
            </a:custGeom>
            <a:solidFill>
              <a:srgbClr val="8586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40" name="Freeform 52"/>
            <p:cNvSpPr>
              <a:spLocks/>
            </p:cNvSpPr>
            <p:nvPr/>
          </p:nvSpPr>
          <p:spPr bwMode="auto">
            <a:xfrm>
              <a:off x="7856538" y="5897563"/>
              <a:ext cx="1052513" cy="107950"/>
            </a:xfrm>
            <a:custGeom>
              <a:avLst/>
              <a:gdLst>
                <a:gd name="T0" fmla="*/ 17 w 332"/>
                <a:gd name="T1" fmla="*/ 34 h 34"/>
                <a:gd name="T2" fmla="*/ 0 w 332"/>
                <a:gd name="T3" fmla="*/ 17 h 34"/>
                <a:gd name="T4" fmla="*/ 17 w 332"/>
                <a:gd name="T5" fmla="*/ 0 h 34"/>
                <a:gd name="T6" fmla="*/ 315 w 332"/>
                <a:gd name="T7" fmla="*/ 0 h 34"/>
                <a:gd name="T8" fmla="*/ 332 w 332"/>
                <a:gd name="T9" fmla="*/ 17 h 34"/>
                <a:gd name="T10" fmla="*/ 315 w 332"/>
                <a:gd name="T11" fmla="*/ 34 h 34"/>
                <a:gd name="T12" fmla="*/ 17 w 332"/>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332" h="34">
                  <a:moveTo>
                    <a:pt x="17" y="34"/>
                  </a:moveTo>
                  <a:cubicBezTo>
                    <a:pt x="8" y="34"/>
                    <a:pt x="0" y="26"/>
                    <a:pt x="0" y="17"/>
                  </a:cubicBezTo>
                  <a:cubicBezTo>
                    <a:pt x="0" y="7"/>
                    <a:pt x="8" y="0"/>
                    <a:pt x="17" y="0"/>
                  </a:cubicBezTo>
                  <a:cubicBezTo>
                    <a:pt x="315" y="0"/>
                    <a:pt x="315" y="0"/>
                    <a:pt x="315" y="0"/>
                  </a:cubicBezTo>
                  <a:cubicBezTo>
                    <a:pt x="324" y="0"/>
                    <a:pt x="332" y="7"/>
                    <a:pt x="332" y="17"/>
                  </a:cubicBezTo>
                  <a:cubicBezTo>
                    <a:pt x="332" y="26"/>
                    <a:pt x="324" y="34"/>
                    <a:pt x="315" y="34"/>
                  </a:cubicBezTo>
                  <a:lnTo>
                    <a:pt x="17" y="34"/>
                  </a:lnTo>
                  <a:close/>
                </a:path>
              </a:pathLst>
            </a:custGeom>
            <a:solidFill>
              <a:srgbClr val="8586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41" name="Freeform 53"/>
            <p:cNvSpPr>
              <a:spLocks/>
            </p:cNvSpPr>
            <p:nvPr/>
          </p:nvSpPr>
          <p:spPr bwMode="auto">
            <a:xfrm>
              <a:off x="7780338" y="5211763"/>
              <a:ext cx="1223963" cy="552450"/>
            </a:xfrm>
            <a:custGeom>
              <a:avLst/>
              <a:gdLst>
                <a:gd name="T0" fmla="*/ 3 w 386"/>
                <a:gd name="T1" fmla="*/ 30 h 174"/>
                <a:gd name="T2" fmla="*/ 3 w 386"/>
                <a:gd name="T3" fmla="*/ 30 h 174"/>
                <a:gd name="T4" fmla="*/ 3 w 386"/>
                <a:gd name="T5" fmla="*/ 54 h 174"/>
                <a:gd name="T6" fmla="*/ 2 w 386"/>
                <a:gd name="T7" fmla="*/ 62 h 174"/>
                <a:gd name="T8" fmla="*/ 3 w 386"/>
                <a:gd name="T9" fmla="*/ 62 h 174"/>
                <a:gd name="T10" fmla="*/ 2 w 386"/>
                <a:gd name="T11" fmla="*/ 137 h 174"/>
                <a:gd name="T12" fmla="*/ 27 w 386"/>
                <a:gd name="T13" fmla="*/ 174 h 174"/>
                <a:gd name="T14" fmla="*/ 359 w 386"/>
                <a:gd name="T15" fmla="*/ 174 h 174"/>
                <a:gd name="T16" fmla="*/ 384 w 386"/>
                <a:gd name="T17" fmla="*/ 136 h 174"/>
                <a:gd name="T18" fmla="*/ 385 w 386"/>
                <a:gd name="T19" fmla="*/ 11 h 174"/>
                <a:gd name="T20" fmla="*/ 385 w 386"/>
                <a:gd name="T21" fmla="*/ 10 h 174"/>
                <a:gd name="T22" fmla="*/ 386 w 386"/>
                <a:gd name="T23" fmla="*/ 0 h 174"/>
                <a:gd name="T24" fmla="*/ 0 w 386"/>
                <a:gd name="T25" fmla="*/ 0 h 174"/>
                <a:gd name="T26" fmla="*/ 3 w 386"/>
                <a:gd name="T27" fmla="*/ 3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6" h="174">
                  <a:moveTo>
                    <a:pt x="3" y="30"/>
                  </a:moveTo>
                  <a:cubicBezTo>
                    <a:pt x="3" y="30"/>
                    <a:pt x="3" y="30"/>
                    <a:pt x="3" y="30"/>
                  </a:cubicBezTo>
                  <a:cubicBezTo>
                    <a:pt x="3" y="54"/>
                    <a:pt x="3" y="54"/>
                    <a:pt x="3" y="54"/>
                  </a:cubicBezTo>
                  <a:cubicBezTo>
                    <a:pt x="3" y="54"/>
                    <a:pt x="2" y="62"/>
                    <a:pt x="2" y="62"/>
                  </a:cubicBezTo>
                  <a:cubicBezTo>
                    <a:pt x="3" y="62"/>
                    <a:pt x="3" y="62"/>
                    <a:pt x="3" y="62"/>
                  </a:cubicBezTo>
                  <a:cubicBezTo>
                    <a:pt x="2" y="137"/>
                    <a:pt x="2" y="137"/>
                    <a:pt x="2" y="137"/>
                  </a:cubicBezTo>
                  <a:cubicBezTo>
                    <a:pt x="2" y="153"/>
                    <a:pt x="12" y="168"/>
                    <a:pt x="27" y="174"/>
                  </a:cubicBezTo>
                  <a:cubicBezTo>
                    <a:pt x="34" y="173"/>
                    <a:pt x="359" y="174"/>
                    <a:pt x="359" y="174"/>
                  </a:cubicBezTo>
                  <a:cubicBezTo>
                    <a:pt x="374" y="168"/>
                    <a:pt x="384" y="153"/>
                    <a:pt x="384" y="136"/>
                  </a:cubicBezTo>
                  <a:cubicBezTo>
                    <a:pt x="385" y="11"/>
                    <a:pt x="385" y="11"/>
                    <a:pt x="385" y="11"/>
                  </a:cubicBezTo>
                  <a:cubicBezTo>
                    <a:pt x="385" y="10"/>
                    <a:pt x="385" y="10"/>
                    <a:pt x="385" y="10"/>
                  </a:cubicBezTo>
                  <a:cubicBezTo>
                    <a:pt x="385" y="6"/>
                    <a:pt x="385" y="3"/>
                    <a:pt x="386" y="0"/>
                  </a:cubicBezTo>
                  <a:cubicBezTo>
                    <a:pt x="0" y="0"/>
                    <a:pt x="0" y="0"/>
                    <a:pt x="0" y="0"/>
                  </a:cubicBezTo>
                  <a:cubicBezTo>
                    <a:pt x="2" y="11"/>
                    <a:pt x="2" y="21"/>
                    <a:pt x="3" y="30"/>
                  </a:cubicBezTo>
                  <a:close/>
                </a:path>
              </a:pathLst>
            </a:custGeom>
            <a:solidFill>
              <a:srgbClr val="7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42" name="Freeform 54"/>
            <p:cNvSpPr>
              <a:spLocks/>
            </p:cNvSpPr>
            <p:nvPr/>
          </p:nvSpPr>
          <p:spPr bwMode="auto">
            <a:xfrm>
              <a:off x="7167563" y="2509838"/>
              <a:ext cx="2452688" cy="2578100"/>
            </a:xfrm>
            <a:custGeom>
              <a:avLst/>
              <a:gdLst>
                <a:gd name="T0" fmla="*/ 597 w 773"/>
                <a:gd name="T1" fmla="*/ 797 h 813"/>
                <a:gd name="T2" fmla="*/ 652 w 773"/>
                <a:gd name="T3" fmla="*/ 723 h 813"/>
                <a:gd name="T4" fmla="*/ 773 w 773"/>
                <a:gd name="T5" fmla="*/ 385 h 813"/>
                <a:gd name="T6" fmla="*/ 388 w 773"/>
                <a:gd name="T7" fmla="*/ 0 h 813"/>
                <a:gd name="T8" fmla="*/ 384 w 773"/>
                <a:gd name="T9" fmla="*/ 0 h 813"/>
                <a:gd name="T10" fmla="*/ 0 w 773"/>
                <a:gd name="T11" fmla="*/ 385 h 813"/>
                <a:gd name="T12" fmla="*/ 120 w 773"/>
                <a:gd name="T13" fmla="*/ 723 h 813"/>
                <a:gd name="T14" fmla="*/ 175 w 773"/>
                <a:gd name="T15" fmla="*/ 797 h 813"/>
                <a:gd name="T16" fmla="*/ 183 w 773"/>
                <a:gd name="T17" fmla="*/ 813 h 813"/>
                <a:gd name="T18" fmla="*/ 589 w 773"/>
                <a:gd name="T19" fmla="*/ 813 h 813"/>
                <a:gd name="T20" fmla="*/ 597 w 773"/>
                <a:gd name="T21" fmla="*/ 797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3" h="813">
                  <a:moveTo>
                    <a:pt x="597" y="797"/>
                  </a:moveTo>
                  <a:cubicBezTo>
                    <a:pt x="613" y="771"/>
                    <a:pt x="632" y="748"/>
                    <a:pt x="652" y="723"/>
                  </a:cubicBezTo>
                  <a:cubicBezTo>
                    <a:pt x="709" y="655"/>
                    <a:pt x="773" y="577"/>
                    <a:pt x="773" y="385"/>
                  </a:cubicBezTo>
                  <a:cubicBezTo>
                    <a:pt x="773" y="173"/>
                    <a:pt x="600" y="0"/>
                    <a:pt x="388" y="0"/>
                  </a:cubicBezTo>
                  <a:cubicBezTo>
                    <a:pt x="384" y="0"/>
                    <a:pt x="384" y="0"/>
                    <a:pt x="384" y="0"/>
                  </a:cubicBezTo>
                  <a:cubicBezTo>
                    <a:pt x="172" y="0"/>
                    <a:pt x="0" y="173"/>
                    <a:pt x="0" y="385"/>
                  </a:cubicBezTo>
                  <a:cubicBezTo>
                    <a:pt x="0" y="577"/>
                    <a:pt x="64" y="655"/>
                    <a:pt x="120" y="723"/>
                  </a:cubicBezTo>
                  <a:cubicBezTo>
                    <a:pt x="140" y="748"/>
                    <a:pt x="159" y="771"/>
                    <a:pt x="175" y="797"/>
                  </a:cubicBezTo>
                  <a:cubicBezTo>
                    <a:pt x="178" y="803"/>
                    <a:pt x="180" y="808"/>
                    <a:pt x="183" y="813"/>
                  </a:cubicBezTo>
                  <a:cubicBezTo>
                    <a:pt x="589" y="813"/>
                    <a:pt x="589" y="813"/>
                    <a:pt x="589" y="813"/>
                  </a:cubicBezTo>
                  <a:cubicBezTo>
                    <a:pt x="592" y="808"/>
                    <a:pt x="594" y="802"/>
                    <a:pt x="597" y="797"/>
                  </a:cubicBezTo>
                  <a:close/>
                </a:path>
              </a:pathLst>
            </a:cu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grpSp>
      <p:grpSp>
        <p:nvGrpSpPr>
          <p:cNvPr id="43" name="组合 42"/>
          <p:cNvGrpSpPr/>
          <p:nvPr/>
        </p:nvGrpSpPr>
        <p:grpSpPr>
          <a:xfrm>
            <a:off x="4089065" y="2072688"/>
            <a:ext cx="823001" cy="1110460"/>
            <a:chOff x="2301876" y="1898650"/>
            <a:chExt cx="331788" cy="447675"/>
          </a:xfrm>
        </p:grpSpPr>
        <p:sp>
          <p:nvSpPr>
            <p:cNvPr id="44" name="Freeform 76"/>
            <p:cNvSpPr>
              <a:spLocks/>
            </p:cNvSpPr>
            <p:nvPr/>
          </p:nvSpPr>
          <p:spPr bwMode="auto">
            <a:xfrm>
              <a:off x="2308226" y="2266950"/>
              <a:ext cx="53975" cy="79375"/>
            </a:xfrm>
            <a:custGeom>
              <a:avLst/>
              <a:gdLst>
                <a:gd name="T0" fmla="*/ 13 w 14"/>
                <a:gd name="T1" fmla="*/ 0 h 21"/>
                <a:gd name="T2" fmla="*/ 1 w 14"/>
                <a:gd name="T3" fmla="*/ 0 h 21"/>
                <a:gd name="T4" fmla="*/ 0 w 14"/>
                <a:gd name="T5" fmla="*/ 1 h 21"/>
                <a:gd name="T6" fmla="*/ 0 w 14"/>
                <a:gd name="T7" fmla="*/ 20 h 21"/>
                <a:gd name="T8" fmla="*/ 1 w 14"/>
                <a:gd name="T9" fmla="*/ 21 h 21"/>
                <a:gd name="T10" fmla="*/ 13 w 14"/>
                <a:gd name="T11" fmla="*/ 21 h 21"/>
                <a:gd name="T12" fmla="*/ 14 w 14"/>
                <a:gd name="T13" fmla="*/ 20 h 21"/>
                <a:gd name="T14" fmla="*/ 14 w 14"/>
                <a:gd name="T15" fmla="*/ 1 h 21"/>
                <a:gd name="T16" fmla="*/ 13 w 14"/>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21">
                  <a:moveTo>
                    <a:pt x="13" y="0"/>
                  </a:moveTo>
                  <a:cubicBezTo>
                    <a:pt x="1" y="0"/>
                    <a:pt x="1" y="0"/>
                    <a:pt x="1" y="0"/>
                  </a:cubicBezTo>
                  <a:cubicBezTo>
                    <a:pt x="1" y="0"/>
                    <a:pt x="0" y="0"/>
                    <a:pt x="0" y="1"/>
                  </a:cubicBezTo>
                  <a:cubicBezTo>
                    <a:pt x="0" y="20"/>
                    <a:pt x="0" y="20"/>
                    <a:pt x="0" y="20"/>
                  </a:cubicBezTo>
                  <a:cubicBezTo>
                    <a:pt x="0" y="21"/>
                    <a:pt x="1" y="21"/>
                    <a:pt x="1" y="21"/>
                  </a:cubicBezTo>
                  <a:cubicBezTo>
                    <a:pt x="13" y="21"/>
                    <a:pt x="13" y="21"/>
                    <a:pt x="13" y="21"/>
                  </a:cubicBezTo>
                  <a:cubicBezTo>
                    <a:pt x="14" y="21"/>
                    <a:pt x="14" y="21"/>
                    <a:pt x="14" y="20"/>
                  </a:cubicBezTo>
                  <a:cubicBezTo>
                    <a:pt x="14" y="1"/>
                    <a:pt x="14" y="1"/>
                    <a:pt x="14" y="1"/>
                  </a:cubicBezTo>
                  <a:cubicBezTo>
                    <a:pt x="14" y="0"/>
                    <a:pt x="14" y="0"/>
                    <a:pt x="13" y="0"/>
                  </a:cubicBezTo>
                  <a:close/>
                </a:path>
              </a:pathLst>
            </a:custGeom>
            <a:solidFill>
              <a:srgbClr val="F6F6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45" name="Freeform 77"/>
            <p:cNvSpPr>
              <a:spLocks/>
            </p:cNvSpPr>
            <p:nvPr/>
          </p:nvSpPr>
          <p:spPr bwMode="auto">
            <a:xfrm>
              <a:off x="2398713" y="2300288"/>
              <a:ext cx="53975" cy="46037"/>
            </a:xfrm>
            <a:custGeom>
              <a:avLst/>
              <a:gdLst>
                <a:gd name="T0" fmla="*/ 13 w 14"/>
                <a:gd name="T1" fmla="*/ 0 h 12"/>
                <a:gd name="T2" fmla="*/ 1 w 14"/>
                <a:gd name="T3" fmla="*/ 0 h 12"/>
                <a:gd name="T4" fmla="*/ 0 w 14"/>
                <a:gd name="T5" fmla="*/ 0 h 12"/>
                <a:gd name="T6" fmla="*/ 0 w 14"/>
                <a:gd name="T7" fmla="*/ 12 h 12"/>
                <a:gd name="T8" fmla="*/ 1 w 14"/>
                <a:gd name="T9" fmla="*/ 12 h 12"/>
                <a:gd name="T10" fmla="*/ 13 w 14"/>
                <a:gd name="T11" fmla="*/ 12 h 12"/>
                <a:gd name="T12" fmla="*/ 14 w 14"/>
                <a:gd name="T13" fmla="*/ 12 h 12"/>
                <a:gd name="T14" fmla="*/ 14 w 14"/>
                <a:gd name="T15" fmla="*/ 0 h 12"/>
                <a:gd name="T16" fmla="*/ 13 w 14"/>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2">
                  <a:moveTo>
                    <a:pt x="13" y="0"/>
                  </a:moveTo>
                  <a:cubicBezTo>
                    <a:pt x="1" y="0"/>
                    <a:pt x="1" y="0"/>
                    <a:pt x="1" y="0"/>
                  </a:cubicBezTo>
                  <a:cubicBezTo>
                    <a:pt x="0" y="0"/>
                    <a:pt x="0" y="0"/>
                    <a:pt x="0" y="0"/>
                  </a:cubicBezTo>
                  <a:cubicBezTo>
                    <a:pt x="0" y="12"/>
                    <a:pt x="0" y="12"/>
                    <a:pt x="0" y="12"/>
                  </a:cubicBezTo>
                  <a:cubicBezTo>
                    <a:pt x="0" y="12"/>
                    <a:pt x="0" y="12"/>
                    <a:pt x="1" y="12"/>
                  </a:cubicBezTo>
                  <a:cubicBezTo>
                    <a:pt x="13" y="12"/>
                    <a:pt x="13" y="12"/>
                    <a:pt x="13" y="12"/>
                  </a:cubicBezTo>
                  <a:cubicBezTo>
                    <a:pt x="13" y="12"/>
                    <a:pt x="14" y="12"/>
                    <a:pt x="14" y="12"/>
                  </a:cubicBezTo>
                  <a:cubicBezTo>
                    <a:pt x="14" y="0"/>
                    <a:pt x="14" y="0"/>
                    <a:pt x="14" y="0"/>
                  </a:cubicBezTo>
                  <a:cubicBezTo>
                    <a:pt x="14" y="0"/>
                    <a:pt x="13" y="0"/>
                    <a:pt x="13" y="0"/>
                  </a:cubicBezTo>
                  <a:close/>
                </a:path>
              </a:pathLst>
            </a:custGeom>
            <a:solidFill>
              <a:srgbClr val="F6F6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46" name="Freeform 78"/>
            <p:cNvSpPr>
              <a:spLocks/>
            </p:cNvSpPr>
            <p:nvPr/>
          </p:nvSpPr>
          <p:spPr bwMode="auto">
            <a:xfrm>
              <a:off x="2486026" y="2206625"/>
              <a:ext cx="52388" cy="139700"/>
            </a:xfrm>
            <a:custGeom>
              <a:avLst/>
              <a:gdLst>
                <a:gd name="T0" fmla="*/ 13 w 14"/>
                <a:gd name="T1" fmla="*/ 0 h 37"/>
                <a:gd name="T2" fmla="*/ 1 w 14"/>
                <a:gd name="T3" fmla="*/ 0 h 37"/>
                <a:gd name="T4" fmla="*/ 0 w 14"/>
                <a:gd name="T5" fmla="*/ 2 h 37"/>
                <a:gd name="T6" fmla="*/ 0 w 14"/>
                <a:gd name="T7" fmla="*/ 35 h 37"/>
                <a:gd name="T8" fmla="*/ 1 w 14"/>
                <a:gd name="T9" fmla="*/ 37 h 37"/>
                <a:gd name="T10" fmla="*/ 13 w 14"/>
                <a:gd name="T11" fmla="*/ 37 h 37"/>
                <a:gd name="T12" fmla="*/ 14 w 14"/>
                <a:gd name="T13" fmla="*/ 35 h 37"/>
                <a:gd name="T14" fmla="*/ 14 w 14"/>
                <a:gd name="T15" fmla="*/ 2 h 37"/>
                <a:gd name="T16" fmla="*/ 13 w 14"/>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37">
                  <a:moveTo>
                    <a:pt x="13" y="0"/>
                  </a:moveTo>
                  <a:cubicBezTo>
                    <a:pt x="1" y="0"/>
                    <a:pt x="1" y="0"/>
                    <a:pt x="1" y="0"/>
                  </a:cubicBezTo>
                  <a:cubicBezTo>
                    <a:pt x="1" y="0"/>
                    <a:pt x="0" y="1"/>
                    <a:pt x="0" y="2"/>
                  </a:cubicBezTo>
                  <a:cubicBezTo>
                    <a:pt x="0" y="35"/>
                    <a:pt x="0" y="35"/>
                    <a:pt x="0" y="35"/>
                  </a:cubicBezTo>
                  <a:cubicBezTo>
                    <a:pt x="0" y="36"/>
                    <a:pt x="1" y="37"/>
                    <a:pt x="1" y="37"/>
                  </a:cubicBezTo>
                  <a:cubicBezTo>
                    <a:pt x="13" y="37"/>
                    <a:pt x="13" y="37"/>
                    <a:pt x="13" y="37"/>
                  </a:cubicBezTo>
                  <a:cubicBezTo>
                    <a:pt x="14" y="37"/>
                    <a:pt x="14" y="36"/>
                    <a:pt x="14" y="35"/>
                  </a:cubicBezTo>
                  <a:cubicBezTo>
                    <a:pt x="14" y="2"/>
                    <a:pt x="14" y="2"/>
                    <a:pt x="14" y="2"/>
                  </a:cubicBezTo>
                  <a:cubicBezTo>
                    <a:pt x="14" y="1"/>
                    <a:pt x="14" y="0"/>
                    <a:pt x="13" y="0"/>
                  </a:cubicBezTo>
                  <a:close/>
                </a:path>
              </a:pathLst>
            </a:custGeom>
            <a:solidFill>
              <a:srgbClr val="F6F6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47" name="Freeform 79"/>
            <p:cNvSpPr>
              <a:spLocks/>
            </p:cNvSpPr>
            <p:nvPr/>
          </p:nvSpPr>
          <p:spPr bwMode="auto">
            <a:xfrm>
              <a:off x="2576513" y="2073275"/>
              <a:ext cx="53975" cy="273050"/>
            </a:xfrm>
            <a:custGeom>
              <a:avLst/>
              <a:gdLst>
                <a:gd name="T0" fmla="*/ 13 w 14"/>
                <a:gd name="T1" fmla="*/ 0 h 72"/>
                <a:gd name="T2" fmla="*/ 1 w 14"/>
                <a:gd name="T3" fmla="*/ 0 h 72"/>
                <a:gd name="T4" fmla="*/ 0 w 14"/>
                <a:gd name="T5" fmla="*/ 4 h 72"/>
                <a:gd name="T6" fmla="*/ 0 w 14"/>
                <a:gd name="T7" fmla="*/ 68 h 72"/>
                <a:gd name="T8" fmla="*/ 1 w 14"/>
                <a:gd name="T9" fmla="*/ 72 h 72"/>
                <a:gd name="T10" fmla="*/ 13 w 14"/>
                <a:gd name="T11" fmla="*/ 72 h 72"/>
                <a:gd name="T12" fmla="*/ 14 w 14"/>
                <a:gd name="T13" fmla="*/ 68 h 72"/>
                <a:gd name="T14" fmla="*/ 14 w 14"/>
                <a:gd name="T15" fmla="*/ 4 h 72"/>
                <a:gd name="T16" fmla="*/ 13 w 14"/>
                <a:gd name="T1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72">
                  <a:moveTo>
                    <a:pt x="13" y="0"/>
                  </a:moveTo>
                  <a:cubicBezTo>
                    <a:pt x="1" y="0"/>
                    <a:pt x="1" y="0"/>
                    <a:pt x="1" y="0"/>
                  </a:cubicBezTo>
                  <a:cubicBezTo>
                    <a:pt x="1" y="0"/>
                    <a:pt x="0" y="2"/>
                    <a:pt x="0" y="4"/>
                  </a:cubicBezTo>
                  <a:cubicBezTo>
                    <a:pt x="0" y="68"/>
                    <a:pt x="0" y="68"/>
                    <a:pt x="0" y="68"/>
                  </a:cubicBezTo>
                  <a:cubicBezTo>
                    <a:pt x="0" y="70"/>
                    <a:pt x="1" y="72"/>
                    <a:pt x="1" y="72"/>
                  </a:cubicBezTo>
                  <a:cubicBezTo>
                    <a:pt x="13" y="72"/>
                    <a:pt x="13" y="72"/>
                    <a:pt x="13" y="72"/>
                  </a:cubicBezTo>
                  <a:cubicBezTo>
                    <a:pt x="14" y="72"/>
                    <a:pt x="14" y="70"/>
                    <a:pt x="14" y="68"/>
                  </a:cubicBezTo>
                  <a:cubicBezTo>
                    <a:pt x="14" y="4"/>
                    <a:pt x="14" y="4"/>
                    <a:pt x="14" y="4"/>
                  </a:cubicBezTo>
                  <a:cubicBezTo>
                    <a:pt x="14" y="2"/>
                    <a:pt x="14" y="0"/>
                    <a:pt x="13" y="0"/>
                  </a:cubicBezTo>
                  <a:close/>
                </a:path>
              </a:pathLst>
            </a:custGeom>
            <a:solidFill>
              <a:srgbClr val="F6F6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48" name="Freeform 80"/>
            <p:cNvSpPr>
              <a:spLocks/>
            </p:cNvSpPr>
            <p:nvPr/>
          </p:nvSpPr>
          <p:spPr bwMode="auto">
            <a:xfrm>
              <a:off x="2301876" y="1898650"/>
              <a:ext cx="331788" cy="346075"/>
            </a:xfrm>
            <a:custGeom>
              <a:avLst/>
              <a:gdLst>
                <a:gd name="T0" fmla="*/ 147 w 209"/>
                <a:gd name="T1" fmla="*/ 48 h 218"/>
                <a:gd name="T2" fmla="*/ 159 w 209"/>
                <a:gd name="T3" fmla="*/ 58 h 218"/>
                <a:gd name="T4" fmla="*/ 71 w 209"/>
                <a:gd name="T5" fmla="*/ 191 h 218"/>
                <a:gd name="T6" fmla="*/ 19 w 209"/>
                <a:gd name="T7" fmla="*/ 163 h 218"/>
                <a:gd name="T8" fmla="*/ 0 w 209"/>
                <a:gd name="T9" fmla="*/ 187 h 218"/>
                <a:gd name="T10" fmla="*/ 14 w 209"/>
                <a:gd name="T11" fmla="*/ 198 h 218"/>
                <a:gd name="T12" fmla="*/ 23 w 209"/>
                <a:gd name="T13" fmla="*/ 187 h 218"/>
                <a:gd name="T14" fmla="*/ 78 w 209"/>
                <a:gd name="T15" fmla="*/ 218 h 218"/>
                <a:gd name="T16" fmla="*/ 176 w 209"/>
                <a:gd name="T17" fmla="*/ 67 h 218"/>
                <a:gd name="T18" fmla="*/ 188 w 209"/>
                <a:gd name="T19" fmla="*/ 77 h 218"/>
                <a:gd name="T20" fmla="*/ 197 w 209"/>
                <a:gd name="T21" fmla="*/ 38 h 218"/>
                <a:gd name="T22" fmla="*/ 209 w 209"/>
                <a:gd name="T23" fmla="*/ 0 h 218"/>
                <a:gd name="T24" fmla="*/ 178 w 209"/>
                <a:gd name="T25" fmla="*/ 24 h 218"/>
                <a:gd name="T26" fmla="*/ 147 w 209"/>
                <a:gd name="T27" fmla="*/ 4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9" h="218">
                  <a:moveTo>
                    <a:pt x="147" y="48"/>
                  </a:moveTo>
                  <a:lnTo>
                    <a:pt x="159" y="58"/>
                  </a:lnTo>
                  <a:lnTo>
                    <a:pt x="71" y="191"/>
                  </a:lnTo>
                  <a:lnTo>
                    <a:pt x="19" y="163"/>
                  </a:lnTo>
                  <a:lnTo>
                    <a:pt x="0" y="187"/>
                  </a:lnTo>
                  <a:lnTo>
                    <a:pt x="14" y="198"/>
                  </a:lnTo>
                  <a:lnTo>
                    <a:pt x="23" y="187"/>
                  </a:lnTo>
                  <a:lnTo>
                    <a:pt x="78" y="218"/>
                  </a:lnTo>
                  <a:lnTo>
                    <a:pt x="176" y="67"/>
                  </a:lnTo>
                  <a:lnTo>
                    <a:pt x="188" y="77"/>
                  </a:lnTo>
                  <a:lnTo>
                    <a:pt x="197" y="38"/>
                  </a:lnTo>
                  <a:lnTo>
                    <a:pt x="209" y="0"/>
                  </a:lnTo>
                  <a:lnTo>
                    <a:pt x="178" y="24"/>
                  </a:lnTo>
                  <a:lnTo>
                    <a:pt x="147" y="48"/>
                  </a:lnTo>
                  <a:close/>
                </a:path>
              </a:pathLst>
            </a:custGeom>
            <a:solidFill>
              <a:srgbClr val="F6F6F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grpSp>
      <p:grpSp>
        <p:nvGrpSpPr>
          <p:cNvPr id="55" name="组合 54"/>
          <p:cNvGrpSpPr/>
          <p:nvPr/>
        </p:nvGrpSpPr>
        <p:grpSpPr>
          <a:xfrm>
            <a:off x="2718021" y="1106926"/>
            <a:ext cx="444352" cy="524974"/>
            <a:chOff x="3257990" y="1996281"/>
            <a:chExt cx="592469" cy="699965"/>
          </a:xfrm>
          <a:solidFill>
            <a:srgbClr val="C00000"/>
          </a:solidFill>
        </p:grpSpPr>
        <p:grpSp>
          <p:nvGrpSpPr>
            <p:cNvPr id="56" name="组合 55"/>
            <p:cNvGrpSpPr/>
            <p:nvPr/>
          </p:nvGrpSpPr>
          <p:grpSpPr>
            <a:xfrm>
              <a:off x="3367327" y="1996281"/>
              <a:ext cx="430212" cy="436562"/>
              <a:chOff x="2946401" y="1379538"/>
              <a:chExt cx="430212" cy="436562"/>
            </a:xfrm>
            <a:grpFill/>
          </p:grpSpPr>
          <p:sp>
            <p:nvSpPr>
              <p:cNvPr id="58" name="Freeform 61"/>
              <p:cNvSpPr>
                <a:spLocks/>
              </p:cNvSpPr>
              <p:nvPr/>
            </p:nvSpPr>
            <p:spPr bwMode="auto">
              <a:xfrm>
                <a:off x="3097213" y="1450975"/>
                <a:ext cx="279400" cy="327025"/>
              </a:xfrm>
              <a:custGeom>
                <a:avLst/>
                <a:gdLst>
                  <a:gd name="T0" fmla="*/ 53 w 74"/>
                  <a:gd name="T1" fmla="*/ 0 h 86"/>
                  <a:gd name="T2" fmla="*/ 20 w 74"/>
                  <a:gd name="T3" fmla="*/ 0 h 86"/>
                  <a:gd name="T4" fmla="*/ 0 w 74"/>
                  <a:gd name="T5" fmla="*/ 20 h 86"/>
                  <a:gd name="T6" fmla="*/ 0 w 74"/>
                  <a:gd name="T7" fmla="*/ 36 h 86"/>
                  <a:gd name="T8" fmla="*/ 20 w 74"/>
                  <a:gd name="T9" fmla="*/ 56 h 86"/>
                  <a:gd name="T10" fmla="*/ 46 w 74"/>
                  <a:gd name="T11" fmla="*/ 56 h 86"/>
                  <a:gd name="T12" fmla="*/ 62 w 74"/>
                  <a:gd name="T13" fmla="*/ 86 h 86"/>
                  <a:gd name="T14" fmla="*/ 57 w 74"/>
                  <a:gd name="T15" fmla="*/ 56 h 86"/>
                  <a:gd name="T16" fmla="*/ 74 w 74"/>
                  <a:gd name="T17" fmla="*/ 36 h 86"/>
                  <a:gd name="T18" fmla="*/ 74 w 74"/>
                  <a:gd name="T19" fmla="*/ 20 h 86"/>
                  <a:gd name="T20" fmla="*/ 53 w 74"/>
                  <a:gd name="T21"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86">
                    <a:moveTo>
                      <a:pt x="53" y="0"/>
                    </a:moveTo>
                    <a:cubicBezTo>
                      <a:pt x="20" y="0"/>
                      <a:pt x="20" y="0"/>
                      <a:pt x="20" y="0"/>
                    </a:cubicBezTo>
                    <a:cubicBezTo>
                      <a:pt x="9" y="0"/>
                      <a:pt x="0" y="9"/>
                      <a:pt x="0" y="20"/>
                    </a:cubicBezTo>
                    <a:cubicBezTo>
                      <a:pt x="0" y="36"/>
                      <a:pt x="0" y="36"/>
                      <a:pt x="0" y="36"/>
                    </a:cubicBezTo>
                    <a:cubicBezTo>
                      <a:pt x="0" y="47"/>
                      <a:pt x="9" y="56"/>
                      <a:pt x="20" y="56"/>
                    </a:cubicBezTo>
                    <a:cubicBezTo>
                      <a:pt x="46" y="56"/>
                      <a:pt x="46" y="56"/>
                      <a:pt x="46" y="56"/>
                    </a:cubicBezTo>
                    <a:cubicBezTo>
                      <a:pt x="47" y="63"/>
                      <a:pt x="50" y="83"/>
                      <a:pt x="62" y="86"/>
                    </a:cubicBezTo>
                    <a:cubicBezTo>
                      <a:pt x="62" y="86"/>
                      <a:pt x="55" y="66"/>
                      <a:pt x="57" y="56"/>
                    </a:cubicBezTo>
                    <a:cubicBezTo>
                      <a:pt x="66" y="54"/>
                      <a:pt x="74" y="46"/>
                      <a:pt x="74" y="36"/>
                    </a:cubicBezTo>
                    <a:cubicBezTo>
                      <a:pt x="74" y="20"/>
                      <a:pt x="74" y="20"/>
                      <a:pt x="74" y="20"/>
                    </a:cubicBezTo>
                    <a:cubicBezTo>
                      <a:pt x="74" y="9"/>
                      <a:pt x="64" y="0"/>
                      <a:pt x="5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59" name="Freeform 62"/>
              <p:cNvSpPr>
                <a:spLocks/>
              </p:cNvSpPr>
              <p:nvPr/>
            </p:nvSpPr>
            <p:spPr bwMode="auto">
              <a:xfrm>
                <a:off x="2946401" y="1379538"/>
                <a:ext cx="369888" cy="436562"/>
              </a:xfrm>
              <a:custGeom>
                <a:avLst/>
                <a:gdLst>
                  <a:gd name="T0" fmla="*/ 36 w 98"/>
                  <a:gd name="T1" fmla="*/ 55 h 115"/>
                  <a:gd name="T2" fmla="*/ 36 w 98"/>
                  <a:gd name="T3" fmla="*/ 38 h 115"/>
                  <a:gd name="T4" fmla="*/ 59 w 98"/>
                  <a:gd name="T5" fmla="*/ 15 h 115"/>
                  <a:gd name="T6" fmla="*/ 95 w 98"/>
                  <a:gd name="T7" fmla="*/ 15 h 115"/>
                  <a:gd name="T8" fmla="*/ 98 w 98"/>
                  <a:gd name="T9" fmla="*/ 16 h 115"/>
                  <a:gd name="T10" fmla="*/ 78 w 98"/>
                  <a:gd name="T11" fmla="*/ 0 h 115"/>
                  <a:gd name="T12" fmla="*/ 21 w 98"/>
                  <a:gd name="T13" fmla="*/ 0 h 115"/>
                  <a:gd name="T14" fmla="*/ 0 w 98"/>
                  <a:gd name="T15" fmla="*/ 20 h 115"/>
                  <a:gd name="T16" fmla="*/ 0 w 98"/>
                  <a:gd name="T17" fmla="*/ 55 h 115"/>
                  <a:gd name="T18" fmla="*/ 21 w 98"/>
                  <a:gd name="T19" fmla="*/ 76 h 115"/>
                  <a:gd name="T20" fmla="*/ 30 w 98"/>
                  <a:gd name="T21" fmla="*/ 76 h 115"/>
                  <a:gd name="T22" fmla="*/ 11 w 98"/>
                  <a:gd name="T23" fmla="*/ 110 h 115"/>
                  <a:gd name="T24" fmla="*/ 50 w 98"/>
                  <a:gd name="T25" fmla="*/ 76 h 115"/>
                  <a:gd name="T26" fmla="*/ 36 w 98"/>
                  <a:gd name="T27" fmla="*/ 5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5">
                    <a:moveTo>
                      <a:pt x="36" y="55"/>
                    </a:moveTo>
                    <a:cubicBezTo>
                      <a:pt x="36" y="38"/>
                      <a:pt x="36" y="38"/>
                      <a:pt x="36" y="38"/>
                    </a:cubicBezTo>
                    <a:cubicBezTo>
                      <a:pt x="36" y="25"/>
                      <a:pt x="46" y="15"/>
                      <a:pt x="59" y="15"/>
                    </a:cubicBezTo>
                    <a:cubicBezTo>
                      <a:pt x="95" y="15"/>
                      <a:pt x="95" y="15"/>
                      <a:pt x="95" y="15"/>
                    </a:cubicBezTo>
                    <a:cubicBezTo>
                      <a:pt x="96" y="15"/>
                      <a:pt x="97" y="16"/>
                      <a:pt x="98" y="16"/>
                    </a:cubicBezTo>
                    <a:cubicBezTo>
                      <a:pt x="96" y="7"/>
                      <a:pt x="88" y="0"/>
                      <a:pt x="78" y="0"/>
                    </a:cubicBezTo>
                    <a:cubicBezTo>
                      <a:pt x="21" y="0"/>
                      <a:pt x="21" y="0"/>
                      <a:pt x="21" y="0"/>
                    </a:cubicBezTo>
                    <a:cubicBezTo>
                      <a:pt x="9" y="0"/>
                      <a:pt x="0" y="9"/>
                      <a:pt x="0" y="20"/>
                    </a:cubicBezTo>
                    <a:cubicBezTo>
                      <a:pt x="0" y="55"/>
                      <a:pt x="0" y="55"/>
                      <a:pt x="0" y="55"/>
                    </a:cubicBezTo>
                    <a:cubicBezTo>
                      <a:pt x="0" y="67"/>
                      <a:pt x="9" y="76"/>
                      <a:pt x="21" y="76"/>
                    </a:cubicBezTo>
                    <a:cubicBezTo>
                      <a:pt x="30" y="76"/>
                      <a:pt x="30" y="76"/>
                      <a:pt x="30" y="76"/>
                    </a:cubicBezTo>
                    <a:cubicBezTo>
                      <a:pt x="29" y="85"/>
                      <a:pt x="26" y="106"/>
                      <a:pt x="11" y="110"/>
                    </a:cubicBezTo>
                    <a:cubicBezTo>
                      <a:pt x="11" y="110"/>
                      <a:pt x="40" y="115"/>
                      <a:pt x="50" y="76"/>
                    </a:cubicBezTo>
                    <a:cubicBezTo>
                      <a:pt x="42" y="73"/>
                      <a:pt x="36" y="65"/>
                      <a:pt x="36"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grpSp>
        <p:sp>
          <p:nvSpPr>
            <p:cNvPr id="57" name="文本框 56"/>
            <p:cNvSpPr txBox="1"/>
            <p:nvPr/>
          </p:nvSpPr>
          <p:spPr>
            <a:xfrm>
              <a:off x="3257990" y="2365301"/>
              <a:ext cx="592469" cy="330945"/>
            </a:xfrm>
            <a:prstGeom prst="rect">
              <a:avLst/>
            </a:prstGeom>
            <a:noFill/>
            <a:ln>
              <a:noFill/>
            </a:ln>
          </p:spPr>
          <p:txBody>
            <a:bodyPr wrap="none" rtlCol="0">
              <a:spAutoFit/>
            </a:bodyPr>
            <a:lstStyle/>
            <a:p>
              <a:r>
                <a:rPr lang="zh-CN" altLang="en-US" sz="1013" dirty="0">
                  <a:solidFill>
                    <a:schemeClr val="tx1">
                      <a:lumMod val="85000"/>
                      <a:lumOff val="15000"/>
                    </a:schemeClr>
                  </a:solidFill>
                  <a:latin typeface="Tahoma" panose="020B0604030504040204" pitchFamily="34" charset="0"/>
                  <a:cs typeface="Tahoma" panose="020B0604030504040204" pitchFamily="34" charset="0"/>
                </a:rPr>
                <a:t>标题</a:t>
              </a:r>
            </a:p>
          </p:txBody>
        </p:sp>
      </p:grpSp>
      <p:grpSp>
        <p:nvGrpSpPr>
          <p:cNvPr id="60" name="组合 59"/>
          <p:cNvGrpSpPr/>
          <p:nvPr/>
        </p:nvGrpSpPr>
        <p:grpSpPr>
          <a:xfrm>
            <a:off x="6006812" y="1171814"/>
            <a:ext cx="462461" cy="719601"/>
            <a:chOff x="7643046" y="2082799"/>
            <a:chExt cx="616614" cy="959468"/>
          </a:xfrm>
          <a:solidFill>
            <a:srgbClr val="C00000"/>
          </a:solidFill>
        </p:grpSpPr>
        <p:grpSp>
          <p:nvGrpSpPr>
            <p:cNvPr id="61" name="组合 60"/>
            <p:cNvGrpSpPr/>
            <p:nvPr/>
          </p:nvGrpSpPr>
          <p:grpSpPr>
            <a:xfrm>
              <a:off x="7764360" y="2082799"/>
              <a:ext cx="495300" cy="371475"/>
              <a:chOff x="1716088" y="1390650"/>
              <a:chExt cx="495300" cy="371475"/>
            </a:xfrm>
            <a:grpFill/>
          </p:grpSpPr>
          <p:sp>
            <p:nvSpPr>
              <p:cNvPr id="63" name="Freeform 63"/>
              <p:cNvSpPr>
                <a:spLocks noEditPoints="1"/>
              </p:cNvSpPr>
              <p:nvPr/>
            </p:nvSpPr>
            <p:spPr bwMode="auto">
              <a:xfrm>
                <a:off x="1716088" y="1390650"/>
                <a:ext cx="106363" cy="368300"/>
              </a:xfrm>
              <a:custGeom>
                <a:avLst/>
                <a:gdLst>
                  <a:gd name="T0" fmla="*/ 27 w 28"/>
                  <a:gd name="T1" fmla="*/ 0 h 97"/>
                  <a:gd name="T2" fmla="*/ 1 w 28"/>
                  <a:gd name="T3" fmla="*/ 0 h 97"/>
                  <a:gd name="T4" fmla="*/ 0 w 28"/>
                  <a:gd name="T5" fmla="*/ 1 h 97"/>
                  <a:gd name="T6" fmla="*/ 0 w 28"/>
                  <a:gd name="T7" fmla="*/ 96 h 97"/>
                  <a:gd name="T8" fmla="*/ 1 w 28"/>
                  <a:gd name="T9" fmla="*/ 97 h 97"/>
                  <a:gd name="T10" fmla="*/ 27 w 28"/>
                  <a:gd name="T11" fmla="*/ 97 h 97"/>
                  <a:gd name="T12" fmla="*/ 28 w 28"/>
                  <a:gd name="T13" fmla="*/ 96 h 97"/>
                  <a:gd name="T14" fmla="*/ 28 w 28"/>
                  <a:gd name="T15" fmla="*/ 1 h 97"/>
                  <a:gd name="T16" fmla="*/ 27 w 28"/>
                  <a:gd name="T17" fmla="*/ 0 h 97"/>
                  <a:gd name="T18" fmla="*/ 14 w 28"/>
                  <a:gd name="T19" fmla="*/ 94 h 97"/>
                  <a:gd name="T20" fmla="*/ 7 w 28"/>
                  <a:gd name="T21" fmla="*/ 87 h 97"/>
                  <a:gd name="T22" fmla="*/ 14 w 28"/>
                  <a:gd name="T23" fmla="*/ 80 h 97"/>
                  <a:gd name="T24" fmla="*/ 21 w 28"/>
                  <a:gd name="T25" fmla="*/ 87 h 97"/>
                  <a:gd name="T26" fmla="*/ 14 w 28"/>
                  <a:gd name="T27" fmla="*/ 94 h 97"/>
                  <a:gd name="T28" fmla="*/ 24 w 28"/>
                  <a:gd name="T29" fmla="*/ 54 h 97"/>
                  <a:gd name="T30" fmla="*/ 23 w 28"/>
                  <a:gd name="T31" fmla="*/ 55 h 97"/>
                  <a:gd name="T32" fmla="*/ 5 w 28"/>
                  <a:gd name="T33" fmla="*/ 55 h 97"/>
                  <a:gd name="T34" fmla="*/ 4 w 28"/>
                  <a:gd name="T35" fmla="*/ 54 h 97"/>
                  <a:gd name="T36" fmla="*/ 4 w 28"/>
                  <a:gd name="T37" fmla="*/ 6 h 97"/>
                  <a:gd name="T38" fmla="*/ 5 w 28"/>
                  <a:gd name="T39" fmla="*/ 5 h 97"/>
                  <a:gd name="T40" fmla="*/ 23 w 28"/>
                  <a:gd name="T41" fmla="*/ 5 h 97"/>
                  <a:gd name="T42" fmla="*/ 24 w 28"/>
                  <a:gd name="T43" fmla="*/ 6 h 97"/>
                  <a:gd name="T44" fmla="*/ 24 w 28"/>
                  <a:gd name="T45" fmla="*/ 5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97">
                    <a:moveTo>
                      <a:pt x="27" y="0"/>
                    </a:moveTo>
                    <a:cubicBezTo>
                      <a:pt x="1" y="0"/>
                      <a:pt x="1" y="0"/>
                      <a:pt x="1" y="0"/>
                    </a:cubicBezTo>
                    <a:cubicBezTo>
                      <a:pt x="1" y="0"/>
                      <a:pt x="0" y="1"/>
                      <a:pt x="0" y="1"/>
                    </a:cubicBezTo>
                    <a:cubicBezTo>
                      <a:pt x="0" y="96"/>
                      <a:pt x="0" y="96"/>
                      <a:pt x="0" y="96"/>
                    </a:cubicBezTo>
                    <a:cubicBezTo>
                      <a:pt x="0" y="97"/>
                      <a:pt x="1" y="97"/>
                      <a:pt x="1" y="97"/>
                    </a:cubicBezTo>
                    <a:cubicBezTo>
                      <a:pt x="27" y="97"/>
                      <a:pt x="27" y="97"/>
                      <a:pt x="27" y="97"/>
                    </a:cubicBezTo>
                    <a:cubicBezTo>
                      <a:pt x="27" y="97"/>
                      <a:pt x="28" y="97"/>
                      <a:pt x="28" y="96"/>
                    </a:cubicBezTo>
                    <a:cubicBezTo>
                      <a:pt x="28" y="1"/>
                      <a:pt x="28" y="1"/>
                      <a:pt x="28" y="1"/>
                    </a:cubicBezTo>
                    <a:cubicBezTo>
                      <a:pt x="28" y="1"/>
                      <a:pt x="27" y="0"/>
                      <a:pt x="27" y="0"/>
                    </a:cubicBezTo>
                    <a:close/>
                    <a:moveTo>
                      <a:pt x="14" y="94"/>
                    </a:moveTo>
                    <a:cubicBezTo>
                      <a:pt x="10" y="94"/>
                      <a:pt x="7" y="91"/>
                      <a:pt x="7" y="87"/>
                    </a:cubicBezTo>
                    <a:cubicBezTo>
                      <a:pt x="7" y="83"/>
                      <a:pt x="10" y="80"/>
                      <a:pt x="14" y="80"/>
                    </a:cubicBezTo>
                    <a:cubicBezTo>
                      <a:pt x="18" y="80"/>
                      <a:pt x="21" y="83"/>
                      <a:pt x="21" y="87"/>
                    </a:cubicBezTo>
                    <a:cubicBezTo>
                      <a:pt x="21" y="91"/>
                      <a:pt x="18" y="94"/>
                      <a:pt x="14" y="94"/>
                    </a:cubicBezTo>
                    <a:close/>
                    <a:moveTo>
                      <a:pt x="24" y="54"/>
                    </a:moveTo>
                    <a:cubicBezTo>
                      <a:pt x="24" y="55"/>
                      <a:pt x="24" y="55"/>
                      <a:pt x="23" y="55"/>
                    </a:cubicBezTo>
                    <a:cubicBezTo>
                      <a:pt x="5" y="55"/>
                      <a:pt x="5" y="55"/>
                      <a:pt x="5" y="55"/>
                    </a:cubicBezTo>
                    <a:cubicBezTo>
                      <a:pt x="5" y="55"/>
                      <a:pt x="4" y="55"/>
                      <a:pt x="4" y="54"/>
                    </a:cubicBezTo>
                    <a:cubicBezTo>
                      <a:pt x="4" y="6"/>
                      <a:pt x="4" y="6"/>
                      <a:pt x="4" y="6"/>
                    </a:cubicBezTo>
                    <a:cubicBezTo>
                      <a:pt x="4" y="6"/>
                      <a:pt x="5" y="5"/>
                      <a:pt x="5" y="5"/>
                    </a:cubicBezTo>
                    <a:cubicBezTo>
                      <a:pt x="23" y="5"/>
                      <a:pt x="23" y="5"/>
                      <a:pt x="23" y="5"/>
                    </a:cubicBezTo>
                    <a:cubicBezTo>
                      <a:pt x="24" y="5"/>
                      <a:pt x="24" y="6"/>
                      <a:pt x="24" y="6"/>
                    </a:cubicBezTo>
                    <a:lnTo>
                      <a:pt x="24"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64" name="Freeform 64"/>
              <p:cNvSpPr>
                <a:spLocks/>
              </p:cNvSpPr>
              <p:nvPr/>
            </p:nvSpPr>
            <p:spPr bwMode="auto">
              <a:xfrm>
                <a:off x="1743076" y="1436688"/>
                <a:ext cx="55563" cy="14287"/>
              </a:xfrm>
              <a:custGeom>
                <a:avLst/>
                <a:gdLst>
                  <a:gd name="T0" fmla="*/ 15 w 15"/>
                  <a:gd name="T1" fmla="*/ 3 h 4"/>
                  <a:gd name="T2" fmla="*/ 14 w 15"/>
                  <a:gd name="T3" fmla="*/ 4 h 4"/>
                  <a:gd name="T4" fmla="*/ 0 w 15"/>
                  <a:gd name="T5" fmla="*/ 4 h 4"/>
                  <a:gd name="T6" fmla="*/ 0 w 15"/>
                  <a:gd name="T7" fmla="*/ 3 h 4"/>
                  <a:gd name="T8" fmla="*/ 0 w 15"/>
                  <a:gd name="T9" fmla="*/ 1 h 4"/>
                  <a:gd name="T10" fmla="*/ 0 w 15"/>
                  <a:gd name="T11" fmla="*/ 0 h 4"/>
                  <a:gd name="T12" fmla="*/ 14 w 15"/>
                  <a:gd name="T13" fmla="*/ 0 h 4"/>
                  <a:gd name="T14" fmla="*/ 15 w 15"/>
                  <a:gd name="T15" fmla="*/ 1 h 4"/>
                  <a:gd name="T16" fmla="*/ 15 w 15"/>
                  <a:gd name="T17"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4">
                    <a:moveTo>
                      <a:pt x="15" y="3"/>
                    </a:moveTo>
                    <a:cubicBezTo>
                      <a:pt x="15" y="3"/>
                      <a:pt x="14" y="4"/>
                      <a:pt x="14" y="4"/>
                    </a:cubicBezTo>
                    <a:cubicBezTo>
                      <a:pt x="0" y="4"/>
                      <a:pt x="0" y="4"/>
                      <a:pt x="0" y="4"/>
                    </a:cubicBezTo>
                    <a:cubicBezTo>
                      <a:pt x="0" y="4"/>
                      <a:pt x="0" y="3"/>
                      <a:pt x="0" y="3"/>
                    </a:cubicBezTo>
                    <a:cubicBezTo>
                      <a:pt x="0" y="1"/>
                      <a:pt x="0" y="1"/>
                      <a:pt x="0" y="1"/>
                    </a:cubicBezTo>
                    <a:cubicBezTo>
                      <a:pt x="0" y="0"/>
                      <a:pt x="0" y="0"/>
                      <a:pt x="0" y="0"/>
                    </a:cubicBezTo>
                    <a:cubicBezTo>
                      <a:pt x="14" y="0"/>
                      <a:pt x="14" y="0"/>
                      <a:pt x="14" y="0"/>
                    </a:cubicBezTo>
                    <a:cubicBezTo>
                      <a:pt x="14" y="0"/>
                      <a:pt x="15" y="0"/>
                      <a:pt x="15" y="1"/>
                    </a:cubicBezTo>
                    <a:lnTo>
                      <a:pt x="15"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65" name="Freeform 65"/>
              <p:cNvSpPr>
                <a:spLocks/>
              </p:cNvSpPr>
              <p:nvPr/>
            </p:nvSpPr>
            <p:spPr bwMode="auto">
              <a:xfrm>
                <a:off x="1743076" y="1455738"/>
                <a:ext cx="55563" cy="14287"/>
              </a:xfrm>
              <a:custGeom>
                <a:avLst/>
                <a:gdLst>
                  <a:gd name="T0" fmla="*/ 15 w 15"/>
                  <a:gd name="T1" fmla="*/ 3 h 4"/>
                  <a:gd name="T2" fmla="*/ 14 w 15"/>
                  <a:gd name="T3" fmla="*/ 4 h 4"/>
                  <a:gd name="T4" fmla="*/ 1 w 15"/>
                  <a:gd name="T5" fmla="*/ 4 h 4"/>
                  <a:gd name="T6" fmla="*/ 0 w 15"/>
                  <a:gd name="T7" fmla="*/ 3 h 4"/>
                  <a:gd name="T8" fmla="*/ 0 w 15"/>
                  <a:gd name="T9" fmla="*/ 1 h 4"/>
                  <a:gd name="T10" fmla="*/ 1 w 15"/>
                  <a:gd name="T11" fmla="*/ 0 h 4"/>
                  <a:gd name="T12" fmla="*/ 14 w 15"/>
                  <a:gd name="T13" fmla="*/ 0 h 4"/>
                  <a:gd name="T14" fmla="*/ 15 w 15"/>
                  <a:gd name="T15" fmla="*/ 1 h 4"/>
                  <a:gd name="T16" fmla="*/ 15 w 15"/>
                  <a:gd name="T17"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4">
                    <a:moveTo>
                      <a:pt x="15" y="3"/>
                    </a:moveTo>
                    <a:cubicBezTo>
                      <a:pt x="15" y="3"/>
                      <a:pt x="14" y="4"/>
                      <a:pt x="14" y="4"/>
                    </a:cubicBezTo>
                    <a:cubicBezTo>
                      <a:pt x="1" y="4"/>
                      <a:pt x="1" y="4"/>
                      <a:pt x="1" y="4"/>
                    </a:cubicBezTo>
                    <a:cubicBezTo>
                      <a:pt x="0" y="4"/>
                      <a:pt x="0" y="3"/>
                      <a:pt x="0" y="3"/>
                    </a:cubicBezTo>
                    <a:cubicBezTo>
                      <a:pt x="0" y="1"/>
                      <a:pt x="0" y="1"/>
                      <a:pt x="0" y="1"/>
                    </a:cubicBezTo>
                    <a:cubicBezTo>
                      <a:pt x="0" y="0"/>
                      <a:pt x="0" y="0"/>
                      <a:pt x="1" y="0"/>
                    </a:cubicBezTo>
                    <a:cubicBezTo>
                      <a:pt x="14" y="0"/>
                      <a:pt x="14" y="0"/>
                      <a:pt x="14" y="0"/>
                    </a:cubicBezTo>
                    <a:cubicBezTo>
                      <a:pt x="14" y="0"/>
                      <a:pt x="15" y="0"/>
                      <a:pt x="15" y="1"/>
                    </a:cubicBezTo>
                    <a:lnTo>
                      <a:pt x="15"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66" name="Freeform 66"/>
              <p:cNvSpPr>
                <a:spLocks noEditPoints="1"/>
              </p:cNvSpPr>
              <p:nvPr/>
            </p:nvSpPr>
            <p:spPr bwMode="auto">
              <a:xfrm>
                <a:off x="1841501" y="1390650"/>
                <a:ext cx="101600" cy="368300"/>
              </a:xfrm>
              <a:custGeom>
                <a:avLst/>
                <a:gdLst>
                  <a:gd name="T0" fmla="*/ 27 w 27"/>
                  <a:gd name="T1" fmla="*/ 0 h 97"/>
                  <a:gd name="T2" fmla="*/ 1 w 27"/>
                  <a:gd name="T3" fmla="*/ 0 h 97"/>
                  <a:gd name="T4" fmla="*/ 0 w 27"/>
                  <a:gd name="T5" fmla="*/ 1 h 97"/>
                  <a:gd name="T6" fmla="*/ 0 w 27"/>
                  <a:gd name="T7" fmla="*/ 96 h 97"/>
                  <a:gd name="T8" fmla="*/ 1 w 27"/>
                  <a:gd name="T9" fmla="*/ 97 h 97"/>
                  <a:gd name="T10" fmla="*/ 27 w 27"/>
                  <a:gd name="T11" fmla="*/ 97 h 97"/>
                  <a:gd name="T12" fmla="*/ 27 w 27"/>
                  <a:gd name="T13" fmla="*/ 96 h 97"/>
                  <a:gd name="T14" fmla="*/ 27 w 27"/>
                  <a:gd name="T15" fmla="*/ 1 h 97"/>
                  <a:gd name="T16" fmla="*/ 27 w 27"/>
                  <a:gd name="T17" fmla="*/ 0 h 97"/>
                  <a:gd name="T18" fmla="*/ 14 w 27"/>
                  <a:gd name="T19" fmla="*/ 94 h 97"/>
                  <a:gd name="T20" fmla="*/ 7 w 27"/>
                  <a:gd name="T21" fmla="*/ 87 h 97"/>
                  <a:gd name="T22" fmla="*/ 14 w 27"/>
                  <a:gd name="T23" fmla="*/ 80 h 97"/>
                  <a:gd name="T24" fmla="*/ 21 w 27"/>
                  <a:gd name="T25" fmla="*/ 87 h 97"/>
                  <a:gd name="T26" fmla="*/ 14 w 27"/>
                  <a:gd name="T27" fmla="*/ 94 h 97"/>
                  <a:gd name="T28" fmla="*/ 24 w 27"/>
                  <a:gd name="T29" fmla="*/ 54 h 97"/>
                  <a:gd name="T30" fmla="*/ 23 w 27"/>
                  <a:gd name="T31" fmla="*/ 55 h 97"/>
                  <a:gd name="T32" fmla="*/ 5 w 27"/>
                  <a:gd name="T33" fmla="*/ 55 h 97"/>
                  <a:gd name="T34" fmla="*/ 4 w 27"/>
                  <a:gd name="T35" fmla="*/ 54 h 97"/>
                  <a:gd name="T36" fmla="*/ 4 w 27"/>
                  <a:gd name="T37" fmla="*/ 6 h 97"/>
                  <a:gd name="T38" fmla="*/ 5 w 27"/>
                  <a:gd name="T39" fmla="*/ 5 h 97"/>
                  <a:gd name="T40" fmla="*/ 23 w 27"/>
                  <a:gd name="T41" fmla="*/ 5 h 97"/>
                  <a:gd name="T42" fmla="*/ 24 w 27"/>
                  <a:gd name="T43" fmla="*/ 6 h 97"/>
                  <a:gd name="T44" fmla="*/ 24 w 27"/>
                  <a:gd name="T45" fmla="*/ 5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97">
                    <a:moveTo>
                      <a:pt x="27" y="0"/>
                    </a:moveTo>
                    <a:cubicBezTo>
                      <a:pt x="1" y="0"/>
                      <a:pt x="1" y="0"/>
                      <a:pt x="1" y="0"/>
                    </a:cubicBezTo>
                    <a:cubicBezTo>
                      <a:pt x="1" y="0"/>
                      <a:pt x="0" y="1"/>
                      <a:pt x="0" y="1"/>
                    </a:cubicBezTo>
                    <a:cubicBezTo>
                      <a:pt x="0" y="96"/>
                      <a:pt x="0" y="96"/>
                      <a:pt x="0" y="96"/>
                    </a:cubicBezTo>
                    <a:cubicBezTo>
                      <a:pt x="0" y="97"/>
                      <a:pt x="1" y="97"/>
                      <a:pt x="1" y="97"/>
                    </a:cubicBezTo>
                    <a:cubicBezTo>
                      <a:pt x="27" y="97"/>
                      <a:pt x="27" y="97"/>
                      <a:pt x="27" y="97"/>
                    </a:cubicBezTo>
                    <a:cubicBezTo>
                      <a:pt x="27" y="97"/>
                      <a:pt x="27" y="97"/>
                      <a:pt x="27" y="96"/>
                    </a:cubicBezTo>
                    <a:cubicBezTo>
                      <a:pt x="27" y="1"/>
                      <a:pt x="27" y="1"/>
                      <a:pt x="27" y="1"/>
                    </a:cubicBezTo>
                    <a:cubicBezTo>
                      <a:pt x="27" y="1"/>
                      <a:pt x="27" y="0"/>
                      <a:pt x="27" y="0"/>
                    </a:cubicBezTo>
                    <a:close/>
                    <a:moveTo>
                      <a:pt x="14" y="94"/>
                    </a:moveTo>
                    <a:cubicBezTo>
                      <a:pt x="10" y="94"/>
                      <a:pt x="7" y="91"/>
                      <a:pt x="7" y="87"/>
                    </a:cubicBezTo>
                    <a:cubicBezTo>
                      <a:pt x="7" y="83"/>
                      <a:pt x="10" y="80"/>
                      <a:pt x="14" y="80"/>
                    </a:cubicBezTo>
                    <a:cubicBezTo>
                      <a:pt x="18" y="80"/>
                      <a:pt x="21" y="83"/>
                      <a:pt x="21" y="87"/>
                    </a:cubicBezTo>
                    <a:cubicBezTo>
                      <a:pt x="21" y="91"/>
                      <a:pt x="18" y="94"/>
                      <a:pt x="14" y="94"/>
                    </a:cubicBezTo>
                    <a:close/>
                    <a:moveTo>
                      <a:pt x="24" y="54"/>
                    </a:moveTo>
                    <a:cubicBezTo>
                      <a:pt x="24" y="55"/>
                      <a:pt x="24" y="55"/>
                      <a:pt x="23" y="55"/>
                    </a:cubicBezTo>
                    <a:cubicBezTo>
                      <a:pt x="5" y="55"/>
                      <a:pt x="5" y="55"/>
                      <a:pt x="5" y="55"/>
                    </a:cubicBezTo>
                    <a:cubicBezTo>
                      <a:pt x="5" y="55"/>
                      <a:pt x="4" y="55"/>
                      <a:pt x="4" y="54"/>
                    </a:cubicBezTo>
                    <a:cubicBezTo>
                      <a:pt x="4" y="6"/>
                      <a:pt x="4" y="6"/>
                      <a:pt x="4" y="6"/>
                    </a:cubicBezTo>
                    <a:cubicBezTo>
                      <a:pt x="4" y="6"/>
                      <a:pt x="5" y="5"/>
                      <a:pt x="5" y="5"/>
                    </a:cubicBezTo>
                    <a:cubicBezTo>
                      <a:pt x="23" y="5"/>
                      <a:pt x="23" y="5"/>
                      <a:pt x="23" y="5"/>
                    </a:cubicBezTo>
                    <a:cubicBezTo>
                      <a:pt x="24" y="5"/>
                      <a:pt x="24" y="6"/>
                      <a:pt x="24" y="6"/>
                    </a:cubicBezTo>
                    <a:lnTo>
                      <a:pt x="24"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67" name="Freeform 67"/>
              <p:cNvSpPr>
                <a:spLocks/>
              </p:cNvSpPr>
              <p:nvPr/>
            </p:nvSpPr>
            <p:spPr bwMode="auto">
              <a:xfrm>
                <a:off x="1866901" y="1436688"/>
                <a:ext cx="53975" cy="14287"/>
              </a:xfrm>
              <a:custGeom>
                <a:avLst/>
                <a:gdLst>
                  <a:gd name="T0" fmla="*/ 14 w 14"/>
                  <a:gd name="T1" fmla="*/ 3 h 4"/>
                  <a:gd name="T2" fmla="*/ 14 w 14"/>
                  <a:gd name="T3" fmla="*/ 4 h 4"/>
                  <a:gd name="T4" fmla="*/ 0 w 14"/>
                  <a:gd name="T5" fmla="*/ 4 h 4"/>
                  <a:gd name="T6" fmla="*/ 0 w 14"/>
                  <a:gd name="T7" fmla="*/ 3 h 4"/>
                  <a:gd name="T8" fmla="*/ 0 w 14"/>
                  <a:gd name="T9" fmla="*/ 1 h 4"/>
                  <a:gd name="T10" fmla="*/ 0 w 14"/>
                  <a:gd name="T11" fmla="*/ 0 h 4"/>
                  <a:gd name="T12" fmla="*/ 14 w 14"/>
                  <a:gd name="T13" fmla="*/ 0 h 4"/>
                  <a:gd name="T14" fmla="*/ 14 w 14"/>
                  <a:gd name="T15" fmla="*/ 1 h 4"/>
                  <a:gd name="T16" fmla="*/ 14 w 14"/>
                  <a:gd name="T17"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4">
                    <a:moveTo>
                      <a:pt x="14" y="3"/>
                    </a:moveTo>
                    <a:cubicBezTo>
                      <a:pt x="14" y="3"/>
                      <a:pt x="14" y="4"/>
                      <a:pt x="14" y="4"/>
                    </a:cubicBezTo>
                    <a:cubicBezTo>
                      <a:pt x="0" y="4"/>
                      <a:pt x="0" y="4"/>
                      <a:pt x="0" y="4"/>
                    </a:cubicBezTo>
                    <a:cubicBezTo>
                      <a:pt x="0" y="4"/>
                      <a:pt x="0" y="3"/>
                      <a:pt x="0" y="3"/>
                    </a:cubicBezTo>
                    <a:cubicBezTo>
                      <a:pt x="0" y="1"/>
                      <a:pt x="0" y="1"/>
                      <a:pt x="0" y="1"/>
                    </a:cubicBezTo>
                    <a:cubicBezTo>
                      <a:pt x="0" y="0"/>
                      <a:pt x="0" y="0"/>
                      <a:pt x="0" y="0"/>
                    </a:cubicBezTo>
                    <a:cubicBezTo>
                      <a:pt x="14" y="0"/>
                      <a:pt x="14" y="0"/>
                      <a:pt x="14" y="0"/>
                    </a:cubicBezTo>
                    <a:cubicBezTo>
                      <a:pt x="14" y="0"/>
                      <a:pt x="14" y="0"/>
                      <a:pt x="14" y="1"/>
                    </a:cubicBezTo>
                    <a:lnTo>
                      <a:pt x="14"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68" name="Freeform 68"/>
              <p:cNvSpPr>
                <a:spLocks/>
              </p:cNvSpPr>
              <p:nvPr/>
            </p:nvSpPr>
            <p:spPr bwMode="auto">
              <a:xfrm>
                <a:off x="1866901" y="1455738"/>
                <a:ext cx="57150" cy="14287"/>
              </a:xfrm>
              <a:custGeom>
                <a:avLst/>
                <a:gdLst>
                  <a:gd name="T0" fmla="*/ 15 w 15"/>
                  <a:gd name="T1" fmla="*/ 3 h 4"/>
                  <a:gd name="T2" fmla="*/ 14 w 15"/>
                  <a:gd name="T3" fmla="*/ 4 h 4"/>
                  <a:gd name="T4" fmla="*/ 0 w 15"/>
                  <a:gd name="T5" fmla="*/ 4 h 4"/>
                  <a:gd name="T6" fmla="*/ 0 w 15"/>
                  <a:gd name="T7" fmla="*/ 3 h 4"/>
                  <a:gd name="T8" fmla="*/ 0 w 15"/>
                  <a:gd name="T9" fmla="*/ 1 h 4"/>
                  <a:gd name="T10" fmla="*/ 0 w 15"/>
                  <a:gd name="T11" fmla="*/ 0 h 4"/>
                  <a:gd name="T12" fmla="*/ 14 w 15"/>
                  <a:gd name="T13" fmla="*/ 0 h 4"/>
                  <a:gd name="T14" fmla="*/ 15 w 15"/>
                  <a:gd name="T15" fmla="*/ 1 h 4"/>
                  <a:gd name="T16" fmla="*/ 15 w 15"/>
                  <a:gd name="T17"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4">
                    <a:moveTo>
                      <a:pt x="15" y="3"/>
                    </a:moveTo>
                    <a:cubicBezTo>
                      <a:pt x="15" y="3"/>
                      <a:pt x="14" y="4"/>
                      <a:pt x="14" y="4"/>
                    </a:cubicBezTo>
                    <a:cubicBezTo>
                      <a:pt x="0" y="4"/>
                      <a:pt x="0" y="4"/>
                      <a:pt x="0" y="4"/>
                    </a:cubicBezTo>
                    <a:cubicBezTo>
                      <a:pt x="0" y="4"/>
                      <a:pt x="0" y="3"/>
                      <a:pt x="0" y="3"/>
                    </a:cubicBezTo>
                    <a:cubicBezTo>
                      <a:pt x="0" y="1"/>
                      <a:pt x="0" y="1"/>
                      <a:pt x="0" y="1"/>
                    </a:cubicBezTo>
                    <a:cubicBezTo>
                      <a:pt x="0" y="0"/>
                      <a:pt x="0" y="0"/>
                      <a:pt x="0" y="0"/>
                    </a:cubicBezTo>
                    <a:cubicBezTo>
                      <a:pt x="14" y="0"/>
                      <a:pt x="14" y="0"/>
                      <a:pt x="14" y="0"/>
                    </a:cubicBezTo>
                    <a:cubicBezTo>
                      <a:pt x="14" y="0"/>
                      <a:pt x="15" y="0"/>
                      <a:pt x="15" y="1"/>
                    </a:cubicBezTo>
                    <a:lnTo>
                      <a:pt x="15"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69" name="Freeform 69"/>
              <p:cNvSpPr>
                <a:spLocks noEditPoints="1"/>
              </p:cNvSpPr>
              <p:nvPr/>
            </p:nvSpPr>
            <p:spPr bwMode="auto">
              <a:xfrm>
                <a:off x="1954213" y="1390650"/>
                <a:ext cx="257175" cy="371475"/>
              </a:xfrm>
              <a:custGeom>
                <a:avLst/>
                <a:gdLst>
                  <a:gd name="T0" fmla="*/ 23 w 68"/>
                  <a:gd name="T1" fmla="*/ 0 h 98"/>
                  <a:gd name="T2" fmla="*/ 0 w 68"/>
                  <a:gd name="T3" fmla="*/ 12 h 98"/>
                  <a:gd name="T4" fmla="*/ 0 w 68"/>
                  <a:gd name="T5" fmla="*/ 13 h 98"/>
                  <a:gd name="T6" fmla="*/ 44 w 68"/>
                  <a:gd name="T7" fmla="*/ 97 h 98"/>
                  <a:gd name="T8" fmla="*/ 45 w 68"/>
                  <a:gd name="T9" fmla="*/ 98 h 98"/>
                  <a:gd name="T10" fmla="*/ 67 w 68"/>
                  <a:gd name="T11" fmla="*/ 86 h 98"/>
                  <a:gd name="T12" fmla="*/ 68 w 68"/>
                  <a:gd name="T13" fmla="*/ 85 h 98"/>
                  <a:gd name="T14" fmla="*/ 24 w 68"/>
                  <a:gd name="T15" fmla="*/ 0 h 98"/>
                  <a:gd name="T16" fmla="*/ 23 w 68"/>
                  <a:gd name="T17" fmla="*/ 0 h 98"/>
                  <a:gd name="T18" fmla="*/ 54 w 68"/>
                  <a:gd name="T19" fmla="*/ 89 h 98"/>
                  <a:gd name="T20" fmla="*/ 45 w 68"/>
                  <a:gd name="T21" fmla="*/ 86 h 98"/>
                  <a:gd name="T22" fmla="*/ 48 w 68"/>
                  <a:gd name="T23" fmla="*/ 77 h 98"/>
                  <a:gd name="T24" fmla="*/ 57 w 68"/>
                  <a:gd name="T25" fmla="*/ 80 h 98"/>
                  <a:gd name="T26" fmla="*/ 54 w 68"/>
                  <a:gd name="T27" fmla="*/ 89 h 98"/>
                  <a:gd name="T28" fmla="*/ 45 w 68"/>
                  <a:gd name="T29" fmla="*/ 49 h 98"/>
                  <a:gd name="T30" fmla="*/ 45 w 68"/>
                  <a:gd name="T31" fmla="*/ 50 h 98"/>
                  <a:gd name="T32" fmla="*/ 29 w 68"/>
                  <a:gd name="T33" fmla="*/ 59 h 98"/>
                  <a:gd name="T34" fmla="*/ 28 w 68"/>
                  <a:gd name="T35" fmla="*/ 58 h 98"/>
                  <a:gd name="T36" fmla="*/ 6 w 68"/>
                  <a:gd name="T37" fmla="*/ 15 h 98"/>
                  <a:gd name="T38" fmla="*/ 6 w 68"/>
                  <a:gd name="T39" fmla="*/ 14 h 98"/>
                  <a:gd name="T40" fmla="*/ 22 w 68"/>
                  <a:gd name="T41" fmla="*/ 6 h 98"/>
                  <a:gd name="T42" fmla="*/ 23 w 68"/>
                  <a:gd name="T43" fmla="*/ 6 h 98"/>
                  <a:gd name="T44" fmla="*/ 45 w 68"/>
                  <a:gd name="T45" fmla="*/ 49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8" h="98">
                    <a:moveTo>
                      <a:pt x="23" y="0"/>
                    </a:moveTo>
                    <a:cubicBezTo>
                      <a:pt x="0" y="12"/>
                      <a:pt x="0" y="12"/>
                      <a:pt x="0" y="12"/>
                    </a:cubicBezTo>
                    <a:cubicBezTo>
                      <a:pt x="0" y="12"/>
                      <a:pt x="0" y="12"/>
                      <a:pt x="0" y="13"/>
                    </a:cubicBezTo>
                    <a:cubicBezTo>
                      <a:pt x="44" y="97"/>
                      <a:pt x="44" y="97"/>
                      <a:pt x="44" y="97"/>
                    </a:cubicBezTo>
                    <a:cubicBezTo>
                      <a:pt x="44" y="98"/>
                      <a:pt x="44" y="98"/>
                      <a:pt x="45" y="98"/>
                    </a:cubicBezTo>
                    <a:cubicBezTo>
                      <a:pt x="67" y="86"/>
                      <a:pt x="67" y="86"/>
                      <a:pt x="67" y="86"/>
                    </a:cubicBezTo>
                    <a:cubicBezTo>
                      <a:pt x="68" y="86"/>
                      <a:pt x="68" y="85"/>
                      <a:pt x="68" y="85"/>
                    </a:cubicBezTo>
                    <a:cubicBezTo>
                      <a:pt x="24" y="0"/>
                      <a:pt x="24" y="0"/>
                      <a:pt x="24" y="0"/>
                    </a:cubicBezTo>
                    <a:cubicBezTo>
                      <a:pt x="24" y="0"/>
                      <a:pt x="23" y="0"/>
                      <a:pt x="23" y="0"/>
                    </a:cubicBezTo>
                    <a:close/>
                    <a:moveTo>
                      <a:pt x="54" y="89"/>
                    </a:moveTo>
                    <a:cubicBezTo>
                      <a:pt x="51" y="90"/>
                      <a:pt x="47" y="89"/>
                      <a:pt x="45" y="86"/>
                    </a:cubicBezTo>
                    <a:cubicBezTo>
                      <a:pt x="44" y="83"/>
                      <a:pt x="45" y="79"/>
                      <a:pt x="48" y="77"/>
                    </a:cubicBezTo>
                    <a:cubicBezTo>
                      <a:pt x="52" y="75"/>
                      <a:pt x="56" y="76"/>
                      <a:pt x="57" y="80"/>
                    </a:cubicBezTo>
                    <a:cubicBezTo>
                      <a:pt x="59" y="83"/>
                      <a:pt x="58" y="87"/>
                      <a:pt x="54" y="89"/>
                    </a:cubicBezTo>
                    <a:close/>
                    <a:moveTo>
                      <a:pt x="45" y="49"/>
                    </a:moveTo>
                    <a:cubicBezTo>
                      <a:pt x="46" y="50"/>
                      <a:pt x="45" y="50"/>
                      <a:pt x="45" y="50"/>
                    </a:cubicBezTo>
                    <a:cubicBezTo>
                      <a:pt x="29" y="59"/>
                      <a:pt x="29" y="59"/>
                      <a:pt x="29" y="59"/>
                    </a:cubicBezTo>
                    <a:cubicBezTo>
                      <a:pt x="29" y="59"/>
                      <a:pt x="28" y="59"/>
                      <a:pt x="28" y="58"/>
                    </a:cubicBezTo>
                    <a:cubicBezTo>
                      <a:pt x="6" y="15"/>
                      <a:pt x="6" y="15"/>
                      <a:pt x="6" y="15"/>
                    </a:cubicBezTo>
                    <a:cubicBezTo>
                      <a:pt x="6" y="15"/>
                      <a:pt x="6" y="14"/>
                      <a:pt x="6" y="14"/>
                    </a:cubicBezTo>
                    <a:cubicBezTo>
                      <a:pt x="22" y="6"/>
                      <a:pt x="22" y="6"/>
                      <a:pt x="22" y="6"/>
                    </a:cubicBezTo>
                    <a:cubicBezTo>
                      <a:pt x="22" y="6"/>
                      <a:pt x="23" y="6"/>
                      <a:pt x="23" y="6"/>
                    </a:cubicBezTo>
                    <a:lnTo>
                      <a:pt x="45"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70" name="Freeform 70"/>
              <p:cNvSpPr>
                <a:spLocks/>
              </p:cNvSpPr>
              <p:nvPr/>
            </p:nvSpPr>
            <p:spPr bwMode="auto">
              <a:xfrm>
                <a:off x="1995488" y="1439863"/>
                <a:ext cx="52388" cy="38100"/>
              </a:xfrm>
              <a:custGeom>
                <a:avLst/>
                <a:gdLst>
                  <a:gd name="T0" fmla="*/ 14 w 14"/>
                  <a:gd name="T1" fmla="*/ 2 h 10"/>
                  <a:gd name="T2" fmla="*/ 14 w 14"/>
                  <a:gd name="T3" fmla="*/ 3 h 10"/>
                  <a:gd name="T4" fmla="*/ 2 w 14"/>
                  <a:gd name="T5" fmla="*/ 9 h 10"/>
                  <a:gd name="T6" fmla="*/ 1 w 14"/>
                  <a:gd name="T7" fmla="*/ 9 h 10"/>
                  <a:gd name="T8" fmla="*/ 0 w 14"/>
                  <a:gd name="T9" fmla="*/ 7 h 10"/>
                  <a:gd name="T10" fmla="*/ 0 w 14"/>
                  <a:gd name="T11" fmla="*/ 6 h 10"/>
                  <a:gd name="T12" fmla="*/ 12 w 14"/>
                  <a:gd name="T13" fmla="*/ 0 h 10"/>
                  <a:gd name="T14" fmla="*/ 13 w 14"/>
                  <a:gd name="T15" fmla="*/ 0 h 10"/>
                  <a:gd name="T16" fmla="*/ 14 w 14"/>
                  <a:gd name="T17"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0">
                    <a:moveTo>
                      <a:pt x="14" y="2"/>
                    </a:moveTo>
                    <a:cubicBezTo>
                      <a:pt x="14" y="3"/>
                      <a:pt x="14" y="3"/>
                      <a:pt x="14" y="3"/>
                    </a:cubicBezTo>
                    <a:cubicBezTo>
                      <a:pt x="2" y="9"/>
                      <a:pt x="2" y="9"/>
                      <a:pt x="2" y="9"/>
                    </a:cubicBezTo>
                    <a:cubicBezTo>
                      <a:pt x="1" y="10"/>
                      <a:pt x="1" y="9"/>
                      <a:pt x="1" y="9"/>
                    </a:cubicBezTo>
                    <a:cubicBezTo>
                      <a:pt x="0" y="7"/>
                      <a:pt x="0" y="7"/>
                      <a:pt x="0" y="7"/>
                    </a:cubicBezTo>
                    <a:cubicBezTo>
                      <a:pt x="0" y="7"/>
                      <a:pt x="0" y="6"/>
                      <a:pt x="0" y="6"/>
                    </a:cubicBezTo>
                    <a:cubicBezTo>
                      <a:pt x="12" y="0"/>
                      <a:pt x="12" y="0"/>
                      <a:pt x="12" y="0"/>
                    </a:cubicBezTo>
                    <a:cubicBezTo>
                      <a:pt x="12" y="0"/>
                      <a:pt x="13" y="0"/>
                      <a:pt x="13" y="0"/>
                    </a:cubicBezTo>
                    <a:lnTo>
                      <a:pt x="14"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71" name="Freeform 71"/>
              <p:cNvSpPr>
                <a:spLocks/>
              </p:cNvSpPr>
              <p:nvPr/>
            </p:nvSpPr>
            <p:spPr bwMode="auto">
              <a:xfrm>
                <a:off x="2003426" y="1455738"/>
                <a:ext cx="57150" cy="38100"/>
              </a:xfrm>
              <a:custGeom>
                <a:avLst/>
                <a:gdLst>
                  <a:gd name="T0" fmla="*/ 14 w 15"/>
                  <a:gd name="T1" fmla="*/ 3 h 10"/>
                  <a:gd name="T2" fmla="*/ 14 w 15"/>
                  <a:gd name="T3" fmla="*/ 4 h 10"/>
                  <a:gd name="T4" fmla="*/ 2 w 15"/>
                  <a:gd name="T5" fmla="*/ 10 h 10"/>
                  <a:gd name="T6" fmla="*/ 1 w 15"/>
                  <a:gd name="T7" fmla="*/ 9 h 10"/>
                  <a:gd name="T8" fmla="*/ 0 w 15"/>
                  <a:gd name="T9" fmla="*/ 8 h 10"/>
                  <a:gd name="T10" fmla="*/ 1 w 15"/>
                  <a:gd name="T11" fmla="*/ 6 h 10"/>
                  <a:gd name="T12" fmla="*/ 12 w 15"/>
                  <a:gd name="T13" fmla="*/ 0 h 10"/>
                  <a:gd name="T14" fmla="*/ 13 w 15"/>
                  <a:gd name="T15" fmla="*/ 1 h 10"/>
                  <a:gd name="T16" fmla="*/ 14 w 15"/>
                  <a:gd name="T17"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0">
                    <a:moveTo>
                      <a:pt x="14" y="3"/>
                    </a:moveTo>
                    <a:cubicBezTo>
                      <a:pt x="15" y="3"/>
                      <a:pt x="14" y="3"/>
                      <a:pt x="14" y="4"/>
                    </a:cubicBezTo>
                    <a:cubicBezTo>
                      <a:pt x="2" y="10"/>
                      <a:pt x="2" y="10"/>
                      <a:pt x="2" y="10"/>
                    </a:cubicBezTo>
                    <a:cubicBezTo>
                      <a:pt x="2" y="10"/>
                      <a:pt x="1" y="10"/>
                      <a:pt x="1" y="9"/>
                    </a:cubicBezTo>
                    <a:cubicBezTo>
                      <a:pt x="0" y="8"/>
                      <a:pt x="0" y="8"/>
                      <a:pt x="0" y="8"/>
                    </a:cubicBezTo>
                    <a:cubicBezTo>
                      <a:pt x="0" y="7"/>
                      <a:pt x="0" y="7"/>
                      <a:pt x="1" y="6"/>
                    </a:cubicBezTo>
                    <a:cubicBezTo>
                      <a:pt x="12" y="0"/>
                      <a:pt x="12" y="0"/>
                      <a:pt x="12" y="0"/>
                    </a:cubicBezTo>
                    <a:cubicBezTo>
                      <a:pt x="13" y="0"/>
                      <a:pt x="13" y="0"/>
                      <a:pt x="13" y="1"/>
                    </a:cubicBezTo>
                    <a:lnTo>
                      <a:pt x="14"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grpSp>
        <p:sp>
          <p:nvSpPr>
            <p:cNvPr id="62" name="文本框 61"/>
            <p:cNvSpPr txBox="1"/>
            <p:nvPr/>
          </p:nvSpPr>
          <p:spPr>
            <a:xfrm>
              <a:off x="7643046" y="2503487"/>
              <a:ext cx="592469" cy="538780"/>
            </a:xfrm>
            <a:prstGeom prst="rect">
              <a:avLst/>
            </a:prstGeom>
            <a:noFill/>
          </p:spPr>
          <p:txBody>
            <a:bodyPr wrap="none" rtlCol="0">
              <a:spAutoFit/>
            </a:bodyPr>
            <a:lstStyle/>
            <a:p>
              <a:r>
                <a:rPr lang="zh-CN" altLang="en-US" sz="1013" dirty="0">
                  <a:solidFill>
                    <a:schemeClr val="tx1">
                      <a:lumMod val="85000"/>
                      <a:lumOff val="15000"/>
                    </a:schemeClr>
                  </a:solidFill>
                  <a:latin typeface="Tahoma" panose="020B0604030504040204" pitchFamily="34" charset="0"/>
                  <a:cs typeface="Tahoma" panose="020B0604030504040204" pitchFamily="34" charset="0"/>
                </a:rPr>
                <a:t>标题</a:t>
              </a:r>
            </a:p>
            <a:p>
              <a:r>
                <a:rPr lang="en-US" altLang="zh-CN" sz="1013" dirty="0">
                  <a:solidFill>
                    <a:srgbClr val="859291"/>
                  </a:solidFill>
                  <a:latin typeface="Tahoma" panose="020B0604030504040204" pitchFamily="34" charset="0"/>
                  <a:ea typeface="Tahoma" panose="020B0604030504040204" pitchFamily="34" charset="0"/>
                  <a:cs typeface="Tahoma" panose="020B0604030504040204" pitchFamily="34" charset="0"/>
                </a:rPr>
                <a:t>.</a:t>
              </a:r>
              <a:endParaRPr lang="zh-CN" altLang="en-US" sz="1013" dirty="0">
                <a:solidFill>
                  <a:srgbClr val="859291"/>
                </a:solidFill>
                <a:latin typeface="Tahoma" panose="020B0604030504040204" pitchFamily="34" charset="0"/>
                <a:cs typeface="Tahoma" panose="020B0604030504040204" pitchFamily="34" charset="0"/>
              </a:endParaRPr>
            </a:p>
          </p:txBody>
        </p:sp>
      </p:grpSp>
      <p:grpSp>
        <p:nvGrpSpPr>
          <p:cNvPr id="72" name="组合 71"/>
          <p:cNvGrpSpPr/>
          <p:nvPr/>
        </p:nvGrpSpPr>
        <p:grpSpPr>
          <a:xfrm>
            <a:off x="2283136" y="2703543"/>
            <a:ext cx="444352" cy="615166"/>
            <a:chOff x="2678145" y="4125103"/>
            <a:chExt cx="592469" cy="820221"/>
          </a:xfrm>
          <a:solidFill>
            <a:srgbClr val="C00000"/>
          </a:solidFill>
        </p:grpSpPr>
        <p:grpSp>
          <p:nvGrpSpPr>
            <p:cNvPr id="73" name="组合 72"/>
            <p:cNvGrpSpPr/>
            <p:nvPr/>
          </p:nvGrpSpPr>
          <p:grpSpPr>
            <a:xfrm>
              <a:off x="2832546" y="4125103"/>
              <a:ext cx="381001" cy="469900"/>
              <a:chOff x="1674813" y="1797050"/>
              <a:chExt cx="381001" cy="469900"/>
            </a:xfrm>
            <a:grpFill/>
          </p:grpSpPr>
          <p:sp>
            <p:nvSpPr>
              <p:cNvPr id="75" name="Freeform 72"/>
              <p:cNvSpPr>
                <a:spLocks noEditPoints="1"/>
              </p:cNvSpPr>
              <p:nvPr/>
            </p:nvSpPr>
            <p:spPr bwMode="auto">
              <a:xfrm>
                <a:off x="1674813" y="1978025"/>
                <a:ext cx="90488" cy="288925"/>
              </a:xfrm>
              <a:custGeom>
                <a:avLst/>
                <a:gdLst>
                  <a:gd name="T0" fmla="*/ 2 w 24"/>
                  <a:gd name="T1" fmla="*/ 0 h 76"/>
                  <a:gd name="T2" fmla="*/ 0 w 24"/>
                  <a:gd name="T3" fmla="*/ 75 h 76"/>
                  <a:gd name="T4" fmla="*/ 2 w 24"/>
                  <a:gd name="T5" fmla="*/ 76 h 76"/>
                  <a:gd name="T6" fmla="*/ 8 w 24"/>
                  <a:gd name="T7" fmla="*/ 66 h 76"/>
                  <a:gd name="T8" fmla="*/ 22 w 24"/>
                  <a:gd name="T9" fmla="*/ 76 h 76"/>
                  <a:gd name="T10" fmla="*/ 24 w 24"/>
                  <a:gd name="T11" fmla="*/ 1 h 76"/>
                  <a:gd name="T12" fmla="*/ 11 w 24"/>
                  <a:gd name="T13" fmla="*/ 60 h 76"/>
                  <a:gd name="T14" fmla="*/ 3 w 24"/>
                  <a:gd name="T15" fmla="*/ 55 h 76"/>
                  <a:gd name="T16" fmla="*/ 11 w 24"/>
                  <a:gd name="T17" fmla="*/ 60 h 76"/>
                  <a:gd name="T18" fmla="*/ 3 w 24"/>
                  <a:gd name="T19" fmla="*/ 51 h 76"/>
                  <a:gd name="T20" fmla="*/ 11 w 24"/>
                  <a:gd name="T21" fmla="*/ 46 h 76"/>
                  <a:gd name="T22" fmla="*/ 11 w 24"/>
                  <a:gd name="T23" fmla="*/ 43 h 76"/>
                  <a:gd name="T24" fmla="*/ 3 w 24"/>
                  <a:gd name="T25" fmla="*/ 38 h 76"/>
                  <a:gd name="T26" fmla="*/ 11 w 24"/>
                  <a:gd name="T27" fmla="*/ 43 h 76"/>
                  <a:gd name="T28" fmla="*/ 3 w 24"/>
                  <a:gd name="T29" fmla="*/ 34 h 76"/>
                  <a:gd name="T30" fmla="*/ 11 w 24"/>
                  <a:gd name="T31" fmla="*/ 29 h 76"/>
                  <a:gd name="T32" fmla="*/ 11 w 24"/>
                  <a:gd name="T33" fmla="*/ 26 h 76"/>
                  <a:gd name="T34" fmla="*/ 3 w 24"/>
                  <a:gd name="T35" fmla="*/ 21 h 76"/>
                  <a:gd name="T36" fmla="*/ 11 w 24"/>
                  <a:gd name="T37" fmla="*/ 26 h 76"/>
                  <a:gd name="T38" fmla="*/ 3 w 24"/>
                  <a:gd name="T39" fmla="*/ 17 h 76"/>
                  <a:gd name="T40" fmla="*/ 11 w 24"/>
                  <a:gd name="T41" fmla="*/ 12 h 76"/>
                  <a:gd name="T42" fmla="*/ 11 w 24"/>
                  <a:gd name="T43" fmla="*/ 9 h 76"/>
                  <a:gd name="T44" fmla="*/ 3 w 24"/>
                  <a:gd name="T45" fmla="*/ 3 h 76"/>
                  <a:gd name="T46" fmla="*/ 11 w 24"/>
                  <a:gd name="T47" fmla="*/ 9 h 76"/>
                  <a:gd name="T48" fmla="*/ 13 w 24"/>
                  <a:gd name="T49" fmla="*/ 60 h 76"/>
                  <a:gd name="T50" fmla="*/ 21 w 24"/>
                  <a:gd name="T51" fmla="*/ 55 h 76"/>
                  <a:gd name="T52" fmla="*/ 21 w 24"/>
                  <a:gd name="T53" fmla="*/ 51 h 76"/>
                  <a:gd name="T54" fmla="*/ 13 w 24"/>
                  <a:gd name="T55" fmla="*/ 46 h 76"/>
                  <a:gd name="T56" fmla="*/ 21 w 24"/>
                  <a:gd name="T57" fmla="*/ 51 h 76"/>
                  <a:gd name="T58" fmla="*/ 13 w 24"/>
                  <a:gd name="T59" fmla="*/ 43 h 76"/>
                  <a:gd name="T60" fmla="*/ 21 w 24"/>
                  <a:gd name="T61" fmla="*/ 38 h 76"/>
                  <a:gd name="T62" fmla="*/ 21 w 24"/>
                  <a:gd name="T63" fmla="*/ 34 h 76"/>
                  <a:gd name="T64" fmla="*/ 13 w 24"/>
                  <a:gd name="T65" fmla="*/ 29 h 76"/>
                  <a:gd name="T66" fmla="*/ 21 w 24"/>
                  <a:gd name="T67" fmla="*/ 34 h 76"/>
                  <a:gd name="T68" fmla="*/ 13 w 24"/>
                  <a:gd name="T69" fmla="*/ 26 h 76"/>
                  <a:gd name="T70" fmla="*/ 21 w 24"/>
                  <a:gd name="T71" fmla="*/ 21 h 76"/>
                  <a:gd name="T72" fmla="*/ 21 w 24"/>
                  <a:gd name="T73" fmla="*/ 17 h 76"/>
                  <a:gd name="T74" fmla="*/ 13 w 24"/>
                  <a:gd name="T75" fmla="*/ 12 h 76"/>
                  <a:gd name="T76" fmla="*/ 21 w 24"/>
                  <a:gd name="T77" fmla="*/ 17 h 76"/>
                  <a:gd name="T78" fmla="*/ 13 w 24"/>
                  <a:gd name="T79" fmla="*/ 9 h 76"/>
                  <a:gd name="T80" fmla="*/ 21 w 24"/>
                  <a:gd name="T81" fmla="*/ 3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 h="76">
                    <a:moveTo>
                      <a:pt x="22" y="0"/>
                    </a:moveTo>
                    <a:cubicBezTo>
                      <a:pt x="2" y="0"/>
                      <a:pt x="2" y="0"/>
                      <a:pt x="2" y="0"/>
                    </a:cubicBezTo>
                    <a:cubicBezTo>
                      <a:pt x="1" y="0"/>
                      <a:pt x="0" y="1"/>
                      <a:pt x="0" y="1"/>
                    </a:cubicBezTo>
                    <a:cubicBezTo>
                      <a:pt x="0" y="75"/>
                      <a:pt x="0" y="75"/>
                      <a:pt x="0" y="75"/>
                    </a:cubicBezTo>
                    <a:cubicBezTo>
                      <a:pt x="0" y="75"/>
                      <a:pt x="1" y="76"/>
                      <a:pt x="2" y="76"/>
                    </a:cubicBezTo>
                    <a:cubicBezTo>
                      <a:pt x="2" y="76"/>
                      <a:pt x="2" y="76"/>
                      <a:pt x="2" y="76"/>
                    </a:cubicBezTo>
                    <a:cubicBezTo>
                      <a:pt x="2" y="66"/>
                      <a:pt x="2" y="66"/>
                      <a:pt x="2" y="66"/>
                    </a:cubicBezTo>
                    <a:cubicBezTo>
                      <a:pt x="8" y="66"/>
                      <a:pt x="8" y="66"/>
                      <a:pt x="8" y="66"/>
                    </a:cubicBezTo>
                    <a:cubicBezTo>
                      <a:pt x="8" y="76"/>
                      <a:pt x="8" y="76"/>
                      <a:pt x="8" y="76"/>
                    </a:cubicBezTo>
                    <a:cubicBezTo>
                      <a:pt x="22" y="76"/>
                      <a:pt x="22" y="76"/>
                      <a:pt x="22" y="76"/>
                    </a:cubicBezTo>
                    <a:cubicBezTo>
                      <a:pt x="23" y="76"/>
                      <a:pt x="24" y="75"/>
                      <a:pt x="24" y="75"/>
                    </a:cubicBezTo>
                    <a:cubicBezTo>
                      <a:pt x="24" y="1"/>
                      <a:pt x="24" y="1"/>
                      <a:pt x="24" y="1"/>
                    </a:cubicBezTo>
                    <a:cubicBezTo>
                      <a:pt x="24" y="1"/>
                      <a:pt x="23" y="0"/>
                      <a:pt x="22" y="0"/>
                    </a:cubicBezTo>
                    <a:close/>
                    <a:moveTo>
                      <a:pt x="11" y="60"/>
                    </a:moveTo>
                    <a:cubicBezTo>
                      <a:pt x="3" y="60"/>
                      <a:pt x="3" y="60"/>
                      <a:pt x="3" y="60"/>
                    </a:cubicBezTo>
                    <a:cubicBezTo>
                      <a:pt x="3" y="55"/>
                      <a:pt x="3" y="55"/>
                      <a:pt x="3" y="55"/>
                    </a:cubicBezTo>
                    <a:cubicBezTo>
                      <a:pt x="11" y="55"/>
                      <a:pt x="11" y="55"/>
                      <a:pt x="11" y="55"/>
                    </a:cubicBezTo>
                    <a:lnTo>
                      <a:pt x="11" y="60"/>
                    </a:lnTo>
                    <a:close/>
                    <a:moveTo>
                      <a:pt x="11" y="51"/>
                    </a:moveTo>
                    <a:cubicBezTo>
                      <a:pt x="3" y="51"/>
                      <a:pt x="3" y="51"/>
                      <a:pt x="3" y="51"/>
                    </a:cubicBezTo>
                    <a:cubicBezTo>
                      <a:pt x="3" y="46"/>
                      <a:pt x="3" y="46"/>
                      <a:pt x="3" y="46"/>
                    </a:cubicBezTo>
                    <a:cubicBezTo>
                      <a:pt x="11" y="46"/>
                      <a:pt x="11" y="46"/>
                      <a:pt x="11" y="46"/>
                    </a:cubicBezTo>
                    <a:lnTo>
                      <a:pt x="11" y="51"/>
                    </a:lnTo>
                    <a:close/>
                    <a:moveTo>
                      <a:pt x="11" y="43"/>
                    </a:moveTo>
                    <a:cubicBezTo>
                      <a:pt x="3" y="43"/>
                      <a:pt x="3" y="43"/>
                      <a:pt x="3" y="43"/>
                    </a:cubicBezTo>
                    <a:cubicBezTo>
                      <a:pt x="3" y="38"/>
                      <a:pt x="3" y="38"/>
                      <a:pt x="3" y="38"/>
                    </a:cubicBezTo>
                    <a:cubicBezTo>
                      <a:pt x="11" y="38"/>
                      <a:pt x="11" y="38"/>
                      <a:pt x="11" y="38"/>
                    </a:cubicBezTo>
                    <a:lnTo>
                      <a:pt x="11" y="43"/>
                    </a:lnTo>
                    <a:close/>
                    <a:moveTo>
                      <a:pt x="11" y="34"/>
                    </a:moveTo>
                    <a:cubicBezTo>
                      <a:pt x="3" y="34"/>
                      <a:pt x="3" y="34"/>
                      <a:pt x="3" y="34"/>
                    </a:cubicBezTo>
                    <a:cubicBezTo>
                      <a:pt x="3" y="29"/>
                      <a:pt x="3" y="29"/>
                      <a:pt x="3" y="29"/>
                    </a:cubicBezTo>
                    <a:cubicBezTo>
                      <a:pt x="11" y="29"/>
                      <a:pt x="11" y="29"/>
                      <a:pt x="11" y="29"/>
                    </a:cubicBezTo>
                    <a:lnTo>
                      <a:pt x="11" y="34"/>
                    </a:lnTo>
                    <a:close/>
                    <a:moveTo>
                      <a:pt x="11" y="26"/>
                    </a:moveTo>
                    <a:cubicBezTo>
                      <a:pt x="3" y="26"/>
                      <a:pt x="3" y="26"/>
                      <a:pt x="3" y="26"/>
                    </a:cubicBezTo>
                    <a:cubicBezTo>
                      <a:pt x="3" y="21"/>
                      <a:pt x="3" y="21"/>
                      <a:pt x="3" y="21"/>
                    </a:cubicBezTo>
                    <a:cubicBezTo>
                      <a:pt x="11" y="21"/>
                      <a:pt x="11" y="21"/>
                      <a:pt x="11" y="21"/>
                    </a:cubicBezTo>
                    <a:lnTo>
                      <a:pt x="11" y="26"/>
                    </a:lnTo>
                    <a:close/>
                    <a:moveTo>
                      <a:pt x="11" y="17"/>
                    </a:moveTo>
                    <a:cubicBezTo>
                      <a:pt x="3" y="17"/>
                      <a:pt x="3" y="17"/>
                      <a:pt x="3" y="17"/>
                    </a:cubicBezTo>
                    <a:cubicBezTo>
                      <a:pt x="3" y="12"/>
                      <a:pt x="3" y="12"/>
                      <a:pt x="3" y="12"/>
                    </a:cubicBezTo>
                    <a:cubicBezTo>
                      <a:pt x="11" y="12"/>
                      <a:pt x="11" y="12"/>
                      <a:pt x="11" y="12"/>
                    </a:cubicBezTo>
                    <a:lnTo>
                      <a:pt x="11" y="17"/>
                    </a:lnTo>
                    <a:close/>
                    <a:moveTo>
                      <a:pt x="11" y="9"/>
                    </a:moveTo>
                    <a:cubicBezTo>
                      <a:pt x="3" y="9"/>
                      <a:pt x="3" y="9"/>
                      <a:pt x="3" y="9"/>
                    </a:cubicBezTo>
                    <a:cubicBezTo>
                      <a:pt x="3" y="3"/>
                      <a:pt x="3" y="3"/>
                      <a:pt x="3" y="3"/>
                    </a:cubicBezTo>
                    <a:cubicBezTo>
                      <a:pt x="11" y="3"/>
                      <a:pt x="11" y="3"/>
                      <a:pt x="11" y="3"/>
                    </a:cubicBezTo>
                    <a:lnTo>
                      <a:pt x="11" y="9"/>
                    </a:lnTo>
                    <a:close/>
                    <a:moveTo>
                      <a:pt x="21" y="60"/>
                    </a:moveTo>
                    <a:cubicBezTo>
                      <a:pt x="13" y="60"/>
                      <a:pt x="13" y="60"/>
                      <a:pt x="13" y="60"/>
                    </a:cubicBezTo>
                    <a:cubicBezTo>
                      <a:pt x="13" y="55"/>
                      <a:pt x="13" y="55"/>
                      <a:pt x="13" y="55"/>
                    </a:cubicBezTo>
                    <a:cubicBezTo>
                      <a:pt x="21" y="55"/>
                      <a:pt x="21" y="55"/>
                      <a:pt x="21" y="55"/>
                    </a:cubicBezTo>
                    <a:lnTo>
                      <a:pt x="21" y="60"/>
                    </a:lnTo>
                    <a:close/>
                    <a:moveTo>
                      <a:pt x="21" y="51"/>
                    </a:moveTo>
                    <a:cubicBezTo>
                      <a:pt x="13" y="51"/>
                      <a:pt x="13" y="51"/>
                      <a:pt x="13" y="51"/>
                    </a:cubicBezTo>
                    <a:cubicBezTo>
                      <a:pt x="13" y="46"/>
                      <a:pt x="13" y="46"/>
                      <a:pt x="13" y="46"/>
                    </a:cubicBezTo>
                    <a:cubicBezTo>
                      <a:pt x="21" y="46"/>
                      <a:pt x="21" y="46"/>
                      <a:pt x="21" y="46"/>
                    </a:cubicBezTo>
                    <a:lnTo>
                      <a:pt x="21" y="51"/>
                    </a:lnTo>
                    <a:close/>
                    <a:moveTo>
                      <a:pt x="21" y="43"/>
                    </a:moveTo>
                    <a:cubicBezTo>
                      <a:pt x="13" y="43"/>
                      <a:pt x="13" y="43"/>
                      <a:pt x="13" y="43"/>
                    </a:cubicBezTo>
                    <a:cubicBezTo>
                      <a:pt x="13" y="38"/>
                      <a:pt x="13" y="38"/>
                      <a:pt x="13" y="38"/>
                    </a:cubicBezTo>
                    <a:cubicBezTo>
                      <a:pt x="21" y="38"/>
                      <a:pt x="21" y="38"/>
                      <a:pt x="21" y="38"/>
                    </a:cubicBezTo>
                    <a:lnTo>
                      <a:pt x="21" y="43"/>
                    </a:lnTo>
                    <a:close/>
                    <a:moveTo>
                      <a:pt x="21" y="34"/>
                    </a:moveTo>
                    <a:cubicBezTo>
                      <a:pt x="13" y="34"/>
                      <a:pt x="13" y="34"/>
                      <a:pt x="13" y="34"/>
                    </a:cubicBezTo>
                    <a:cubicBezTo>
                      <a:pt x="13" y="29"/>
                      <a:pt x="13" y="29"/>
                      <a:pt x="13" y="29"/>
                    </a:cubicBezTo>
                    <a:cubicBezTo>
                      <a:pt x="21" y="29"/>
                      <a:pt x="21" y="29"/>
                      <a:pt x="21" y="29"/>
                    </a:cubicBezTo>
                    <a:lnTo>
                      <a:pt x="21" y="34"/>
                    </a:lnTo>
                    <a:close/>
                    <a:moveTo>
                      <a:pt x="21" y="26"/>
                    </a:moveTo>
                    <a:cubicBezTo>
                      <a:pt x="13" y="26"/>
                      <a:pt x="13" y="26"/>
                      <a:pt x="13" y="26"/>
                    </a:cubicBezTo>
                    <a:cubicBezTo>
                      <a:pt x="13" y="21"/>
                      <a:pt x="13" y="21"/>
                      <a:pt x="13" y="21"/>
                    </a:cubicBezTo>
                    <a:cubicBezTo>
                      <a:pt x="21" y="21"/>
                      <a:pt x="21" y="21"/>
                      <a:pt x="21" y="21"/>
                    </a:cubicBezTo>
                    <a:lnTo>
                      <a:pt x="21" y="26"/>
                    </a:lnTo>
                    <a:close/>
                    <a:moveTo>
                      <a:pt x="21" y="17"/>
                    </a:moveTo>
                    <a:cubicBezTo>
                      <a:pt x="13" y="17"/>
                      <a:pt x="13" y="17"/>
                      <a:pt x="13" y="17"/>
                    </a:cubicBezTo>
                    <a:cubicBezTo>
                      <a:pt x="13" y="12"/>
                      <a:pt x="13" y="12"/>
                      <a:pt x="13" y="12"/>
                    </a:cubicBezTo>
                    <a:cubicBezTo>
                      <a:pt x="21" y="12"/>
                      <a:pt x="21" y="12"/>
                      <a:pt x="21" y="12"/>
                    </a:cubicBezTo>
                    <a:lnTo>
                      <a:pt x="21" y="17"/>
                    </a:lnTo>
                    <a:close/>
                    <a:moveTo>
                      <a:pt x="21" y="9"/>
                    </a:moveTo>
                    <a:cubicBezTo>
                      <a:pt x="13" y="9"/>
                      <a:pt x="13" y="9"/>
                      <a:pt x="13" y="9"/>
                    </a:cubicBezTo>
                    <a:cubicBezTo>
                      <a:pt x="13" y="3"/>
                      <a:pt x="13" y="3"/>
                      <a:pt x="13" y="3"/>
                    </a:cubicBezTo>
                    <a:cubicBezTo>
                      <a:pt x="21" y="3"/>
                      <a:pt x="21" y="3"/>
                      <a:pt x="21" y="3"/>
                    </a:cubicBezTo>
                    <a:lnTo>
                      <a:pt x="21"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76" name="Freeform 73"/>
              <p:cNvSpPr>
                <a:spLocks noEditPoints="1"/>
              </p:cNvSpPr>
              <p:nvPr/>
            </p:nvSpPr>
            <p:spPr bwMode="auto">
              <a:xfrm>
                <a:off x="1927226" y="2100263"/>
                <a:ext cx="128588" cy="166687"/>
              </a:xfrm>
              <a:custGeom>
                <a:avLst/>
                <a:gdLst>
                  <a:gd name="T0" fmla="*/ 33 w 34"/>
                  <a:gd name="T1" fmla="*/ 0 h 44"/>
                  <a:gd name="T2" fmla="*/ 1 w 34"/>
                  <a:gd name="T3" fmla="*/ 0 h 44"/>
                  <a:gd name="T4" fmla="*/ 0 w 34"/>
                  <a:gd name="T5" fmla="*/ 1 h 44"/>
                  <a:gd name="T6" fmla="*/ 0 w 34"/>
                  <a:gd name="T7" fmla="*/ 43 h 44"/>
                  <a:gd name="T8" fmla="*/ 1 w 34"/>
                  <a:gd name="T9" fmla="*/ 44 h 44"/>
                  <a:gd name="T10" fmla="*/ 33 w 34"/>
                  <a:gd name="T11" fmla="*/ 44 h 44"/>
                  <a:gd name="T12" fmla="*/ 34 w 34"/>
                  <a:gd name="T13" fmla="*/ 43 h 44"/>
                  <a:gd name="T14" fmla="*/ 34 w 34"/>
                  <a:gd name="T15" fmla="*/ 1 h 44"/>
                  <a:gd name="T16" fmla="*/ 33 w 34"/>
                  <a:gd name="T17" fmla="*/ 0 h 44"/>
                  <a:gd name="T18" fmla="*/ 15 w 34"/>
                  <a:gd name="T19" fmla="*/ 37 h 44"/>
                  <a:gd name="T20" fmla="*/ 2 w 34"/>
                  <a:gd name="T21" fmla="*/ 37 h 44"/>
                  <a:gd name="T22" fmla="*/ 2 w 34"/>
                  <a:gd name="T23" fmla="*/ 32 h 44"/>
                  <a:gd name="T24" fmla="*/ 15 w 34"/>
                  <a:gd name="T25" fmla="*/ 32 h 44"/>
                  <a:gd name="T26" fmla="*/ 15 w 34"/>
                  <a:gd name="T27" fmla="*/ 37 h 44"/>
                  <a:gd name="T28" fmla="*/ 15 w 34"/>
                  <a:gd name="T29" fmla="*/ 28 h 44"/>
                  <a:gd name="T30" fmla="*/ 2 w 34"/>
                  <a:gd name="T31" fmla="*/ 28 h 44"/>
                  <a:gd name="T32" fmla="*/ 2 w 34"/>
                  <a:gd name="T33" fmla="*/ 22 h 44"/>
                  <a:gd name="T34" fmla="*/ 15 w 34"/>
                  <a:gd name="T35" fmla="*/ 22 h 44"/>
                  <a:gd name="T36" fmla="*/ 15 w 34"/>
                  <a:gd name="T37" fmla="*/ 28 h 44"/>
                  <a:gd name="T38" fmla="*/ 15 w 34"/>
                  <a:gd name="T39" fmla="*/ 18 h 44"/>
                  <a:gd name="T40" fmla="*/ 2 w 34"/>
                  <a:gd name="T41" fmla="*/ 18 h 44"/>
                  <a:gd name="T42" fmla="*/ 2 w 34"/>
                  <a:gd name="T43" fmla="*/ 13 h 44"/>
                  <a:gd name="T44" fmla="*/ 15 w 34"/>
                  <a:gd name="T45" fmla="*/ 13 h 44"/>
                  <a:gd name="T46" fmla="*/ 15 w 34"/>
                  <a:gd name="T47" fmla="*/ 18 h 44"/>
                  <a:gd name="T48" fmla="*/ 15 w 34"/>
                  <a:gd name="T49" fmla="*/ 9 h 44"/>
                  <a:gd name="T50" fmla="*/ 2 w 34"/>
                  <a:gd name="T51" fmla="*/ 9 h 44"/>
                  <a:gd name="T52" fmla="*/ 2 w 34"/>
                  <a:gd name="T53" fmla="*/ 3 h 44"/>
                  <a:gd name="T54" fmla="*/ 15 w 34"/>
                  <a:gd name="T55" fmla="*/ 3 h 44"/>
                  <a:gd name="T56" fmla="*/ 15 w 34"/>
                  <a:gd name="T57" fmla="*/ 9 h 44"/>
                  <a:gd name="T58" fmla="*/ 32 w 34"/>
                  <a:gd name="T59" fmla="*/ 37 h 44"/>
                  <a:gd name="T60" fmla="*/ 19 w 34"/>
                  <a:gd name="T61" fmla="*/ 37 h 44"/>
                  <a:gd name="T62" fmla="*/ 19 w 34"/>
                  <a:gd name="T63" fmla="*/ 32 h 44"/>
                  <a:gd name="T64" fmla="*/ 32 w 34"/>
                  <a:gd name="T65" fmla="*/ 32 h 44"/>
                  <a:gd name="T66" fmla="*/ 32 w 34"/>
                  <a:gd name="T67" fmla="*/ 37 h 44"/>
                  <a:gd name="T68" fmla="*/ 32 w 34"/>
                  <a:gd name="T69" fmla="*/ 28 h 44"/>
                  <a:gd name="T70" fmla="*/ 19 w 34"/>
                  <a:gd name="T71" fmla="*/ 28 h 44"/>
                  <a:gd name="T72" fmla="*/ 19 w 34"/>
                  <a:gd name="T73" fmla="*/ 22 h 44"/>
                  <a:gd name="T74" fmla="*/ 32 w 34"/>
                  <a:gd name="T75" fmla="*/ 22 h 44"/>
                  <a:gd name="T76" fmla="*/ 32 w 34"/>
                  <a:gd name="T77" fmla="*/ 28 h 44"/>
                  <a:gd name="T78" fmla="*/ 32 w 34"/>
                  <a:gd name="T79" fmla="*/ 18 h 44"/>
                  <a:gd name="T80" fmla="*/ 19 w 34"/>
                  <a:gd name="T81" fmla="*/ 18 h 44"/>
                  <a:gd name="T82" fmla="*/ 19 w 34"/>
                  <a:gd name="T83" fmla="*/ 13 h 44"/>
                  <a:gd name="T84" fmla="*/ 32 w 34"/>
                  <a:gd name="T85" fmla="*/ 13 h 44"/>
                  <a:gd name="T86" fmla="*/ 32 w 34"/>
                  <a:gd name="T87" fmla="*/ 18 h 44"/>
                  <a:gd name="T88" fmla="*/ 32 w 34"/>
                  <a:gd name="T89" fmla="*/ 9 h 44"/>
                  <a:gd name="T90" fmla="*/ 19 w 34"/>
                  <a:gd name="T91" fmla="*/ 9 h 44"/>
                  <a:gd name="T92" fmla="*/ 19 w 34"/>
                  <a:gd name="T93" fmla="*/ 3 h 44"/>
                  <a:gd name="T94" fmla="*/ 32 w 34"/>
                  <a:gd name="T95" fmla="*/ 3 h 44"/>
                  <a:gd name="T96" fmla="*/ 32 w 34"/>
                  <a:gd name="T97" fmla="*/ 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4" h="44">
                    <a:moveTo>
                      <a:pt x="33" y="0"/>
                    </a:moveTo>
                    <a:cubicBezTo>
                      <a:pt x="1" y="0"/>
                      <a:pt x="1" y="0"/>
                      <a:pt x="1" y="0"/>
                    </a:cubicBezTo>
                    <a:cubicBezTo>
                      <a:pt x="1" y="0"/>
                      <a:pt x="0" y="1"/>
                      <a:pt x="0" y="1"/>
                    </a:cubicBezTo>
                    <a:cubicBezTo>
                      <a:pt x="0" y="43"/>
                      <a:pt x="0" y="43"/>
                      <a:pt x="0" y="43"/>
                    </a:cubicBezTo>
                    <a:cubicBezTo>
                      <a:pt x="0" y="44"/>
                      <a:pt x="1" y="44"/>
                      <a:pt x="1" y="44"/>
                    </a:cubicBezTo>
                    <a:cubicBezTo>
                      <a:pt x="33" y="44"/>
                      <a:pt x="33" y="44"/>
                      <a:pt x="33" y="44"/>
                    </a:cubicBezTo>
                    <a:cubicBezTo>
                      <a:pt x="33" y="44"/>
                      <a:pt x="34" y="44"/>
                      <a:pt x="34" y="43"/>
                    </a:cubicBezTo>
                    <a:cubicBezTo>
                      <a:pt x="34" y="1"/>
                      <a:pt x="34" y="1"/>
                      <a:pt x="34" y="1"/>
                    </a:cubicBezTo>
                    <a:cubicBezTo>
                      <a:pt x="34" y="1"/>
                      <a:pt x="33" y="0"/>
                      <a:pt x="33" y="0"/>
                    </a:cubicBezTo>
                    <a:close/>
                    <a:moveTo>
                      <a:pt x="15" y="37"/>
                    </a:moveTo>
                    <a:cubicBezTo>
                      <a:pt x="2" y="37"/>
                      <a:pt x="2" y="37"/>
                      <a:pt x="2" y="37"/>
                    </a:cubicBezTo>
                    <a:cubicBezTo>
                      <a:pt x="2" y="32"/>
                      <a:pt x="2" y="32"/>
                      <a:pt x="2" y="32"/>
                    </a:cubicBezTo>
                    <a:cubicBezTo>
                      <a:pt x="15" y="32"/>
                      <a:pt x="15" y="32"/>
                      <a:pt x="15" y="32"/>
                    </a:cubicBezTo>
                    <a:lnTo>
                      <a:pt x="15" y="37"/>
                    </a:lnTo>
                    <a:close/>
                    <a:moveTo>
                      <a:pt x="15" y="28"/>
                    </a:moveTo>
                    <a:cubicBezTo>
                      <a:pt x="2" y="28"/>
                      <a:pt x="2" y="28"/>
                      <a:pt x="2" y="28"/>
                    </a:cubicBezTo>
                    <a:cubicBezTo>
                      <a:pt x="2" y="22"/>
                      <a:pt x="2" y="22"/>
                      <a:pt x="2" y="22"/>
                    </a:cubicBezTo>
                    <a:cubicBezTo>
                      <a:pt x="15" y="22"/>
                      <a:pt x="15" y="22"/>
                      <a:pt x="15" y="22"/>
                    </a:cubicBezTo>
                    <a:lnTo>
                      <a:pt x="15" y="28"/>
                    </a:lnTo>
                    <a:close/>
                    <a:moveTo>
                      <a:pt x="15" y="18"/>
                    </a:moveTo>
                    <a:cubicBezTo>
                      <a:pt x="2" y="18"/>
                      <a:pt x="2" y="18"/>
                      <a:pt x="2" y="18"/>
                    </a:cubicBezTo>
                    <a:cubicBezTo>
                      <a:pt x="2" y="13"/>
                      <a:pt x="2" y="13"/>
                      <a:pt x="2" y="13"/>
                    </a:cubicBezTo>
                    <a:cubicBezTo>
                      <a:pt x="15" y="13"/>
                      <a:pt x="15" y="13"/>
                      <a:pt x="15" y="13"/>
                    </a:cubicBezTo>
                    <a:lnTo>
                      <a:pt x="15" y="18"/>
                    </a:lnTo>
                    <a:close/>
                    <a:moveTo>
                      <a:pt x="15" y="9"/>
                    </a:moveTo>
                    <a:cubicBezTo>
                      <a:pt x="2" y="9"/>
                      <a:pt x="2" y="9"/>
                      <a:pt x="2" y="9"/>
                    </a:cubicBezTo>
                    <a:cubicBezTo>
                      <a:pt x="2" y="3"/>
                      <a:pt x="2" y="3"/>
                      <a:pt x="2" y="3"/>
                    </a:cubicBezTo>
                    <a:cubicBezTo>
                      <a:pt x="15" y="3"/>
                      <a:pt x="15" y="3"/>
                      <a:pt x="15" y="3"/>
                    </a:cubicBezTo>
                    <a:lnTo>
                      <a:pt x="15" y="9"/>
                    </a:lnTo>
                    <a:close/>
                    <a:moveTo>
                      <a:pt x="32" y="37"/>
                    </a:moveTo>
                    <a:cubicBezTo>
                      <a:pt x="19" y="37"/>
                      <a:pt x="19" y="37"/>
                      <a:pt x="19" y="37"/>
                    </a:cubicBezTo>
                    <a:cubicBezTo>
                      <a:pt x="19" y="32"/>
                      <a:pt x="19" y="32"/>
                      <a:pt x="19" y="32"/>
                    </a:cubicBezTo>
                    <a:cubicBezTo>
                      <a:pt x="32" y="32"/>
                      <a:pt x="32" y="32"/>
                      <a:pt x="32" y="32"/>
                    </a:cubicBezTo>
                    <a:lnTo>
                      <a:pt x="32" y="37"/>
                    </a:lnTo>
                    <a:close/>
                    <a:moveTo>
                      <a:pt x="32" y="28"/>
                    </a:moveTo>
                    <a:cubicBezTo>
                      <a:pt x="19" y="28"/>
                      <a:pt x="19" y="28"/>
                      <a:pt x="19" y="28"/>
                    </a:cubicBezTo>
                    <a:cubicBezTo>
                      <a:pt x="19" y="22"/>
                      <a:pt x="19" y="22"/>
                      <a:pt x="19" y="22"/>
                    </a:cubicBezTo>
                    <a:cubicBezTo>
                      <a:pt x="32" y="22"/>
                      <a:pt x="32" y="22"/>
                      <a:pt x="32" y="22"/>
                    </a:cubicBezTo>
                    <a:lnTo>
                      <a:pt x="32" y="28"/>
                    </a:lnTo>
                    <a:close/>
                    <a:moveTo>
                      <a:pt x="32" y="18"/>
                    </a:moveTo>
                    <a:cubicBezTo>
                      <a:pt x="19" y="18"/>
                      <a:pt x="19" y="18"/>
                      <a:pt x="19" y="18"/>
                    </a:cubicBezTo>
                    <a:cubicBezTo>
                      <a:pt x="19" y="13"/>
                      <a:pt x="19" y="13"/>
                      <a:pt x="19" y="13"/>
                    </a:cubicBezTo>
                    <a:cubicBezTo>
                      <a:pt x="32" y="13"/>
                      <a:pt x="32" y="13"/>
                      <a:pt x="32" y="13"/>
                    </a:cubicBezTo>
                    <a:lnTo>
                      <a:pt x="32" y="18"/>
                    </a:lnTo>
                    <a:close/>
                    <a:moveTo>
                      <a:pt x="32" y="9"/>
                    </a:moveTo>
                    <a:cubicBezTo>
                      <a:pt x="19" y="9"/>
                      <a:pt x="19" y="9"/>
                      <a:pt x="19" y="9"/>
                    </a:cubicBezTo>
                    <a:cubicBezTo>
                      <a:pt x="19" y="3"/>
                      <a:pt x="19" y="3"/>
                      <a:pt x="19" y="3"/>
                    </a:cubicBezTo>
                    <a:cubicBezTo>
                      <a:pt x="32" y="3"/>
                      <a:pt x="32" y="3"/>
                      <a:pt x="32" y="3"/>
                    </a:cubicBezTo>
                    <a:lnTo>
                      <a:pt x="32"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77" name="Freeform 74"/>
              <p:cNvSpPr>
                <a:spLocks noEditPoints="1"/>
              </p:cNvSpPr>
              <p:nvPr/>
            </p:nvSpPr>
            <p:spPr bwMode="auto">
              <a:xfrm>
                <a:off x="1781176" y="1797050"/>
                <a:ext cx="131763" cy="469900"/>
              </a:xfrm>
              <a:custGeom>
                <a:avLst/>
                <a:gdLst>
                  <a:gd name="T0" fmla="*/ 23 w 35"/>
                  <a:gd name="T1" fmla="*/ 11 h 124"/>
                  <a:gd name="T2" fmla="*/ 22 w 35"/>
                  <a:gd name="T3" fmla="*/ 0 h 124"/>
                  <a:gd name="T4" fmla="*/ 21 w 35"/>
                  <a:gd name="T5" fmla="*/ 11 h 124"/>
                  <a:gd name="T6" fmla="*/ 8 w 35"/>
                  <a:gd name="T7" fmla="*/ 9 h 124"/>
                  <a:gd name="T8" fmla="*/ 4 w 35"/>
                  <a:gd name="T9" fmla="*/ 7 h 124"/>
                  <a:gd name="T10" fmla="*/ 3 w 35"/>
                  <a:gd name="T11" fmla="*/ 11 h 124"/>
                  <a:gd name="T12" fmla="*/ 0 w 35"/>
                  <a:gd name="T13" fmla="*/ 13 h 124"/>
                  <a:gd name="T14" fmla="*/ 2 w 35"/>
                  <a:gd name="T15" fmla="*/ 124 h 124"/>
                  <a:gd name="T16" fmla="*/ 3 w 35"/>
                  <a:gd name="T17" fmla="*/ 109 h 124"/>
                  <a:gd name="T18" fmla="*/ 12 w 35"/>
                  <a:gd name="T19" fmla="*/ 124 h 124"/>
                  <a:gd name="T20" fmla="*/ 35 w 35"/>
                  <a:gd name="T21" fmla="*/ 122 h 124"/>
                  <a:gd name="T22" fmla="*/ 32 w 35"/>
                  <a:gd name="T23" fmla="*/ 11 h 124"/>
                  <a:gd name="T24" fmla="*/ 4 w 35"/>
                  <a:gd name="T25" fmla="*/ 100 h 124"/>
                  <a:gd name="T26" fmla="*/ 16 w 35"/>
                  <a:gd name="T27" fmla="*/ 93 h 124"/>
                  <a:gd name="T28" fmla="*/ 16 w 35"/>
                  <a:gd name="T29" fmla="*/ 87 h 124"/>
                  <a:gd name="T30" fmla="*/ 4 w 35"/>
                  <a:gd name="T31" fmla="*/ 80 h 124"/>
                  <a:gd name="T32" fmla="*/ 16 w 35"/>
                  <a:gd name="T33" fmla="*/ 87 h 124"/>
                  <a:gd name="T34" fmla="*/ 4 w 35"/>
                  <a:gd name="T35" fmla="*/ 75 h 124"/>
                  <a:gd name="T36" fmla="*/ 16 w 35"/>
                  <a:gd name="T37" fmla="*/ 67 h 124"/>
                  <a:gd name="T38" fmla="*/ 16 w 35"/>
                  <a:gd name="T39" fmla="*/ 62 h 124"/>
                  <a:gd name="T40" fmla="*/ 4 w 35"/>
                  <a:gd name="T41" fmla="*/ 54 h 124"/>
                  <a:gd name="T42" fmla="*/ 16 w 35"/>
                  <a:gd name="T43" fmla="*/ 62 h 124"/>
                  <a:gd name="T44" fmla="*/ 4 w 35"/>
                  <a:gd name="T45" fmla="*/ 49 h 124"/>
                  <a:gd name="T46" fmla="*/ 16 w 35"/>
                  <a:gd name="T47" fmla="*/ 41 h 124"/>
                  <a:gd name="T48" fmla="*/ 16 w 35"/>
                  <a:gd name="T49" fmla="*/ 36 h 124"/>
                  <a:gd name="T50" fmla="*/ 4 w 35"/>
                  <a:gd name="T51" fmla="*/ 29 h 124"/>
                  <a:gd name="T52" fmla="*/ 16 w 35"/>
                  <a:gd name="T53" fmla="*/ 36 h 124"/>
                  <a:gd name="T54" fmla="*/ 4 w 35"/>
                  <a:gd name="T55" fmla="*/ 24 h 124"/>
                  <a:gd name="T56" fmla="*/ 16 w 35"/>
                  <a:gd name="T57" fmla="*/ 16 h 124"/>
                  <a:gd name="T58" fmla="*/ 30 w 35"/>
                  <a:gd name="T59" fmla="*/ 100 h 124"/>
                  <a:gd name="T60" fmla="*/ 18 w 35"/>
                  <a:gd name="T61" fmla="*/ 93 h 124"/>
                  <a:gd name="T62" fmla="*/ 30 w 35"/>
                  <a:gd name="T63" fmla="*/ 100 h 124"/>
                  <a:gd name="T64" fmla="*/ 18 w 35"/>
                  <a:gd name="T65" fmla="*/ 87 h 124"/>
                  <a:gd name="T66" fmla="*/ 30 w 35"/>
                  <a:gd name="T67" fmla="*/ 80 h 124"/>
                  <a:gd name="T68" fmla="*/ 30 w 35"/>
                  <a:gd name="T69" fmla="*/ 75 h 124"/>
                  <a:gd name="T70" fmla="*/ 18 w 35"/>
                  <a:gd name="T71" fmla="*/ 67 h 124"/>
                  <a:gd name="T72" fmla="*/ 30 w 35"/>
                  <a:gd name="T73" fmla="*/ 75 h 124"/>
                  <a:gd name="T74" fmla="*/ 18 w 35"/>
                  <a:gd name="T75" fmla="*/ 62 h 124"/>
                  <a:gd name="T76" fmla="*/ 30 w 35"/>
                  <a:gd name="T77" fmla="*/ 54 h 124"/>
                  <a:gd name="T78" fmla="*/ 30 w 35"/>
                  <a:gd name="T79" fmla="*/ 49 h 124"/>
                  <a:gd name="T80" fmla="*/ 18 w 35"/>
                  <a:gd name="T81" fmla="*/ 41 h 124"/>
                  <a:gd name="T82" fmla="*/ 30 w 35"/>
                  <a:gd name="T83" fmla="*/ 49 h 124"/>
                  <a:gd name="T84" fmla="*/ 18 w 35"/>
                  <a:gd name="T85" fmla="*/ 36 h 124"/>
                  <a:gd name="T86" fmla="*/ 30 w 35"/>
                  <a:gd name="T87" fmla="*/ 29 h 124"/>
                  <a:gd name="T88" fmla="*/ 30 w 35"/>
                  <a:gd name="T89" fmla="*/ 24 h 124"/>
                  <a:gd name="T90" fmla="*/ 18 w 35"/>
                  <a:gd name="T91" fmla="*/ 16 h 124"/>
                  <a:gd name="T92" fmla="*/ 30 w 35"/>
                  <a:gd name="T93" fmla="*/ 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 h="124">
                    <a:moveTo>
                      <a:pt x="32" y="11"/>
                    </a:moveTo>
                    <a:cubicBezTo>
                      <a:pt x="23" y="11"/>
                      <a:pt x="23" y="11"/>
                      <a:pt x="23" y="11"/>
                    </a:cubicBezTo>
                    <a:cubicBezTo>
                      <a:pt x="23" y="1"/>
                      <a:pt x="23" y="1"/>
                      <a:pt x="23" y="1"/>
                    </a:cubicBezTo>
                    <a:cubicBezTo>
                      <a:pt x="23" y="1"/>
                      <a:pt x="22" y="0"/>
                      <a:pt x="22" y="0"/>
                    </a:cubicBezTo>
                    <a:cubicBezTo>
                      <a:pt x="21" y="0"/>
                      <a:pt x="21" y="1"/>
                      <a:pt x="21" y="1"/>
                    </a:cubicBezTo>
                    <a:cubicBezTo>
                      <a:pt x="21" y="11"/>
                      <a:pt x="21" y="11"/>
                      <a:pt x="21" y="11"/>
                    </a:cubicBezTo>
                    <a:cubicBezTo>
                      <a:pt x="8" y="11"/>
                      <a:pt x="8" y="11"/>
                      <a:pt x="8" y="11"/>
                    </a:cubicBezTo>
                    <a:cubicBezTo>
                      <a:pt x="8" y="9"/>
                      <a:pt x="8" y="9"/>
                      <a:pt x="8" y="9"/>
                    </a:cubicBezTo>
                    <a:cubicBezTo>
                      <a:pt x="8" y="8"/>
                      <a:pt x="7" y="7"/>
                      <a:pt x="6" y="7"/>
                    </a:cubicBezTo>
                    <a:cubicBezTo>
                      <a:pt x="4" y="7"/>
                      <a:pt x="4" y="7"/>
                      <a:pt x="4" y="7"/>
                    </a:cubicBezTo>
                    <a:cubicBezTo>
                      <a:pt x="3" y="7"/>
                      <a:pt x="3" y="8"/>
                      <a:pt x="3" y="9"/>
                    </a:cubicBezTo>
                    <a:cubicBezTo>
                      <a:pt x="3" y="11"/>
                      <a:pt x="3" y="11"/>
                      <a:pt x="3" y="11"/>
                    </a:cubicBezTo>
                    <a:cubicBezTo>
                      <a:pt x="2" y="11"/>
                      <a:pt x="2" y="11"/>
                      <a:pt x="2" y="11"/>
                    </a:cubicBezTo>
                    <a:cubicBezTo>
                      <a:pt x="1" y="11"/>
                      <a:pt x="0" y="12"/>
                      <a:pt x="0" y="13"/>
                    </a:cubicBezTo>
                    <a:cubicBezTo>
                      <a:pt x="0" y="122"/>
                      <a:pt x="0" y="122"/>
                      <a:pt x="0" y="122"/>
                    </a:cubicBezTo>
                    <a:cubicBezTo>
                      <a:pt x="0" y="123"/>
                      <a:pt x="1" y="124"/>
                      <a:pt x="2" y="124"/>
                    </a:cubicBezTo>
                    <a:cubicBezTo>
                      <a:pt x="3" y="124"/>
                      <a:pt x="3" y="124"/>
                      <a:pt x="3" y="124"/>
                    </a:cubicBezTo>
                    <a:cubicBezTo>
                      <a:pt x="3" y="109"/>
                      <a:pt x="3" y="109"/>
                      <a:pt x="3" y="109"/>
                    </a:cubicBezTo>
                    <a:cubicBezTo>
                      <a:pt x="12" y="109"/>
                      <a:pt x="12" y="109"/>
                      <a:pt x="12" y="109"/>
                    </a:cubicBezTo>
                    <a:cubicBezTo>
                      <a:pt x="12" y="124"/>
                      <a:pt x="12" y="124"/>
                      <a:pt x="12" y="124"/>
                    </a:cubicBezTo>
                    <a:cubicBezTo>
                      <a:pt x="32" y="124"/>
                      <a:pt x="32" y="124"/>
                      <a:pt x="32" y="124"/>
                    </a:cubicBezTo>
                    <a:cubicBezTo>
                      <a:pt x="34" y="124"/>
                      <a:pt x="35" y="123"/>
                      <a:pt x="35" y="122"/>
                    </a:cubicBezTo>
                    <a:cubicBezTo>
                      <a:pt x="35" y="13"/>
                      <a:pt x="35" y="13"/>
                      <a:pt x="35" y="13"/>
                    </a:cubicBezTo>
                    <a:cubicBezTo>
                      <a:pt x="35" y="12"/>
                      <a:pt x="34" y="11"/>
                      <a:pt x="32" y="11"/>
                    </a:cubicBezTo>
                    <a:close/>
                    <a:moveTo>
                      <a:pt x="16" y="100"/>
                    </a:moveTo>
                    <a:cubicBezTo>
                      <a:pt x="4" y="100"/>
                      <a:pt x="4" y="100"/>
                      <a:pt x="4" y="100"/>
                    </a:cubicBezTo>
                    <a:cubicBezTo>
                      <a:pt x="4" y="93"/>
                      <a:pt x="4" y="93"/>
                      <a:pt x="4" y="93"/>
                    </a:cubicBezTo>
                    <a:cubicBezTo>
                      <a:pt x="16" y="93"/>
                      <a:pt x="16" y="93"/>
                      <a:pt x="16" y="93"/>
                    </a:cubicBezTo>
                    <a:lnTo>
                      <a:pt x="16" y="100"/>
                    </a:lnTo>
                    <a:close/>
                    <a:moveTo>
                      <a:pt x="16" y="87"/>
                    </a:moveTo>
                    <a:cubicBezTo>
                      <a:pt x="4" y="87"/>
                      <a:pt x="4" y="87"/>
                      <a:pt x="4" y="87"/>
                    </a:cubicBezTo>
                    <a:cubicBezTo>
                      <a:pt x="4" y="80"/>
                      <a:pt x="4" y="80"/>
                      <a:pt x="4" y="80"/>
                    </a:cubicBezTo>
                    <a:cubicBezTo>
                      <a:pt x="16" y="80"/>
                      <a:pt x="16" y="80"/>
                      <a:pt x="16" y="80"/>
                    </a:cubicBezTo>
                    <a:lnTo>
                      <a:pt x="16" y="87"/>
                    </a:lnTo>
                    <a:close/>
                    <a:moveTo>
                      <a:pt x="16" y="75"/>
                    </a:moveTo>
                    <a:cubicBezTo>
                      <a:pt x="4" y="75"/>
                      <a:pt x="4" y="75"/>
                      <a:pt x="4" y="75"/>
                    </a:cubicBezTo>
                    <a:cubicBezTo>
                      <a:pt x="4" y="67"/>
                      <a:pt x="4" y="67"/>
                      <a:pt x="4" y="67"/>
                    </a:cubicBezTo>
                    <a:cubicBezTo>
                      <a:pt x="16" y="67"/>
                      <a:pt x="16" y="67"/>
                      <a:pt x="16" y="67"/>
                    </a:cubicBezTo>
                    <a:lnTo>
                      <a:pt x="16" y="75"/>
                    </a:lnTo>
                    <a:close/>
                    <a:moveTo>
                      <a:pt x="16" y="62"/>
                    </a:moveTo>
                    <a:cubicBezTo>
                      <a:pt x="4" y="62"/>
                      <a:pt x="4" y="62"/>
                      <a:pt x="4" y="62"/>
                    </a:cubicBezTo>
                    <a:cubicBezTo>
                      <a:pt x="4" y="54"/>
                      <a:pt x="4" y="54"/>
                      <a:pt x="4" y="54"/>
                    </a:cubicBezTo>
                    <a:cubicBezTo>
                      <a:pt x="16" y="54"/>
                      <a:pt x="16" y="54"/>
                      <a:pt x="16" y="54"/>
                    </a:cubicBezTo>
                    <a:lnTo>
                      <a:pt x="16" y="62"/>
                    </a:lnTo>
                    <a:close/>
                    <a:moveTo>
                      <a:pt x="16" y="49"/>
                    </a:moveTo>
                    <a:cubicBezTo>
                      <a:pt x="4" y="49"/>
                      <a:pt x="4" y="49"/>
                      <a:pt x="4" y="49"/>
                    </a:cubicBezTo>
                    <a:cubicBezTo>
                      <a:pt x="4" y="41"/>
                      <a:pt x="4" y="41"/>
                      <a:pt x="4" y="41"/>
                    </a:cubicBezTo>
                    <a:cubicBezTo>
                      <a:pt x="16" y="41"/>
                      <a:pt x="16" y="41"/>
                      <a:pt x="16" y="41"/>
                    </a:cubicBezTo>
                    <a:lnTo>
                      <a:pt x="16" y="49"/>
                    </a:lnTo>
                    <a:close/>
                    <a:moveTo>
                      <a:pt x="16" y="36"/>
                    </a:moveTo>
                    <a:cubicBezTo>
                      <a:pt x="4" y="36"/>
                      <a:pt x="4" y="36"/>
                      <a:pt x="4" y="36"/>
                    </a:cubicBezTo>
                    <a:cubicBezTo>
                      <a:pt x="4" y="29"/>
                      <a:pt x="4" y="29"/>
                      <a:pt x="4" y="29"/>
                    </a:cubicBezTo>
                    <a:cubicBezTo>
                      <a:pt x="16" y="29"/>
                      <a:pt x="16" y="29"/>
                      <a:pt x="16" y="29"/>
                    </a:cubicBezTo>
                    <a:lnTo>
                      <a:pt x="16" y="36"/>
                    </a:lnTo>
                    <a:close/>
                    <a:moveTo>
                      <a:pt x="16" y="24"/>
                    </a:moveTo>
                    <a:cubicBezTo>
                      <a:pt x="4" y="24"/>
                      <a:pt x="4" y="24"/>
                      <a:pt x="4" y="24"/>
                    </a:cubicBezTo>
                    <a:cubicBezTo>
                      <a:pt x="4" y="16"/>
                      <a:pt x="4" y="16"/>
                      <a:pt x="4" y="16"/>
                    </a:cubicBezTo>
                    <a:cubicBezTo>
                      <a:pt x="16" y="16"/>
                      <a:pt x="16" y="16"/>
                      <a:pt x="16" y="16"/>
                    </a:cubicBezTo>
                    <a:lnTo>
                      <a:pt x="16" y="24"/>
                    </a:lnTo>
                    <a:close/>
                    <a:moveTo>
                      <a:pt x="30" y="100"/>
                    </a:moveTo>
                    <a:cubicBezTo>
                      <a:pt x="18" y="100"/>
                      <a:pt x="18" y="100"/>
                      <a:pt x="18" y="100"/>
                    </a:cubicBezTo>
                    <a:cubicBezTo>
                      <a:pt x="18" y="93"/>
                      <a:pt x="18" y="93"/>
                      <a:pt x="18" y="93"/>
                    </a:cubicBezTo>
                    <a:cubicBezTo>
                      <a:pt x="30" y="93"/>
                      <a:pt x="30" y="93"/>
                      <a:pt x="30" y="93"/>
                    </a:cubicBezTo>
                    <a:lnTo>
                      <a:pt x="30" y="100"/>
                    </a:lnTo>
                    <a:close/>
                    <a:moveTo>
                      <a:pt x="30" y="87"/>
                    </a:moveTo>
                    <a:cubicBezTo>
                      <a:pt x="18" y="87"/>
                      <a:pt x="18" y="87"/>
                      <a:pt x="18" y="87"/>
                    </a:cubicBezTo>
                    <a:cubicBezTo>
                      <a:pt x="18" y="80"/>
                      <a:pt x="18" y="80"/>
                      <a:pt x="18" y="80"/>
                    </a:cubicBezTo>
                    <a:cubicBezTo>
                      <a:pt x="30" y="80"/>
                      <a:pt x="30" y="80"/>
                      <a:pt x="30" y="80"/>
                    </a:cubicBezTo>
                    <a:lnTo>
                      <a:pt x="30" y="87"/>
                    </a:lnTo>
                    <a:close/>
                    <a:moveTo>
                      <a:pt x="30" y="75"/>
                    </a:moveTo>
                    <a:cubicBezTo>
                      <a:pt x="18" y="75"/>
                      <a:pt x="18" y="75"/>
                      <a:pt x="18" y="75"/>
                    </a:cubicBezTo>
                    <a:cubicBezTo>
                      <a:pt x="18" y="67"/>
                      <a:pt x="18" y="67"/>
                      <a:pt x="18" y="67"/>
                    </a:cubicBezTo>
                    <a:cubicBezTo>
                      <a:pt x="30" y="67"/>
                      <a:pt x="30" y="67"/>
                      <a:pt x="30" y="67"/>
                    </a:cubicBezTo>
                    <a:lnTo>
                      <a:pt x="30" y="75"/>
                    </a:lnTo>
                    <a:close/>
                    <a:moveTo>
                      <a:pt x="30" y="62"/>
                    </a:moveTo>
                    <a:cubicBezTo>
                      <a:pt x="18" y="62"/>
                      <a:pt x="18" y="62"/>
                      <a:pt x="18" y="62"/>
                    </a:cubicBezTo>
                    <a:cubicBezTo>
                      <a:pt x="18" y="54"/>
                      <a:pt x="18" y="54"/>
                      <a:pt x="18" y="54"/>
                    </a:cubicBezTo>
                    <a:cubicBezTo>
                      <a:pt x="30" y="54"/>
                      <a:pt x="30" y="54"/>
                      <a:pt x="30" y="54"/>
                    </a:cubicBezTo>
                    <a:lnTo>
                      <a:pt x="30" y="62"/>
                    </a:lnTo>
                    <a:close/>
                    <a:moveTo>
                      <a:pt x="30" y="49"/>
                    </a:moveTo>
                    <a:cubicBezTo>
                      <a:pt x="18" y="49"/>
                      <a:pt x="18" y="49"/>
                      <a:pt x="18" y="49"/>
                    </a:cubicBezTo>
                    <a:cubicBezTo>
                      <a:pt x="18" y="41"/>
                      <a:pt x="18" y="41"/>
                      <a:pt x="18" y="41"/>
                    </a:cubicBezTo>
                    <a:cubicBezTo>
                      <a:pt x="30" y="41"/>
                      <a:pt x="30" y="41"/>
                      <a:pt x="30" y="41"/>
                    </a:cubicBezTo>
                    <a:lnTo>
                      <a:pt x="30" y="49"/>
                    </a:lnTo>
                    <a:close/>
                    <a:moveTo>
                      <a:pt x="30" y="36"/>
                    </a:moveTo>
                    <a:cubicBezTo>
                      <a:pt x="18" y="36"/>
                      <a:pt x="18" y="36"/>
                      <a:pt x="18" y="36"/>
                    </a:cubicBezTo>
                    <a:cubicBezTo>
                      <a:pt x="18" y="29"/>
                      <a:pt x="18" y="29"/>
                      <a:pt x="18" y="29"/>
                    </a:cubicBezTo>
                    <a:cubicBezTo>
                      <a:pt x="30" y="29"/>
                      <a:pt x="30" y="29"/>
                      <a:pt x="30" y="29"/>
                    </a:cubicBezTo>
                    <a:lnTo>
                      <a:pt x="30" y="36"/>
                    </a:lnTo>
                    <a:close/>
                    <a:moveTo>
                      <a:pt x="30" y="24"/>
                    </a:moveTo>
                    <a:cubicBezTo>
                      <a:pt x="18" y="24"/>
                      <a:pt x="18" y="24"/>
                      <a:pt x="18" y="24"/>
                    </a:cubicBezTo>
                    <a:cubicBezTo>
                      <a:pt x="18" y="16"/>
                      <a:pt x="18" y="16"/>
                      <a:pt x="18" y="16"/>
                    </a:cubicBezTo>
                    <a:cubicBezTo>
                      <a:pt x="30" y="16"/>
                      <a:pt x="30" y="16"/>
                      <a:pt x="30" y="16"/>
                    </a:cubicBezTo>
                    <a:lnTo>
                      <a:pt x="3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78" name="Freeform 75"/>
              <p:cNvSpPr>
                <a:spLocks/>
              </p:cNvSpPr>
              <p:nvPr/>
            </p:nvSpPr>
            <p:spPr bwMode="auto">
              <a:xfrm>
                <a:off x="1927226" y="2035175"/>
                <a:ext cx="128588" cy="60325"/>
              </a:xfrm>
              <a:custGeom>
                <a:avLst/>
                <a:gdLst>
                  <a:gd name="T0" fmla="*/ 33 w 34"/>
                  <a:gd name="T1" fmla="*/ 15 h 16"/>
                  <a:gd name="T2" fmla="*/ 28 w 34"/>
                  <a:gd name="T3" fmla="*/ 10 h 16"/>
                  <a:gd name="T4" fmla="*/ 28 w 34"/>
                  <a:gd name="T5" fmla="*/ 3 h 16"/>
                  <a:gd name="T6" fmla="*/ 26 w 34"/>
                  <a:gd name="T7" fmla="*/ 2 h 16"/>
                  <a:gd name="T8" fmla="*/ 24 w 34"/>
                  <a:gd name="T9" fmla="*/ 2 h 16"/>
                  <a:gd name="T10" fmla="*/ 22 w 34"/>
                  <a:gd name="T11" fmla="*/ 3 h 16"/>
                  <a:gd name="T12" fmla="*/ 22 w 34"/>
                  <a:gd name="T13" fmla="*/ 5 h 16"/>
                  <a:gd name="T14" fmla="*/ 18 w 34"/>
                  <a:gd name="T15" fmla="*/ 0 h 16"/>
                  <a:gd name="T16" fmla="*/ 16 w 34"/>
                  <a:gd name="T17" fmla="*/ 0 h 16"/>
                  <a:gd name="T18" fmla="*/ 1 w 34"/>
                  <a:gd name="T19" fmla="*/ 15 h 16"/>
                  <a:gd name="T20" fmla="*/ 1 w 34"/>
                  <a:gd name="T21" fmla="*/ 16 h 16"/>
                  <a:gd name="T22" fmla="*/ 33 w 34"/>
                  <a:gd name="T23" fmla="*/ 16 h 16"/>
                  <a:gd name="T24" fmla="*/ 33 w 34"/>
                  <a:gd name="T25"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16">
                    <a:moveTo>
                      <a:pt x="33" y="15"/>
                    </a:moveTo>
                    <a:cubicBezTo>
                      <a:pt x="28" y="10"/>
                      <a:pt x="28" y="10"/>
                      <a:pt x="28" y="10"/>
                    </a:cubicBezTo>
                    <a:cubicBezTo>
                      <a:pt x="28" y="3"/>
                      <a:pt x="28" y="3"/>
                      <a:pt x="28" y="3"/>
                    </a:cubicBezTo>
                    <a:cubicBezTo>
                      <a:pt x="28" y="2"/>
                      <a:pt x="27" y="2"/>
                      <a:pt x="26" y="2"/>
                    </a:cubicBezTo>
                    <a:cubicBezTo>
                      <a:pt x="24" y="2"/>
                      <a:pt x="24" y="2"/>
                      <a:pt x="24" y="2"/>
                    </a:cubicBezTo>
                    <a:cubicBezTo>
                      <a:pt x="23" y="2"/>
                      <a:pt x="22" y="2"/>
                      <a:pt x="22" y="3"/>
                    </a:cubicBezTo>
                    <a:cubicBezTo>
                      <a:pt x="22" y="5"/>
                      <a:pt x="22" y="5"/>
                      <a:pt x="22" y="5"/>
                    </a:cubicBezTo>
                    <a:cubicBezTo>
                      <a:pt x="18" y="0"/>
                      <a:pt x="18" y="0"/>
                      <a:pt x="18" y="0"/>
                    </a:cubicBezTo>
                    <a:cubicBezTo>
                      <a:pt x="17" y="0"/>
                      <a:pt x="17" y="0"/>
                      <a:pt x="16" y="0"/>
                    </a:cubicBezTo>
                    <a:cubicBezTo>
                      <a:pt x="1" y="15"/>
                      <a:pt x="1" y="15"/>
                      <a:pt x="1" y="15"/>
                    </a:cubicBezTo>
                    <a:cubicBezTo>
                      <a:pt x="0" y="16"/>
                      <a:pt x="0" y="16"/>
                      <a:pt x="1" y="16"/>
                    </a:cubicBezTo>
                    <a:cubicBezTo>
                      <a:pt x="33" y="16"/>
                      <a:pt x="33" y="16"/>
                      <a:pt x="33" y="16"/>
                    </a:cubicBezTo>
                    <a:cubicBezTo>
                      <a:pt x="34" y="16"/>
                      <a:pt x="34" y="16"/>
                      <a:pt x="3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grpSp>
        <p:sp>
          <p:nvSpPr>
            <p:cNvPr id="74" name="文本框 73"/>
            <p:cNvSpPr txBox="1"/>
            <p:nvPr/>
          </p:nvSpPr>
          <p:spPr>
            <a:xfrm>
              <a:off x="2678145" y="4614379"/>
              <a:ext cx="592469" cy="330945"/>
            </a:xfrm>
            <a:prstGeom prst="rect">
              <a:avLst/>
            </a:prstGeom>
            <a:noFill/>
          </p:spPr>
          <p:txBody>
            <a:bodyPr wrap="none" rtlCol="0">
              <a:spAutoFit/>
            </a:bodyPr>
            <a:lstStyle/>
            <a:p>
              <a:r>
                <a:rPr lang="zh-CN" altLang="en-US" sz="1013" dirty="0">
                  <a:solidFill>
                    <a:schemeClr val="tx1">
                      <a:lumMod val="85000"/>
                      <a:lumOff val="15000"/>
                    </a:schemeClr>
                  </a:solidFill>
                  <a:latin typeface="Tahoma" panose="020B0604030504040204" pitchFamily="34" charset="0"/>
                  <a:cs typeface="Tahoma" panose="020B0604030504040204" pitchFamily="34" charset="0"/>
                </a:rPr>
                <a:t>标题</a:t>
              </a:r>
            </a:p>
          </p:txBody>
        </p:sp>
      </p:grpSp>
      <p:grpSp>
        <p:nvGrpSpPr>
          <p:cNvPr id="79" name="组合 78"/>
          <p:cNvGrpSpPr/>
          <p:nvPr/>
        </p:nvGrpSpPr>
        <p:grpSpPr>
          <a:xfrm>
            <a:off x="6290058" y="2760339"/>
            <a:ext cx="444352" cy="714244"/>
            <a:chOff x="8020707" y="4200834"/>
            <a:chExt cx="592469" cy="952325"/>
          </a:xfrm>
          <a:solidFill>
            <a:srgbClr val="C00000"/>
          </a:solidFill>
        </p:grpSpPr>
        <p:grpSp>
          <p:nvGrpSpPr>
            <p:cNvPr id="80" name="组合 79"/>
            <p:cNvGrpSpPr/>
            <p:nvPr/>
          </p:nvGrpSpPr>
          <p:grpSpPr>
            <a:xfrm>
              <a:off x="8112157" y="4200834"/>
              <a:ext cx="422275" cy="401637"/>
              <a:chOff x="2921001" y="1944688"/>
              <a:chExt cx="422275" cy="401637"/>
            </a:xfrm>
            <a:grpFill/>
          </p:grpSpPr>
          <p:sp>
            <p:nvSpPr>
              <p:cNvPr id="82" name="Oval 81"/>
              <p:cNvSpPr>
                <a:spLocks noChangeArrowheads="1"/>
              </p:cNvSpPr>
              <p:nvPr/>
            </p:nvSpPr>
            <p:spPr bwMode="auto">
              <a:xfrm>
                <a:off x="3082926" y="2281238"/>
                <a:ext cx="63500" cy="6508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83" name="Oval 82"/>
              <p:cNvSpPr>
                <a:spLocks noChangeArrowheads="1"/>
              </p:cNvSpPr>
              <p:nvPr/>
            </p:nvSpPr>
            <p:spPr bwMode="auto">
              <a:xfrm>
                <a:off x="3244851" y="2281238"/>
                <a:ext cx="63500" cy="6508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84" name="Oval 83"/>
              <p:cNvSpPr>
                <a:spLocks noChangeArrowheads="1"/>
              </p:cNvSpPr>
              <p:nvPr/>
            </p:nvSpPr>
            <p:spPr bwMode="auto">
              <a:xfrm>
                <a:off x="3101976" y="2092325"/>
                <a:ext cx="41275" cy="412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85" name="Oval 84"/>
              <p:cNvSpPr>
                <a:spLocks noChangeArrowheads="1"/>
              </p:cNvSpPr>
              <p:nvPr/>
            </p:nvSpPr>
            <p:spPr bwMode="auto">
              <a:xfrm>
                <a:off x="3241676" y="2092325"/>
                <a:ext cx="41275" cy="412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86" name="Oval 85"/>
              <p:cNvSpPr>
                <a:spLocks noChangeArrowheads="1"/>
              </p:cNvSpPr>
              <p:nvPr/>
            </p:nvSpPr>
            <p:spPr bwMode="auto">
              <a:xfrm>
                <a:off x="3138488" y="2160588"/>
                <a:ext cx="42863" cy="38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87" name="Oval 86"/>
              <p:cNvSpPr>
                <a:spLocks noChangeArrowheads="1"/>
              </p:cNvSpPr>
              <p:nvPr/>
            </p:nvSpPr>
            <p:spPr bwMode="auto">
              <a:xfrm>
                <a:off x="3206751" y="2160588"/>
                <a:ext cx="41275" cy="38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88" name="Freeform 87"/>
              <p:cNvSpPr>
                <a:spLocks/>
              </p:cNvSpPr>
              <p:nvPr/>
            </p:nvSpPr>
            <p:spPr bwMode="auto">
              <a:xfrm>
                <a:off x="2921001" y="2012950"/>
                <a:ext cx="422275" cy="246062"/>
              </a:xfrm>
              <a:custGeom>
                <a:avLst/>
                <a:gdLst>
                  <a:gd name="T0" fmla="*/ 111 w 112"/>
                  <a:gd name="T1" fmla="*/ 24 h 65"/>
                  <a:gd name="T2" fmla="*/ 112 w 112"/>
                  <a:gd name="T3" fmla="*/ 25 h 65"/>
                  <a:gd name="T4" fmla="*/ 98 w 112"/>
                  <a:gd name="T5" fmla="*/ 64 h 65"/>
                  <a:gd name="T6" fmla="*/ 98 w 112"/>
                  <a:gd name="T7" fmla="*/ 65 h 65"/>
                  <a:gd name="T8" fmla="*/ 47 w 112"/>
                  <a:gd name="T9" fmla="*/ 65 h 65"/>
                  <a:gd name="T10" fmla="*/ 47 w 112"/>
                  <a:gd name="T11" fmla="*/ 64 h 65"/>
                  <a:gd name="T12" fmla="*/ 25 w 112"/>
                  <a:gd name="T13" fmla="*/ 9 h 65"/>
                  <a:gd name="T14" fmla="*/ 24 w 112"/>
                  <a:gd name="T15" fmla="*/ 9 h 65"/>
                  <a:gd name="T16" fmla="*/ 2 w 112"/>
                  <a:gd name="T17" fmla="*/ 9 h 65"/>
                  <a:gd name="T18" fmla="*/ 0 w 112"/>
                  <a:gd name="T19" fmla="*/ 8 h 65"/>
                  <a:gd name="T20" fmla="*/ 1 w 112"/>
                  <a:gd name="T21" fmla="*/ 0 h 65"/>
                  <a:gd name="T22" fmla="*/ 2 w 112"/>
                  <a:gd name="T23" fmla="*/ 0 h 65"/>
                  <a:gd name="T24" fmla="*/ 30 w 112"/>
                  <a:gd name="T25" fmla="*/ 0 h 65"/>
                  <a:gd name="T26" fmla="*/ 31 w 112"/>
                  <a:gd name="T27" fmla="*/ 0 h 65"/>
                  <a:gd name="T28" fmla="*/ 53 w 112"/>
                  <a:gd name="T29" fmla="*/ 55 h 65"/>
                  <a:gd name="T30" fmla="*/ 54 w 112"/>
                  <a:gd name="T31" fmla="*/ 56 h 65"/>
                  <a:gd name="T32" fmla="*/ 91 w 112"/>
                  <a:gd name="T33" fmla="*/ 56 h 65"/>
                  <a:gd name="T34" fmla="*/ 92 w 112"/>
                  <a:gd name="T35" fmla="*/ 55 h 65"/>
                  <a:gd name="T36" fmla="*/ 103 w 112"/>
                  <a:gd name="T37" fmla="*/ 22 h 65"/>
                  <a:gd name="T38" fmla="*/ 104 w 112"/>
                  <a:gd name="T39" fmla="*/ 21 h 65"/>
                  <a:gd name="T40" fmla="*/ 111 w 112"/>
                  <a:gd name="T41" fmla="*/ 2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2" h="65">
                    <a:moveTo>
                      <a:pt x="111" y="24"/>
                    </a:moveTo>
                    <a:cubicBezTo>
                      <a:pt x="112" y="24"/>
                      <a:pt x="112" y="24"/>
                      <a:pt x="112" y="25"/>
                    </a:cubicBezTo>
                    <a:cubicBezTo>
                      <a:pt x="98" y="64"/>
                      <a:pt x="98" y="64"/>
                      <a:pt x="98" y="64"/>
                    </a:cubicBezTo>
                    <a:cubicBezTo>
                      <a:pt x="98" y="64"/>
                      <a:pt x="98" y="65"/>
                      <a:pt x="98" y="65"/>
                    </a:cubicBezTo>
                    <a:cubicBezTo>
                      <a:pt x="47" y="65"/>
                      <a:pt x="47" y="65"/>
                      <a:pt x="47" y="65"/>
                    </a:cubicBezTo>
                    <a:cubicBezTo>
                      <a:pt x="47" y="65"/>
                      <a:pt x="47" y="64"/>
                      <a:pt x="47" y="64"/>
                    </a:cubicBezTo>
                    <a:cubicBezTo>
                      <a:pt x="25" y="9"/>
                      <a:pt x="25" y="9"/>
                      <a:pt x="25" y="9"/>
                    </a:cubicBezTo>
                    <a:cubicBezTo>
                      <a:pt x="24" y="9"/>
                      <a:pt x="24" y="9"/>
                      <a:pt x="24" y="9"/>
                    </a:cubicBezTo>
                    <a:cubicBezTo>
                      <a:pt x="2" y="9"/>
                      <a:pt x="2" y="9"/>
                      <a:pt x="2" y="9"/>
                    </a:cubicBezTo>
                    <a:cubicBezTo>
                      <a:pt x="1" y="9"/>
                      <a:pt x="1" y="9"/>
                      <a:pt x="0" y="8"/>
                    </a:cubicBezTo>
                    <a:cubicBezTo>
                      <a:pt x="1" y="0"/>
                      <a:pt x="1" y="0"/>
                      <a:pt x="1" y="0"/>
                    </a:cubicBezTo>
                    <a:cubicBezTo>
                      <a:pt x="1" y="0"/>
                      <a:pt x="1" y="0"/>
                      <a:pt x="2" y="0"/>
                    </a:cubicBezTo>
                    <a:cubicBezTo>
                      <a:pt x="30" y="0"/>
                      <a:pt x="30" y="0"/>
                      <a:pt x="30" y="0"/>
                    </a:cubicBezTo>
                    <a:cubicBezTo>
                      <a:pt x="30" y="0"/>
                      <a:pt x="31" y="0"/>
                      <a:pt x="31" y="0"/>
                    </a:cubicBezTo>
                    <a:cubicBezTo>
                      <a:pt x="53" y="55"/>
                      <a:pt x="53" y="55"/>
                      <a:pt x="53" y="55"/>
                    </a:cubicBezTo>
                    <a:cubicBezTo>
                      <a:pt x="53" y="55"/>
                      <a:pt x="53" y="56"/>
                      <a:pt x="54" y="56"/>
                    </a:cubicBezTo>
                    <a:cubicBezTo>
                      <a:pt x="91" y="56"/>
                      <a:pt x="91" y="56"/>
                      <a:pt x="91" y="56"/>
                    </a:cubicBezTo>
                    <a:cubicBezTo>
                      <a:pt x="91" y="56"/>
                      <a:pt x="92" y="55"/>
                      <a:pt x="92" y="55"/>
                    </a:cubicBezTo>
                    <a:cubicBezTo>
                      <a:pt x="103" y="22"/>
                      <a:pt x="103" y="22"/>
                      <a:pt x="103" y="22"/>
                    </a:cubicBezTo>
                    <a:cubicBezTo>
                      <a:pt x="103" y="21"/>
                      <a:pt x="104" y="21"/>
                      <a:pt x="104" y="21"/>
                    </a:cubicBezTo>
                    <a:lnTo>
                      <a:pt x="1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89" name="Freeform 88"/>
              <p:cNvSpPr>
                <a:spLocks/>
              </p:cNvSpPr>
              <p:nvPr/>
            </p:nvSpPr>
            <p:spPr bwMode="auto">
              <a:xfrm>
                <a:off x="3151188" y="1944688"/>
                <a:ext cx="85725" cy="204787"/>
              </a:xfrm>
              <a:custGeom>
                <a:avLst/>
                <a:gdLst>
                  <a:gd name="T0" fmla="*/ 8 w 23"/>
                  <a:gd name="T1" fmla="*/ 54 h 54"/>
                  <a:gd name="T2" fmla="*/ 7 w 23"/>
                  <a:gd name="T3" fmla="*/ 53 h 54"/>
                  <a:gd name="T4" fmla="*/ 7 w 23"/>
                  <a:gd name="T5" fmla="*/ 19 h 54"/>
                  <a:gd name="T6" fmla="*/ 7 w 23"/>
                  <a:gd name="T7" fmla="*/ 19 h 54"/>
                  <a:gd name="T8" fmla="*/ 1 w 23"/>
                  <a:gd name="T9" fmla="*/ 19 h 54"/>
                  <a:gd name="T10" fmla="*/ 1 w 23"/>
                  <a:gd name="T11" fmla="*/ 18 h 54"/>
                  <a:gd name="T12" fmla="*/ 11 w 23"/>
                  <a:gd name="T13" fmla="*/ 1 h 54"/>
                  <a:gd name="T14" fmla="*/ 12 w 23"/>
                  <a:gd name="T15" fmla="*/ 1 h 54"/>
                  <a:gd name="T16" fmla="*/ 23 w 23"/>
                  <a:gd name="T17" fmla="*/ 18 h 54"/>
                  <a:gd name="T18" fmla="*/ 22 w 23"/>
                  <a:gd name="T19" fmla="*/ 19 h 54"/>
                  <a:gd name="T20" fmla="*/ 17 w 23"/>
                  <a:gd name="T21" fmla="*/ 19 h 54"/>
                  <a:gd name="T22" fmla="*/ 16 w 23"/>
                  <a:gd name="T23" fmla="*/ 19 h 54"/>
                  <a:gd name="T24" fmla="*/ 16 w 23"/>
                  <a:gd name="T25" fmla="*/ 53 h 54"/>
                  <a:gd name="T26" fmla="*/ 16 w 23"/>
                  <a:gd name="T27" fmla="*/ 54 h 54"/>
                  <a:gd name="T28" fmla="*/ 8 w 23"/>
                  <a:gd name="T29"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54">
                    <a:moveTo>
                      <a:pt x="8" y="54"/>
                    </a:moveTo>
                    <a:cubicBezTo>
                      <a:pt x="7" y="54"/>
                      <a:pt x="7" y="54"/>
                      <a:pt x="7" y="53"/>
                    </a:cubicBezTo>
                    <a:cubicBezTo>
                      <a:pt x="7" y="19"/>
                      <a:pt x="7" y="19"/>
                      <a:pt x="7" y="19"/>
                    </a:cubicBezTo>
                    <a:cubicBezTo>
                      <a:pt x="7" y="19"/>
                      <a:pt x="7" y="19"/>
                      <a:pt x="7" y="19"/>
                    </a:cubicBezTo>
                    <a:cubicBezTo>
                      <a:pt x="1" y="19"/>
                      <a:pt x="1" y="19"/>
                      <a:pt x="1" y="19"/>
                    </a:cubicBezTo>
                    <a:cubicBezTo>
                      <a:pt x="1" y="19"/>
                      <a:pt x="0" y="19"/>
                      <a:pt x="1" y="18"/>
                    </a:cubicBezTo>
                    <a:cubicBezTo>
                      <a:pt x="11" y="1"/>
                      <a:pt x="11" y="1"/>
                      <a:pt x="11" y="1"/>
                    </a:cubicBezTo>
                    <a:cubicBezTo>
                      <a:pt x="12" y="0"/>
                      <a:pt x="12" y="0"/>
                      <a:pt x="12" y="1"/>
                    </a:cubicBezTo>
                    <a:cubicBezTo>
                      <a:pt x="23" y="18"/>
                      <a:pt x="23" y="18"/>
                      <a:pt x="23" y="18"/>
                    </a:cubicBezTo>
                    <a:cubicBezTo>
                      <a:pt x="23" y="19"/>
                      <a:pt x="23" y="19"/>
                      <a:pt x="22" y="19"/>
                    </a:cubicBezTo>
                    <a:cubicBezTo>
                      <a:pt x="17" y="19"/>
                      <a:pt x="17" y="19"/>
                      <a:pt x="17" y="19"/>
                    </a:cubicBezTo>
                    <a:cubicBezTo>
                      <a:pt x="16" y="19"/>
                      <a:pt x="16" y="19"/>
                      <a:pt x="16" y="19"/>
                    </a:cubicBezTo>
                    <a:cubicBezTo>
                      <a:pt x="16" y="53"/>
                      <a:pt x="16" y="53"/>
                      <a:pt x="16" y="53"/>
                    </a:cubicBezTo>
                    <a:cubicBezTo>
                      <a:pt x="16" y="54"/>
                      <a:pt x="16" y="54"/>
                      <a:pt x="16" y="54"/>
                    </a:cubicBezTo>
                    <a:lnTo>
                      <a:pt x="8"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grpSp>
        <p:sp>
          <p:nvSpPr>
            <p:cNvPr id="81" name="文本框 80"/>
            <p:cNvSpPr txBox="1"/>
            <p:nvPr/>
          </p:nvSpPr>
          <p:spPr>
            <a:xfrm>
              <a:off x="8020707" y="4614379"/>
              <a:ext cx="592469" cy="538780"/>
            </a:xfrm>
            <a:prstGeom prst="rect">
              <a:avLst/>
            </a:prstGeom>
            <a:noFill/>
          </p:spPr>
          <p:txBody>
            <a:bodyPr wrap="none" rtlCol="0">
              <a:spAutoFit/>
            </a:bodyPr>
            <a:lstStyle/>
            <a:p>
              <a:r>
                <a:rPr lang="zh-CN" altLang="en-US" sz="1013" dirty="0">
                  <a:solidFill>
                    <a:schemeClr val="tx1">
                      <a:lumMod val="85000"/>
                      <a:lumOff val="15000"/>
                    </a:schemeClr>
                  </a:solidFill>
                  <a:latin typeface="Tahoma" panose="020B0604030504040204" pitchFamily="34" charset="0"/>
                  <a:cs typeface="Tahoma" panose="020B0604030504040204" pitchFamily="34" charset="0"/>
                </a:rPr>
                <a:t>标题</a:t>
              </a:r>
            </a:p>
            <a:p>
              <a:r>
                <a:rPr lang="en-US" altLang="zh-CN" sz="1013" dirty="0">
                  <a:solidFill>
                    <a:srgbClr val="859291"/>
                  </a:solidFill>
                  <a:latin typeface="Tahoma" panose="020B0604030504040204" pitchFamily="34" charset="0"/>
                  <a:ea typeface="Tahoma" panose="020B0604030504040204" pitchFamily="34" charset="0"/>
                  <a:cs typeface="Tahoma" panose="020B0604030504040204" pitchFamily="34" charset="0"/>
                </a:rPr>
                <a:t>.</a:t>
              </a:r>
              <a:endParaRPr lang="zh-CN" altLang="en-US" sz="1013" dirty="0">
                <a:solidFill>
                  <a:srgbClr val="859291"/>
                </a:solidFill>
                <a:latin typeface="Tahoma" panose="020B0604030504040204" pitchFamily="34" charset="0"/>
                <a:cs typeface="Tahoma" panose="020B0604030504040204" pitchFamily="34" charset="0"/>
              </a:endParaRPr>
            </a:p>
          </p:txBody>
        </p:sp>
      </p:grpSp>
      <p:sp>
        <p:nvSpPr>
          <p:cNvPr id="90" name="文本框 89"/>
          <p:cNvSpPr txBox="1"/>
          <p:nvPr/>
        </p:nvSpPr>
        <p:spPr>
          <a:xfrm>
            <a:off x="6118039" y="3690573"/>
            <a:ext cx="1483850" cy="757130"/>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sp>
        <p:nvSpPr>
          <p:cNvPr id="91" name="文本框 90"/>
          <p:cNvSpPr txBox="1"/>
          <p:nvPr/>
        </p:nvSpPr>
        <p:spPr>
          <a:xfrm>
            <a:off x="6801340" y="1116118"/>
            <a:ext cx="1333096" cy="757130"/>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sp>
        <p:nvSpPr>
          <p:cNvPr id="93" name="文本框 92"/>
          <p:cNvSpPr txBox="1"/>
          <p:nvPr/>
        </p:nvSpPr>
        <p:spPr>
          <a:xfrm>
            <a:off x="1096930" y="1016667"/>
            <a:ext cx="1421536" cy="757130"/>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sp>
        <p:nvSpPr>
          <p:cNvPr id="94" name="文本框 93"/>
          <p:cNvSpPr txBox="1"/>
          <p:nvPr/>
        </p:nvSpPr>
        <p:spPr>
          <a:xfrm>
            <a:off x="1515496" y="3658329"/>
            <a:ext cx="1449262" cy="757130"/>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spTree>
    <p:extLst>
      <p:ext uri="{BB962C8B-B14F-4D97-AF65-F5344CB8AC3E}">
        <p14:creationId xmlns:p14="http://schemas.microsoft.com/office/powerpoint/2010/main" val="37661339"/>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250" fill="hold"/>
                                        <p:tgtEl>
                                          <p:spTgt spid="36"/>
                                        </p:tgtEl>
                                        <p:attrNameLst>
                                          <p:attrName>ppt_x</p:attrName>
                                        </p:attrNameLst>
                                      </p:cBhvr>
                                      <p:tavLst>
                                        <p:tav tm="0">
                                          <p:val>
                                            <p:strVal val="#ppt_x"/>
                                          </p:val>
                                        </p:tav>
                                        <p:tav tm="100000">
                                          <p:val>
                                            <p:strVal val="#ppt_x"/>
                                          </p:val>
                                        </p:tav>
                                      </p:tavLst>
                                    </p:anim>
                                    <p:anim calcmode="lin" valueType="num">
                                      <p:cBhvr additive="base">
                                        <p:cTn id="8" dur="250" fill="hold"/>
                                        <p:tgtEl>
                                          <p:spTgt spid="36"/>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10" presetClass="entr" presetSubtype="0" fill="hold" nodeType="after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250"/>
                                        <p:tgtEl>
                                          <p:spTgt spid="43"/>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250"/>
                                        <p:tgtEl>
                                          <p:spTgt spid="35"/>
                                        </p:tgtEl>
                                      </p:cBhvr>
                                    </p:animEffect>
                                  </p:childTnLst>
                                </p:cTn>
                              </p:par>
                              <p:par>
                                <p:cTn id="17" presetID="8" presetClass="emph" presetSubtype="0" fill="hold" grpId="1" nodeType="withEffect">
                                  <p:stCondLst>
                                    <p:cond delay="0"/>
                                  </p:stCondLst>
                                  <p:childTnLst>
                                    <p:animRot by="21600000">
                                      <p:cBhvr>
                                        <p:cTn id="18" dur="1000" fill="hold"/>
                                        <p:tgtEl>
                                          <p:spTgt spid="35"/>
                                        </p:tgtEl>
                                        <p:attrNameLst>
                                          <p:attrName>r</p:attrName>
                                        </p:attrNameLst>
                                      </p:cBhvr>
                                    </p:animRot>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4"/>
                                        </p:tgtEl>
                                        <p:attrNameLst>
                                          <p:attrName>style.visibility</p:attrName>
                                        </p:attrNameLst>
                                      </p:cBhvr>
                                      <p:to>
                                        <p:strVal val="visible"/>
                                      </p:to>
                                    </p:set>
                                    <p:anim calcmode="lin" valueType="num">
                                      <p:cBhvr additive="base">
                                        <p:cTn id="22" dur="500" fill="hold"/>
                                        <p:tgtEl>
                                          <p:spTgt spid="34"/>
                                        </p:tgtEl>
                                        <p:attrNameLst>
                                          <p:attrName>ppt_x</p:attrName>
                                        </p:attrNameLst>
                                      </p:cBhvr>
                                      <p:tavLst>
                                        <p:tav tm="0">
                                          <p:val>
                                            <p:strVal val="#ppt_x"/>
                                          </p:val>
                                        </p:tav>
                                        <p:tav tm="100000">
                                          <p:val>
                                            <p:strVal val="#ppt_x"/>
                                          </p:val>
                                        </p:tav>
                                      </p:tavLst>
                                    </p:anim>
                                    <p:anim calcmode="lin" valueType="num">
                                      <p:cBhvr additive="base">
                                        <p:cTn id="23" dur="500" fill="hold"/>
                                        <p:tgtEl>
                                          <p:spTgt spid="34"/>
                                        </p:tgtEl>
                                        <p:attrNameLst>
                                          <p:attrName>ppt_y</p:attrName>
                                        </p:attrNameLst>
                                      </p:cBhvr>
                                      <p:tavLst>
                                        <p:tav tm="0">
                                          <p:val>
                                            <p:strVal val="1+#ppt_h/2"/>
                                          </p:val>
                                        </p:tav>
                                        <p:tav tm="100000">
                                          <p:val>
                                            <p:strVal val="#ppt_y"/>
                                          </p:val>
                                        </p:tav>
                                      </p:tavLst>
                                    </p:anim>
                                  </p:childTnLst>
                                </p:cTn>
                              </p:par>
                              <p:par>
                                <p:cTn id="24" presetID="8" presetClass="emph" presetSubtype="0" fill="hold" nodeType="withEffect">
                                  <p:stCondLst>
                                    <p:cond delay="0"/>
                                  </p:stCondLst>
                                  <p:childTnLst>
                                    <p:animRot by="21600000">
                                      <p:cBhvr>
                                        <p:cTn id="25" dur="500" fill="hold"/>
                                        <p:tgtEl>
                                          <p:spTgt spid="34"/>
                                        </p:tgtEl>
                                        <p:attrNameLst>
                                          <p:attrName>r</p:attrName>
                                        </p:attrNameLst>
                                      </p:cBhvr>
                                    </p:animRot>
                                  </p:childTnLst>
                                </p:cTn>
                              </p:par>
                              <p:par>
                                <p:cTn id="26" presetID="2" presetClass="entr" presetSubtype="1" fill="hold" nodeType="withEffect">
                                  <p:stCondLst>
                                    <p:cond delay="25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0-#ppt_h/2"/>
                                          </p:val>
                                        </p:tav>
                                        <p:tav tm="100000">
                                          <p:val>
                                            <p:strVal val="#ppt_y"/>
                                          </p:val>
                                        </p:tav>
                                      </p:tavLst>
                                    </p:anim>
                                  </p:childTnLst>
                                </p:cTn>
                              </p:par>
                              <p:par>
                                <p:cTn id="30" presetID="8" presetClass="emph" presetSubtype="0" fill="hold" nodeType="withEffect">
                                  <p:stCondLst>
                                    <p:cond delay="250"/>
                                  </p:stCondLst>
                                  <p:childTnLst>
                                    <p:animRot by="21600000">
                                      <p:cBhvr>
                                        <p:cTn id="31" dur="500" fill="hold"/>
                                        <p:tgtEl>
                                          <p:spTgt spid="16"/>
                                        </p:tgtEl>
                                        <p:attrNameLst>
                                          <p:attrName>r</p:attrName>
                                        </p:attrNameLst>
                                      </p:cBhvr>
                                    </p:animRot>
                                  </p:childTnLst>
                                </p:cTn>
                              </p:par>
                              <p:par>
                                <p:cTn id="32" presetID="2" presetClass="entr" presetSubtype="1" fill="hold" nodeType="withEffect">
                                  <p:stCondLst>
                                    <p:cond delay="750"/>
                                  </p:stCondLst>
                                  <p:childTnLst>
                                    <p:set>
                                      <p:cBhvr>
                                        <p:cTn id="33" dur="1" fill="hold">
                                          <p:stCondLst>
                                            <p:cond delay="0"/>
                                          </p:stCondLst>
                                        </p:cTn>
                                        <p:tgtEl>
                                          <p:spTgt spid="28"/>
                                        </p:tgtEl>
                                        <p:attrNameLst>
                                          <p:attrName>style.visibility</p:attrName>
                                        </p:attrNameLst>
                                      </p:cBhvr>
                                      <p:to>
                                        <p:strVal val="visible"/>
                                      </p:to>
                                    </p:set>
                                    <p:anim calcmode="lin" valueType="num">
                                      <p:cBhvr additive="base">
                                        <p:cTn id="34" dur="500" fill="hold"/>
                                        <p:tgtEl>
                                          <p:spTgt spid="28"/>
                                        </p:tgtEl>
                                        <p:attrNameLst>
                                          <p:attrName>ppt_x</p:attrName>
                                        </p:attrNameLst>
                                      </p:cBhvr>
                                      <p:tavLst>
                                        <p:tav tm="0">
                                          <p:val>
                                            <p:strVal val="#ppt_x"/>
                                          </p:val>
                                        </p:tav>
                                        <p:tav tm="100000">
                                          <p:val>
                                            <p:strVal val="#ppt_x"/>
                                          </p:val>
                                        </p:tav>
                                      </p:tavLst>
                                    </p:anim>
                                    <p:anim calcmode="lin" valueType="num">
                                      <p:cBhvr additive="base">
                                        <p:cTn id="35" dur="500" fill="hold"/>
                                        <p:tgtEl>
                                          <p:spTgt spid="28"/>
                                        </p:tgtEl>
                                        <p:attrNameLst>
                                          <p:attrName>ppt_y</p:attrName>
                                        </p:attrNameLst>
                                      </p:cBhvr>
                                      <p:tavLst>
                                        <p:tav tm="0">
                                          <p:val>
                                            <p:strVal val="0-#ppt_h/2"/>
                                          </p:val>
                                        </p:tav>
                                        <p:tav tm="100000">
                                          <p:val>
                                            <p:strVal val="#ppt_y"/>
                                          </p:val>
                                        </p:tav>
                                      </p:tavLst>
                                    </p:anim>
                                  </p:childTnLst>
                                </p:cTn>
                              </p:par>
                              <p:par>
                                <p:cTn id="36" presetID="8" presetClass="emph" presetSubtype="0" fill="hold" nodeType="withEffect">
                                  <p:stCondLst>
                                    <p:cond delay="750"/>
                                  </p:stCondLst>
                                  <p:childTnLst>
                                    <p:animRot by="21600000">
                                      <p:cBhvr>
                                        <p:cTn id="37" dur="500" fill="hold"/>
                                        <p:tgtEl>
                                          <p:spTgt spid="28"/>
                                        </p:tgtEl>
                                        <p:attrNameLst>
                                          <p:attrName>r</p:attrName>
                                        </p:attrNameLst>
                                      </p:cBhvr>
                                    </p:animRot>
                                  </p:childTnLst>
                                </p:cTn>
                              </p:par>
                              <p:par>
                                <p:cTn id="38" presetID="2" presetClass="entr" presetSubtype="4" fill="hold" nodeType="withEffect">
                                  <p:stCondLst>
                                    <p:cond delay="1000"/>
                                  </p:stCondLst>
                                  <p:childTnLst>
                                    <p:set>
                                      <p:cBhvr>
                                        <p:cTn id="39" dur="1" fill="hold">
                                          <p:stCondLst>
                                            <p:cond delay="0"/>
                                          </p:stCondLst>
                                        </p:cTn>
                                        <p:tgtEl>
                                          <p:spTgt spid="33"/>
                                        </p:tgtEl>
                                        <p:attrNameLst>
                                          <p:attrName>style.visibility</p:attrName>
                                        </p:attrNameLst>
                                      </p:cBhvr>
                                      <p:to>
                                        <p:strVal val="visible"/>
                                      </p:to>
                                    </p:set>
                                    <p:anim calcmode="lin" valueType="num">
                                      <p:cBhvr additive="base">
                                        <p:cTn id="40" dur="500" fill="hold"/>
                                        <p:tgtEl>
                                          <p:spTgt spid="33"/>
                                        </p:tgtEl>
                                        <p:attrNameLst>
                                          <p:attrName>ppt_x</p:attrName>
                                        </p:attrNameLst>
                                      </p:cBhvr>
                                      <p:tavLst>
                                        <p:tav tm="0">
                                          <p:val>
                                            <p:strVal val="#ppt_x"/>
                                          </p:val>
                                        </p:tav>
                                        <p:tav tm="100000">
                                          <p:val>
                                            <p:strVal val="#ppt_x"/>
                                          </p:val>
                                        </p:tav>
                                      </p:tavLst>
                                    </p:anim>
                                    <p:anim calcmode="lin" valueType="num">
                                      <p:cBhvr additive="base">
                                        <p:cTn id="41" dur="500" fill="hold"/>
                                        <p:tgtEl>
                                          <p:spTgt spid="33"/>
                                        </p:tgtEl>
                                        <p:attrNameLst>
                                          <p:attrName>ppt_y</p:attrName>
                                        </p:attrNameLst>
                                      </p:cBhvr>
                                      <p:tavLst>
                                        <p:tav tm="0">
                                          <p:val>
                                            <p:strVal val="1+#ppt_h/2"/>
                                          </p:val>
                                        </p:tav>
                                        <p:tav tm="100000">
                                          <p:val>
                                            <p:strVal val="#ppt_y"/>
                                          </p:val>
                                        </p:tav>
                                      </p:tavLst>
                                    </p:anim>
                                  </p:childTnLst>
                                </p:cTn>
                              </p:par>
                              <p:par>
                                <p:cTn id="42" presetID="8" presetClass="emph" presetSubtype="0" fill="hold" nodeType="withEffect">
                                  <p:stCondLst>
                                    <p:cond delay="1000"/>
                                  </p:stCondLst>
                                  <p:childTnLst>
                                    <p:animRot by="21600000">
                                      <p:cBhvr>
                                        <p:cTn id="43" dur="500" fill="hold"/>
                                        <p:tgtEl>
                                          <p:spTgt spid="33"/>
                                        </p:tgtEl>
                                        <p:attrNameLst>
                                          <p:attrName>r</p:attrName>
                                        </p:attrNameLst>
                                      </p:cBhvr>
                                    </p:animRot>
                                  </p:childTnLst>
                                </p:cTn>
                              </p:par>
                            </p:childTnLst>
                          </p:cTn>
                        </p:par>
                        <p:par>
                          <p:cTn id="44" fill="hold">
                            <p:stCondLst>
                              <p:cond delay="3000"/>
                            </p:stCondLst>
                            <p:childTnLst>
                              <p:par>
                                <p:cTn id="45" presetID="53" presetClass="entr" presetSubtype="16" fill="hold" nodeType="afterEffect">
                                  <p:stCondLst>
                                    <p:cond delay="0"/>
                                  </p:stCondLst>
                                  <p:childTnLst>
                                    <p:set>
                                      <p:cBhvr>
                                        <p:cTn id="46" dur="1" fill="hold">
                                          <p:stCondLst>
                                            <p:cond delay="0"/>
                                          </p:stCondLst>
                                        </p:cTn>
                                        <p:tgtEl>
                                          <p:spTgt spid="79"/>
                                        </p:tgtEl>
                                        <p:attrNameLst>
                                          <p:attrName>style.visibility</p:attrName>
                                        </p:attrNameLst>
                                      </p:cBhvr>
                                      <p:to>
                                        <p:strVal val="visible"/>
                                      </p:to>
                                    </p:set>
                                    <p:anim calcmode="lin" valueType="num">
                                      <p:cBhvr>
                                        <p:cTn id="47" dur="500" fill="hold"/>
                                        <p:tgtEl>
                                          <p:spTgt spid="79"/>
                                        </p:tgtEl>
                                        <p:attrNameLst>
                                          <p:attrName>ppt_w</p:attrName>
                                        </p:attrNameLst>
                                      </p:cBhvr>
                                      <p:tavLst>
                                        <p:tav tm="0">
                                          <p:val>
                                            <p:fltVal val="0"/>
                                          </p:val>
                                        </p:tav>
                                        <p:tav tm="100000">
                                          <p:val>
                                            <p:strVal val="#ppt_w"/>
                                          </p:val>
                                        </p:tav>
                                      </p:tavLst>
                                    </p:anim>
                                    <p:anim calcmode="lin" valueType="num">
                                      <p:cBhvr>
                                        <p:cTn id="48" dur="500" fill="hold"/>
                                        <p:tgtEl>
                                          <p:spTgt spid="79"/>
                                        </p:tgtEl>
                                        <p:attrNameLst>
                                          <p:attrName>ppt_h</p:attrName>
                                        </p:attrNameLst>
                                      </p:cBhvr>
                                      <p:tavLst>
                                        <p:tav tm="0">
                                          <p:val>
                                            <p:fltVal val="0"/>
                                          </p:val>
                                        </p:tav>
                                        <p:tav tm="100000">
                                          <p:val>
                                            <p:strVal val="#ppt_h"/>
                                          </p:val>
                                        </p:tav>
                                      </p:tavLst>
                                    </p:anim>
                                    <p:animEffect transition="in" filter="fade">
                                      <p:cBhvr>
                                        <p:cTn id="49" dur="500"/>
                                        <p:tgtEl>
                                          <p:spTgt spid="79"/>
                                        </p:tgtEl>
                                      </p:cBhvr>
                                    </p:animEffect>
                                  </p:childTnLst>
                                </p:cTn>
                              </p:par>
                              <p:par>
                                <p:cTn id="50" presetID="53" presetClass="entr" presetSubtype="16" fill="hold" nodeType="withEffect">
                                  <p:stCondLst>
                                    <p:cond delay="250"/>
                                  </p:stCondLst>
                                  <p:childTnLst>
                                    <p:set>
                                      <p:cBhvr>
                                        <p:cTn id="51" dur="1" fill="hold">
                                          <p:stCondLst>
                                            <p:cond delay="0"/>
                                          </p:stCondLst>
                                        </p:cTn>
                                        <p:tgtEl>
                                          <p:spTgt spid="60"/>
                                        </p:tgtEl>
                                        <p:attrNameLst>
                                          <p:attrName>style.visibility</p:attrName>
                                        </p:attrNameLst>
                                      </p:cBhvr>
                                      <p:to>
                                        <p:strVal val="visible"/>
                                      </p:to>
                                    </p:set>
                                    <p:anim calcmode="lin" valueType="num">
                                      <p:cBhvr>
                                        <p:cTn id="52" dur="500" fill="hold"/>
                                        <p:tgtEl>
                                          <p:spTgt spid="60"/>
                                        </p:tgtEl>
                                        <p:attrNameLst>
                                          <p:attrName>ppt_w</p:attrName>
                                        </p:attrNameLst>
                                      </p:cBhvr>
                                      <p:tavLst>
                                        <p:tav tm="0">
                                          <p:val>
                                            <p:fltVal val="0"/>
                                          </p:val>
                                        </p:tav>
                                        <p:tav tm="100000">
                                          <p:val>
                                            <p:strVal val="#ppt_w"/>
                                          </p:val>
                                        </p:tav>
                                      </p:tavLst>
                                    </p:anim>
                                    <p:anim calcmode="lin" valueType="num">
                                      <p:cBhvr>
                                        <p:cTn id="53" dur="500" fill="hold"/>
                                        <p:tgtEl>
                                          <p:spTgt spid="60"/>
                                        </p:tgtEl>
                                        <p:attrNameLst>
                                          <p:attrName>ppt_h</p:attrName>
                                        </p:attrNameLst>
                                      </p:cBhvr>
                                      <p:tavLst>
                                        <p:tav tm="0">
                                          <p:val>
                                            <p:fltVal val="0"/>
                                          </p:val>
                                        </p:tav>
                                        <p:tav tm="100000">
                                          <p:val>
                                            <p:strVal val="#ppt_h"/>
                                          </p:val>
                                        </p:tav>
                                      </p:tavLst>
                                    </p:anim>
                                    <p:animEffect transition="in" filter="fade">
                                      <p:cBhvr>
                                        <p:cTn id="54" dur="500"/>
                                        <p:tgtEl>
                                          <p:spTgt spid="60"/>
                                        </p:tgtEl>
                                      </p:cBhvr>
                                    </p:animEffect>
                                  </p:childTnLst>
                                </p:cTn>
                              </p:par>
                              <p:par>
                                <p:cTn id="55" presetID="53" presetClass="entr" presetSubtype="16" fill="hold" nodeType="withEffect">
                                  <p:stCondLst>
                                    <p:cond delay="750"/>
                                  </p:stCondLst>
                                  <p:childTnLst>
                                    <p:set>
                                      <p:cBhvr>
                                        <p:cTn id="56" dur="1" fill="hold">
                                          <p:stCondLst>
                                            <p:cond delay="0"/>
                                          </p:stCondLst>
                                        </p:cTn>
                                        <p:tgtEl>
                                          <p:spTgt spid="55"/>
                                        </p:tgtEl>
                                        <p:attrNameLst>
                                          <p:attrName>style.visibility</p:attrName>
                                        </p:attrNameLst>
                                      </p:cBhvr>
                                      <p:to>
                                        <p:strVal val="visible"/>
                                      </p:to>
                                    </p:set>
                                    <p:anim calcmode="lin" valueType="num">
                                      <p:cBhvr>
                                        <p:cTn id="57" dur="500" fill="hold"/>
                                        <p:tgtEl>
                                          <p:spTgt spid="55"/>
                                        </p:tgtEl>
                                        <p:attrNameLst>
                                          <p:attrName>ppt_w</p:attrName>
                                        </p:attrNameLst>
                                      </p:cBhvr>
                                      <p:tavLst>
                                        <p:tav tm="0">
                                          <p:val>
                                            <p:fltVal val="0"/>
                                          </p:val>
                                        </p:tav>
                                        <p:tav tm="100000">
                                          <p:val>
                                            <p:strVal val="#ppt_w"/>
                                          </p:val>
                                        </p:tav>
                                      </p:tavLst>
                                    </p:anim>
                                    <p:anim calcmode="lin" valueType="num">
                                      <p:cBhvr>
                                        <p:cTn id="58" dur="500" fill="hold"/>
                                        <p:tgtEl>
                                          <p:spTgt spid="55"/>
                                        </p:tgtEl>
                                        <p:attrNameLst>
                                          <p:attrName>ppt_h</p:attrName>
                                        </p:attrNameLst>
                                      </p:cBhvr>
                                      <p:tavLst>
                                        <p:tav tm="0">
                                          <p:val>
                                            <p:fltVal val="0"/>
                                          </p:val>
                                        </p:tav>
                                        <p:tav tm="100000">
                                          <p:val>
                                            <p:strVal val="#ppt_h"/>
                                          </p:val>
                                        </p:tav>
                                      </p:tavLst>
                                    </p:anim>
                                    <p:animEffect transition="in" filter="fade">
                                      <p:cBhvr>
                                        <p:cTn id="59" dur="500"/>
                                        <p:tgtEl>
                                          <p:spTgt spid="55"/>
                                        </p:tgtEl>
                                      </p:cBhvr>
                                    </p:animEffect>
                                  </p:childTnLst>
                                </p:cTn>
                              </p:par>
                              <p:par>
                                <p:cTn id="60" presetID="53" presetClass="entr" presetSubtype="16" fill="hold" nodeType="withEffect">
                                  <p:stCondLst>
                                    <p:cond delay="1000"/>
                                  </p:stCondLst>
                                  <p:childTnLst>
                                    <p:set>
                                      <p:cBhvr>
                                        <p:cTn id="61" dur="1" fill="hold">
                                          <p:stCondLst>
                                            <p:cond delay="0"/>
                                          </p:stCondLst>
                                        </p:cTn>
                                        <p:tgtEl>
                                          <p:spTgt spid="72"/>
                                        </p:tgtEl>
                                        <p:attrNameLst>
                                          <p:attrName>style.visibility</p:attrName>
                                        </p:attrNameLst>
                                      </p:cBhvr>
                                      <p:to>
                                        <p:strVal val="visible"/>
                                      </p:to>
                                    </p:set>
                                    <p:anim calcmode="lin" valueType="num">
                                      <p:cBhvr>
                                        <p:cTn id="62" dur="500" fill="hold"/>
                                        <p:tgtEl>
                                          <p:spTgt spid="72"/>
                                        </p:tgtEl>
                                        <p:attrNameLst>
                                          <p:attrName>ppt_w</p:attrName>
                                        </p:attrNameLst>
                                      </p:cBhvr>
                                      <p:tavLst>
                                        <p:tav tm="0">
                                          <p:val>
                                            <p:fltVal val="0"/>
                                          </p:val>
                                        </p:tav>
                                        <p:tav tm="100000">
                                          <p:val>
                                            <p:strVal val="#ppt_w"/>
                                          </p:val>
                                        </p:tav>
                                      </p:tavLst>
                                    </p:anim>
                                    <p:anim calcmode="lin" valueType="num">
                                      <p:cBhvr>
                                        <p:cTn id="63" dur="500" fill="hold"/>
                                        <p:tgtEl>
                                          <p:spTgt spid="72"/>
                                        </p:tgtEl>
                                        <p:attrNameLst>
                                          <p:attrName>ppt_h</p:attrName>
                                        </p:attrNameLst>
                                      </p:cBhvr>
                                      <p:tavLst>
                                        <p:tav tm="0">
                                          <p:val>
                                            <p:fltVal val="0"/>
                                          </p:val>
                                        </p:tav>
                                        <p:tav tm="100000">
                                          <p:val>
                                            <p:strVal val="#ppt_h"/>
                                          </p:val>
                                        </p:tav>
                                      </p:tavLst>
                                    </p:anim>
                                    <p:animEffect transition="in" filter="fade">
                                      <p:cBhvr>
                                        <p:cTn id="64" dur="500"/>
                                        <p:tgtEl>
                                          <p:spTgt spid="72"/>
                                        </p:tgtEl>
                                      </p:cBhvr>
                                    </p:animEffect>
                                  </p:childTnLst>
                                </p:cTn>
                              </p:par>
                            </p:childTnLst>
                          </p:cTn>
                        </p:par>
                        <p:par>
                          <p:cTn id="65" fill="hold">
                            <p:stCondLst>
                              <p:cond delay="4500"/>
                            </p:stCondLst>
                            <p:childTnLst>
                              <p:par>
                                <p:cTn id="66" presetID="12" presetClass="entr" presetSubtype="8" fill="hold" grpId="0" nodeType="afterEffect">
                                  <p:stCondLst>
                                    <p:cond delay="0"/>
                                  </p:stCondLst>
                                  <p:childTnLst>
                                    <p:set>
                                      <p:cBhvr>
                                        <p:cTn id="67" dur="1" fill="hold">
                                          <p:stCondLst>
                                            <p:cond delay="0"/>
                                          </p:stCondLst>
                                        </p:cTn>
                                        <p:tgtEl>
                                          <p:spTgt spid="90"/>
                                        </p:tgtEl>
                                        <p:attrNameLst>
                                          <p:attrName>style.visibility</p:attrName>
                                        </p:attrNameLst>
                                      </p:cBhvr>
                                      <p:to>
                                        <p:strVal val="visible"/>
                                      </p:to>
                                    </p:set>
                                    <p:anim calcmode="lin" valueType="num">
                                      <p:cBhvr additive="base">
                                        <p:cTn id="68" dur="250"/>
                                        <p:tgtEl>
                                          <p:spTgt spid="90"/>
                                        </p:tgtEl>
                                        <p:attrNameLst>
                                          <p:attrName>ppt_x</p:attrName>
                                        </p:attrNameLst>
                                      </p:cBhvr>
                                      <p:tavLst>
                                        <p:tav tm="0">
                                          <p:val>
                                            <p:strVal val="#ppt_x-#ppt_w*1.125000"/>
                                          </p:val>
                                        </p:tav>
                                        <p:tav tm="100000">
                                          <p:val>
                                            <p:strVal val="#ppt_x"/>
                                          </p:val>
                                        </p:tav>
                                      </p:tavLst>
                                    </p:anim>
                                    <p:animEffect transition="in" filter="wipe(right)">
                                      <p:cBhvr>
                                        <p:cTn id="69" dur="250"/>
                                        <p:tgtEl>
                                          <p:spTgt spid="90"/>
                                        </p:tgtEl>
                                      </p:cBhvr>
                                    </p:animEffect>
                                  </p:childTnLst>
                                </p:cTn>
                              </p:par>
                            </p:childTnLst>
                          </p:cTn>
                        </p:par>
                        <p:par>
                          <p:cTn id="70" fill="hold">
                            <p:stCondLst>
                              <p:cond delay="4750"/>
                            </p:stCondLst>
                            <p:childTnLst>
                              <p:par>
                                <p:cTn id="71" presetID="12" presetClass="entr" presetSubtype="8" fill="hold" grpId="0" nodeType="afterEffect">
                                  <p:stCondLst>
                                    <p:cond delay="0"/>
                                  </p:stCondLst>
                                  <p:childTnLst>
                                    <p:set>
                                      <p:cBhvr>
                                        <p:cTn id="72" dur="1" fill="hold">
                                          <p:stCondLst>
                                            <p:cond delay="0"/>
                                          </p:stCondLst>
                                        </p:cTn>
                                        <p:tgtEl>
                                          <p:spTgt spid="91"/>
                                        </p:tgtEl>
                                        <p:attrNameLst>
                                          <p:attrName>style.visibility</p:attrName>
                                        </p:attrNameLst>
                                      </p:cBhvr>
                                      <p:to>
                                        <p:strVal val="visible"/>
                                      </p:to>
                                    </p:set>
                                    <p:anim calcmode="lin" valueType="num">
                                      <p:cBhvr additive="base">
                                        <p:cTn id="73" dur="250"/>
                                        <p:tgtEl>
                                          <p:spTgt spid="91"/>
                                        </p:tgtEl>
                                        <p:attrNameLst>
                                          <p:attrName>ppt_x</p:attrName>
                                        </p:attrNameLst>
                                      </p:cBhvr>
                                      <p:tavLst>
                                        <p:tav tm="0">
                                          <p:val>
                                            <p:strVal val="#ppt_x-#ppt_w*1.125000"/>
                                          </p:val>
                                        </p:tav>
                                        <p:tav tm="100000">
                                          <p:val>
                                            <p:strVal val="#ppt_x"/>
                                          </p:val>
                                        </p:tav>
                                      </p:tavLst>
                                    </p:anim>
                                    <p:animEffect transition="in" filter="wipe(right)">
                                      <p:cBhvr>
                                        <p:cTn id="74" dur="250"/>
                                        <p:tgtEl>
                                          <p:spTgt spid="91"/>
                                        </p:tgtEl>
                                      </p:cBhvr>
                                    </p:animEffect>
                                  </p:childTnLst>
                                </p:cTn>
                              </p:par>
                            </p:childTnLst>
                          </p:cTn>
                        </p:par>
                        <p:par>
                          <p:cTn id="75" fill="hold">
                            <p:stCondLst>
                              <p:cond delay="5000"/>
                            </p:stCondLst>
                            <p:childTnLst>
                              <p:par>
                                <p:cTn id="76" presetID="12" presetClass="entr" presetSubtype="2" fill="hold" grpId="0" nodeType="afterEffect">
                                  <p:stCondLst>
                                    <p:cond delay="0"/>
                                  </p:stCondLst>
                                  <p:childTnLst>
                                    <p:set>
                                      <p:cBhvr>
                                        <p:cTn id="77" dur="1" fill="hold">
                                          <p:stCondLst>
                                            <p:cond delay="0"/>
                                          </p:stCondLst>
                                        </p:cTn>
                                        <p:tgtEl>
                                          <p:spTgt spid="94"/>
                                        </p:tgtEl>
                                        <p:attrNameLst>
                                          <p:attrName>style.visibility</p:attrName>
                                        </p:attrNameLst>
                                      </p:cBhvr>
                                      <p:to>
                                        <p:strVal val="visible"/>
                                      </p:to>
                                    </p:set>
                                    <p:anim calcmode="lin" valueType="num">
                                      <p:cBhvr additive="base">
                                        <p:cTn id="78" dur="250"/>
                                        <p:tgtEl>
                                          <p:spTgt spid="94"/>
                                        </p:tgtEl>
                                        <p:attrNameLst>
                                          <p:attrName>ppt_x</p:attrName>
                                        </p:attrNameLst>
                                      </p:cBhvr>
                                      <p:tavLst>
                                        <p:tav tm="0">
                                          <p:val>
                                            <p:strVal val="#ppt_x+#ppt_w*1.125000"/>
                                          </p:val>
                                        </p:tav>
                                        <p:tav tm="100000">
                                          <p:val>
                                            <p:strVal val="#ppt_x"/>
                                          </p:val>
                                        </p:tav>
                                      </p:tavLst>
                                    </p:anim>
                                    <p:animEffect transition="in" filter="wipe(left)">
                                      <p:cBhvr>
                                        <p:cTn id="79" dur="250"/>
                                        <p:tgtEl>
                                          <p:spTgt spid="94"/>
                                        </p:tgtEl>
                                      </p:cBhvr>
                                    </p:animEffect>
                                  </p:childTnLst>
                                </p:cTn>
                              </p:par>
                            </p:childTnLst>
                          </p:cTn>
                        </p:par>
                        <p:par>
                          <p:cTn id="80" fill="hold">
                            <p:stCondLst>
                              <p:cond delay="5250"/>
                            </p:stCondLst>
                            <p:childTnLst>
                              <p:par>
                                <p:cTn id="81" presetID="12" presetClass="entr" presetSubtype="2" fill="hold" grpId="0" nodeType="afterEffect">
                                  <p:stCondLst>
                                    <p:cond delay="0"/>
                                  </p:stCondLst>
                                  <p:childTnLst>
                                    <p:set>
                                      <p:cBhvr>
                                        <p:cTn id="82" dur="1" fill="hold">
                                          <p:stCondLst>
                                            <p:cond delay="0"/>
                                          </p:stCondLst>
                                        </p:cTn>
                                        <p:tgtEl>
                                          <p:spTgt spid="93"/>
                                        </p:tgtEl>
                                        <p:attrNameLst>
                                          <p:attrName>style.visibility</p:attrName>
                                        </p:attrNameLst>
                                      </p:cBhvr>
                                      <p:to>
                                        <p:strVal val="visible"/>
                                      </p:to>
                                    </p:set>
                                    <p:anim calcmode="lin" valueType="num">
                                      <p:cBhvr additive="base">
                                        <p:cTn id="83" dur="250"/>
                                        <p:tgtEl>
                                          <p:spTgt spid="93"/>
                                        </p:tgtEl>
                                        <p:attrNameLst>
                                          <p:attrName>ppt_x</p:attrName>
                                        </p:attrNameLst>
                                      </p:cBhvr>
                                      <p:tavLst>
                                        <p:tav tm="0">
                                          <p:val>
                                            <p:strVal val="#ppt_x+#ppt_w*1.125000"/>
                                          </p:val>
                                        </p:tav>
                                        <p:tav tm="100000">
                                          <p:val>
                                            <p:strVal val="#ppt_x"/>
                                          </p:val>
                                        </p:tav>
                                      </p:tavLst>
                                    </p:anim>
                                    <p:animEffect transition="in" filter="wipe(left)">
                                      <p:cBhvr>
                                        <p:cTn id="84" dur="25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P spid="90" grpId="0"/>
      <p:bldP spid="91" grpId="0"/>
      <p:bldP spid="93" grpId="0"/>
      <p:bldP spid="9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4"/>
          <p:cNvSpPr>
            <a:spLocks noChangeAspect="1" noChangeArrowheads="1" noTextEdit="1"/>
          </p:cNvSpPr>
          <p:nvPr/>
        </p:nvSpPr>
        <p:spPr bwMode="auto">
          <a:xfrm>
            <a:off x="3257912" y="1207294"/>
            <a:ext cx="2499662" cy="2646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68562" tIns="34281" rIns="68562" bIns="34281"/>
          <a:lstStyle/>
          <a:p>
            <a:pPr fontAlgn="base">
              <a:spcBef>
                <a:spcPct val="0"/>
              </a:spcBef>
              <a:spcAft>
                <a:spcPct val="0"/>
              </a:spcAft>
              <a:buFont typeface="Arial" pitchFamily="34" charset="0"/>
              <a:buNone/>
            </a:pPr>
            <a:endParaRPr lang="zh-CN" altLang="zh-CN">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26" name="TextBox 4"/>
          <p:cNvSpPr>
            <a:spLocks noChangeArrowheads="1"/>
          </p:cNvSpPr>
          <p:nvPr/>
        </p:nvSpPr>
        <p:spPr bwMode="auto">
          <a:xfrm>
            <a:off x="5997078" y="1631157"/>
            <a:ext cx="1404321" cy="646331"/>
          </a:xfrm>
          <a:prstGeom prst="rect">
            <a:avLst/>
          </a:prstGeom>
          <a:noFill/>
          <a:ln w="9525" cmpd="sng">
            <a:solidFill>
              <a:schemeClr val="bg1">
                <a:lumMod val="85000"/>
              </a:schemeClr>
            </a:solidFill>
            <a:prstDash val="dash"/>
            <a:bevel/>
          </a:ln>
          <a:extLst>
            <a:ext uri="{909E8E84-426E-40DD-AFC4-6F175D3DCCD1}">
              <a14:hiddenFill xmlns:a14="http://schemas.microsoft.com/office/drawing/2010/main">
                <a:solidFill>
                  <a:srgbClr val="FFFFFF"/>
                </a:solidFill>
              </a14:hiddenFill>
            </a:ext>
          </a:extLst>
        </p:spPr>
        <p:txBody>
          <a:bodyPr>
            <a:spAutoFit/>
          </a:bodyPr>
          <a:lstStyle/>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endParaRPr lang="en-US" altLang="zh-CN" sz="900">
              <a:solidFill>
                <a:prstClr val="black">
                  <a:lumMod val="75000"/>
                  <a:lumOff val="25000"/>
                </a:prstClr>
              </a:solidFill>
              <a:latin typeface="微软雅黑" pitchFamily="34" charset="-122"/>
              <a:ea typeface="微软雅黑" pitchFamily="34" charset="-122"/>
              <a:sym typeface="微软雅黑" pitchFamily="34" charset="-122"/>
            </a:endParaRPr>
          </a:p>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p>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p>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p>
        </p:txBody>
      </p:sp>
      <p:sp>
        <p:nvSpPr>
          <p:cNvPr id="27" name="TextBox 7"/>
          <p:cNvSpPr>
            <a:spLocks noChangeArrowheads="1"/>
          </p:cNvSpPr>
          <p:nvPr/>
        </p:nvSpPr>
        <p:spPr bwMode="auto">
          <a:xfrm>
            <a:off x="4853312" y="775097"/>
            <a:ext cx="1612500" cy="507831"/>
          </a:xfrm>
          <a:prstGeom prst="rect">
            <a:avLst/>
          </a:prstGeom>
          <a:noFill/>
          <a:ln w="9525" cmpd="sng">
            <a:solidFill>
              <a:schemeClr val="bg1">
                <a:lumMod val="85000"/>
              </a:schemeClr>
            </a:solidFill>
            <a:prstDash val="dash"/>
            <a:bevel/>
          </a:ln>
          <a:extLst>
            <a:ext uri="{909E8E84-426E-40DD-AFC4-6F175D3DCCD1}">
              <a14:hiddenFill xmlns:a14="http://schemas.microsoft.com/office/drawing/2010/main">
                <a:solidFill>
                  <a:srgbClr val="FFFFFF"/>
                </a:solidFill>
              </a14:hiddenFill>
            </a:ext>
          </a:extLst>
        </p:spPr>
        <p:txBody>
          <a:bodyPr>
            <a:spAutoFit/>
          </a:bodyPr>
          <a:lstStyle/>
          <a:p>
            <a:pPr algn="just" fontAlgn="base">
              <a:spcBef>
                <a:spcPct val="0"/>
              </a:spcBef>
              <a:spcAft>
                <a:spcPct val="0"/>
              </a:spcAft>
              <a:buFont typeface="Arial" pitchFamily="34" charset="0"/>
              <a:buNone/>
            </a:pP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点击文字内容</a:t>
            </a:r>
            <a:r>
              <a:rPr lang="en-US" altLang="zh-CN" sz="900" dirty="0">
                <a:solidFill>
                  <a:prstClr val="black">
                    <a:lumMod val="75000"/>
                    <a:lumOff val="25000"/>
                  </a:prstClr>
                </a:solidFill>
                <a:latin typeface="微软雅黑" pitchFamily="34" charset="-122"/>
                <a:ea typeface="微软雅黑" pitchFamily="34" charset="-122"/>
                <a:sym typeface="微软雅黑" pitchFamily="34" charset="-122"/>
              </a:rPr>
              <a:t>,</a:t>
            </a: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点击文字内容</a:t>
            </a:r>
            <a:endParaRPr lang="en-US" altLang="zh-CN" sz="900" dirty="0">
              <a:solidFill>
                <a:prstClr val="black">
                  <a:lumMod val="75000"/>
                  <a:lumOff val="25000"/>
                </a:prstClr>
              </a:solidFill>
              <a:latin typeface="微软雅黑" pitchFamily="34" charset="-122"/>
              <a:ea typeface="微软雅黑" pitchFamily="34" charset="-122"/>
              <a:sym typeface="微软雅黑" pitchFamily="34" charset="-122"/>
            </a:endParaRPr>
          </a:p>
          <a:p>
            <a:pPr algn="just" fontAlgn="base">
              <a:spcBef>
                <a:spcPct val="0"/>
              </a:spcBef>
              <a:spcAft>
                <a:spcPct val="0"/>
              </a:spcAft>
              <a:buFont typeface="Arial" pitchFamily="34" charset="0"/>
              <a:buNone/>
            </a:pP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点击文字内容</a:t>
            </a:r>
            <a:r>
              <a:rPr lang="en-US" altLang="zh-CN" sz="900" dirty="0">
                <a:solidFill>
                  <a:prstClr val="black">
                    <a:lumMod val="75000"/>
                    <a:lumOff val="25000"/>
                  </a:prstClr>
                </a:solidFill>
                <a:latin typeface="微软雅黑" pitchFamily="34" charset="-122"/>
                <a:ea typeface="微软雅黑" pitchFamily="34" charset="-122"/>
                <a:sym typeface="微软雅黑" pitchFamily="34" charset="-122"/>
              </a:rPr>
              <a:t>,</a:t>
            </a: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点击文字内容</a:t>
            </a:r>
          </a:p>
          <a:p>
            <a:pPr algn="just" fontAlgn="base">
              <a:spcBef>
                <a:spcPct val="0"/>
              </a:spcBef>
              <a:spcAft>
                <a:spcPct val="0"/>
              </a:spcAft>
              <a:buFont typeface="Arial" pitchFamily="34" charset="0"/>
              <a:buNone/>
            </a:pP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点击文字内容</a:t>
            </a:r>
            <a:r>
              <a:rPr lang="en-US" altLang="zh-CN" sz="900" dirty="0">
                <a:solidFill>
                  <a:prstClr val="black">
                    <a:lumMod val="75000"/>
                    <a:lumOff val="25000"/>
                  </a:prstClr>
                </a:solidFill>
                <a:latin typeface="微软雅黑" pitchFamily="34" charset="-122"/>
                <a:ea typeface="微软雅黑" pitchFamily="34" charset="-122"/>
                <a:sym typeface="微软雅黑" pitchFamily="34" charset="-122"/>
              </a:rPr>
              <a:t>,</a:t>
            </a: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点击文字内容</a:t>
            </a:r>
          </a:p>
        </p:txBody>
      </p:sp>
      <p:sp>
        <p:nvSpPr>
          <p:cNvPr id="28" name="TextBox 11"/>
          <p:cNvSpPr>
            <a:spLocks noChangeArrowheads="1"/>
          </p:cNvSpPr>
          <p:nvPr/>
        </p:nvSpPr>
        <p:spPr bwMode="auto">
          <a:xfrm>
            <a:off x="5997232" y="3043238"/>
            <a:ext cx="1404167" cy="507831"/>
          </a:xfrm>
          <a:prstGeom prst="rect">
            <a:avLst/>
          </a:prstGeom>
          <a:noFill/>
          <a:ln w="9525" cmpd="sng">
            <a:solidFill>
              <a:schemeClr val="bg1">
                <a:lumMod val="85000"/>
              </a:schemeClr>
            </a:solidFill>
            <a:prstDash val="dash"/>
            <a:bevel/>
          </a:ln>
          <a:extLst>
            <a:ext uri="{909E8E84-426E-40DD-AFC4-6F175D3DCCD1}">
              <a14:hiddenFill xmlns:a14="http://schemas.microsoft.com/office/drawing/2010/main">
                <a:solidFill>
                  <a:srgbClr val="FFFFFF"/>
                </a:solidFill>
              </a14:hiddenFill>
            </a:ext>
          </a:extLst>
        </p:spPr>
        <p:txBody>
          <a:bodyPr>
            <a:spAutoFit/>
          </a:bodyPr>
          <a:lstStyle/>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endParaRPr lang="en-US" altLang="zh-CN" sz="900">
              <a:solidFill>
                <a:prstClr val="black">
                  <a:lumMod val="75000"/>
                  <a:lumOff val="25000"/>
                </a:prstClr>
              </a:solidFill>
              <a:latin typeface="微软雅黑" pitchFamily="34" charset="-122"/>
              <a:ea typeface="微软雅黑" pitchFamily="34" charset="-122"/>
              <a:sym typeface="微软雅黑" pitchFamily="34" charset="-122"/>
            </a:endParaRPr>
          </a:p>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p>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p>
        </p:txBody>
      </p:sp>
      <p:sp>
        <p:nvSpPr>
          <p:cNvPr id="29" name="TextBox 14"/>
          <p:cNvSpPr>
            <a:spLocks noChangeArrowheads="1"/>
          </p:cNvSpPr>
          <p:nvPr/>
        </p:nvSpPr>
        <p:spPr bwMode="auto">
          <a:xfrm>
            <a:off x="3900682" y="4028270"/>
            <a:ext cx="1656919" cy="369332"/>
          </a:xfrm>
          <a:prstGeom prst="rect">
            <a:avLst/>
          </a:prstGeom>
          <a:noFill/>
          <a:ln w="9525" cmpd="sng">
            <a:solidFill>
              <a:schemeClr val="bg1">
                <a:lumMod val="85000"/>
              </a:schemeClr>
            </a:solidFill>
            <a:prstDash val="dash"/>
            <a:bevel/>
          </a:ln>
          <a:extLst>
            <a:ext uri="{909E8E84-426E-40DD-AFC4-6F175D3DCCD1}">
              <a14:hiddenFill xmlns:a14="http://schemas.microsoft.com/office/drawing/2010/main">
                <a:solidFill>
                  <a:srgbClr val="FFFFFF"/>
                </a:solidFill>
              </a14:hiddenFill>
            </a:ext>
          </a:extLst>
        </p:spPr>
        <p:txBody>
          <a:bodyPr>
            <a:spAutoFit/>
          </a:bodyPr>
          <a:lstStyle/>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点击文字内容</a:t>
            </a:r>
            <a:r>
              <a:rPr lang="en-US" altLang="zh-CN" sz="900">
                <a:solidFill>
                  <a:prstClr val="black">
                    <a:lumMod val="75000"/>
                    <a:lumOff val="25000"/>
                  </a:prstClr>
                </a:solidFill>
                <a:latin typeface="微软雅黑" pitchFamily="34" charset="-122"/>
                <a:ea typeface="微软雅黑" pitchFamily="34" charset="-122"/>
                <a:sym typeface="微软雅黑" pitchFamily="34" charset="-122"/>
              </a:rPr>
              <a:t>,</a:t>
            </a: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点击文字内容</a:t>
            </a:r>
          </a:p>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点击文字内容</a:t>
            </a:r>
            <a:r>
              <a:rPr lang="en-US" altLang="zh-CN" sz="900">
                <a:solidFill>
                  <a:prstClr val="black">
                    <a:lumMod val="75000"/>
                    <a:lumOff val="25000"/>
                  </a:prstClr>
                </a:solidFill>
                <a:latin typeface="微软雅黑" pitchFamily="34" charset="-122"/>
                <a:ea typeface="微软雅黑" pitchFamily="34" charset="-122"/>
                <a:sym typeface="微软雅黑" pitchFamily="34" charset="-122"/>
              </a:rPr>
              <a:t>,</a:t>
            </a: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点击文字内容</a:t>
            </a:r>
          </a:p>
        </p:txBody>
      </p:sp>
      <p:sp>
        <p:nvSpPr>
          <p:cNvPr id="30" name="TextBox 17"/>
          <p:cNvSpPr>
            <a:spLocks noChangeArrowheads="1"/>
          </p:cNvSpPr>
          <p:nvPr/>
        </p:nvSpPr>
        <p:spPr bwMode="auto">
          <a:xfrm>
            <a:off x="1785493" y="2942035"/>
            <a:ext cx="1242523" cy="784830"/>
          </a:xfrm>
          <a:prstGeom prst="rect">
            <a:avLst/>
          </a:prstGeom>
          <a:noFill/>
          <a:ln w="9525" cmpd="sng">
            <a:solidFill>
              <a:schemeClr val="bg1">
                <a:lumMod val="85000"/>
              </a:schemeClr>
            </a:solidFill>
            <a:prstDash val="dash"/>
            <a:bevel/>
          </a:ln>
          <a:extLst>
            <a:ext uri="{909E8E84-426E-40DD-AFC4-6F175D3DCCD1}">
              <a14:hiddenFill xmlns:a14="http://schemas.microsoft.com/office/drawing/2010/main">
                <a:solidFill>
                  <a:srgbClr val="FFFFFF"/>
                </a:solidFill>
              </a14:hiddenFill>
            </a:ext>
          </a:extLst>
        </p:spPr>
        <p:txBody>
          <a:bodyPr wrap="square">
            <a:spAutoFit/>
          </a:bodyPr>
          <a:lstStyle/>
          <a:p>
            <a:pPr algn="just" fontAlgn="base">
              <a:spcBef>
                <a:spcPct val="0"/>
              </a:spcBef>
              <a:spcAft>
                <a:spcPct val="0"/>
              </a:spcAft>
              <a:buFont typeface="Arial" pitchFamily="34" charset="0"/>
              <a:buNone/>
            </a:pP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点击添加文字内容</a:t>
            </a:r>
            <a:endParaRPr lang="en-US" altLang="zh-CN" sz="900" dirty="0">
              <a:solidFill>
                <a:prstClr val="black">
                  <a:lumMod val="75000"/>
                  <a:lumOff val="25000"/>
                </a:prstClr>
              </a:solidFill>
              <a:latin typeface="微软雅黑" pitchFamily="34" charset="-122"/>
              <a:ea typeface="微软雅黑" pitchFamily="34" charset="-122"/>
              <a:sym typeface="微软雅黑" pitchFamily="34" charset="-122"/>
            </a:endParaRPr>
          </a:p>
          <a:p>
            <a:pPr algn="just" fontAlgn="base">
              <a:spcBef>
                <a:spcPct val="0"/>
              </a:spcBef>
              <a:spcAft>
                <a:spcPct val="0"/>
              </a:spcAft>
              <a:buFont typeface="Arial" pitchFamily="34" charset="0"/>
              <a:buNone/>
            </a:pP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点击添加文字内容</a:t>
            </a:r>
          </a:p>
          <a:p>
            <a:pPr algn="just" fontAlgn="base">
              <a:spcBef>
                <a:spcPct val="0"/>
              </a:spcBef>
              <a:spcAft>
                <a:spcPct val="0"/>
              </a:spcAft>
              <a:buFont typeface="Arial" pitchFamily="34" charset="0"/>
              <a:buNone/>
            </a:pP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点击添加文字内容</a:t>
            </a:r>
          </a:p>
          <a:p>
            <a:pPr algn="just" fontAlgn="base">
              <a:spcBef>
                <a:spcPct val="0"/>
              </a:spcBef>
              <a:spcAft>
                <a:spcPct val="0"/>
              </a:spcAft>
              <a:buFont typeface="Arial" pitchFamily="34" charset="0"/>
              <a:buNone/>
            </a:pPr>
            <a:r>
              <a:rPr lang="zh-CN" altLang="en-US" sz="900" dirty="0">
                <a:solidFill>
                  <a:prstClr val="black">
                    <a:lumMod val="75000"/>
                    <a:lumOff val="25000"/>
                  </a:prstClr>
                </a:solidFill>
                <a:latin typeface="微软雅黑" pitchFamily="34" charset="-122"/>
                <a:ea typeface="微软雅黑" pitchFamily="34" charset="-122"/>
                <a:sym typeface="微软雅黑" pitchFamily="34" charset="-122"/>
              </a:rPr>
              <a:t>点击添加文字内容</a:t>
            </a:r>
          </a:p>
          <a:p>
            <a:pPr algn="just" fontAlgn="base">
              <a:spcBef>
                <a:spcPct val="0"/>
              </a:spcBef>
              <a:spcAft>
                <a:spcPct val="0"/>
              </a:spcAft>
              <a:buFont typeface="Arial" pitchFamily="34" charset="0"/>
              <a:buNone/>
            </a:pPr>
            <a:endParaRPr lang="zh-CN" altLang="en-US" sz="900" dirty="0">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31" name="TextBox 20"/>
          <p:cNvSpPr>
            <a:spLocks noChangeArrowheads="1"/>
          </p:cNvSpPr>
          <p:nvPr/>
        </p:nvSpPr>
        <p:spPr bwMode="auto">
          <a:xfrm>
            <a:off x="1785493" y="1544241"/>
            <a:ext cx="1404335" cy="646331"/>
          </a:xfrm>
          <a:prstGeom prst="rect">
            <a:avLst/>
          </a:prstGeom>
          <a:noFill/>
          <a:ln w="9525" cmpd="sng">
            <a:solidFill>
              <a:schemeClr val="bg1">
                <a:lumMod val="85000"/>
              </a:schemeClr>
            </a:solidFill>
            <a:prstDash val="dash"/>
            <a:bevel/>
          </a:ln>
          <a:extLst>
            <a:ext uri="{909E8E84-426E-40DD-AFC4-6F175D3DCCD1}">
              <a14:hiddenFill xmlns:a14="http://schemas.microsoft.com/office/drawing/2010/main">
                <a:solidFill>
                  <a:srgbClr val="FFFFFF"/>
                </a:solidFill>
              </a14:hiddenFill>
            </a:ext>
          </a:extLst>
        </p:spPr>
        <p:txBody>
          <a:bodyPr>
            <a:spAutoFit/>
          </a:bodyPr>
          <a:lstStyle/>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endParaRPr lang="en-US" altLang="zh-CN" sz="900">
              <a:solidFill>
                <a:prstClr val="black">
                  <a:lumMod val="75000"/>
                  <a:lumOff val="25000"/>
                </a:prstClr>
              </a:solidFill>
              <a:latin typeface="微软雅黑" pitchFamily="34" charset="-122"/>
              <a:ea typeface="微软雅黑" pitchFamily="34" charset="-122"/>
              <a:sym typeface="微软雅黑" pitchFamily="34" charset="-122"/>
            </a:endParaRPr>
          </a:p>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p>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p>
          <a:p>
            <a:pPr algn="just" fontAlgn="base">
              <a:spcBef>
                <a:spcPct val="0"/>
              </a:spcBef>
              <a:spcAft>
                <a:spcPct val="0"/>
              </a:spcAft>
              <a:buFont typeface="Arial" pitchFamily="34" charset="0"/>
              <a:buNone/>
            </a:pPr>
            <a:r>
              <a:rPr lang="zh-CN" altLang="en-US" sz="900">
                <a:solidFill>
                  <a:prstClr val="black">
                    <a:lumMod val="75000"/>
                    <a:lumOff val="25000"/>
                  </a:prstClr>
                </a:solidFill>
                <a:latin typeface="微软雅黑" pitchFamily="34" charset="-122"/>
                <a:ea typeface="微软雅黑" pitchFamily="34" charset="-122"/>
                <a:sym typeface="微软雅黑" pitchFamily="34" charset="-122"/>
              </a:rPr>
              <a:t>点击此处添加文字内容</a:t>
            </a:r>
          </a:p>
        </p:txBody>
      </p:sp>
      <p:grpSp>
        <p:nvGrpSpPr>
          <p:cNvPr id="4" name="组合 3"/>
          <p:cNvGrpSpPr/>
          <p:nvPr/>
        </p:nvGrpSpPr>
        <p:grpSpPr>
          <a:xfrm>
            <a:off x="4089942" y="1209676"/>
            <a:ext cx="834411" cy="1273969"/>
            <a:chOff x="4089942" y="1209676"/>
            <a:chExt cx="834411" cy="1273969"/>
          </a:xfrm>
        </p:grpSpPr>
        <p:sp>
          <p:nvSpPr>
            <p:cNvPr id="32" name="Freeform 6"/>
            <p:cNvSpPr>
              <a:spLocks noEditPoints="1" noChangeArrowheads="1"/>
            </p:cNvSpPr>
            <p:nvPr/>
          </p:nvSpPr>
          <p:spPr bwMode="auto">
            <a:xfrm>
              <a:off x="4089942" y="1209676"/>
              <a:ext cx="834411" cy="1273969"/>
            </a:xfrm>
            <a:custGeom>
              <a:avLst/>
              <a:gdLst>
                <a:gd name="T0" fmla="*/ 34 w 34"/>
                <a:gd name="T1" fmla="*/ 18 h 52"/>
                <a:gd name="T2" fmla="*/ 17 w 34"/>
                <a:gd name="T3" fmla="*/ 1 h 52"/>
                <a:gd name="T4" fmla="*/ 0 w 34"/>
                <a:gd name="T5" fmla="*/ 18 h 52"/>
                <a:gd name="T6" fmla="*/ 2 w 34"/>
                <a:gd name="T7" fmla="*/ 26 h 52"/>
                <a:gd name="T8" fmla="*/ 2 w 34"/>
                <a:gd name="T9" fmla="*/ 26 h 52"/>
                <a:gd name="T10" fmla="*/ 17 w 34"/>
                <a:gd name="T11" fmla="*/ 52 h 52"/>
                <a:gd name="T12" fmla="*/ 32 w 34"/>
                <a:gd name="T13" fmla="*/ 26 h 52"/>
                <a:gd name="T14" fmla="*/ 32 w 34"/>
                <a:gd name="T15" fmla="*/ 26 h 52"/>
                <a:gd name="T16" fmla="*/ 34 w 34"/>
                <a:gd name="T17" fmla="*/ 18 h 52"/>
                <a:gd name="T18" fmla="*/ 17 w 34"/>
                <a:gd name="T19" fmla="*/ 32 h 52"/>
                <a:gd name="T20" fmla="*/ 3 w 34"/>
                <a:gd name="T21" fmla="*/ 18 h 52"/>
                <a:gd name="T22" fmla="*/ 17 w 34"/>
                <a:gd name="T23" fmla="*/ 3 h 52"/>
                <a:gd name="T24" fmla="*/ 31 w 34"/>
                <a:gd name="T25" fmla="*/ 18 h 52"/>
                <a:gd name="T26" fmla="*/ 17 w 34"/>
                <a:gd name="T27" fmla="*/ 32 h 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
                <a:gd name="T43" fmla="*/ 0 h 52"/>
                <a:gd name="T44" fmla="*/ 34 w 34"/>
                <a:gd name="T45" fmla="*/ 52 h 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 h="52">
                  <a:moveTo>
                    <a:pt x="34" y="18"/>
                  </a:moveTo>
                  <a:cubicBezTo>
                    <a:pt x="34" y="8"/>
                    <a:pt x="27" y="1"/>
                    <a:pt x="17" y="1"/>
                  </a:cubicBezTo>
                  <a:cubicBezTo>
                    <a:pt x="8" y="0"/>
                    <a:pt x="0" y="8"/>
                    <a:pt x="0" y="18"/>
                  </a:cubicBezTo>
                  <a:cubicBezTo>
                    <a:pt x="0" y="21"/>
                    <a:pt x="1" y="24"/>
                    <a:pt x="2" y="26"/>
                  </a:cubicBezTo>
                  <a:cubicBezTo>
                    <a:pt x="2" y="26"/>
                    <a:pt x="2" y="26"/>
                    <a:pt x="2" y="26"/>
                  </a:cubicBezTo>
                  <a:cubicBezTo>
                    <a:pt x="17" y="52"/>
                    <a:pt x="17" y="52"/>
                    <a:pt x="17" y="52"/>
                  </a:cubicBezTo>
                  <a:cubicBezTo>
                    <a:pt x="32" y="26"/>
                    <a:pt x="32" y="26"/>
                    <a:pt x="32" y="26"/>
                  </a:cubicBezTo>
                  <a:cubicBezTo>
                    <a:pt x="32" y="26"/>
                    <a:pt x="32" y="26"/>
                    <a:pt x="32" y="26"/>
                  </a:cubicBezTo>
                  <a:cubicBezTo>
                    <a:pt x="33" y="24"/>
                    <a:pt x="34" y="21"/>
                    <a:pt x="34" y="18"/>
                  </a:cubicBezTo>
                  <a:close/>
                  <a:moveTo>
                    <a:pt x="17" y="32"/>
                  </a:moveTo>
                  <a:cubicBezTo>
                    <a:pt x="9" y="32"/>
                    <a:pt x="3" y="26"/>
                    <a:pt x="3" y="18"/>
                  </a:cubicBezTo>
                  <a:cubicBezTo>
                    <a:pt x="3" y="10"/>
                    <a:pt x="9" y="3"/>
                    <a:pt x="17" y="3"/>
                  </a:cubicBezTo>
                  <a:cubicBezTo>
                    <a:pt x="25" y="3"/>
                    <a:pt x="31" y="10"/>
                    <a:pt x="31" y="18"/>
                  </a:cubicBezTo>
                  <a:cubicBezTo>
                    <a:pt x="31" y="26"/>
                    <a:pt x="25" y="32"/>
                    <a:pt x="17" y="32"/>
                  </a:cubicBezTo>
                  <a:close/>
                </a:path>
              </a:pathLst>
            </a:custGeom>
            <a:solidFill>
              <a:schemeClr val="accent2"/>
            </a:solidFill>
            <a:ln>
              <a:noFill/>
            </a:ln>
          </p:spPr>
          <p:txBody>
            <a:bodyPr/>
            <a:lstStyle/>
            <a:p>
              <a:pPr fontAlgn="base">
                <a:spcBef>
                  <a:spcPct val="0"/>
                </a:spcBef>
                <a:spcAft>
                  <a:spcPct val="0"/>
                </a:spcAft>
                <a:buFont typeface="Arial" pitchFamily="34" charset="0"/>
                <a:buNone/>
              </a:pPr>
              <a:endParaRPr lang="zh-CN" altLang="zh-CN">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34" name="TextBox 25"/>
            <p:cNvSpPr>
              <a:spLocks noChangeArrowheads="1"/>
            </p:cNvSpPr>
            <p:nvPr/>
          </p:nvSpPr>
          <p:spPr bwMode="auto">
            <a:xfrm>
              <a:off x="4292040" y="1352238"/>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itchFamily="34" charset="0"/>
                <a:buNone/>
              </a:pPr>
              <a:r>
                <a:rPr lang="en-US" altLang="zh-CN" dirty="0">
                  <a:solidFill>
                    <a:prstClr val="black">
                      <a:lumMod val="75000"/>
                      <a:lumOff val="25000"/>
                    </a:prstClr>
                  </a:solidFill>
                  <a:latin typeface="微软雅黑" pitchFamily="34" charset="-122"/>
                  <a:ea typeface="微软雅黑" pitchFamily="34" charset="-122"/>
                  <a:sym typeface="微软雅黑" pitchFamily="34" charset="-122"/>
                </a:rPr>
                <a:t>01</a:t>
              </a:r>
              <a:endParaRPr lang="zh-CN" altLang="en-US" dirty="0">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36" name="TextBox 27"/>
            <p:cNvSpPr>
              <a:spLocks noChangeArrowheads="1"/>
            </p:cNvSpPr>
            <p:nvPr/>
          </p:nvSpPr>
          <p:spPr bwMode="auto">
            <a:xfrm>
              <a:off x="4169945" y="1653124"/>
              <a:ext cx="69344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buFont typeface="Arial" pitchFamily="34" charset="0"/>
                <a:buNone/>
              </a:pPr>
              <a:r>
                <a:rPr lang="zh-CN" altLang="en-US" sz="1000" b="1">
                  <a:solidFill>
                    <a:prstClr val="black">
                      <a:lumMod val="75000"/>
                      <a:lumOff val="25000"/>
                    </a:prstClr>
                  </a:solidFill>
                  <a:latin typeface="微软雅黑" pitchFamily="34" charset="-122"/>
                  <a:ea typeface="微软雅黑" pitchFamily="34" charset="-122"/>
                  <a:sym typeface="微软雅黑" pitchFamily="34" charset="-122"/>
                </a:rPr>
                <a:t>文字标题</a:t>
              </a:r>
            </a:p>
          </p:txBody>
        </p:sp>
      </p:grpSp>
      <p:grpSp>
        <p:nvGrpSpPr>
          <p:cNvPr id="7" name="组合 6"/>
          <p:cNvGrpSpPr/>
          <p:nvPr/>
        </p:nvGrpSpPr>
        <p:grpSpPr>
          <a:xfrm>
            <a:off x="4089942" y="2606279"/>
            <a:ext cx="834411" cy="1273969"/>
            <a:chOff x="4089942" y="2606279"/>
            <a:chExt cx="834411" cy="1273969"/>
          </a:xfrm>
        </p:grpSpPr>
        <p:sp>
          <p:nvSpPr>
            <p:cNvPr id="33" name="Freeform 7"/>
            <p:cNvSpPr>
              <a:spLocks noEditPoints="1" noChangeArrowheads="1"/>
            </p:cNvSpPr>
            <p:nvPr/>
          </p:nvSpPr>
          <p:spPr bwMode="auto">
            <a:xfrm>
              <a:off x="4089942" y="2606279"/>
              <a:ext cx="834411" cy="1273969"/>
            </a:xfrm>
            <a:custGeom>
              <a:avLst/>
              <a:gdLst>
                <a:gd name="T0" fmla="*/ 0 w 34"/>
                <a:gd name="T1" fmla="*/ 35 h 52"/>
                <a:gd name="T2" fmla="*/ 17 w 34"/>
                <a:gd name="T3" fmla="*/ 52 h 52"/>
                <a:gd name="T4" fmla="*/ 34 w 34"/>
                <a:gd name="T5" fmla="*/ 35 h 52"/>
                <a:gd name="T6" fmla="*/ 32 w 34"/>
                <a:gd name="T7" fmla="*/ 26 h 52"/>
                <a:gd name="T8" fmla="*/ 32 w 34"/>
                <a:gd name="T9" fmla="*/ 26 h 52"/>
                <a:gd name="T10" fmla="*/ 17 w 34"/>
                <a:gd name="T11" fmla="*/ 0 h 52"/>
                <a:gd name="T12" fmla="*/ 2 w 34"/>
                <a:gd name="T13" fmla="*/ 26 h 52"/>
                <a:gd name="T14" fmla="*/ 2 w 34"/>
                <a:gd name="T15" fmla="*/ 26 h 52"/>
                <a:gd name="T16" fmla="*/ 0 w 34"/>
                <a:gd name="T17" fmla="*/ 35 h 52"/>
                <a:gd name="T18" fmla="*/ 17 w 34"/>
                <a:gd name="T19" fmla="*/ 21 h 52"/>
                <a:gd name="T20" fmla="*/ 31 w 34"/>
                <a:gd name="T21" fmla="*/ 35 h 52"/>
                <a:gd name="T22" fmla="*/ 17 w 34"/>
                <a:gd name="T23" fmla="*/ 49 h 52"/>
                <a:gd name="T24" fmla="*/ 3 w 34"/>
                <a:gd name="T25" fmla="*/ 35 h 52"/>
                <a:gd name="T26" fmla="*/ 17 w 34"/>
                <a:gd name="T27" fmla="*/ 21 h 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
                <a:gd name="T43" fmla="*/ 0 h 52"/>
                <a:gd name="T44" fmla="*/ 34 w 34"/>
                <a:gd name="T45" fmla="*/ 52 h 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 h="52">
                  <a:moveTo>
                    <a:pt x="0" y="35"/>
                  </a:moveTo>
                  <a:cubicBezTo>
                    <a:pt x="0" y="44"/>
                    <a:pt x="8" y="52"/>
                    <a:pt x="17" y="52"/>
                  </a:cubicBezTo>
                  <a:cubicBezTo>
                    <a:pt x="27" y="52"/>
                    <a:pt x="34" y="44"/>
                    <a:pt x="34" y="35"/>
                  </a:cubicBezTo>
                  <a:cubicBezTo>
                    <a:pt x="34" y="32"/>
                    <a:pt x="34" y="29"/>
                    <a:pt x="32" y="26"/>
                  </a:cubicBezTo>
                  <a:cubicBezTo>
                    <a:pt x="32" y="26"/>
                    <a:pt x="32" y="26"/>
                    <a:pt x="32" y="26"/>
                  </a:cubicBezTo>
                  <a:cubicBezTo>
                    <a:pt x="17" y="0"/>
                    <a:pt x="17" y="0"/>
                    <a:pt x="17" y="0"/>
                  </a:cubicBezTo>
                  <a:cubicBezTo>
                    <a:pt x="2" y="26"/>
                    <a:pt x="2" y="26"/>
                    <a:pt x="2" y="26"/>
                  </a:cubicBezTo>
                  <a:cubicBezTo>
                    <a:pt x="2" y="26"/>
                    <a:pt x="2" y="26"/>
                    <a:pt x="2" y="26"/>
                  </a:cubicBezTo>
                  <a:cubicBezTo>
                    <a:pt x="1" y="29"/>
                    <a:pt x="0" y="32"/>
                    <a:pt x="0" y="35"/>
                  </a:cubicBezTo>
                  <a:close/>
                  <a:moveTo>
                    <a:pt x="17" y="21"/>
                  </a:moveTo>
                  <a:cubicBezTo>
                    <a:pt x="25" y="21"/>
                    <a:pt x="31" y="27"/>
                    <a:pt x="31" y="35"/>
                  </a:cubicBezTo>
                  <a:cubicBezTo>
                    <a:pt x="31" y="43"/>
                    <a:pt x="25" y="49"/>
                    <a:pt x="17" y="49"/>
                  </a:cubicBezTo>
                  <a:cubicBezTo>
                    <a:pt x="9" y="49"/>
                    <a:pt x="3" y="43"/>
                    <a:pt x="3" y="35"/>
                  </a:cubicBezTo>
                  <a:cubicBezTo>
                    <a:pt x="3" y="27"/>
                    <a:pt x="9" y="21"/>
                    <a:pt x="17" y="21"/>
                  </a:cubicBezTo>
                  <a:close/>
                </a:path>
              </a:pathLst>
            </a:custGeom>
            <a:solidFill>
              <a:schemeClr val="accent2"/>
            </a:solidFill>
            <a:ln>
              <a:noFill/>
            </a:ln>
          </p:spPr>
          <p:txBody>
            <a:bodyPr/>
            <a:lstStyle/>
            <a:p>
              <a:pPr fontAlgn="base">
                <a:spcBef>
                  <a:spcPct val="0"/>
                </a:spcBef>
                <a:spcAft>
                  <a:spcPct val="0"/>
                </a:spcAft>
                <a:buFont typeface="Arial" pitchFamily="34" charset="0"/>
                <a:buNone/>
              </a:pPr>
              <a:endParaRPr lang="zh-CN" altLang="zh-CN">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35" name="TextBox 26"/>
            <p:cNvSpPr>
              <a:spLocks noChangeArrowheads="1"/>
            </p:cNvSpPr>
            <p:nvPr/>
          </p:nvSpPr>
          <p:spPr bwMode="auto">
            <a:xfrm>
              <a:off x="4324198" y="3147635"/>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itchFamily="34" charset="0"/>
                <a:buNone/>
              </a:pPr>
              <a:r>
                <a:rPr lang="en-US" altLang="zh-CN">
                  <a:solidFill>
                    <a:prstClr val="black">
                      <a:lumMod val="75000"/>
                      <a:lumOff val="25000"/>
                    </a:prstClr>
                  </a:solidFill>
                  <a:latin typeface="微软雅黑" pitchFamily="34" charset="-122"/>
                  <a:ea typeface="微软雅黑" pitchFamily="34" charset="-122"/>
                  <a:sym typeface="微软雅黑" pitchFamily="34" charset="-122"/>
                </a:rPr>
                <a:t>04</a:t>
              </a:r>
              <a:endParaRPr lang="zh-CN" altLang="en-US">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37" name="TextBox 28"/>
            <p:cNvSpPr>
              <a:spLocks noChangeArrowheads="1"/>
            </p:cNvSpPr>
            <p:nvPr/>
          </p:nvSpPr>
          <p:spPr bwMode="auto">
            <a:xfrm>
              <a:off x="4170669" y="3456863"/>
              <a:ext cx="69344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buFont typeface="Arial" pitchFamily="34" charset="0"/>
                <a:buNone/>
              </a:pPr>
              <a:r>
                <a:rPr lang="zh-CN" altLang="en-US" sz="1000" b="1" dirty="0">
                  <a:solidFill>
                    <a:prstClr val="black">
                      <a:lumMod val="75000"/>
                      <a:lumOff val="25000"/>
                    </a:prstClr>
                  </a:solidFill>
                  <a:latin typeface="微软雅黑" pitchFamily="34" charset="-122"/>
                  <a:ea typeface="微软雅黑" pitchFamily="34" charset="-122"/>
                  <a:sym typeface="微软雅黑" pitchFamily="34" charset="-122"/>
                </a:rPr>
                <a:t>文字标题</a:t>
              </a:r>
            </a:p>
          </p:txBody>
        </p:sp>
      </p:grpSp>
      <p:grpSp>
        <p:nvGrpSpPr>
          <p:cNvPr id="3" name="组合 2"/>
          <p:cNvGrpSpPr/>
          <p:nvPr/>
        </p:nvGrpSpPr>
        <p:grpSpPr>
          <a:xfrm>
            <a:off x="3231725" y="1624012"/>
            <a:ext cx="1226024" cy="907257"/>
            <a:chOff x="3231725" y="1624012"/>
            <a:chExt cx="1226024" cy="907257"/>
          </a:xfrm>
        </p:grpSpPr>
        <p:sp>
          <p:nvSpPr>
            <p:cNvPr id="40" name="Freeform 8"/>
            <p:cNvSpPr>
              <a:spLocks noEditPoints="1" noChangeArrowheads="1"/>
            </p:cNvSpPr>
            <p:nvPr/>
          </p:nvSpPr>
          <p:spPr bwMode="auto">
            <a:xfrm>
              <a:off x="3231725" y="1624012"/>
              <a:ext cx="1226024" cy="907257"/>
            </a:xfrm>
            <a:custGeom>
              <a:avLst/>
              <a:gdLst>
                <a:gd name="T0" fmla="*/ 29 w 50"/>
                <a:gd name="T1" fmla="*/ 4 h 37"/>
                <a:gd name="T2" fmla="*/ 5 w 50"/>
                <a:gd name="T3" fmla="*/ 11 h 37"/>
                <a:gd name="T4" fmla="*/ 11 w 50"/>
                <a:gd name="T5" fmla="*/ 34 h 37"/>
                <a:gd name="T6" fmla="*/ 20 w 50"/>
                <a:gd name="T7" fmla="*/ 37 h 37"/>
                <a:gd name="T8" fmla="*/ 20 w 50"/>
                <a:gd name="T9" fmla="*/ 37 h 37"/>
                <a:gd name="T10" fmla="*/ 50 w 50"/>
                <a:gd name="T11" fmla="*/ 37 h 37"/>
                <a:gd name="T12" fmla="*/ 35 w 50"/>
                <a:gd name="T13" fmla="*/ 11 h 37"/>
                <a:gd name="T14" fmla="*/ 35 w 50"/>
                <a:gd name="T15" fmla="*/ 11 h 37"/>
                <a:gd name="T16" fmla="*/ 29 w 50"/>
                <a:gd name="T17" fmla="*/ 4 h 37"/>
                <a:gd name="T18" fmla="*/ 32 w 50"/>
                <a:gd name="T19" fmla="*/ 26 h 37"/>
                <a:gd name="T20" fmla="*/ 13 w 50"/>
                <a:gd name="T21" fmla="*/ 32 h 37"/>
                <a:gd name="T22" fmla="*/ 8 w 50"/>
                <a:gd name="T23" fmla="*/ 12 h 37"/>
                <a:gd name="T24" fmla="*/ 27 w 50"/>
                <a:gd name="T25" fmla="*/ 7 h 37"/>
                <a:gd name="T26" fmla="*/ 32 w 50"/>
                <a:gd name="T27" fmla="*/ 26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37"/>
                <a:gd name="T44" fmla="*/ 50 w 50"/>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37">
                  <a:moveTo>
                    <a:pt x="29" y="4"/>
                  </a:moveTo>
                  <a:cubicBezTo>
                    <a:pt x="20" y="0"/>
                    <a:pt x="10" y="2"/>
                    <a:pt x="5" y="11"/>
                  </a:cubicBezTo>
                  <a:cubicBezTo>
                    <a:pt x="0" y="19"/>
                    <a:pt x="3" y="29"/>
                    <a:pt x="11" y="34"/>
                  </a:cubicBezTo>
                  <a:cubicBezTo>
                    <a:pt x="14" y="36"/>
                    <a:pt x="17" y="37"/>
                    <a:pt x="20" y="37"/>
                  </a:cubicBezTo>
                  <a:cubicBezTo>
                    <a:pt x="20" y="37"/>
                    <a:pt x="20" y="37"/>
                    <a:pt x="20" y="37"/>
                  </a:cubicBezTo>
                  <a:cubicBezTo>
                    <a:pt x="50" y="37"/>
                    <a:pt x="50" y="37"/>
                    <a:pt x="50" y="37"/>
                  </a:cubicBezTo>
                  <a:cubicBezTo>
                    <a:pt x="35" y="11"/>
                    <a:pt x="35" y="11"/>
                    <a:pt x="35" y="11"/>
                  </a:cubicBezTo>
                  <a:cubicBezTo>
                    <a:pt x="35" y="11"/>
                    <a:pt x="35" y="11"/>
                    <a:pt x="35" y="11"/>
                  </a:cubicBezTo>
                  <a:cubicBezTo>
                    <a:pt x="34" y="8"/>
                    <a:pt x="31" y="6"/>
                    <a:pt x="29" y="4"/>
                  </a:cubicBezTo>
                  <a:close/>
                  <a:moveTo>
                    <a:pt x="32" y="26"/>
                  </a:moveTo>
                  <a:cubicBezTo>
                    <a:pt x="28" y="33"/>
                    <a:pt x="20" y="36"/>
                    <a:pt x="13" y="32"/>
                  </a:cubicBezTo>
                  <a:cubicBezTo>
                    <a:pt x="6" y="28"/>
                    <a:pt x="4" y="19"/>
                    <a:pt x="8" y="12"/>
                  </a:cubicBezTo>
                  <a:cubicBezTo>
                    <a:pt x="12" y="5"/>
                    <a:pt x="20" y="3"/>
                    <a:pt x="27" y="7"/>
                  </a:cubicBezTo>
                  <a:cubicBezTo>
                    <a:pt x="34" y="11"/>
                    <a:pt x="36" y="20"/>
                    <a:pt x="32" y="26"/>
                  </a:cubicBezTo>
                  <a:close/>
                </a:path>
              </a:pathLst>
            </a:custGeom>
            <a:solidFill>
              <a:schemeClr val="accent1"/>
            </a:solidFill>
            <a:ln>
              <a:noFill/>
            </a:ln>
          </p:spPr>
          <p:txBody>
            <a:bodyPr/>
            <a:lstStyle/>
            <a:p>
              <a:pPr fontAlgn="base">
                <a:spcBef>
                  <a:spcPct val="0"/>
                </a:spcBef>
                <a:spcAft>
                  <a:spcPct val="0"/>
                </a:spcAft>
                <a:buFont typeface="Arial" pitchFamily="34" charset="0"/>
                <a:buNone/>
              </a:pPr>
              <a:endParaRPr lang="zh-CN" altLang="zh-CN">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41" name="TextBox 35"/>
            <p:cNvSpPr>
              <a:spLocks noChangeArrowheads="1"/>
            </p:cNvSpPr>
            <p:nvPr/>
          </p:nvSpPr>
          <p:spPr bwMode="auto">
            <a:xfrm>
              <a:off x="3482161" y="1742287"/>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itchFamily="34" charset="0"/>
                <a:buNone/>
              </a:pPr>
              <a:r>
                <a:rPr lang="en-US" altLang="zh-CN" dirty="0">
                  <a:solidFill>
                    <a:prstClr val="black">
                      <a:lumMod val="75000"/>
                      <a:lumOff val="25000"/>
                    </a:prstClr>
                  </a:solidFill>
                  <a:latin typeface="微软雅黑" pitchFamily="34" charset="-122"/>
                  <a:ea typeface="微软雅黑" pitchFamily="34" charset="-122"/>
                  <a:sym typeface="微软雅黑" pitchFamily="34" charset="-122"/>
                </a:rPr>
                <a:t>06</a:t>
              </a:r>
              <a:endParaRPr lang="zh-CN" altLang="en-US" dirty="0">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42" name="TextBox 36"/>
            <p:cNvSpPr>
              <a:spLocks noChangeArrowheads="1"/>
            </p:cNvSpPr>
            <p:nvPr/>
          </p:nvSpPr>
          <p:spPr bwMode="auto">
            <a:xfrm>
              <a:off x="3360790" y="2066323"/>
              <a:ext cx="69344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buFont typeface="Arial" pitchFamily="34" charset="0"/>
                <a:buNone/>
              </a:pPr>
              <a:r>
                <a:rPr lang="zh-CN" altLang="en-US" sz="1000" b="1">
                  <a:solidFill>
                    <a:prstClr val="black">
                      <a:lumMod val="75000"/>
                      <a:lumOff val="25000"/>
                    </a:prstClr>
                  </a:solidFill>
                  <a:latin typeface="微软雅黑" pitchFamily="34" charset="-122"/>
                  <a:ea typeface="微软雅黑" pitchFamily="34" charset="-122"/>
                  <a:sym typeface="微软雅黑" pitchFamily="34" charset="-122"/>
                </a:rPr>
                <a:t>文字标题</a:t>
              </a:r>
            </a:p>
          </p:txBody>
        </p:sp>
      </p:grpSp>
      <p:grpSp>
        <p:nvGrpSpPr>
          <p:cNvPr id="6" name="组合 5"/>
          <p:cNvGrpSpPr/>
          <p:nvPr/>
        </p:nvGrpSpPr>
        <p:grpSpPr>
          <a:xfrm>
            <a:off x="4556546" y="2580084"/>
            <a:ext cx="1226024" cy="907257"/>
            <a:chOff x="4556546" y="2580084"/>
            <a:chExt cx="1226024" cy="907257"/>
          </a:xfrm>
        </p:grpSpPr>
        <p:sp>
          <p:nvSpPr>
            <p:cNvPr id="38" name="Freeform 9"/>
            <p:cNvSpPr>
              <a:spLocks noEditPoints="1" noChangeArrowheads="1"/>
            </p:cNvSpPr>
            <p:nvPr/>
          </p:nvSpPr>
          <p:spPr bwMode="auto">
            <a:xfrm>
              <a:off x="4556546" y="2580084"/>
              <a:ext cx="1226024" cy="907257"/>
            </a:xfrm>
            <a:custGeom>
              <a:avLst/>
              <a:gdLst>
                <a:gd name="T0" fmla="*/ 22 w 50"/>
                <a:gd name="T1" fmla="*/ 32 h 37"/>
                <a:gd name="T2" fmla="*/ 45 w 50"/>
                <a:gd name="T3" fmla="*/ 26 h 37"/>
                <a:gd name="T4" fmla="*/ 39 w 50"/>
                <a:gd name="T5" fmla="*/ 2 h 37"/>
                <a:gd name="T6" fmla="*/ 30 w 50"/>
                <a:gd name="T7" fmla="*/ 0 h 37"/>
                <a:gd name="T8" fmla="*/ 30 w 50"/>
                <a:gd name="T9" fmla="*/ 0 h 37"/>
                <a:gd name="T10" fmla="*/ 0 w 50"/>
                <a:gd name="T11" fmla="*/ 0 h 37"/>
                <a:gd name="T12" fmla="*/ 15 w 50"/>
                <a:gd name="T13" fmla="*/ 26 h 37"/>
                <a:gd name="T14" fmla="*/ 15 w 50"/>
                <a:gd name="T15" fmla="*/ 26 h 37"/>
                <a:gd name="T16" fmla="*/ 22 w 50"/>
                <a:gd name="T17" fmla="*/ 32 h 37"/>
                <a:gd name="T18" fmla="*/ 18 w 50"/>
                <a:gd name="T19" fmla="*/ 10 h 37"/>
                <a:gd name="T20" fmla="*/ 37 w 50"/>
                <a:gd name="T21" fmla="*/ 5 h 37"/>
                <a:gd name="T22" fmla="*/ 43 w 50"/>
                <a:gd name="T23" fmla="*/ 25 h 37"/>
                <a:gd name="T24" fmla="*/ 23 w 50"/>
                <a:gd name="T25" fmla="*/ 30 h 37"/>
                <a:gd name="T26" fmla="*/ 18 w 50"/>
                <a:gd name="T27" fmla="*/ 10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37"/>
                <a:gd name="T44" fmla="*/ 50 w 50"/>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37">
                  <a:moveTo>
                    <a:pt x="22" y="32"/>
                  </a:moveTo>
                  <a:cubicBezTo>
                    <a:pt x="30" y="37"/>
                    <a:pt x="40" y="34"/>
                    <a:pt x="45" y="26"/>
                  </a:cubicBezTo>
                  <a:cubicBezTo>
                    <a:pt x="50" y="18"/>
                    <a:pt x="47" y="7"/>
                    <a:pt x="39" y="2"/>
                  </a:cubicBezTo>
                  <a:cubicBezTo>
                    <a:pt x="36" y="1"/>
                    <a:pt x="33" y="0"/>
                    <a:pt x="30" y="0"/>
                  </a:cubicBezTo>
                  <a:cubicBezTo>
                    <a:pt x="30" y="0"/>
                    <a:pt x="30" y="0"/>
                    <a:pt x="30" y="0"/>
                  </a:cubicBezTo>
                  <a:cubicBezTo>
                    <a:pt x="0" y="0"/>
                    <a:pt x="0" y="0"/>
                    <a:pt x="0" y="0"/>
                  </a:cubicBezTo>
                  <a:cubicBezTo>
                    <a:pt x="15" y="26"/>
                    <a:pt x="15" y="26"/>
                    <a:pt x="15" y="26"/>
                  </a:cubicBezTo>
                  <a:cubicBezTo>
                    <a:pt x="15" y="26"/>
                    <a:pt x="15" y="26"/>
                    <a:pt x="15" y="26"/>
                  </a:cubicBezTo>
                  <a:cubicBezTo>
                    <a:pt x="17" y="28"/>
                    <a:pt x="19" y="31"/>
                    <a:pt x="22" y="32"/>
                  </a:cubicBezTo>
                  <a:close/>
                  <a:moveTo>
                    <a:pt x="18" y="10"/>
                  </a:moveTo>
                  <a:cubicBezTo>
                    <a:pt x="22" y="3"/>
                    <a:pt x="31" y="1"/>
                    <a:pt x="37" y="5"/>
                  </a:cubicBezTo>
                  <a:cubicBezTo>
                    <a:pt x="44" y="9"/>
                    <a:pt x="47" y="18"/>
                    <a:pt x="43" y="25"/>
                  </a:cubicBezTo>
                  <a:cubicBezTo>
                    <a:pt x="39" y="31"/>
                    <a:pt x="30" y="34"/>
                    <a:pt x="23" y="30"/>
                  </a:cubicBezTo>
                  <a:cubicBezTo>
                    <a:pt x="16" y="26"/>
                    <a:pt x="14" y="17"/>
                    <a:pt x="18" y="10"/>
                  </a:cubicBezTo>
                  <a:close/>
                </a:path>
              </a:pathLst>
            </a:custGeom>
            <a:solidFill>
              <a:schemeClr val="accent4"/>
            </a:solidFill>
            <a:ln>
              <a:noFill/>
            </a:ln>
          </p:spPr>
          <p:txBody>
            <a:bodyPr/>
            <a:lstStyle/>
            <a:p>
              <a:pPr fontAlgn="base">
                <a:spcBef>
                  <a:spcPct val="0"/>
                </a:spcBef>
                <a:spcAft>
                  <a:spcPct val="0"/>
                </a:spcAft>
                <a:buFont typeface="Arial" pitchFamily="34" charset="0"/>
                <a:buNone/>
              </a:pPr>
              <a:endParaRPr lang="zh-CN" altLang="zh-CN">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39" name="TextBox 31"/>
            <p:cNvSpPr>
              <a:spLocks noChangeArrowheads="1"/>
            </p:cNvSpPr>
            <p:nvPr/>
          </p:nvSpPr>
          <p:spPr bwMode="auto">
            <a:xfrm>
              <a:off x="5080086" y="2714396"/>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itchFamily="34" charset="0"/>
                <a:buNone/>
              </a:pPr>
              <a:r>
                <a:rPr lang="en-US" altLang="zh-CN" dirty="0">
                  <a:solidFill>
                    <a:prstClr val="black">
                      <a:lumMod val="75000"/>
                      <a:lumOff val="25000"/>
                    </a:prstClr>
                  </a:solidFill>
                  <a:latin typeface="微软雅黑" pitchFamily="34" charset="-122"/>
                  <a:ea typeface="微软雅黑" pitchFamily="34" charset="-122"/>
                  <a:sym typeface="微软雅黑" pitchFamily="34" charset="-122"/>
                </a:rPr>
                <a:t>03</a:t>
              </a:r>
              <a:endParaRPr lang="zh-CN" altLang="en-US" dirty="0">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43" name="TextBox 33"/>
            <p:cNvSpPr>
              <a:spLocks noChangeArrowheads="1"/>
            </p:cNvSpPr>
            <p:nvPr/>
          </p:nvSpPr>
          <p:spPr bwMode="auto">
            <a:xfrm>
              <a:off x="4960245" y="2986783"/>
              <a:ext cx="69344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buFont typeface="Arial" pitchFamily="34" charset="0"/>
                <a:buNone/>
              </a:pPr>
              <a:r>
                <a:rPr lang="zh-CN" altLang="en-US" sz="1000" b="1">
                  <a:solidFill>
                    <a:prstClr val="black">
                      <a:lumMod val="75000"/>
                      <a:lumOff val="25000"/>
                    </a:prstClr>
                  </a:solidFill>
                  <a:latin typeface="微软雅黑" pitchFamily="34" charset="-122"/>
                  <a:ea typeface="微软雅黑" pitchFamily="34" charset="-122"/>
                  <a:sym typeface="微软雅黑" pitchFamily="34" charset="-122"/>
                </a:rPr>
                <a:t>文字标题</a:t>
              </a:r>
            </a:p>
          </p:txBody>
        </p:sp>
      </p:grpSp>
      <p:grpSp>
        <p:nvGrpSpPr>
          <p:cNvPr id="5" name="组合 4"/>
          <p:cNvGrpSpPr/>
          <p:nvPr/>
        </p:nvGrpSpPr>
        <p:grpSpPr>
          <a:xfrm>
            <a:off x="4556546" y="1624012"/>
            <a:ext cx="1226024" cy="907257"/>
            <a:chOff x="4556546" y="1624012"/>
            <a:chExt cx="1226024" cy="907257"/>
          </a:xfrm>
        </p:grpSpPr>
        <p:sp>
          <p:nvSpPr>
            <p:cNvPr id="45" name="Freeform 11"/>
            <p:cNvSpPr>
              <a:spLocks noEditPoints="1" noChangeArrowheads="1"/>
            </p:cNvSpPr>
            <p:nvPr/>
          </p:nvSpPr>
          <p:spPr bwMode="auto">
            <a:xfrm>
              <a:off x="4556546" y="1624012"/>
              <a:ext cx="1226024" cy="907257"/>
            </a:xfrm>
            <a:custGeom>
              <a:avLst/>
              <a:gdLst>
                <a:gd name="T0" fmla="*/ 39 w 50"/>
                <a:gd name="T1" fmla="*/ 35 h 37"/>
                <a:gd name="T2" fmla="*/ 46 w 50"/>
                <a:gd name="T3" fmla="*/ 11 h 37"/>
                <a:gd name="T4" fmla="*/ 22 w 50"/>
                <a:gd name="T5" fmla="*/ 5 h 37"/>
                <a:gd name="T6" fmla="*/ 16 w 50"/>
                <a:gd name="T7" fmla="*/ 11 h 37"/>
                <a:gd name="T8" fmla="*/ 16 w 50"/>
                <a:gd name="T9" fmla="*/ 11 h 37"/>
                <a:gd name="T10" fmla="*/ 0 w 50"/>
                <a:gd name="T11" fmla="*/ 37 h 37"/>
                <a:gd name="T12" fmla="*/ 30 w 50"/>
                <a:gd name="T13" fmla="*/ 37 h 37"/>
                <a:gd name="T14" fmla="*/ 30 w 50"/>
                <a:gd name="T15" fmla="*/ 37 h 37"/>
                <a:gd name="T16" fmla="*/ 39 w 50"/>
                <a:gd name="T17" fmla="*/ 35 h 37"/>
                <a:gd name="T18" fmla="*/ 18 w 50"/>
                <a:gd name="T19" fmla="*/ 27 h 37"/>
                <a:gd name="T20" fmla="*/ 24 w 50"/>
                <a:gd name="T21" fmla="*/ 7 h 37"/>
                <a:gd name="T22" fmla="*/ 43 w 50"/>
                <a:gd name="T23" fmla="*/ 13 h 37"/>
                <a:gd name="T24" fmla="*/ 37 w 50"/>
                <a:gd name="T25" fmla="*/ 32 h 37"/>
                <a:gd name="T26" fmla="*/ 18 w 50"/>
                <a:gd name="T27" fmla="*/ 27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37"/>
                <a:gd name="T44" fmla="*/ 50 w 50"/>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37">
                  <a:moveTo>
                    <a:pt x="39" y="35"/>
                  </a:moveTo>
                  <a:cubicBezTo>
                    <a:pt x="47" y="30"/>
                    <a:pt x="50" y="20"/>
                    <a:pt x="46" y="11"/>
                  </a:cubicBezTo>
                  <a:cubicBezTo>
                    <a:pt x="41" y="3"/>
                    <a:pt x="30" y="0"/>
                    <a:pt x="22" y="5"/>
                  </a:cubicBezTo>
                  <a:cubicBezTo>
                    <a:pt x="19" y="6"/>
                    <a:pt x="17" y="8"/>
                    <a:pt x="16" y="11"/>
                  </a:cubicBezTo>
                  <a:cubicBezTo>
                    <a:pt x="16" y="11"/>
                    <a:pt x="16" y="11"/>
                    <a:pt x="16" y="11"/>
                  </a:cubicBezTo>
                  <a:cubicBezTo>
                    <a:pt x="0" y="37"/>
                    <a:pt x="0" y="37"/>
                    <a:pt x="0" y="37"/>
                  </a:cubicBezTo>
                  <a:cubicBezTo>
                    <a:pt x="30" y="37"/>
                    <a:pt x="30" y="37"/>
                    <a:pt x="30" y="37"/>
                  </a:cubicBezTo>
                  <a:cubicBezTo>
                    <a:pt x="30" y="37"/>
                    <a:pt x="30" y="37"/>
                    <a:pt x="30" y="37"/>
                  </a:cubicBezTo>
                  <a:cubicBezTo>
                    <a:pt x="33" y="37"/>
                    <a:pt x="36" y="36"/>
                    <a:pt x="39" y="35"/>
                  </a:cubicBezTo>
                  <a:close/>
                  <a:moveTo>
                    <a:pt x="18" y="27"/>
                  </a:moveTo>
                  <a:cubicBezTo>
                    <a:pt x="14" y="20"/>
                    <a:pt x="17" y="11"/>
                    <a:pt x="24" y="7"/>
                  </a:cubicBezTo>
                  <a:cubicBezTo>
                    <a:pt x="30" y="3"/>
                    <a:pt x="39" y="6"/>
                    <a:pt x="43" y="13"/>
                  </a:cubicBezTo>
                  <a:cubicBezTo>
                    <a:pt x="47" y="20"/>
                    <a:pt x="44" y="28"/>
                    <a:pt x="37" y="32"/>
                  </a:cubicBezTo>
                  <a:cubicBezTo>
                    <a:pt x="31" y="36"/>
                    <a:pt x="22" y="34"/>
                    <a:pt x="18" y="27"/>
                  </a:cubicBezTo>
                  <a:close/>
                </a:path>
              </a:pathLst>
            </a:custGeom>
            <a:solidFill>
              <a:schemeClr val="accent3"/>
            </a:solidFill>
            <a:ln>
              <a:noFill/>
            </a:ln>
          </p:spPr>
          <p:txBody>
            <a:bodyPr/>
            <a:lstStyle/>
            <a:p>
              <a:pPr fontAlgn="base">
                <a:spcBef>
                  <a:spcPct val="0"/>
                </a:spcBef>
                <a:spcAft>
                  <a:spcPct val="0"/>
                </a:spcAft>
                <a:buFont typeface="Arial" pitchFamily="34" charset="0"/>
                <a:buNone/>
              </a:pPr>
              <a:endParaRPr lang="zh-CN" altLang="zh-CN">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46" name="TextBox 40"/>
            <p:cNvSpPr>
              <a:spLocks noChangeArrowheads="1"/>
            </p:cNvSpPr>
            <p:nvPr/>
          </p:nvSpPr>
          <p:spPr bwMode="auto">
            <a:xfrm>
              <a:off x="5101919" y="1796293"/>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itchFamily="34" charset="0"/>
                <a:buNone/>
              </a:pPr>
              <a:r>
                <a:rPr lang="en-US" altLang="zh-CN" dirty="0">
                  <a:solidFill>
                    <a:prstClr val="black">
                      <a:lumMod val="75000"/>
                      <a:lumOff val="25000"/>
                    </a:prstClr>
                  </a:solidFill>
                  <a:latin typeface="微软雅黑" pitchFamily="34" charset="-122"/>
                  <a:ea typeface="微软雅黑" pitchFamily="34" charset="-122"/>
                  <a:sym typeface="微软雅黑" pitchFamily="34" charset="-122"/>
                </a:rPr>
                <a:t>02</a:t>
              </a:r>
              <a:endParaRPr lang="zh-CN" altLang="en-US" dirty="0">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48" name="TextBox 42"/>
            <p:cNvSpPr>
              <a:spLocks noChangeArrowheads="1"/>
            </p:cNvSpPr>
            <p:nvPr/>
          </p:nvSpPr>
          <p:spPr bwMode="auto">
            <a:xfrm>
              <a:off x="4947728" y="2091910"/>
              <a:ext cx="69344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buFont typeface="Arial" pitchFamily="34" charset="0"/>
                <a:buNone/>
              </a:pPr>
              <a:r>
                <a:rPr lang="zh-CN" altLang="en-US" sz="1000" b="1">
                  <a:solidFill>
                    <a:prstClr val="black">
                      <a:lumMod val="75000"/>
                      <a:lumOff val="25000"/>
                    </a:prstClr>
                  </a:solidFill>
                  <a:latin typeface="微软雅黑" pitchFamily="34" charset="-122"/>
                  <a:ea typeface="微软雅黑" pitchFamily="34" charset="-122"/>
                  <a:sym typeface="微软雅黑" pitchFamily="34" charset="-122"/>
                </a:rPr>
                <a:t>文字标题</a:t>
              </a:r>
            </a:p>
          </p:txBody>
        </p:sp>
      </p:grpSp>
      <p:grpSp>
        <p:nvGrpSpPr>
          <p:cNvPr id="2" name="组合 1"/>
          <p:cNvGrpSpPr/>
          <p:nvPr/>
        </p:nvGrpSpPr>
        <p:grpSpPr>
          <a:xfrm>
            <a:off x="3231725" y="2580084"/>
            <a:ext cx="1226024" cy="907257"/>
            <a:chOff x="3231725" y="2580084"/>
            <a:chExt cx="1226024" cy="907257"/>
          </a:xfrm>
        </p:grpSpPr>
        <p:sp>
          <p:nvSpPr>
            <p:cNvPr id="44" name="Freeform 10"/>
            <p:cNvSpPr>
              <a:spLocks noEditPoints="1" noChangeArrowheads="1"/>
            </p:cNvSpPr>
            <p:nvPr/>
          </p:nvSpPr>
          <p:spPr bwMode="auto">
            <a:xfrm>
              <a:off x="3231725" y="2580084"/>
              <a:ext cx="1226024" cy="907257"/>
            </a:xfrm>
            <a:custGeom>
              <a:avLst/>
              <a:gdLst>
                <a:gd name="T0" fmla="*/ 11 w 50"/>
                <a:gd name="T1" fmla="*/ 2 h 37"/>
                <a:gd name="T2" fmla="*/ 5 w 50"/>
                <a:gd name="T3" fmla="*/ 25 h 37"/>
                <a:gd name="T4" fmla="*/ 28 w 50"/>
                <a:gd name="T5" fmla="*/ 32 h 37"/>
                <a:gd name="T6" fmla="*/ 35 w 50"/>
                <a:gd name="T7" fmla="*/ 26 h 37"/>
                <a:gd name="T8" fmla="*/ 35 w 50"/>
                <a:gd name="T9" fmla="*/ 26 h 37"/>
                <a:gd name="T10" fmla="*/ 50 w 50"/>
                <a:gd name="T11" fmla="*/ 0 h 37"/>
                <a:gd name="T12" fmla="*/ 20 w 50"/>
                <a:gd name="T13" fmla="*/ 0 h 37"/>
                <a:gd name="T14" fmla="*/ 20 w 50"/>
                <a:gd name="T15" fmla="*/ 0 h 37"/>
                <a:gd name="T16" fmla="*/ 11 w 50"/>
                <a:gd name="T17" fmla="*/ 2 h 37"/>
                <a:gd name="T18" fmla="*/ 32 w 50"/>
                <a:gd name="T19" fmla="*/ 10 h 37"/>
                <a:gd name="T20" fmla="*/ 27 w 50"/>
                <a:gd name="T21" fmla="*/ 29 h 37"/>
                <a:gd name="T22" fmla="*/ 7 w 50"/>
                <a:gd name="T23" fmla="*/ 24 h 37"/>
                <a:gd name="T24" fmla="*/ 13 w 50"/>
                <a:gd name="T25" fmla="*/ 4 h 37"/>
                <a:gd name="T26" fmla="*/ 32 w 50"/>
                <a:gd name="T27" fmla="*/ 10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37"/>
                <a:gd name="T44" fmla="*/ 50 w 50"/>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37">
                  <a:moveTo>
                    <a:pt x="11" y="2"/>
                  </a:moveTo>
                  <a:cubicBezTo>
                    <a:pt x="3" y="6"/>
                    <a:pt x="0" y="17"/>
                    <a:pt x="5" y="25"/>
                  </a:cubicBezTo>
                  <a:cubicBezTo>
                    <a:pt x="9" y="34"/>
                    <a:pt x="20" y="37"/>
                    <a:pt x="28" y="32"/>
                  </a:cubicBezTo>
                  <a:cubicBezTo>
                    <a:pt x="31" y="30"/>
                    <a:pt x="33" y="28"/>
                    <a:pt x="35" y="26"/>
                  </a:cubicBezTo>
                  <a:cubicBezTo>
                    <a:pt x="35" y="26"/>
                    <a:pt x="35" y="26"/>
                    <a:pt x="35" y="26"/>
                  </a:cubicBezTo>
                  <a:cubicBezTo>
                    <a:pt x="50" y="0"/>
                    <a:pt x="50" y="0"/>
                    <a:pt x="50" y="0"/>
                  </a:cubicBezTo>
                  <a:cubicBezTo>
                    <a:pt x="20" y="0"/>
                    <a:pt x="20" y="0"/>
                    <a:pt x="20" y="0"/>
                  </a:cubicBezTo>
                  <a:cubicBezTo>
                    <a:pt x="20" y="0"/>
                    <a:pt x="20" y="0"/>
                    <a:pt x="20" y="0"/>
                  </a:cubicBezTo>
                  <a:cubicBezTo>
                    <a:pt x="17" y="0"/>
                    <a:pt x="14" y="0"/>
                    <a:pt x="11" y="2"/>
                  </a:cubicBezTo>
                  <a:close/>
                  <a:moveTo>
                    <a:pt x="32" y="10"/>
                  </a:moveTo>
                  <a:cubicBezTo>
                    <a:pt x="36" y="17"/>
                    <a:pt x="34" y="26"/>
                    <a:pt x="27" y="29"/>
                  </a:cubicBezTo>
                  <a:cubicBezTo>
                    <a:pt x="20" y="33"/>
                    <a:pt x="11" y="31"/>
                    <a:pt x="7" y="24"/>
                  </a:cubicBezTo>
                  <a:cubicBezTo>
                    <a:pt x="3" y="17"/>
                    <a:pt x="6" y="8"/>
                    <a:pt x="13" y="4"/>
                  </a:cubicBezTo>
                  <a:cubicBezTo>
                    <a:pt x="20" y="0"/>
                    <a:pt x="28" y="3"/>
                    <a:pt x="32" y="10"/>
                  </a:cubicBezTo>
                  <a:close/>
                </a:path>
              </a:pathLst>
            </a:custGeom>
            <a:solidFill>
              <a:schemeClr val="accent1"/>
            </a:solidFill>
            <a:ln>
              <a:noFill/>
            </a:ln>
          </p:spPr>
          <p:txBody>
            <a:bodyPr/>
            <a:lstStyle/>
            <a:p>
              <a:pPr fontAlgn="base">
                <a:spcBef>
                  <a:spcPct val="0"/>
                </a:spcBef>
                <a:spcAft>
                  <a:spcPct val="0"/>
                </a:spcAft>
                <a:buFont typeface="Arial" pitchFamily="34" charset="0"/>
                <a:buNone/>
              </a:pPr>
              <a:endParaRPr lang="zh-CN" altLang="zh-CN">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47" name="TextBox 41"/>
            <p:cNvSpPr>
              <a:spLocks noChangeArrowheads="1"/>
            </p:cNvSpPr>
            <p:nvPr/>
          </p:nvSpPr>
          <p:spPr bwMode="auto">
            <a:xfrm>
              <a:off x="3536153" y="2685254"/>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itchFamily="34" charset="0"/>
                <a:buNone/>
              </a:pPr>
              <a:r>
                <a:rPr lang="en-US" altLang="zh-CN">
                  <a:solidFill>
                    <a:prstClr val="black">
                      <a:lumMod val="75000"/>
                      <a:lumOff val="25000"/>
                    </a:prstClr>
                  </a:solidFill>
                  <a:latin typeface="微软雅黑" pitchFamily="34" charset="-122"/>
                  <a:ea typeface="微软雅黑" pitchFamily="34" charset="-122"/>
                  <a:sym typeface="微软雅黑" pitchFamily="34" charset="-122"/>
                </a:rPr>
                <a:t>05</a:t>
              </a:r>
              <a:endParaRPr lang="zh-CN" altLang="en-US">
                <a:solidFill>
                  <a:prstClr val="black">
                    <a:lumMod val="75000"/>
                    <a:lumOff val="25000"/>
                  </a:prstClr>
                </a:solidFill>
                <a:latin typeface="微软雅黑" pitchFamily="34" charset="-122"/>
                <a:ea typeface="微软雅黑" pitchFamily="34" charset="-122"/>
                <a:sym typeface="微软雅黑" pitchFamily="34" charset="-122"/>
              </a:endParaRPr>
            </a:p>
          </p:txBody>
        </p:sp>
        <p:sp>
          <p:nvSpPr>
            <p:cNvPr id="49" name="TextBox 43"/>
            <p:cNvSpPr>
              <a:spLocks noChangeArrowheads="1"/>
            </p:cNvSpPr>
            <p:nvPr/>
          </p:nvSpPr>
          <p:spPr bwMode="auto">
            <a:xfrm>
              <a:off x="3379470" y="2958275"/>
              <a:ext cx="69344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buFont typeface="Arial" pitchFamily="34" charset="0"/>
                <a:buNone/>
              </a:pPr>
              <a:r>
                <a:rPr lang="zh-CN" altLang="en-US" sz="1000" b="1">
                  <a:solidFill>
                    <a:prstClr val="black">
                      <a:lumMod val="75000"/>
                      <a:lumOff val="25000"/>
                    </a:prstClr>
                  </a:solidFill>
                  <a:latin typeface="微软雅黑" pitchFamily="34" charset="-122"/>
                  <a:ea typeface="微软雅黑" pitchFamily="34" charset="-122"/>
                  <a:sym typeface="微软雅黑" pitchFamily="34" charset="-122"/>
                </a:rPr>
                <a:t>文字标题</a:t>
              </a:r>
            </a:p>
          </p:txBody>
        </p:sp>
      </p:grpSp>
    </p:spTree>
    <p:extLst>
      <p:ext uri="{BB962C8B-B14F-4D97-AF65-F5344CB8AC3E}">
        <p14:creationId xmlns:p14="http://schemas.microsoft.com/office/powerpoint/2010/main" val="718297847"/>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right)">
                                      <p:cBhvr>
                                        <p:cTn id="23" dur="500"/>
                                        <p:tgtEl>
                                          <p:spTgt spid="2"/>
                                        </p:tgtEl>
                                      </p:cBhvr>
                                    </p:animEffect>
                                  </p:childTnLst>
                                </p:cTn>
                              </p:par>
                            </p:childTnLst>
                          </p:cTn>
                        </p:par>
                        <p:par>
                          <p:cTn id="24" fill="hold">
                            <p:stCondLst>
                              <p:cond delay="2500"/>
                            </p:stCondLst>
                            <p:childTnLst>
                              <p:par>
                                <p:cTn id="25" presetID="22" presetClass="entr" presetSubtype="2"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right)">
                                      <p:cBhvr>
                                        <p:cTn id="27" dur="500"/>
                                        <p:tgtEl>
                                          <p:spTgt spid="3"/>
                                        </p:tgtEl>
                                      </p:cBhvr>
                                    </p:animEffect>
                                  </p:childTnLst>
                                </p:cTn>
                              </p:par>
                            </p:childTnLst>
                          </p:cTn>
                        </p:par>
                        <p:par>
                          <p:cTn id="28" fill="hold">
                            <p:stCondLst>
                              <p:cond delay="3000"/>
                            </p:stCondLst>
                            <p:childTnLst>
                              <p:par>
                                <p:cTn id="29" presetID="18" presetClass="entr" presetSubtype="12"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strips(downLeft)">
                                      <p:cBhvr>
                                        <p:cTn id="31" dur="500"/>
                                        <p:tgtEl>
                                          <p:spTgt spid="27"/>
                                        </p:tgtEl>
                                      </p:cBhvr>
                                    </p:animEffect>
                                  </p:childTnLst>
                                </p:cTn>
                              </p:par>
                            </p:childTnLst>
                          </p:cTn>
                        </p:par>
                        <p:par>
                          <p:cTn id="32" fill="hold">
                            <p:stCondLst>
                              <p:cond delay="3500"/>
                            </p:stCondLst>
                            <p:childTnLst>
                              <p:par>
                                <p:cTn id="33" presetID="18" presetClass="entr" presetSubtype="12"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strips(downLeft)">
                                      <p:cBhvr>
                                        <p:cTn id="35" dur="500"/>
                                        <p:tgtEl>
                                          <p:spTgt spid="26"/>
                                        </p:tgtEl>
                                      </p:cBhvr>
                                    </p:animEffect>
                                  </p:childTnLst>
                                </p:cTn>
                              </p:par>
                            </p:childTnLst>
                          </p:cTn>
                        </p:par>
                        <p:par>
                          <p:cTn id="36" fill="hold">
                            <p:stCondLst>
                              <p:cond delay="4000"/>
                            </p:stCondLst>
                            <p:childTnLst>
                              <p:par>
                                <p:cTn id="37" presetID="18" presetClass="entr" presetSubtype="12" fill="hold" grpId="0" nodeType="after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strips(downLeft)">
                                      <p:cBhvr>
                                        <p:cTn id="39" dur="500"/>
                                        <p:tgtEl>
                                          <p:spTgt spid="28"/>
                                        </p:tgtEl>
                                      </p:cBhvr>
                                    </p:animEffect>
                                  </p:childTnLst>
                                </p:cTn>
                              </p:par>
                            </p:childTnLst>
                          </p:cTn>
                        </p:par>
                        <p:par>
                          <p:cTn id="40" fill="hold">
                            <p:stCondLst>
                              <p:cond delay="4500"/>
                            </p:stCondLst>
                            <p:childTnLst>
                              <p:par>
                                <p:cTn id="41" presetID="18" presetClass="entr" presetSubtype="12" fill="hold" grpId="0" nodeType="after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strips(downLeft)">
                                      <p:cBhvr>
                                        <p:cTn id="43" dur="500"/>
                                        <p:tgtEl>
                                          <p:spTgt spid="29"/>
                                        </p:tgtEl>
                                      </p:cBhvr>
                                    </p:animEffect>
                                  </p:childTnLst>
                                </p:cTn>
                              </p:par>
                            </p:childTnLst>
                          </p:cTn>
                        </p:par>
                        <p:par>
                          <p:cTn id="44" fill="hold">
                            <p:stCondLst>
                              <p:cond delay="5000"/>
                            </p:stCondLst>
                            <p:childTnLst>
                              <p:par>
                                <p:cTn id="45" presetID="18" presetClass="entr" presetSubtype="12"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strips(downLeft)">
                                      <p:cBhvr>
                                        <p:cTn id="47" dur="500"/>
                                        <p:tgtEl>
                                          <p:spTgt spid="30"/>
                                        </p:tgtEl>
                                      </p:cBhvr>
                                    </p:animEffect>
                                  </p:childTnLst>
                                </p:cTn>
                              </p:par>
                            </p:childTnLst>
                          </p:cTn>
                        </p:par>
                        <p:par>
                          <p:cTn id="48" fill="hold">
                            <p:stCondLst>
                              <p:cond delay="5500"/>
                            </p:stCondLst>
                            <p:childTnLst>
                              <p:par>
                                <p:cTn id="49" presetID="18" presetClass="entr" presetSubtype="12" fill="hold" grpId="0"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strips(downLeft)">
                                      <p:cBhvr>
                                        <p:cTn id="5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3"/>
          <p:cNvSpPr>
            <a:spLocks/>
          </p:cNvSpPr>
          <p:nvPr/>
        </p:nvSpPr>
        <p:spPr bwMode="gray">
          <a:xfrm flipV="1">
            <a:off x="1870669" y="2679737"/>
            <a:ext cx="1206386" cy="1406993"/>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lIns="68571" tIns="34285" rIns="68571" bIns="34285"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ysClr val="windowText" lastClr="000000"/>
              </a:solidFill>
              <a:effectLst/>
              <a:uLnTx/>
              <a:uFillTx/>
              <a:latin typeface="Calibri"/>
              <a:ea typeface="宋体"/>
              <a:cs typeface="+mn-cs"/>
            </a:endParaRPr>
          </a:p>
        </p:txBody>
      </p:sp>
      <p:sp>
        <p:nvSpPr>
          <p:cNvPr id="3" name="箭头2"/>
          <p:cNvSpPr>
            <a:spLocks/>
          </p:cNvSpPr>
          <p:nvPr/>
        </p:nvSpPr>
        <p:spPr bwMode="gray">
          <a:xfrm rot="16200000">
            <a:off x="2188686" y="2161566"/>
            <a:ext cx="358296" cy="1433956"/>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chemeClr val="bg1">
              <a:lumMod val="75000"/>
            </a:schemeClr>
          </a:solidFill>
          <a:ln>
            <a:noFill/>
          </a:ln>
          <a:effectLst/>
        </p:spPr>
        <p:txBody>
          <a:bodyPr wrap="none" lIns="68571" tIns="34285" rIns="68571" bIns="34285"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ysClr val="windowText" lastClr="000000"/>
              </a:solidFill>
              <a:effectLst/>
              <a:uLnTx/>
              <a:uFillTx/>
              <a:latin typeface="Calibri"/>
              <a:ea typeface="宋体"/>
              <a:cs typeface="+mn-cs"/>
            </a:endParaRPr>
          </a:p>
        </p:txBody>
      </p:sp>
      <p:sp>
        <p:nvSpPr>
          <p:cNvPr id="4" name="箭头1"/>
          <p:cNvSpPr>
            <a:spLocks/>
          </p:cNvSpPr>
          <p:nvPr/>
        </p:nvSpPr>
        <p:spPr bwMode="gray">
          <a:xfrm>
            <a:off x="1862911" y="1596705"/>
            <a:ext cx="1206386" cy="1406993"/>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lIns="68571" tIns="34285" rIns="68571" bIns="34285"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ysClr val="windowText" lastClr="000000"/>
              </a:solidFill>
              <a:effectLst/>
              <a:uLnTx/>
              <a:uFillTx/>
              <a:latin typeface="Calibri"/>
              <a:ea typeface="宋体"/>
              <a:cs typeface="+mn-cs"/>
            </a:endParaRPr>
          </a:p>
        </p:txBody>
      </p:sp>
      <p:sp>
        <p:nvSpPr>
          <p:cNvPr id="5" name="标题1"/>
          <p:cNvSpPr>
            <a:spLocks noChangeArrowheads="1"/>
          </p:cNvSpPr>
          <p:nvPr/>
        </p:nvSpPr>
        <p:spPr bwMode="gray">
          <a:xfrm>
            <a:off x="3152643" y="1329899"/>
            <a:ext cx="1993390" cy="866499"/>
          </a:xfrm>
          <a:prstGeom prst="roundRect">
            <a:avLst>
              <a:gd name="adj" fmla="val 11921"/>
            </a:avLst>
          </a:prstGeom>
          <a:solidFill>
            <a:schemeClr val="accent2"/>
          </a:solidFill>
          <a:ln w="25400" cap="flat" cmpd="sng" algn="ctr">
            <a:noFill/>
            <a:prstDash val="solid"/>
          </a:ln>
          <a:effectLst>
            <a:outerShdw blurRad="50800" dist="38100" dir="2700000" algn="tl" rotWithShape="0">
              <a:prstClr val="black">
                <a:alpha val="40000"/>
              </a:prstClr>
            </a:outerShdw>
          </a:effectLst>
        </p:spPr>
        <p:txBody>
          <a:bodyPr lIns="68571" tIns="34285" rIns="68571" bIns="3428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ysClr val="window" lastClr="FFFFFF">
                    <a:lumMod val="95000"/>
                  </a:sysClr>
                </a:solidFill>
                <a:effectLst/>
                <a:uLnTx/>
                <a:uFillTx/>
                <a:latin typeface="微软雅黑" pitchFamily="34" charset="-122"/>
                <a:ea typeface="微软雅黑" pitchFamily="34" charset="-122"/>
                <a:cs typeface="+mn-cs"/>
              </a:rPr>
              <a:t>          点击添加文本</a:t>
            </a:r>
            <a:endParaRPr kumimoji="0" lang="zh-CN" altLang="zh-CN" sz="1200" b="1" i="0" u="none" strike="noStrike" kern="1200" cap="none" spc="0" normalizeH="0" baseline="0" noProof="0" dirty="0">
              <a:ln>
                <a:noFill/>
              </a:ln>
              <a:solidFill>
                <a:sysClr val="window" lastClr="FFFFFF">
                  <a:lumMod val="95000"/>
                </a:sysClr>
              </a:solidFill>
              <a:effectLst/>
              <a:uLnTx/>
              <a:uFillTx/>
              <a:latin typeface="微软雅黑" pitchFamily="34" charset="-122"/>
              <a:ea typeface="微软雅黑" pitchFamily="34" charset="-122"/>
              <a:cs typeface="+mn-cs"/>
            </a:endParaRPr>
          </a:p>
        </p:txBody>
      </p:sp>
      <p:sp>
        <p:nvSpPr>
          <p:cNvPr id="6" name="标题2"/>
          <p:cNvSpPr>
            <a:spLocks noChangeArrowheads="1"/>
          </p:cNvSpPr>
          <p:nvPr/>
        </p:nvSpPr>
        <p:spPr bwMode="gray">
          <a:xfrm>
            <a:off x="3162164" y="2407166"/>
            <a:ext cx="1983869" cy="866499"/>
          </a:xfrm>
          <a:prstGeom prst="roundRect">
            <a:avLst>
              <a:gd name="adj" fmla="val 11921"/>
            </a:avLst>
          </a:prstGeom>
          <a:solidFill>
            <a:schemeClr val="accent3"/>
          </a:solidFill>
          <a:ln w="25400" cap="flat" cmpd="sng" algn="ctr">
            <a:noFill/>
            <a:prstDash val="solid"/>
          </a:ln>
          <a:effectLst>
            <a:outerShdw blurRad="50800" dist="38100" dir="2700000" algn="tl" rotWithShape="0">
              <a:prstClr val="black">
                <a:alpha val="40000"/>
              </a:prstClr>
            </a:outerShdw>
          </a:effectLst>
        </p:spPr>
        <p:txBody>
          <a:bodyPr lIns="68571" tIns="34285" rIns="68571" bIns="3428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ysClr val="window" lastClr="FFFFFF">
                    <a:lumMod val="95000"/>
                  </a:sysClr>
                </a:solidFill>
                <a:effectLst/>
                <a:uLnTx/>
                <a:uFillTx/>
                <a:latin typeface="微软雅黑" pitchFamily="34" charset="-122"/>
                <a:ea typeface="微软雅黑" pitchFamily="34" charset="-122"/>
                <a:cs typeface="+mn-cs"/>
              </a:rPr>
              <a:t>点击添加文本</a:t>
            </a:r>
            <a:endParaRPr kumimoji="0" lang="zh-CN" altLang="zh-CN" sz="1200" b="1" i="0" u="none" strike="noStrike" kern="1200" cap="none" spc="0" normalizeH="0" baseline="0" noProof="0" dirty="0">
              <a:ln>
                <a:noFill/>
              </a:ln>
              <a:solidFill>
                <a:sysClr val="window" lastClr="FFFFFF">
                  <a:lumMod val="95000"/>
                </a:sysClr>
              </a:solidFill>
              <a:effectLst/>
              <a:uLnTx/>
              <a:uFillTx/>
              <a:latin typeface="微软雅黑" pitchFamily="34" charset="-122"/>
              <a:ea typeface="微软雅黑" pitchFamily="34" charset="-122"/>
              <a:cs typeface="+mn-cs"/>
            </a:endParaRPr>
          </a:p>
        </p:txBody>
      </p:sp>
      <p:sp>
        <p:nvSpPr>
          <p:cNvPr id="7" name="标题3"/>
          <p:cNvSpPr>
            <a:spLocks noChangeArrowheads="1"/>
          </p:cNvSpPr>
          <p:nvPr/>
        </p:nvSpPr>
        <p:spPr bwMode="gray">
          <a:xfrm>
            <a:off x="3147883" y="3487817"/>
            <a:ext cx="1998150" cy="865719"/>
          </a:xfrm>
          <a:prstGeom prst="roundRect">
            <a:avLst>
              <a:gd name="adj" fmla="val 11921"/>
            </a:avLst>
          </a:prstGeom>
          <a:solidFill>
            <a:schemeClr val="accent4"/>
          </a:solidFill>
          <a:ln w="25400" cap="flat" cmpd="sng" algn="ctr">
            <a:noFill/>
            <a:prstDash val="solid"/>
          </a:ln>
          <a:effectLst>
            <a:outerShdw blurRad="50800" dist="38100" dir="2700000" algn="tl" rotWithShape="0">
              <a:prstClr val="black">
                <a:alpha val="40000"/>
              </a:prstClr>
            </a:outerShdw>
          </a:effectLst>
        </p:spPr>
        <p:txBody>
          <a:bodyPr lIns="68571" tIns="34285" rIns="68571" bIns="3428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zh-CN" altLang="en-US" sz="1200" b="1" i="0" u="none" strike="noStrike" kern="1200" cap="none" spc="0" normalizeH="0" baseline="0" noProof="0" dirty="0">
                <a:ln>
                  <a:noFill/>
                </a:ln>
                <a:solidFill>
                  <a:sysClr val="window" lastClr="FFFFFF">
                    <a:lumMod val="95000"/>
                  </a:sysClr>
                </a:solidFill>
                <a:effectLst/>
                <a:uLnTx/>
                <a:uFillTx/>
                <a:latin typeface="微软雅黑" pitchFamily="34" charset="-122"/>
                <a:ea typeface="微软雅黑" pitchFamily="34" charset="-122"/>
                <a:cs typeface="+mn-cs"/>
              </a:rPr>
              <a:t>点击添加文本</a:t>
            </a:r>
            <a:endParaRPr kumimoji="0" lang="zh-CN" altLang="zh-CN" sz="1200" b="1" i="0" u="none" strike="noStrike" kern="1200" cap="none" spc="0" normalizeH="0" baseline="0" noProof="0" dirty="0">
              <a:ln>
                <a:noFill/>
              </a:ln>
              <a:solidFill>
                <a:sysClr val="window" lastClr="FFFFFF">
                  <a:lumMod val="95000"/>
                </a:sysClr>
              </a:solidFill>
              <a:effectLst/>
              <a:uLnTx/>
              <a:uFillTx/>
              <a:latin typeface="微软雅黑" pitchFamily="34" charset="-122"/>
              <a:ea typeface="微软雅黑" pitchFamily="34" charset="-122"/>
              <a:cs typeface="+mn-cs"/>
            </a:endParaRPr>
          </a:p>
        </p:txBody>
      </p:sp>
      <p:sp>
        <p:nvSpPr>
          <p:cNvPr id="8" name="Oval 19"/>
          <p:cNvSpPr>
            <a:spLocks noChangeArrowheads="1"/>
          </p:cNvSpPr>
          <p:nvPr/>
        </p:nvSpPr>
        <p:spPr bwMode="auto">
          <a:xfrm>
            <a:off x="1475656" y="2301902"/>
            <a:ext cx="1079438" cy="1079750"/>
          </a:xfrm>
          <a:prstGeom prst="roundRect">
            <a:avLst/>
          </a:prstGeom>
          <a:solidFill>
            <a:schemeClr val="accent1"/>
          </a:solidFill>
          <a:ln w="3175" cap="flat" cmpd="sng" algn="ctr">
            <a:noFill/>
            <a:prstDash val="solid"/>
          </a:ln>
          <a:effectLst>
            <a:outerShdw blurRad="50800" dist="38100" dir="2700000" algn="tl" rotWithShape="0">
              <a:prstClr val="black">
                <a:alpha val="40000"/>
              </a:prstClr>
            </a:outerShdw>
          </a:effectLst>
        </p:spPr>
        <p:txBody>
          <a:bodyPr lIns="94487" tIns="34285" rIns="94487" bIns="134982" anchor="ctr"/>
          <a:lstStyle/>
          <a:p>
            <a:pPr marL="0" marR="0" lvl="0" indent="0" algn="ctr" defTabSz="816337" rtl="0" eaLnBrk="1" fontAlgn="auto" latinLnBrk="0" hangingPunct="1">
              <a:lnSpc>
                <a:spcPct val="120000"/>
              </a:lnSpc>
              <a:spcBef>
                <a:spcPts val="0"/>
              </a:spcBef>
              <a:spcAft>
                <a:spcPts val="0"/>
              </a:spcAft>
              <a:buClrTx/>
              <a:buSzTx/>
              <a:buFontTx/>
              <a:buNone/>
              <a:tabLst/>
              <a:defRPr/>
            </a:pPr>
            <a:r>
              <a:rPr kumimoji="0" lang="zh-CN" altLang="en-US" sz="1500" b="1" i="0" u="none" strike="noStrike" kern="0" cap="none" spc="0" normalizeH="0" baseline="0" noProof="0" dirty="0">
                <a:ln>
                  <a:noFill/>
                </a:ln>
                <a:solidFill>
                  <a:srgbClr val="F9F9F9"/>
                </a:solidFill>
                <a:effectLst/>
                <a:uLnTx/>
                <a:uFillTx/>
                <a:latin typeface="微软雅黑" pitchFamily="34" charset="-122"/>
                <a:ea typeface="微软雅黑" pitchFamily="34" charset="-122"/>
                <a:cs typeface="+mn-cs"/>
              </a:rPr>
              <a:t>添加内容</a:t>
            </a:r>
          </a:p>
        </p:txBody>
      </p:sp>
      <p:sp>
        <p:nvSpPr>
          <p:cNvPr id="9" name="文本1"/>
          <p:cNvSpPr>
            <a:spLocks noChangeArrowheads="1"/>
          </p:cNvSpPr>
          <p:nvPr/>
        </p:nvSpPr>
        <p:spPr bwMode="gray">
          <a:xfrm>
            <a:off x="5146033" y="1329899"/>
            <a:ext cx="2534581" cy="866499"/>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lgn="ctr">
                <a:solidFill>
                  <a:schemeClr val="tx1"/>
                </a:solidFill>
                <a:prstDash val="sysDot"/>
                <a:round/>
                <a:headEnd/>
                <a:tailEnd/>
              </a14:hiddenLine>
            </a:ext>
          </a:extLst>
        </p:spPr>
        <p:txBody>
          <a:bodyPr lIns="68571" tIns="34285" rIns="68571" bIns="3428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    点击添加文字，点击添加文字</a:t>
            </a:r>
            <a:endParaRPr kumimoji="0" lang="zh-CN" altLang="zh-CN"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10" name="文本2"/>
          <p:cNvSpPr>
            <a:spLocks noChangeArrowheads="1"/>
          </p:cNvSpPr>
          <p:nvPr/>
        </p:nvSpPr>
        <p:spPr bwMode="gray">
          <a:xfrm>
            <a:off x="5146033" y="2407166"/>
            <a:ext cx="2534581" cy="866499"/>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lgn="ctr">
                <a:solidFill>
                  <a:schemeClr val="tx1"/>
                </a:solidFill>
                <a:prstDash val="sysDot"/>
                <a:round/>
                <a:headEnd/>
                <a:tailEnd/>
              </a14:hiddenLine>
            </a:ext>
          </a:extLst>
        </p:spPr>
        <p:txBody>
          <a:bodyPr lIns="68571" tIns="34285" rIns="68571" bIns="3428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点击添加文字，点击添加文字</a:t>
            </a:r>
            <a:endParaRPr kumimoji="0" lang="zh-CN" altLang="zh-CN"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zh-CN" altLang="zh-CN"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11" name="文本3"/>
          <p:cNvSpPr>
            <a:spLocks noChangeArrowheads="1"/>
          </p:cNvSpPr>
          <p:nvPr/>
        </p:nvSpPr>
        <p:spPr bwMode="ltGray">
          <a:xfrm>
            <a:off x="5146032" y="3494959"/>
            <a:ext cx="2536961" cy="858577"/>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lgn="ctr">
                <a:solidFill>
                  <a:schemeClr val="tx1"/>
                </a:solidFill>
                <a:prstDash val="sysDot"/>
                <a:round/>
                <a:headEnd/>
                <a:tailEnd/>
              </a14:hiddenLine>
            </a:ext>
          </a:extLst>
        </p:spPr>
        <p:txBody>
          <a:bodyPr lIns="68571" tIns="34285" rIns="68571" bIns="34285"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    点击添加文字，点击添加文字</a:t>
            </a:r>
            <a:endParaRPr kumimoji="0" lang="zh-CN" altLang="zh-CN"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2901113372"/>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500"/>
                                        <p:tgtEl>
                                          <p:spTgt spid="2"/>
                                        </p:tgtEl>
                                      </p:cBhvr>
                                    </p:animEffect>
                                  </p:childTnLst>
                                </p:cTn>
                              </p:par>
                            </p:childTnLst>
                          </p:cTn>
                        </p:par>
                        <p:par>
                          <p:cTn id="34" fill="hold">
                            <p:stCondLst>
                              <p:cond delay="3000"/>
                            </p:stCondLst>
                            <p:childTnLst>
                              <p:par>
                                <p:cTn id="35" presetID="22" presetClass="entr" presetSubtype="8"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par>
                          <p:cTn id="38" fill="hold">
                            <p:stCondLst>
                              <p:cond delay="3500"/>
                            </p:stCondLst>
                            <p:childTnLst>
                              <p:par>
                                <p:cTn id="39" presetID="22" presetClass="entr" presetSubtype="8"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reeform 6"/>
          <p:cNvSpPr>
            <a:spLocks/>
          </p:cNvSpPr>
          <p:nvPr/>
        </p:nvSpPr>
        <p:spPr bwMode="auto">
          <a:xfrm>
            <a:off x="4684380" y="3778669"/>
            <a:ext cx="532210" cy="376238"/>
          </a:xfrm>
          <a:custGeom>
            <a:avLst/>
            <a:gdLst>
              <a:gd name="T0" fmla="*/ 94 w 298"/>
              <a:gd name="T1" fmla="*/ 211 h 211"/>
              <a:gd name="T2" fmla="*/ 128 w 298"/>
              <a:gd name="T3" fmla="*/ 211 h 211"/>
              <a:gd name="T4" fmla="*/ 204 w 298"/>
              <a:gd name="T5" fmla="*/ 211 h 211"/>
              <a:gd name="T6" fmla="*/ 298 w 298"/>
              <a:gd name="T7" fmla="*/ 124 h 211"/>
              <a:gd name="T8" fmla="*/ 298 w 298"/>
              <a:gd name="T9" fmla="*/ 117 h 211"/>
              <a:gd name="T10" fmla="*/ 298 w 298"/>
              <a:gd name="T11" fmla="*/ 86 h 211"/>
              <a:gd name="T12" fmla="*/ 298 w 298"/>
              <a:gd name="T13" fmla="*/ 0 h 211"/>
              <a:gd name="T14" fmla="*/ 204 w 298"/>
              <a:gd name="T15" fmla="*/ 0 h 211"/>
              <a:gd name="T16" fmla="*/ 170 w 298"/>
              <a:gd name="T17" fmla="*/ 0 h 211"/>
              <a:gd name="T18" fmla="*/ 94 w 298"/>
              <a:gd name="T19" fmla="*/ 0 h 211"/>
              <a:gd name="T20" fmla="*/ 0 w 298"/>
              <a:gd name="T21" fmla="*/ 86 h 211"/>
              <a:gd name="T22" fmla="*/ 0 w 298"/>
              <a:gd name="T23" fmla="*/ 93 h 211"/>
              <a:gd name="T24" fmla="*/ 0 w 298"/>
              <a:gd name="T25" fmla="*/ 124 h 211"/>
              <a:gd name="T26" fmla="*/ 0 w 298"/>
              <a:gd name="T27" fmla="*/ 211 h 211"/>
              <a:gd name="T28" fmla="*/ 94 w 298"/>
              <a:gd name="T29"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8" h="211">
                <a:moveTo>
                  <a:pt x="94" y="211"/>
                </a:moveTo>
                <a:cubicBezTo>
                  <a:pt x="128" y="211"/>
                  <a:pt x="128" y="211"/>
                  <a:pt x="128" y="211"/>
                </a:cubicBezTo>
                <a:cubicBezTo>
                  <a:pt x="204" y="211"/>
                  <a:pt x="204" y="211"/>
                  <a:pt x="204" y="211"/>
                </a:cubicBezTo>
                <a:cubicBezTo>
                  <a:pt x="256" y="211"/>
                  <a:pt x="298" y="172"/>
                  <a:pt x="298" y="124"/>
                </a:cubicBezTo>
                <a:cubicBezTo>
                  <a:pt x="298" y="117"/>
                  <a:pt x="298" y="117"/>
                  <a:pt x="298" y="117"/>
                </a:cubicBezTo>
                <a:cubicBezTo>
                  <a:pt x="298" y="86"/>
                  <a:pt x="298" y="86"/>
                  <a:pt x="298" y="86"/>
                </a:cubicBezTo>
                <a:cubicBezTo>
                  <a:pt x="298" y="0"/>
                  <a:pt x="298" y="0"/>
                  <a:pt x="298" y="0"/>
                </a:cubicBezTo>
                <a:cubicBezTo>
                  <a:pt x="204" y="0"/>
                  <a:pt x="204" y="0"/>
                  <a:pt x="204" y="0"/>
                </a:cubicBezTo>
                <a:cubicBezTo>
                  <a:pt x="170" y="0"/>
                  <a:pt x="170" y="0"/>
                  <a:pt x="170" y="0"/>
                </a:cubicBezTo>
                <a:cubicBezTo>
                  <a:pt x="94" y="0"/>
                  <a:pt x="94" y="0"/>
                  <a:pt x="94" y="0"/>
                </a:cubicBezTo>
                <a:cubicBezTo>
                  <a:pt x="42" y="0"/>
                  <a:pt x="0" y="39"/>
                  <a:pt x="0" y="86"/>
                </a:cubicBezTo>
                <a:cubicBezTo>
                  <a:pt x="0" y="93"/>
                  <a:pt x="0" y="93"/>
                  <a:pt x="0" y="93"/>
                </a:cubicBezTo>
                <a:cubicBezTo>
                  <a:pt x="0" y="124"/>
                  <a:pt x="0" y="124"/>
                  <a:pt x="0" y="124"/>
                </a:cubicBezTo>
                <a:cubicBezTo>
                  <a:pt x="0" y="211"/>
                  <a:pt x="0" y="211"/>
                  <a:pt x="0" y="211"/>
                </a:cubicBezTo>
                <a:lnTo>
                  <a:pt x="94" y="211"/>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34" name="Freeform 7"/>
          <p:cNvSpPr>
            <a:spLocks/>
          </p:cNvSpPr>
          <p:nvPr/>
        </p:nvSpPr>
        <p:spPr bwMode="auto">
          <a:xfrm>
            <a:off x="3980126" y="4003609"/>
            <a:ext cx="606029" cy="442913"/>
          </a:xfrm>
          <a:custGeom>
            <a:avLst/>
            <a:gdLst>
              <a:gd name="T0" fmla="*/ 108 w 339"/>
              <a:gd name="T1" fmla="*/ 0 h 248"/>
              <a:gd name="T2" fmla="*/ 146 w 339"/>
              <a:gd name="T3" fmla="*/ 0 h 248"/>
              <a:gd name="T4" fmla="*/ 232 w 339"/>
              <a:gd name="T5" fmla="*/ 0 h 248"/>
              <a:gd name="T6" fmla="*/ 339 w 339"/>
              <a:gd name="T7" fmla="*/ 101 h 248"/>
              <a:gd name="T8" fmla="*/ 339 w 339"/>
              <a:gd name="T9" fmla="*/ 110 h 248"/>
              <a:gd name="T10" fmla="*/ 339 w 339"/>
              <a:gd name="T11" fmla="*/ 146 h 248"/>
              <a:gd name="T12" fmla="*/ 339 w 339"/>
              <a:gd name="T13" fmla="*/ 248 h 248"/>
              <a:gd name="T14" fmla="*/ 232 w 339"/>
              <a:gd name="T15" fmla="*/ 248 h 248"/>
              <a:gd name="T16" fmla="*/ 193 w 339"/>
              <a:gd name="T17" fmla="*/ 248 h 248"/>
              <a:gd name="T18" fmla="*/ 108 w 339"/>
              <a:gd name="T19" fmla="*/ 248 h 248"/>
              <a:gd name="T20" fmla="*/ 0 w 339"/>
              <a:gd name="T21" fmla="*/ 146 h 248"/>
              <a:gd name="T22" fmla="*/ 0 w 339"/>
              <a:gd name="T23" fmla="*/ 138 h 248"/>
              <a:gd name="T24" fmla="*/ 0 w 339"/>
              <a:gd name="T25" fmla="*/ 101 h 248"/>
              <a:gd name="T26" fmla="*/ 0 w 339"/>
              <a:gd name="T27" fmla="*/ 0 h 248"/>
              <a:gd name="T28" fmla="*/ 108 w 339"/>
              <a:gd name="T29"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9" h="248">
                <a:moveTo>
                  <a:pt x="108" y="0"/>
                </a:moveTo>
                <a:cubicBezTo>
                  <a:pt x="146" y="0"/>
                  <a:pt x="146" y="0"/>
                  <a:pt x="146" y="0"/>
                </a:cubicBezTo>
                <a:cubicBezTo>
                  <a:pt x="232" y="0"/>
                  <a:pt x="232" y="0"/>
                  <a:pt x="232" y="0"/>
                </a:cubicBezTo>
                <a:cubicBezTo>
                  <a:pt x="291" y="0"/>
                  <a:pt x="339" y="45"/>
                  <a:pt x="339" y="101"/>
                </a:cubicBezTo>
                <a:cubicBezTo>
                  <a:pt x="339" y="110"/>
                  <a:pt x="339" y="110"/>
                  <a:pt x="339" y="110"/>
                </a:cubicBezTo>
                <a:cubicBezTo>
                  <a:pt x="339" y="146"/>
                  <a:pt x="339" y="146"/>
                  <a:pt x="339" y="146"/>
                </a:cubicBezTo>
                <a:cubicBezTo>
                  <a:pt x="339" y="248"/>
                  <a:pt x="339" y="248"/>
                  <a:pt x="339" y="248"/>
                </a:cubicBezTo>
                <a:cubicBezTo>
                  <a:pt x="232" y="248"/>
                  <a:pt x="232" y="248"/>
                  <a:pt x="232" y="248"/>
                </a:cubicBezTo>
                <a:cubicBezTo>
                  <a:pt x="193" y="248"/>
                  <a:pt x="193" y="248"/>
                  <a:pt x="193" y="248"/>
                </a:cubicBezTo>
                <a:cubicBezTo>
                  <a:pt x="108" y="248"/>
                  <a:pt x="108" y="248"/>
                  <a:pt x="108" y="248"/>
                </a:cubicBezTo>
                <a:cubicBezTo>
                  <a:pt x="49" y="248"/>
                  <a:pt x="0" y="202"/>
                  <a:pt x="0" y="146"/>
                </a:cubicBezTo>
                <a:cubicBezTo>
                  <a:pt x="0" y="138"/>
                  <a:pt x="0" y="138"/>
                  <a:pt x="0" y="138"/>
                </a:cubicBezTo>
                <a:cubicBezTo>
                  <a:pt x="0" y="101"/>
                  <a:pt x="0" y="101"/>
                  <a:pt x="0" y="101"/>
                </a:cubicBezTo>
                <a:cubicBezTo>
                  <a:pt x="0" y="0"/>
                  <a:pt x="0" y="0"/>
                  <a:pt x="0" y="0"/>
                </a:cubicBezTo>
                <a:lnTo>
                  <a:pt x="108" y="0"/>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35" name="Freeform 8"/>
          <p:cNvSpPr>
            <a:spLocks noEditPoints="1"/>
          </p:cNvSpPr>
          <p:nvPr/>
        </p:nvSpPr>
        <p:spPr bwMode="auto">
          <a:xfrm>
            <a:off x="2713897" y="1935568"/>
            <a:ext cx="1887141" cy="1016794"/>
          </a:xfrm>
          <a:custGeom>
            <a:avLst/>
            <a:gdLst>
              <a:gd name="T0" fmla="*/ 292 w 1057"/>
              <a:gd name="T1" fmla="*/ 498 h 569"/>
              <a:gd name="T2" fmla="*/ 0 w 1057"/>
              <a:gd name="T3" fmla="*/ 283 h 569"/>
              <a:gd name="T4" fmla="*/ 293 w 1057"/>
              <a:gd name="T5" fmla="*/ 70 h 569"/>
              <a:gd name="T6" fmla="*/ 528 w 1057"/>
              <a:gd name="T7" fmla="*/ 0 h 569"/>
              <a:gd name="T8" fmla="*/ 765 w 1057"/>
              <a:gd name="T9" fmla="*/ 71 h 569"/>
              <a:gd name="T10" fmla="*/ 1057 w 1057"/>
              <a:gd name="T11" fmla="*/ 286 h 569"/>
              <a:gd name="T12" fmla="*/ 763 w 1057"/>
              <a:gd name="T13" fmla="*/ 499 h 569"/>
              <a:gd name="T14" fmla="*/ 528 w 1057"/>
              <a:gd name="T15" fmla="*/ 569 h 569"/>
              <a:gd name="T16" fmla="*/ 528 w 1057"/>
              <a:gd name="T17" fmla="*/ 569 h 569"/>
              <a:gd name="T18" fmla="*/ 292 w 1057"/>
              <a:gd name="T19" fmla="*/ 498 h 569"/>
              <a:gd name="T20" fmla="*/ 762 w 1057"/>
              <a:gd name="T21" fmla="*/ 74 h 569"/>
              <a:gd name="T22" fmla="*/ 528 w 1057"/>
              <a:gd name="T23" fmla="*/ 3 h 569"/>
              <a:gd name="T24" fmla="*/ 296 w 1057"/>
              <a:gd name="T25" fmla="*/ 73 h 569"/>
              <a:gd name="T26" fmla="*/ 6 w 1057"/>
              <a:gd name="T27" fmla="*/ 283 h 569"/>
              <a:gd name="T28" fmla="*/ 295 w 1057"/>
              <a:gd name="T29" fmla="*/ 495 h 569"/>
              <a:gd name="T30" fmla="*/ 528 w 1057"/>
              <a:gd name="T31" fmla="*/ 566 h 569"/>
              <a:gd name="T32" fmla="*/ 528 w 1057"/>
              <a:gd name="T33" fmla="*/ 566 h 569"/>
              <a:gd name="T34" fmla="*/ 760 w 1057"/>
              <a:gd name="T35" fmla="*/ 496 h 569"/>
              <a:gd name="T36" fmla="*/ 1050 w 1057"/>
              <a:gd name="T37" fmla="*/ 286 h 569"/>
              <a:gd name="T38" fmla="*/ 762 w 1057"/>
              <a:gd name="T39" fmla="*/ 74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7" h="569">
                <a:moveTo>
                  <a:pt x="292" y="498"/>
                </a:moveTo>
                <a:cubicBezTo>
                  <a:pt x="0" y="283"/>
                  <a:pt x="0" y="283"/>
                  <a:pt x="0" y="283"/>
                </a:cubicBezTo>
                <a:cubicBezTo>
                  <a:pt x="293" y="70"/>
                  <a:pt x="293" y="70"/>
                  <a:pt x="293" y="70"/>
                </a:cubicBezTo>
                <a:cubicBezTo>
                  <a:pt x="356" y="25"/>
                  <a:pt x="439" y="0"/>
                  <a:pt x="528" y="0"/>
                </a:cubicBezTo>
                <a:cubicBezTo>
                  <a:pt x="618" y="0"/>
                  <a:pt x="702" y="25"/>
                  <a:pt x="765" y="71"/>
                </a:cubicBezTo>
                <a:cubicBezTo>
                  <a:pt x="1057" y="286"/>
                  <a:pt x="1057" y="286"/>
                  <a:pt x="1057" y="286"/>
                </a:cubicBezTo>
                <a:cubicBezTo>
                  <a:pt x="763" y="499"/>
                  <a:pt x="763" y="499"/>
                  <a:pt x="763" y="499"/>
                </a:cubicBezTo>
                <a:cubicBezTo>
                  <a:pt x="701" y="544"/>
                  <a:pt x="617" y="569"/>
                  <a:pt x="528" y="569"/>
                </a:cubicBezTo>
                <a:cubicBezTo>
                  <a:pt x="528" y="569"/>
                  <a:pt x="528" y="569"/>
                  <a:pt x="528" y="569"/>
                </a:cubicBezTo>
                <a:cubicBezTo>
                  <a:pt x="438" y="569"/>
                  <a:pt x="355" y="544"/>
                  <a:pt x="292" y="498"/>
                </a:cubicBezTo>
                <a:close/>
                <a:moveTo>
                  <a:pt x="762" y="74"/>
                </a:moveTo>
                <a:cubicBezTo>
                  <a:pt x="700" y="28"/>
                  <a:pt x="617" y="3"/>
                  <a:pt x="528" y="3"/>
                </a:cubicBezTo>
                <a:cubicBezTo>
                  <a:pt x="441" y="3"/>
                  <a:pt x="358" y="28"/>
                  <a:pt x="296" y="73"/>
                </a:cubicBezTo>
                <a:cubicBezTo>
                  <a:pt x="6" y="283"/>
                  <a:pt x="6" y="283"/>
                  <a:pt x="6" y="283"/>
                </a:cubicBezTo>
                <a:cubicBezTo>
                  <a:pt x="295" y="495"/>
                  <a:pt x="295" y="495"/>
                  <a:pt x="295" y="495"/>
                </a:cubicBezTo>
                <a:cubicBezTo>
                  <a:pt x="357" y="541"/>
                  <a:pt x="440" y="566"/>
                  <a:pt x="528" y="566"/>
                </a:cubicBezTo>
                <a:cubicBezTo>
                  <a:pt x="528" y="566"/>
                  <a:pt x="528" y="566"/>
                  <a:pt x="528" y="566"/>
                </a:cubicBezTo>
                <a:cubicBezTo>
                  <a:pt x="616" y="566"/>
                  <a:pt x="698" y="541"/>
                  <a:pt x="760" y="496"/>
                </a:cubicBezTo>
                <a:cubicBezTo>
                  <a:pt x="1050" y="286"/>
                  <a:pt x="1050" y="286"/>
                  <a:pt x="1050" y="286"/>
                </a:cubicBezTo>
                <a:lnTo>
                  <a:pt x="762" y="74"/>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36" name="Freeform 9"/>
          <p:cNvSpPr>
            <a:spLocks noEditPoints="1"/>
          </p:cNvSpPr>
          <p:nvPr/>
        </p:nvSpPr>
        <p:spPr bwMode="auto">
          <a:xfrm>
            <a:off x="2850819" y="1930805"/>
            <a:ext cx="1750219" cy="1028700"/>
          </a:xfrm>
          <a:custGeom>
            <a:avLst/>
            <a:gdLst>
              <a:gd name="T0" fmla="*/ 270 w 980"/>
              <a:gd name="T1" fmla="*/ 504 h 576"/>
              <a:gd name="T2" fmla="*/ 0 w 980"/>
              <a:gd name="T3" fmla="*/ 288 h 576"/>
              <a:gd name="T4" fmla="*/ 271 w 980"/>
              <a:gd name="T5" fmla="*/ 72 h 576"/>
              <a:gd name="T6" fmla="*/ 490 w 980"/>
              <a:gd name="T7" fmla="*/ 0 h 576"/>
              <a:gd name="T8" fmla="*/ 709 w 980"/>
              <a:gd name="T9" fmla="*/ 73 h 576"/>
              <a:gd name="T10" fmla="*/ 980 w 980"/>
              <a:gd name="T11" fmla="*/ 289 h 576"/>
              <a:gd name="T12" fmla="*/ 708 w 980"/>
              <a:gd name="T13" fmla="*/ 504 h 576"/>
              <a:gd name="T14" fmla="*/ 490 w 980"/>
              <a:gd name="T15" fmla="*/ 576 h 576"/>
              <a:gd name="T16" fmla="*/ 490 w 980"/>
              <a:gd name="T17" fmla="*/ 576 h 576"/>
              <a:gd name="T18" fmla="*/ 270 w 980"/>
              <a:gd name="T19" fmla="*/ 504 h 576"/>
              <a:gd name="T20" fmla="*/ 701 w 980"/>
              <a:gd name="T21" fmla="*/ 79 h 576"/>
              <a:gd name="T22" fmla="*/ 490 w 980"/>
              <a:gd name="T23" fmla="*/ 10 h 576"/>
              <a:gd name="T24" fmla="*/ 280 w 980"/>
              <a:gd name="T25" fmla="*/ 79 h 576"/>
              <a:gd name="T26" fmla="*/ 17 w 980"/>
              <a:gd name="T27" fmla="*/ 288 h 576"/>
              <a:gd name="T28" fmla="*/ 279 w 980"/>
              <a:gd name="T29" fmla="*/ 497 h 576"/>
              <a:gd name="T30" fmla="*/ 490 w 980"/>
              <a:gd name="T31" fmla="*/ 567 h 576"/>
              <a:gd name="T32" fmla="*/ 490 w 980"/>
              <a:gd name="T33" fmla="*/ 567 h 576"/>
              <a:gd name="T34" fmla="*/ 699 w 980"/>
              <a:gd name="T35" fmla="*/ 497 h 576"/>
              <a:gd name="T36" fmla="*/ 962 w 980"/>
              <a:gd name="T37" fmla="*/ 289 h 576"/>
              <a:gd name="T38" fmla="*/ 701 w 980"/>
              <a:gd name="T39" fmla="*/ 79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0" h="576">
                <a:moveTo>
                  <a:pt x="270" y="504"/>
                </a:moveTo>
                <a:cubicBezTo>
                  <a:pt x="0" y="288"/>
                  <a:pt x="0" y="288"/>
                  <a:pt x="0" y="288"/>
                </a:cubicBezTo>
                <a:cubicBezTo>
                  <a:pt x="271" y="72"/>
                  <a:pt x="271" y="72"/>
                  <a:pt x="271" y="72"/>
                </a:cubicBezTo>
                <a:cubicBezTo>
                  <a:pt x="330" y="26"/>
                  <a:pt x="407" y="1"/>
                  <a:pt x="490" y="0"/>
                </a:cubicBezTo>
                <a:cubicBezTo>
                  <a:pt x="573" y="0"/>
                  <a:pt x="651" y="26"/>
                  <a:pt x="709" y="73"/>
                </a:cubicBezTo>
                <a:cubicBezTo>
                  <a:pt x="980" y="289"/>
                  <a:pt x="980" y="289"/>
                  <a:pt x="980" y="289"/>
                </a:cubicBezTo>
                <a:cubicBezTo>
                  <a:pt x="708" y="504"/>
                  <a:pt x="708" y="504"/>
                  <a:pt x="708" y="504"/>
                </a:cubicBezTo>
                <a:cubicBezTo>
                  <a:pt x="650" y="551"/>
                  <a:pt x="572" y="576"/>
                  <a:pt x="490" y="576"/>
                </a:cubicBezTo>
                <a:cubicBezTo>
                  <a:pt x="490" y="576"/>
                  <a:pt x="490" y="576"/>
                  <a:pt x="490" y="576"/>
                </a:cubicBezTo>
                <a:cubicBezTo>
                  <a:pt x="406" y="576"/>
                  <a:pt x="328" y="551"/>
                  <a:pt x="270" y="504"/>
                </a:cubicBezTo>
                <a:close/>
                <a:moveTo>
                  <a:pt x="701" y="79"/>
                </a:moveTo>
                <a:cubicBezTo>
                  <a:pt x="645" y="35"/>
                  <a:pt x="570" y="10"/>
                  <a:pt x="490" y="10"/>
                </a:cubicBezTo>
                <a:cubicBezTo>
                  <a:pt x="410" y="10"/>
                  <a:pt x="336" y="35"/>
                  <a:pt x="280" y="79"/>
                </a:cubicBezTo>
                <a:cubicBezTo>
                  <a:pt x="17" y="288"/>
                  <a:pt x="17" y="288"/>
                  <a:pt x="17" y="288"/>
                </a:cubicBezTo>
                <a:cubicBezTo>
                  <a:pt x="279" y="497"/>
                  <a:pt x="279" y="497"/>
                  <a:pt x="279" y="497"/>
                </a:cubicBezTo>
                <a:cubicBezTo>
                  <a:pt x="335" y="542"/>
                  <a:pt x="409" y="567"/>
                  <a:pt x="490" y="567"/>
                </a:cubicBezTo>
                <a:cubicBezTo>
                  <a:pt x="490" y="567"/>
                  <a:pt x="490" y="567"/>
                  <a:pt x="490" y="567"/>
                </a:cubicBezTo>
                <a:cubicBezTo>
                  <a:pt x="569" y="566"/>
                  <a:pt x="643" y="542"/>
                  <a:pt x="699" y="497"/>
                </a:cubicBezTo>
                <a:cubicBezTo>
                  <a:pt x="962" y="289"/>
                  <a:pt x="962" y="289"/>
                  <a:pt x="962" y="289"/>
                </a:cubicBezTo>
                <a:lnTo>
                  <a:pt x="701" y="79"/>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37" name="Freeform 10"/>
          <p:cNvSpPr>
            <a:spLocks noEditPoints="1"/>
          </p:cNvSpPr>
          <p:nvPr/>
        </p:nvSpPr>
        <p:spPr bwMode="auto">
          <a:xfrm>
            <a:off x="2972263" y="1924853"/>
            <a:ext cx="1628775" cy="1039416"/>
          </a:xfrm>
          <a:custGeom>
            <a:avLst/>
            <a:gdLst>
              <a:gd name="T0" fmla="*/ 251 w 912"/>
              <a:gd name="T1" fmla="*/ 509 h 582"/>
              <a:gd name="T2" fmla="*/ 0 w 912"/>
              <a:gd name="T3" fmla="*/ 290 h 582"/>
              <a:gd name="T4" fmla="*/ 253 w 912"/>
              <a:gd name="T5" fmla="*/ 73 h 582"/>
              <a:gd name="T6" fmla="*/ 456 w 912"/>
              <a:gd name="T7" fmla="*/ 0 h 582"/>
              <a:gd name="T8" fmla="*/ 661 w 912"/>
              <a:gd name="T9" fmla="*/ 73 h 582"/>
              <a:gd name="T10" fmla="*/ 912 w 912"/>
              <a:gd name="T11" fmla="*/ 292 h 582"/>
              <a:gd name="T12" fmla="*/ 659 w 912"/>
              <a:gd name="T13" fmla="*/ 509 h 582"/>
              <a:gd name="T14" fmla="*/ 456 w 912"/>
              <a:gd name="T15" fmla="*/ 582 h 582"/>
              <a:gd name="T16" fmla="*/ 456 w 912"/>
              <a:gd name="T17" fmla="*/ 582 h 582"/>
              <a:gd name="T18" fmla="*/ 251 w 912"/>
              <a:gd name="T19" fmla="*/ 509 h 582"/>
              <a:gd name="T20" fmla="*/ 647 w 912"/>
              <a:gd name="T21" fmla="*/ 84 h 582"/>
              <a:gd name="T22" fmla="*/ 456 w 912"/>
              <a:gd name="T23" fmla="*/ 16 h 582"/>
              <a:gd name="T24" fmla="*/ 266 w 912"/>
              <a:gd name="T25" fmla="*/ 84 h 582"/>
              <a:gd name="T26" fmla="*/ 26 w 912"/>
              <a:gd name="T27" fmla="*/ 291 h 582"/>
              <a:gd name="T28" fmla="*/ 264 w 912"/>
              <a:gd name="T29" fmla="*/ 498 h 582"/>
              <a:gd name="T30" fmla="*/ 456 w 912"/>
              <a:gd name="T31" fmla="*/ 566 h 582"/>
              <a:gd name="T32" fmla="*/ 456 w 912"/>
              <a:gd name="T33" fmla="*/ 566 h 582"/>
              <a:gd name="T34" fmla="*/ 646 w 912"/>
              <a:gd name="T35" fmla="*/ 498 h 582"/>
              <a:gd name="T36" fmla="*/ 885 w 912"/>
              <a:gd name="T37" fmla="*/ 292 h 582"/>
              <a:gd name="T38" fmla="*/ 647 w 912"/>
              <a:gd name="T39" fmla="*/ 84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2" h="582">
                <a:moveTo>
                  <a:pt x="251" y="509"/>
                </a:moveTo>
                <a:cubicBezTo>
                  <a:pt x="0" y="290"/>
                  <a:pt x="0" y="290"/>
                  <a:pt x="0" y="290"/>
                </a:cubicBezTo>
                <a:cubicBezTo>
                  <a:pt x="253" y="73"/>
                  <a:pt x="253" y="73"/>
                  <a:pt x="253" y="73"/>
                </a:cubicBezTo>
                <a:cubicBezTo>
                  <a:pt x="307" y="26"/>
                  <a:pt x="379" y="0"/>
                  <a:pt x="456" y="0"/>
                </a:cubicBezTo>
                <a:cubicBezTo>
                  <a:pt x="534" y="0"/>
                  <a:pt x="606" y="26"/>
                  <a:pt x="661" y="73"/>
                </a:cubicBezTo>
                <a:cubicBezTo>
                  <a:pt x="912" y="292"/>
                  <a:pt x="912" y="292"/>
                  <a:pt x="912" y="292"/>
                </a:cubicBezTo>
                <a:cubicBezTo>
                  <a:pt x="659" y="509"/>
                  <a:pt x="659" y="509"/>
                  <a:pt x="659" y="509"/>
                </a:cubicBezTo>
                <a:cubicBezTo>
                  <a:pt x="605" y="556"/>
                  <a:pt x="533" y="582"/>
                  <a:pt x="456" y="582"/>
                </a:cubicBezTo>
                <a:cubicBezTo>
                  <a:pt x="456" y="582"/>
                  <a:pt x="456" y="582"/>
                  <a:pt x="456" y="582"/>
                </a:cubicBezTo>
                <a:cubicBezTo>
                  <a:pt x="378" y="582"/>
                  <a:pt x="306" y="556"/>
                  <a:pt x="251" y="509"/>
                </a:cubicBezTo>
                <a:close/>
                <a:moveTo>
                  <a:pt x="647" y="84"/>
                </a:moveTo>
                <a:cubicBezTo>
                  <a:pt x="597" y="40"/>
                  <a:pt x="529" y="16"/>
                  <a:pt x="456" y="16"/>
                </a:cubicBezTo>
                <a:cubicBezTo>
                  <a:pt x="384" y="16"/>
                  <a:pt x="316" y="40"/>
                  <a:pt x="266" y="84"/>
                </a:cubicBezTo>
                <a:cubicBezTo>
                  <a:pt x="26" y="291"/>
                  <a:pt x="26" y="291"/>
                  <a:pt x="26" y="291"/>
                </a:cubicBezTo>
                <a:cubicBezTo>
                  <a:pt x="264" y="498"/>
                  <a:pt x="264" y="498"/>
                  <a:pt x="264" y="498"/>
                </a:cubicBezTo>
                <a:cubicBezTo>
                  <a:pt x="315" y="542"/>
                  <a:pt x="383" y="566"/>
                  <a:pt x="456" y="566"/>
                </a:cubicBezTo>
                <a:cubicBezTo>
                  <a:pt x="456" y="566"/>
                  <a:pt x="456" y="566"/>
                  <a:pt x="456" y="566"/>
                </a:cubicBezTo>
                <a:cubicBezTo>
                  <a:pt x="528" y="566"/>
                  <a:pt x="595" y="542"/>
                  <a:pt x="646" y="498"/>
                </a:cubicBezTo>
                <a:cubicBezTo>
                  <a:pt x="885" y="292"/>
                  <a:pt x="885" y="292"/>
                  <a:pt x="885" y="292"/>
                </a:cubicBezTo>
                <a:lnTo>
                  <a:pt x="647" y="84"/>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38" name="Freeform 11"/>
          <p:cNvSpPr>
            <a:spLocks noEditPoints="1"/>
          </p:cNvSpPr>
          <p:nvPr/>
        </p:nvSpPr>
        <p:spPr bwMode="auto">
          <a:xfrm>
            <a:off x="3088944" y="1920091"/>
            <a:ext cx="1512094" cy="1050131"/>
          </a:xfrm>
          <a:custGeom>
            <a:avLst/>
            <a:gdLst>
              <a:gd name="T0" fmla="*/ 233 w 847"/>
              <a:gd name="T1" fmla="*/ 514 h 588"/>
              <a:gd name="T2" fmla="*/ 0 w 847"/>
              <a:gd name="T3" fmla="*/ 293 h 588"/>
              <a:gd name="T4" fmla="*/ 235 w 847"/>
              <a:gd name="T5" fmla="*/ 73 h 588"/>
              <a:gd name="T6" fmla="*/ 424 w 847"/>
              <a:gd name="T7" fmla="*/ 0 h 588"/>
              <a:gd name="T8" fmla="*/ 614 w 847"/>
              <a:gd name="T9" fmla="*/ 74 h 588"/>
              <a:gd name="T10" fmla="*/ 847 w 847"/>
              <a:gd name="T11" fmla="*/ 295 h 588"/>
              <a:gd name="T12" fmla="*/ 612 w 847"/>
              <a:gd name="T13" fmla="*/ 515 h 588"/>
              <a:gd name="T14" fmla="*/ 423 w 847"/>
              <a:gd name="T15" fmla="*/ 588 h 588"/>
              <a:gd name="T16" fmla="*/ 423 w 847"/>
              <a:gd name="T17" fmla="*/ 588 h 588"/>
              <a:gd name="T18" fmla="*/ 233 w 847"/>
              <a:gd name="T19" fmla="*/ 514 h 588"/>
              <a:gd name="T20" fmla="*/ 597 w 847"/>
              <a:gd name="T21" fmla="*/ 90 h 588"/>
              <a:gd name="T22" fmla="*/ 424 w 847"/>
              <a:gd name="T23" fmla="*/ 22 h 588"/>
              <a:gd name="T24" fmla="*/ 251 w 847"/>
              <a:gd name="T25" fmla="*/ 89 h 588"/>
              <a:gd name="T26" fmla="*/ 34 w 847"/>
              <a:gd name="T27" fmla="*/ 294 h 588"/>
              <a:gd name="T28" fmla="*/ 250 w 847"/>
              <a:gd name="T29" fmla="*/ 498 h 588"/>
              <a:gd name="T30" fmla="*/ 423 w 847"/>
              <a:gd name="T31" fmla="*/ 566 h 588"/>
              <a:gd name="T32" fmla="*/ 423 w 847"/>
              <a:gd name="T33" fmla="*/ 566 h 588"/>
              <a:gd name="T34" fmla="*/ 596 w 847"/>
              <a:gd name="T35" fmla="*/ 499 h 588"/>
              <a:gd name="T36" fmla="*/ 813 w 847"/>
              <a:gd name="T37" fmla="*/ 295 h 588"/>
              <a:gd name="T38" fmla="*/ 597 w 847"/>
              <a:gd name="T39" fmla="*/ 90 h 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47" h="588">
                <a:moveTo>
                  <a:pt x="233" y="514"/>
                </a:moveTo>
                <a:cubicBezTo>
                  <a:pt x="0" y="293"/>
                  <a:pt x="0" y="293"/>
                  <a:pt x="0" y="293"/>
                </a:cubicBezTo>
                <a:cubicBezTo>
                  <a:pt x="235" y="73"/>
                  <a:pt x="235" y="73"/>
                  <a:pt x="235" y="73"/>
                </a:cubicBezTo>
                <a:cubicBezTo>
                  <a:pt x="285" y="26"/>
                  <a:pt x="352" y="0"/>
                  <a:pt x="424" y="0"/>
                </a:cubicBezTo>
                <a:cubicBezTo>
                  <a:pt x="496" y="0"/>
                  <a:pt x="563" y="26"/>
                  <a:pt x="614" y="74"/>
                </a:cubicBezTo>
                <a:cubicBezTo>
                  <a:pt x="847" y="295"/>
                  <a:pt x="847" y="295"/>
                  <a:pt x="847" y="295"/>
                </a:cubicBezTo>
                <a:cubicBezTo>
                  <a:pt x="612" y="515"/>
                  <a:pt x="612" y="515"/>
                  <a:pt x="612" y="515"/>
                </a:cubicBezTo>
                <a:cubicBezTo>
                  <a:pt x="562" y="562"/>
                  <a:pt x="495" y="588"/>
                  <a:pt x="423" y="588"/>
                </a:cubicBezTo>
                <a:cubicBezTo>
                  <a:pt x="423" y="588"/>
                  <a:pt x="423" y="588"/>
                  <a:pt x="423" y="588"/>
                </a:cubicBezTo>
                <a:cubicBezTo>
                  <a:pt x="351" y="588"/>
                  <a:pt x="284" y="562"/>
                  <a:pt x="233" y="514"/>
                </a:cubicBezTo>
                <a:close/>
                <a:moveTo>
                  <a:pt x="597" y="90"/>
                </a:moveTo>
                <a:cubicBezTo>
                  <a:pt x="551" y="46"/>
                  <a:pt x="489" y="22"/>
                  <a:pt x="424" y="22"/>
                </a:cubicBezTo>
                <a:cubicBezTo>
                  <a:pt x="358" y="22"/>
                  <a:pt x="297" y="46"/>
                  <a:pt x="251" y="89"/>
                </a:cubicBezTo>
                <a:cubicBezTo>
                  <a:pt x="34" y="294"/>
                  <a:pt x="34" y="294"/>
                  <a:pt x="34" y="294"/>
                </a:cubicBezTo>
                <a:cubicBezTo>
                  <a:pt x="250" y="498"/>
                  <a:pt x="250" y="498"/>
                  <a:pt x="250" y="498"/>
                </a:cubicBezTo>
                <a:cubicBezTo>
                  <a:pt x="296" y="542"/>
                  <a:pt x="358" y="566"/>
                  <a:pt x="423" y="566"/>
                </a:cubicBezTo>
                <a:cubicBezTo>
                  <a:pt x="423" y="566"/>
                  <a:pt x="423" y="566"/>
                  <a:pt x="423" y="566"/>
                </a:cubicBezTo>
                <a:cubicBezTo>
                  <a:pt x="489" y="566"/>
                  <a:pt x="550" y="542"/>
                  <a:pt x="596" y="499"/>
                </a:cubicBezTo>
                <a:cubicBezTo>
                  <a:pt x="813" y="295"/>
                  <a:pt x="813" y="295"/>
                  <a:pt x="813" y="295"/>
                </a:cubicBezTo>
                <a:lnTo>
                  <a:pt x="597" y="90"/>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39" name="Freeform 12"/>
          <p:cNvSpPr>
            <a:spLocks/>
          </p:cNvSpPr>
          <p:nvPr/>
        </p:nvSpPr>
        <p:spPr bwMode="auto">
          <a:xfrm>
            <a:off x="3206816" y="1923661"/>
            <a:ext cx="1418035" cy="1044179"/>
          </a:xfrm>
          <a:custGeom>
            <a:avLst/>
            <a:gdLst>
              <a:gd name="T0" fmla="*/ 397 w 794"/>
              <a:gd name="T1" fmla="*/ 585 h 585"/>
              <a:gd name="T2" fmla="*/ 219 w 794"/>
              <a:gd name="T3" fmla="*/ 511 h 585"/>
              <a:gd name="T4" fmla="*/ 0 w 794"/>
              <a:gd name="T5" fmla="*/ 291 h 585"/>
              <a:gd name="T6" fmla="*/ 220 w 794"/>
              <a:gd name="T7" fmla="*/ 72 h 585"/>
              <a:gd name="T8" fmla="*/ 397 w 794"/>
              <a:gd name="T9" fmla="*/ 0 h 585"/>
              <a:gd name="T10" fmla="*/ 575 w 794"/>
              <a:gd name="T11" fmla="*/ 73 h 585"/>
              <a:gd name="T12" fmla="*/ 794 w 794"/>
              <a:gd name="T13" fmla="*/ 293 h 585"/>
              <a:gd name="T14" fmla="*/ 574 w 794"/>
              <a:gd name="T15" fmla="*/ 512 h 585"/>
              <a:gd name="T16" fmla="*/ 397 w 794"/>
              <a:gd name="T17" fmla="*/ 585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4" h="585">
                <a:moveTo>
                  <a:pt x="397" y="585"/>
                </a:moveTo>
                <a:cubicBezTo>
                  <a:pt x="329" y="585"/>
                  <a:pt x="266" y="558"/>
                  <a:pt x="219" y="511"/>
                </a:cubicBezTo>
                <a:cubicBezTo>
                  <a:pt x="0" y="291"/>
                  <a:pt x="0" y="291"/>
                  <a:pt x="0" y="291"/>
                </a:cubicBezTo>
                <a:cubicBezTo>
                  <a:pt x="220" y="72"/>
                  <a:pt x="220" y="72"/>
                  <a:pt x="220" y="72"/>
                </a:cubicBezTo>
                <a:cubicBezTo>
                  <a:pt x="267" y="25"/>
                  <a:pt x="330" y="0"/>
                  <a:pt x="397" y="0"/>
                </a:cubicBezTo>
                <a:cubicBezTo>
                  <a:pt x="465" y="0"/>
                  <a:pt x="528" y="26"/>
                  <a:pt x="575" y="73"/>
                </a:cubicBezTo>
                <a:cubicBezTo>
                  <a:pt x="794" y="293"/>
                  <a:pt x="794" y="293"/>
                  <a:pt x="794" y="293"/>
                </a:cubicBezTo>
                <a:cubicBezTo>
                  <a:pt x="574" y="512"/>
                  <a:pt x="574" y="512"/>
                  <a:pt x="574" y="512"/>
                </a:cubicBezTo>
                <a:cubicBezTo>
                  <a:pt x="527" y="559"/>
                  <a:pt x="464" y="585"/>
                  <a:pt x="397" y="585"/>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0" name="Freeform 13"/>
          <p:cNvSpPr>
            <a:spLocks/>
          </p:cNvSpPr>
          <p:nvPr/>
        </p:nvSpPr>
        <p:spPr bwMode="auto">
          <a:xfrm>
            <a:off x="3231819" y="1896278"/>
            <a:ext cx="1369219" cy="1096566"/>
          </a:xfrm>
          <a:custGeom>
            <a:avLst/>
            <a:gdLst>
              <a:gd name="T0" fmla="*/ 171 w 767"/>
              <a:gd name="T1" fmla="*/ 135 h 614"/>
              <a:gd name="T2" fmla="*/ 213 w 767"/>
              <a:gd name="T3" fmla="*/ 94 h 614"/>
              <a:gd name="T4" fmla="*/ 555 w 767"/>
              <a:gd name="T5" fmla="*/ 95 h 614"/>
              <a:gd name="T6" fmla="*/ 596 w 767"/>
              <a:gd name="T7" fmla="*/ 137 h 614"/>
              <a:gd name="T8" fmla="*/ 767 w 767"/>
              <a:gd name="T9" fmla="*/ 308 h 614"/>
              <a:gd name="T10" fmla="*/ 595 w 767"/>
              <a:gd name="T11" fmla="*/ 479 h 614"/>
              <a:gd name="T12" fmla="*/ 554 w 767"/>
              <a:gd name="T13" fmla="*/ 520 h 614"/>
              <a:gd name="T14" fmla="*/ 211 w 767"/>
              <a:gd name="T15" fmla="*/ 519 h 614"/>
              <a:gd name="T16" fmla="*/ 170 w 767"/>
              <a:gd name="T17" fmla="*/ 478 h 614"/>
              <a:gd name="T18" fmla="*/ 0 w 767"/>
              <a:gd name="T19" fmla="*/ 306 h 614"/>
              <a:gd name="T20" fmla="*/ 171 w 767"/>
              <a:gd name="T21" fmla="*/ 135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7" h="614">
                <a:moveTo>
                  <a:pt x="171" y="135"/>
                </a:moveTo>
                <a:cubicBezTo>
                  <a:pt x="213" y="94"/>
                  <a:pt x="213" y="94"/>
                  <a:pt x="213" y="94"/>
                </a:cubicBezTo>
                <a:cubicBezTo>
                  <a:pt x="307" y="0"/>
                  <a:pt x="461" y="1"/>
                  <a:pt x="555" y="95"/>
                </a:cubicBezTo>
                <a:cubicBezTo>
                  <a:pt x="596" y="137"/>
                  <a:pt x="596" y="137"/>
                  <a:pt x="596" y="137"/>
                </a:cubicBezTo>
                <a:cubicBezTo>
                  <a:pt x="767" y="308"/>
                  <a:pt x="767" y="308"/>
                  <a:pt x="767" y="308"/>
                </a:cubicBezTo>
                <a:cubicBezTo>
                  <a:pt x="595" y="479"/>
                  <a:pt x="595" y="479"/>
                  <a:pt x="595" y="479"/>
                </a:cubicBezTo>
                <a:cubicBezTo>
                  <a:pt x="554" y="520"/>
                  <a:pt x="554" y="520"/>
                  <a:pt x="554" y="520"/>
                </a:cubicBezTo>
                <a:cubicBezTo>
                  <a:pt x="459" y="614"/>
                  <a:pt x="305" y="613"/>
                  <a:pt x="211" y="519"/>
                </a:cubicBezTo>
                <a:cubicBezTo>
                  <a:pt x="170" y="478"/>
                  <a:pt x="170" y="478"/>
                  <a:pt x="170" y="478"/>
                </a:cubicBezTo>
                <a:cubicBezTo>
                  <a:pt x="0" y="306"/>
                  <a:pt x="0" y="306"/>
                  <a:pt x="0" y="306"/>
                </a:cubicBezTo>
                <a:lnTo>
                  <a:pt x="171" y="135"/>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1" name="Freeform 14"/>
          <p:cNvSpPr>
            <a:spLocks noEditPoints="1"/>
          </p:cNvSpPr>
          <p:nvPr/>
        </p:nvSpPr>
        <p:spPr bwMode="auto">
          <a:xfrm>
            <a:off x="4128359" y="521105"/>
            <a:ext cx="1015604" cy="1885950"/>
          </a:xfrm>
          <a:custGeom>
            <a:avLst/>
            <a:gdLst>
              <a:gd name="T0" fmla="*/ 569 w 569"/>
              <a:gd name="T1" fmla="*/ 528 h 1056"/>
              <a:gd name="T2" fmla="*/ 569 w 569"/>
              <a:gd name="T3" fmla="*/ 528 h 1056"/>
              <a:gd name="T4" fmla="*/ 499 w 569"/>
              <a:gd name="T5" fmla="*/ 763 h 1056"/>
              <a:gd name="T6" fmla="*/ 286 w 569"/>
              <a:gd name="T7" fmla="*/ 1056 h 1056"/>
              <a:gd name="T8" fmla="*/ 72 w 569"/>
              <a:gd name="T9" fmla="*/ 764 h 1056"/>
              <a:gd name="T10" fmla="*/ 0 w 569"/>
              <a:gd name="T11" fmla="*/ 528 h 1056"/>
              <a:gd name="T12" fmla="*/ 71 w 569"/>
              <a:gd name="T13" fmla="*/ 293 h 1056"/>
              <a:gd name="T14" fmla="*/ 284 w 569"/>
              <a:gd name="T15" fmla="*/ 0 h 1056"/>
              <a:gd name="T16" fmla="*/ 498 w 569"/>
              <a:gd name="T17" fmla="*/ 291 h 1056"/>
              <a:gd name="T18" fmla="*/ 569 w 569"/>
              <a:gd name="T19" fmla="*/ 528 h 1056"/>
              <a:gd name="T20" fmla="*/ 286 w 569"/>
              <a:gd name="T21" fmla="*/ 1050 h 1056"/>
              <a:gd name="T22" fmla="*/ 497 w 569"/>
              <a:gd name="T23" fmla="*/ 760 h 1056"/>
              <a:gd name="T24" fmla="*/ 566 w 569"/>
              <a:gd name="T25" fmla="*/ 528 h 1056"/>
              <a:gd name="T26" fmla="*/ 566 w 569"/>
              <a:gd name="T27" fmla="*/ 528 h 1056"/>
              <a:gd name="T28" fmla="*/ 496 w 569"/>
              <a:gd name="T29" fmla="*/ 294 h 1056"/>
              <a:gd name="T30" fmla="*/ 284 w 569"/>
              <a:gd name="T31" fmla="*/ 6 h 1056"/>
              <a:gd name="T32" fmla="*/ 73 w 569"/>
              <a:gd name="T33" fmla="*/ 296 h 1056"/>
              <a:gd name="T34" fmla="*/ 3 w 569"/>
              <a:gd name="T35" fmla="*/ 528 h 1056"/>
              <a:gd name="T36" fmla="*/ 74 w 569"/>
              <a:gd name="T37" fmla="*/ 761 h 1056"/>
              <a:gd name="T38" fmla="*/ 286 w 569"/>
              <a:gd name="T39" fmla="*/ 1050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69" h="1056">
                <a:moveTo>
                  <a:pt x="569" y="528"/>
                </a:moveTo>
                <a:cubicBezTo>
                  <a:pt x="569" y="528"/>
                  <a:pt x="569" y="528"/>
                  <a:pt x="569" y="528"/>
                </a:cubicBezTo>
                <a:cubicBezTo>
                  <a:pt x="569" y="617"/>
                  <a:pt x="544" y="700"/>
                  <a:pt x="499" y="763"/>
                </a:cubicBezTo>
                <a:cubicBezTo>
                  <a:pt x="286" y="1056"/>
                  <a:pt x="286" y="1056"/>
                  <a:pt x="286" y="1056"/>
                </a:cubicBezTo>
                <a:cubicBezTo>
                  <a:pt x="72" y="764"/>
                  <a:pt x="72" y="764"/>
                  <a:pt x="72" y="764"/>
                </a:cubicBezTo>
                <a:cubicBezTo>
                  <a:pt x="26" y="702"/>
                  <a:pt x="0" y="618"/>
                  <a:pt x="0" y="528"/>
                </a:cubicBezTo>
                <a:cubicBezTo>
                  <a:pt x="0" y="439"/>
                  <a:pt x="25" y="355"/>
                  <a:pt x="71" y="293"/>
                </a:cubicBezTo>
                <a:cubicBezTo>
                  <a:pt x="284" y="0"/>
                  <a:pt x="284" y="0"/>
                  <a:pt x="284" y="0"/>
                </a:cubicBezTo>
                <a:cubicBezTo>
                  <a:pt x="498" y="291"/>
                  <a:pt x="498" y="291"/>
                  <a:pt x="498" y="291"/>
                </a:cubicBezTo>
                <a:cubicBezTo>
                  <a:pt x="544" y="354"/>
                  <a:pt x="569" y="438"/>
                  <a:pt x="569" y="528"/>
                </a:cubicBezTo>
                <a:close/>
                <a:moveTo>
                  <a:pt x="286" y="1050"/>
                </a:moveTo>
                <a:cubicBezTo>
                  <a:pt x="497" y="760"/>
                  <a:pt x="497" y="760"/>
                  <a:pt x="497" y="760"/>
                </a:cubicBezTo>
                <a:cubicBezTo>
                  <a:pt x="541" y="698"/>
                  <a:pt x="566" y="615"/>
                  <a:pt x="566" y="528"/>
                </a:cubicBezTo>
                <a:cubicBezTo>
                  <a:pt x="566" y="528"/>
                  <a:pt x="566" y="528"/>
                  <a:pt x="566" y="528"/>
                </a:cubicBezTo>
                <a:cubicBezTo>
                  <a:pt x="566" y="439"/>
                  <a:pt x="541" y="356"/>
                  <a:pt x="496" y="294"/>
                </a:cubicBezTo>
                <a:cubicBezTo>
                  <a:pt x="284" y="6"/>
                  <a:pt x="284" y="6"/>
                  <a:pt x="284" y="6"/>
                </a:cubicBezTo>
                <a:cubicBezTo>
                  <a:pt x="73" y="296"/>
                  <a:pt x="73" y="296"/>
                  <a:pt x="73" y="296"/>
                </a:cubicBezTo>
                <a:cubicBezTo>
                  <a:pt x="28" y="358"/>
                  <a:pt x="3" y="440"/>
                  <a:pt x="3" y="528"/>
                </a:cubicBezTo>
                <a:cubicBezTo>
                  <a:pt x="3" y="616"/>
                  <a:pt x="28" y="699"/>
                  <a:pt x="74" y="761"/>
                </a:cubicBezTo>
                <a:lnTo>
                  <a:pt x="286" y="1050"/>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2" name="Freeform 15"/>
          <p:cNvSpPr>
            <a:spLocks noEditPoints="1"/>
          </p:cNvSpPr>
          <p:nvPr/>
        </p:nvSpPr>
        <p:spPr bwMode="auto">
          <a:xfrm>
            <a:off x="4124788" y="656837"/>
            <a:ext cx="1028700" cy="1750219"/>
          </a:xfrm>
          <a:custGeom>
            <a:avLst/>
            <a:gdLst>
              <a:gd name="T0" fmla="*/ 575 w 576"/>
              <a:gd name="T1" fmla="*/ 490 h 980"/>
              <a:gd name="T2" fmla="*/ 575 w 576"/>
              <a:gd name="T3" fmla="*/ 490 h 980"/>
              <a:gd name="T4" fmla="*/ 504 w 576"/>
              <a:gd name="T5" fmla="*/ 708 h 980"/>
              <a:gd name="T6" fmla="*/ 288 w 576"/>
              <a:gd name="T7" fmla="*/ 980 h 980"/>
              <a:gd name="T8" fmla="*/ 72 w 576"/>
              <a:gd name="T9" fmla="*/ 710 h 980"/>
              <a:gd name="T10" fmla="*/ 0 w 576"/>
              <a:gd name="T11" fmla="*/ 490 h 980"/>
              <a:gd name="T12" fmla="*/ 72 w 576"/>
              <a:gd name="T13" fmla="*/ 272 h 980"/>
              <a:gd name="T14" fmla="*/ 287 w 576"/>
              <a:gd name="T15" fmla="*/ 0 h 980"/>
              <a:gd name="T16" fmla="*/ 503 w 576"/>
              <a:gd name="T17" fmla="*/ 270 h 980"/>
              <a:gd name="T18" fmla="*/ 575 w 576"/>
              <a:gd name="T19" fmla="*/ 490 h 980"/>
              <a:gd name="T20" fmla="*/ 288 w 576"/>
              <a:gd name="T21" fmla="*/ 963 h 980"/>
              <a:gd name="T22" fmla="*/ 497 w 576"/>
              <a:gd name="T23" fmla="*/ 700 h 980"/>
              <a:gd name="T24" fmla="*/ 566 w 576"/>
              <a:gd name="T25" fmla="*/ 490 h 980"/>
              <a:gd name="T26" fmla="*/ 566 w 576"/>
              <a:gd name="T27" fmla="*/ 490 h 980"/>
              <a:gd name="T28" fmla="*/ 497 w 576"/>
              <a:gd name="T29" fmla="*/ 279 h 980"/>
              <a:gd name="T30" fmla="*/ 287 w 576"/>
              <a:gd name="T31" fmla="*/ 17 h 980"/>
              <a:gd name="T32" fmla="*/ 78 w 576"/>
              <a:gd name="T33" fmla="*/ 280 h 980"/>
              <a:gd name="T34" fmla="*/ 9 w 576"/>
              <a:gd name="T35" fmla="*/ 490 h 980"/>
              <a:gd name="T36" fmla="*/ 79 w 576"/>
              <a:gd name="T37" fmla="*/ 701 h 980"/>
              <a:gd name="T38" fmla="*/ 288 w 576"/>
              <a:gd name="T39" fmla="*/ 963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76" h="980">
                <a:moveTo>
                  <a:pt x="575" y="490"/>
                </a:moveTo>
                <a:cubicBezTo>
                  <a:pt x="575" y="490"/>
                  <a:pt x="575" y="490"/>
                  <a:pt x="575" y="490"/>
                </a:cubicBezTo>
                <a:cubicBezTo>
                  <a:pt x="575" y="573"/>
                  <a:pt x="550" y="650"/>
                  <a:pt x="504" y="708"/>
                </a:cubicBezTo>
                <a:cubicBezTo>
                  <a:pt x="288" y="980"/>
                  <a:pt x="288" y="980"/>
                  <a:pt x="288" y="980"/>
                </a:cubicBezTo>
                <a:cubicBezTo>
                  <a:pt x="72" y="710"/>
                  <a:pt x="72" y="710"/>
                  <a:pt x="72" y="710"/>
                </a:cubicBezTo>
                <a:cubicBezTo>
                  <a:pt x="25" y="652"/>
                  <a:pt x="0" y="574"/>
                  <a:pt x="0" y="490"/>
                </a:cubicBezTo>
                <a:cubicBezTo>
                  <a:pt x="0" y="408"/>
                  <a:pt x="25" y="330"/>
                  <a:pt x="72" y="272"/>
                </a:cubicBezTo>
                <a:cubicBezTo>
                  <a:pt x="287" y="0"/>
                  <a:pt x="287" y="0"/>
                  <a:pt x="287" y="0"/>
                </a:cubicBezTo>
                <a:cubicBezTo>
                  <a:pt x="503" y="270"/>
                  <a:pt x="503" y="270"/>
                  <a:pt x="503" y="270"/>
                </a:cubicBezTo>
                <a:cubicBezTo>
                  <a:pt x="550" y="329"/>
                  <a:pt x="576" y="407"/>
                  <a:pt x="575" y="490"/>
                </a:cubicBezTo>
                <a:close/>
                <a:moveTo>
                  <a:pt x="288" y="963"/>
                </a:moveTo>
                <a:cubicBezTo>
                  <a:pt x="497" y="700"/>
                  <a:pt x="497" y="700"/>
                  <a:pt x="497" y="700"/>
                </a:cubicBezTo>
                <a:cubicBezTo>
                  <a:pt x="541" y="644"/>
                  <a:pt x="566" y="569"/>
                  <a:pt x="566" y="490"/>
                </a:cubicBezTo>
                <a:cubicBezTo>
                  <a:pt x="566" y="490"/>
                  <a:pt x="566" y="490"/>
                  <a:pt x="566" y="490"/>
                </a:cubicBezTo>
                <a:cubicBezTo>
                  <a:pt x="566" y="410"/>
                  <a:pt x="541" y="335"/>
                  <a:pt x="497" y="279"/>
                </a:cubicBezTo>
                <a:cubicBezTo>
                  <a:pt x="287" y="17"/>
                  <a:pt x="287" y="17"/>
                  <a:pt x="287" y="17"/>
                </a:cubicBezTo>
                <a:cubicBezTo>
                  <a:pt x="78" y="280"/>
                  <a:pt x="78" y="280"/>
                  <a:pt x="78" y="280"/>
                </a:cubicBezTo>
                <a:cubicBezTo>
                  <a:pt x="34" y="336"/>
                  <a:pt x="10" y="411"/>
                  <a:pt x="9" y="490"/>
                </a:cubicBezTo>
                <a:cubicBezTo>
                  <a:pt x="9" y="570"/>
                  <a:pt x="34" y="645"/>
                  <a:pt x="79" y="701"/>
                </a:cubicBezTo>
                <a:lnTo>
                  <a:pt x="288" y="963"/>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3" name="Freeform 16"/>
          <p:cNvSpPr>
            <a:spLocks noEditPoints="1"/>
          </p:cNvSpPr>
          <p:nvPr/>
        </p:nvSpPr>
        <p:spPr bwMode="auto">
          <a:xfrm>
            <a:off x="4117645" y="780662"/>
            <a:ext cx="1040606" cy="1626394"/>
          </a:xfrm>
          <a:custGeom>
            <a:avLst/>
            <a:gdLst>
              <a:gd name="T0" fmla="*/ 582 w 583"/>
              <a:gd name="T1" fmla="*/ 455 h 911"/>
              <a:gd name="T2" fmla="*/ 582 w 583"/>
              <a:gd name="T3" fmla="*/ 455 h 911"/>
              <a:gd name="T4" fmla="*/ 510 w 583"/>
              <a:gd name="T5" fmla="*/ 659 h 911"/>
              <a:gd name="T6" fmla="*/ 292 w 583"/>
              <a:gd name="T7" fmla="*/ 911 h 911"/>
              <a:gd name="T8" fmla="*/ 73 w 583"/>
              <a:gd name="T9" fmla="*/ 660 h 911"/>
              <a:gd name="T10" fmla="*/ 0 w 583"/>
              <a:gd name="T11" fmla="*/ 455 h 911"/>
              <a:gd name="T12" fmla="*/ 73 w 583"/>
              <a:gd name="T13" fmla="*/ 252 h 911"/>
              <a:gd name="T14" fmla="*/ 291 w 583"/>
              <a:gd name="T15" fmla="*/ 0 h 911"/>
              <a:gd name="T16" fmla="*/ 509 w 583"/>
              <a:gd name="T17" fmla="*/ 251 h 911"/>
              <a:gd name="T18" fmla="*/ 582 w 583"/>
              <a:gd name="T19" fmla="*/ 455 h 911"/>
              <a:gd name="T20" fmla="*/ 292 w 583"/>
              <a:gd name="T21" fmla="*/ 885 h 911"/>
              <a:gd name="T22" fmla="*/ 498 w 583"/>
              <a:gd name="T23" fmla="*/ 645 h 911"/>
              <a:gd name="T24" fmla="*/ 566 w 583"/>
              <a:gd name="T25" fmla="*/ 455 h 911"/>
              <a:gd name="T26" fmla="*/ 566 w 583"/>
              <a:gd name="T27" fmla="*/ 455 h 911"/>
              <a:gd name="T28" fmla="*/ 498 w 583"/>
              <a:gd name="T29" fmla="*/ 264 h 911"/>
              <a:gd name="T30" fmla="*/ 291 w 583"/>
              <a:gd name="T31" fmla="*/ 26 h 911"/>
              <a:gd name="T32" fmla="*/ 84 w 583"/>
              <a:gd name="T33" fmla="*/ 265 h 911"/>
              <a:gd name="T34" fmla="*/ 16 w 583"/>
              <a:gd name="T35" fmla="*/ 455 h 911"/>
              <a:gd name="T36" fmla="*/ 85 w 583"/>
              <a:gd name="T37" fmla="*/ 647 h 911"/>
              <a:gd name="T38" fmla="*/ 292 w 583"/>
              <a:gd name="T39" fmla="*/ 885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83" h="911">
                <a:moveTo>
                  <a:pt x="582" y="455"/>
                </a:moveTo>
                <a:cubicBezTo>
                  <a:pt x="582" y="455"/>
                  <a:pt x="582" y="455"/>
                  <a:pt x="582" y="455"/>
                </a:cubicBezTo>
                <a:cubicBezTo>
                  <a:pt x="582" y="532"/>
                  <a:pt x="557" y="604"/>
                  <a:pt x="510" y="659"/>
                </a:cubicBezTo>
                <a:cubicBezTo>
                  <a:pt x="292" y="911"/>
                  <a:pt x="292" y="911"/>
                  <a:pt x="292" y="911"/>
                </a:cubicBezTo>
                <a:cubicBezTo>
                  <a:pt x="73" y="660"/>
                  <a:pt x="73" y="660"/>
                  <a:pt x="73" y="660"/>
                </a:cubicBezTo>
                <a:cubicBezTo>
                  <a:pt x="26" y="606"/>
                  <a:pt x="0" y="533"/>
                  <a:pt x="0" y="455"/>
                </a:cubicBezTo>
                <a:cubicBezTo>
                  <a:pt x="0" y="379"/>
                  <a:pt x="26" y="306"/>
                  <a:pt x="73" y="252"/>
                </a:cubicBezTo>
                <a:cubicBezTo>
                  <a:pt x="291" y="0"/>
                  <a:pt x="291" y="0"/>
                  <a:pt x="291" y="0"/>
                </a:cubicBezTo>
                <a:cubicBezTo>
                  <a:pt x="509" y="251"/>
                  <a:pt x="509" y="251"/>
                  <a:pt x="509" y="251"/>
                </a:cubicBezTo>
                <a:cubicBezTo>
                  <a:pt x="557" y="305"/>
                  <a:pt x="583" y="378"/>
                  <a:pt x="582" y="455"/>
                </a:cubicBezTo>
                <a:close/>
                <a:moveTo>
                  <a:pt x="292" y="885"/>
                </a:moveTo>
                <a:cubicBezTo>
                  <a:pt x="498" y="645"/>
                  <a:pt x="498" y="645"/>
                  <a:pt x="498" y="645"/>
                </a:cubicBezTo>
                <a:cubicBezTo>
                  <a:pt x="542" y="595"/>
                  <a:pt x="566" y="527"/>
                  <a:pt x="566" y="455"/>
                </a:cubicBezTo>
                <a:cubicBezTo>
                  <a:pt x="566" y="455"/>
                  <a:pt x="566" y="455"/>
                  <a:pt x="566" y="455"/>
                </a:cubicBezTo>
                <a:cubicBezTo>
                  <a:pt x="566" y="383"/>
                  <a:pt x="542" y="315"/>
                  <a:pt x="498" y="264"/>
                </a:cubicBezTo>
                <a:cubicBezTo>
                  <a:pt x="291" y="26"/>
                  <a:pt x="291" y="26"/>
                  <a:pt x="291" y="26"/>
                </a:cubicBezTo>
                <a:cubicBezTo>
                  <a:pt x="84" y="265"/>
                  <a:pt x="84" y="265"/>
                  <a:pt x="84" y="265"/>
                </a:cubicBezTo>
                <a:cubicBezTo>
                  <a:pt x="41" y="316"/>
                  <a:pt x="16" y="383"/>
                  <a:pt x="16" y="455"/>
                </a:cubicBezTo>
                <a:cubicBezTo>
                  <a:pt x="16" y="528"/>
                  <a:pt x="41" y="596"/>
                  <a:pt x="85" y="647"/>
                </a:cubicBezTo>
                <a:lnTo>
                  <a:pt x="292" y="885"/>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4" name="Freeform 17"/>
          <p:cNvSpPr>
            <a:spLocks noEditPoints="1"/>
          </p:cNvSpPr>
          <p:nvPr/>
        </p:nvSpPr>
        <p:spPr bwMode="auto">
          <a:xfrm>
            <a:off x="4111690" y="896152"/>
            <a:ext cx="1052513" cy="1510904"/>
          </a:xfrm>
          <a:custGeom>
            <a:avLst/>
            <a:gdLst>
              <a:gd name="T0" fmla="*/ 589 w 589"/>
              <a:gd name="T1" fmla="*/ 423 h 846"/>
              <a:gd name="T2" fmla="*/ 589 w 589"/>
              <a:gd name="T3" fmla="*/ 423 h 846"/>
              <a:gd name="T4" fmla="*/ 515 w 589"/>
              <a:gd name="T5" fmla="*/ 612 h 846"/>
              <a:gd name="T6" fmla="*/ 295 w 589"/>
              <a:gd name="T7" fmla="*/ 846 h 846"/>
              <a:gd name="T8" fmla="*/ 74 w 589"/>
              <a:gd name="T9" fmla="*/ 613 h 846"/>
              <a:gd name="T10" fmla="*/ 0 w 589"/>
              <a:gd name="T11" fmla="*/ 423 h 846"/>
              <a:gd name="T12" fmla="*/ 74 w 589"/>
              <a:gd name="T13" fmla="*/ 234 h 846"/>
              <a:gd name="T14" fmla="*/ 294 w 589"/>
              <a:gd name="T15" fmla="*/ 0 h 846"/>
              <a:gd name="T16" fmla="*/ 515 w 589"/>
              <a:gd name="T17" fmla="*/ 233 h 846"/>
              <a:gd name="T18" fmla="*/ 589 w 589"/>
              <a:gd name="T19" fmla="*/ 423 h 846"/>
              <a:gd name="T20" fmla="*/ 295 w 589"/>
              <a:gd name="T21" fmla="*/ 812 h 846"/>
              <a:gd name="T22" fmla="*/ 499 w 589"/>
              <a:gd name="T23" fmla="*/ 595 h 846"/>
              <a:gd name="T24" fmla="*/ 566 w 589"/>
              <a:gd name="T25" fmla="*/ 423 h 846"/>
              <a:gd name="T26" fmla="*/ 566 w 589"/>
              <a:gd name="T27" fmla="*/ 423 h 846"/>
              <a:gd name="T28" fmla="*/ 499 w 589"/>
              <a:gd name="T29" fmla="*/ 250 h 846"/>
              <a:gd name="T30" fmla="*/ 294 w 589"/>
              <a:gd name="T31" fmla="*/ 34 h 846"/>
              <a:gd name="T32" fmla="*/ 90 w 589"/>
              <a:gd name="T33" fmla="*/ 251 h 846"/>
              <a:gd name="T34" fmla="*/ 23 w 589"/>
              <a:gd name="T35" fmla="*/ 423 h 846"/>
              <a:gd name="T36" fmla="*/ 90 w 589"/>
              <a:gd name="T37" fmla="*/ 596 h 846"/>
              <a:gd name="T38" fmla="*/ 295 w 589"/>
              <a:gd name="T39" fmla="*/ 812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89" h="846">
                <a:moveTo>
                  <a:pt x="589" y="423"/>
                </a:moveTo>
                <a:cubicBezTo>
                  <a:pt x="589" y="423"/>
                  <a:pt x="589" y="423"/>
                  <a:pt x="589" y="423"/>
                </a:cubicBezTo>
                <a:cubicBezTo>
                  <a:pt x="589" y="494"/>
                  <a:pt x="562" y="562"/>
                  <a:pt x="515" y="612"/>
                </a:cubicBezTo>
                <a:cubicBezTo>
                  <a:pt x="295" y="846"/>
                  <a:pt x="295" y="846"/>
                  <a:pt x="295" y="846"/>
                </a:cubicBezTo>
                <a:cubicBezTo>
                  <a:pt x="74" y="613"/>
                  <a:pt x="74" y="613"/>
                  <a:pt x="74" y="613"/>
                </a:cubicBezTo>
                <a:cubicBezTo>
                  <a:pt x="26" y="563"/>
                  <a:pt x="0" y="495"/>
                  <a:pt x="0" y="423"/>
                </a:cubicBezTo>
                <a:cubicBezTo>
                  <a:pt x="0" y="352"/>
                  <a:pt x="26" y="284"/>
                  <a:pt x="74" y="234"/>
                </a:cubicBezTo>
                <a:cubicBezTo>
                  <a:pt x="294" y="0"/>
                  <a:pt x="294" y="0"/>
                  <a:pt x="294" y="0"/>
                </a:cubicBezTo>
                <a:cubicBezTo>
                  <a:pt x="515" y="233"/>
                  <a:pt x="515" y="233"/>
                  <a:pt x="515" y="233"/>
                </a:cubicBezTo>
                <a:cubicBezTo>
                  <a:pt x="562" y="283"/>
                  <a:pt x="589" y="351"/>
                  <a:pt x="589" y="423"/>
                </a:cubicBezTo>
                <a:close/>
                <a:moveTo>
                  <a:pt x="295" y="812"/>
                </a:moveTo>
                <a:cubicBezTo>
                  <a:pt x="499" y="595"/>
                  <a:pt x="499" y="595"/>
                  <a:pt x="499" y="595"/>
                </a:cubicBezTo>
                <a:cubicBezTo>
                  <a:pt x="542" y="549"/>
                  <a:pt x="566" y="488"/>
                  <a:pt x="566" y="423"/>
                </a:cubicBezTo>
                <a:cubicBezTo>
                  <a:pt x="566" y="423"/>
                  <a:pt x="566" y="423"/>
                  <a:pt x="566" y="423"/>
                </a:cubicBezTo>
                <a:cubicBezTo>
                  <a:pt x="566" y="357"/>
                  <a:pt x="542" y="296"/>
                  <a:pt x="499" y="250"/>
                </a:cubicBezTo>
                <a:cubicBezTo>
                  <a:pt x="294" y="34"/>
                  <a:pt x="294" y="34"/>
                  <a:pt x="294" y="34"/>
                </a:cubicBezTo>
                <a:cubicBezTo>
                  <a:pt x="90" y="251"/>
                  <a:pt x="90" y="251"/>
                  <a:pt x="90" y="251"/>
                </a:cubicBezTo>
                <a:cubicBezTo>
                  <a:pt x="46" y="297"/>
                  <a:pt x="23" y="358"/>
                  <a:pt x="23" y="423"/>
                </a:cubicBezTo>
                <a:cubicBezTo>
                  <a:pt x="22" y="489"/>
                  <a:pt x="46" y="550"/>
                  <a:pt x="90" y="596"/>
                </a:cubicBezTo>
                <a:lnTo>
                  <a:pt x="295" y="812"/>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5" name="Freeform 18"/>
          <p:cNvSpPr>
            <a:spLocks/>
          </p:cNvSpPr>
          <p:nvPr/>
        </p:nvSpPr>
        <p:spPr bwMode="auto">
          <a:xfrm>
            <a:off x="4071209" y="1014024"/>
            <a:ext cx="1133475" cy="1416844"/>
          </a:xfrm>
          <a:custGeom>
            <a:avLst/>
            <a:gdLst>
              <a:gd name="T0" fmla="*/ 98 w 635"/>
              <a:gd name="T1" fmla="*/ 574 h 793"/>
              <a:gd name="T2" fmla="*/ 98 w 635"/>
              <a:gd name="T3" fmla="*/ 219 h 793"/>
              <a:gd name="T4" fmla="*/ 317 w 635"/>
              <a:gd name="T5" fmla="*/ 0 h 793"/>
              <a:gd name="T6" fmla="*/ 537 w 635"/>
              <a:gd name="T7" fmla="*/ 219 h 793"/>
              <a:gd name="T8" fmla="*/ 537 w 635"/>
              <a:gd name="T9" fmla="*/ 574 h 793"/>
              <a:gd name="T10" fmla="*/ 317 w 635"/>
              <a:gd name="T11" fmla="*/ 793 h 793"/>
              <a:gd name="T12" fmla="*/ 98 w 635"/>
              <a:gd name="T13" fmla="*/ 574 h 793"/>
            </a:gdLst>
            <a:ahLst/>
            <a:cxnLst>
              <a:cxn ang="0">
                <a:pos x="T0" y="T1"/>
              </a:cxn>
              <a:cxn ang="0">
                <a:pos x="T2" y="T3"/>
              </a:cxn>
              <a:cxn ang="0">
                <a:pos x="T4" y="T5"/>
              </a:cxn>
              <a:cxn ang="0">
                <a:pos x="T6" y="T7"/>
              </a:cxn>
              <a:cxn ang="0">
                <a:pos x="T8" y="T9"/>
              </a:cxn>
              <a:cxn ang="0">
                <a:pos x="T10" y="T11"/>
              </a:cxn>
              <a:cxn ang="0">
                <a:pos x="T12" y="T13"/>
              </a:cxn>
            </a:cxnLst>
            <a:rect l="0" t="0" r="r" b="b"/>
            <a:pathLst>
              <a:path w="635" h="793">
                <a:moveTo>
                  <a:pt x="98" y="574"/>
                </a:moveTo>
                <a:cubicBezTo>
                  <a:pt x="0" y="476"/>
                  <a:pt x="0" y="317"/>
                  <a:pt x="98" y="219"/>
                </a:cubicBezTo>
                <a:cubicBezTo>
                  <a:pt x="317" y="0"/>
                  <a:pt x="317" y="0"/>
                  <a:pt x="317" y="0"/>
                </a:cubicBezTo>
                <a:cubicBezTo>
                  <a:pt x="537" y="219"/>
                  <a:pt x="537" y="219"/>
                  <a:pt x="537" y="219"/>
                </a:cubicBezTo>
                <a:cubicBezTo>
                  <a:pt x="635" y="317"/>
                  <a:pt x="635" y="476"/>
                  <a:pt x="537" y="574"/>
                </a:cubicBezTo>
                <a:cubicBezTo>
                  <a:pt x="317" y="793"/>
                  <a:pt x="317" y="793"/>
                  <a:pt x="317" y="793"/>
                </a:cubicBezTo>
                <a:lnTo>
                  <a:pt x="98" y="574"/>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6" name="Freeform 19"/>
          <p:cNvSpPr>
            <a:spLocks/>
          </p:cNvSpPr>
          <p:nvPr/>
        </p:nvSpPr>
        <p:spPr bwMode="auto">
          <a:xfrm>
            <a:off x="4090259" y="1037837"/>
            <a:ext cx="1095375" cy="1369219"/>
          </a:xfrm>
          <a:custGeom>
            <a:avLst/>
            <a:gdLst>
              <a:gd name="T0" fmla="*/ 477 w 613"/>
              <a:gd name="T1" fmla="*/ 171 h 767"/>
              <a:gd name="T2" fmla="*/ 519 w 613"/>
              <a:gd name="T3" fmla="*/ 212 h 767"/>
              <a:gd name="T4" fmla="*/ 519 w 613"/>
              <a:gd name="T5" fmla="*/ 555 h 767"/>
              <a:gd name="T6" fmla="*/ 477 w 613"/>
              <a:gd name="T7" fmla="*/ 596 h 767"/>
              <a:gd name="T8" fmla="*/ 306 w 613"/>
              <a:gd name="T9" fmla="*/ 767 h 767"/>
              <a:gd name="T10" fmla="*/ 135 w 613"/>
              <a:gd name="T11" fmla="*/ 596 h 767"/>
              <a:gd name="T12" fmla="*/ 94 w 613"/>
              <a:gd name="T13" fmla="*/ 555 h 767"/>
              <a:gd name="T14" fmla="*/ 94 w 613"/>
              <a:gd name="T15" fmla="*/ 212 h 767"/>
              <a:gd name="T16" fmla="*/ 135 w 613"/>
              <a:gd name="T17" fmla="*/ 171 h 767"/>
              <a:gd name="T18" fmla="*/ 306 w 613"/>
              <a:gd name="T19" fmla="*/ 0 h 767"/>
              <a:gd name="T20" fmla="*/ 477 w 613"/>
              <a:gd name="T21" fmla="*/ 171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3" h="767">
                <a:moveTo>
                  <a:pt x="477" y="171"/>
                </a:moveTo>
                <a:cubicBezTo>
                  <a:pt x="519" y="212"/>
                  <a:pt x="519" y="212"/>
                  <a:pt x="519" y="212"/>
                </a:cubicBezTo>
                <a:cubicBezTo>
                  <a:pt x="613" y="307"/>
                  <a:pt x="613" y="461"/>
                  <a:pt x="519" y="555"/>
                </a:cubicBezTo>
                <a:cubicBezTo>
                  <a:pt x="477" y="596"/>
                  <a:pt x="477" y="596"/>
                  <a:pt x="477" y="596"/>
                </a:cubicBezTo>
                <a:cubicBezTo>
                  <a:pt x="306" y="767"/>
                  <a:pt x="306" y="767"/>
                  <a:pt x="306" y="767"/>
                </a:cubicBezTo>
                <a:cubicBezTo>
                  <a:pt x="135" y="596"/>
                  <a:pt x="135" y="596"/>
                  <a:pt x="135" y="596"/>
                </a:cubicBezTo>
                <a:cubicBezTo>
                  <a:pt x="94" y="555"/>
                  <a:pt x="94" y="555"/>
                  <a:pt x="94" y="555"/>
                </a:cubicBezTo>
                <a:cubicBezTo>
                  <a:pt x="0" y="461"/>
                  <a:pt x="0" y="307"/>
                  <a:pt x="94" y="212"/>
                </a:cubicBezTo>
                <a:cubicBezTo>
                  <a:pt x="135" y="171"/>
                  <a:pt x="135" y="171"/>
                  <a:pt x="135" y="171"/>
                </a:cubicBezTo>
                <a:cubicBezTo>
                  <a:pt x="306" y="0"/>
                  <a:pt x="306" y="0"/>
                  <a:pt x="306" y="0"/>
                </a:cubicBezTo>
                <a:lnTo>
                  <a:pt x="477" y="171"/>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7" name="Freeform 20"/>
          <p:cNvSpPr>
            <a:spLocks noEditPoints="1"/>
          </p:cNvSpPr>
          <p:nvPr/>
        </p:nvSpPr>
        <p:spPr bwMode="auto">
          <a:xfrm>
            <a:off x="4674857" y="1935568"/>
            <a:ext cx="1887141" cy="1017985"/>
          </a:xfrm>
          <a:custGeom>
            <a:avLst/>
            <a:gdLst>
              <a:gd name="T0" fmla="*/ 529 w 1057"/>
              <a:gd name="T1" fmla="*/ 570 h 570"/>
              <a:gd name="T2" fmla="*/ 529 w 1057"/>
              <a:gd name="T3" fmla="*/ 570 h 570"/>
              <a:gd name="T4" fmla="*/ 293 w 1057"/>
              <a:gd name="T5" fmla="*/ 499 h 570"/>
              <a:gd name="T6" fmla="*/ 0 w 1057"/>
              <a:gd name="T7" fmla="*/ 286 h 570"/>
              <a:gd name="T8" fmla="*/ 292 w 1057"/>
              <a:gd name="T9" fmla="*/ 72 h 570"/>
              <a:gd name="T10" fmla="*/ 528 w 1057"/>
              <a:gd name="T11" fmla="*/ 0 h 570"/>
              <a:gd name="T12" fmla="*/ 763 w 1057"/>
              <a:gd name="T13" fmla="*/ 71 h 570"/>
              <a:gd name="T14" fmla="*/ 1057 w 1057"/>
              <a:gd name="T15" fmla="*/ 284 h 570"/>
              <a:gd name="T16" fmla="*/ 765 w 1057"/>
              <a:gd name="T17" fmla="*/ 498 h 570"/>
              <a:gd name="T18" fmla="*/ 529 w 1057"/>
              <a:gd name="T19" fmla="*/ 570 h 570"/>
              <a:gd name="T20" fmla="*/ 6 w 1057"/>
              <a:gd name="T21" fmla="*/ 286 h 570"/>
              <a:gd name="T22" fmla="*/ 296 w 1057"/>
              <a:gd name="T23" fmla="*/ 497 h 570"/>
              <a:gd name="T24" fmla="*/ 529 w 1057"/>
              <a:gd name="T25" fmla="*/ 566 h 570"/>
              <a:gd name="T26" fmla="*/ 529 w 1057"/>
              <a:gd name="T27" fmla="*/ 566 h 570"/>
              <a:gd name="T28" fmla="*/ 762 w 1057"/>
              <a:gd name="T29" fmla="*/ 496 h 570"/>
              <a:gd name="T30" fmla="*/ 1050 w 1057"/>
              <a:gd name="T31" fmla="*/ 284 h 570"/>
              <a:gd name="T32" fmla="*/ 760 w 1057"/>
              <a:gd name="T33" fmla="*/ 73 h 570"/>
              <a:gd name="T34" fmla="*/ 528 w 1057"/>
              <a:gd name="T35" fmla="*/ 4 h 570"/>
              <a:gd name="T36" fmla="*/ 295 w 1057"/>
              <a:gd name="T37" fmla="*/ 74 h 570"/>
              <a:gd name="T38" fmla="*/ 6 w 1057"/>
              <a:gd name="T39" fmla="*/ 286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7" h="570">
                <a:moveTo>
                  <a:pt x="529" y="570"/>
                </a:moveTo>
                <a:cubicBezTo>
                  <a:pt x="529" y="570"/>
                  <a:pt x="529" y="570"/>
                  <a:pt x="529" y="570"/>
                </a:cubicBezTo>
                <a:cubicBezTo>
                  <a:pt x="440" y="570"/>
                  <a:pt x="356" y="545"/>
                  <a:pt x="293" y="499"/>
                </a:cubicBezTo>
                <a:cubicBezTo>
                  <a:pt x="0" y="286"/>
                  <a:pt x="0" y="286"/>
                  <a:pt x="0" y="286"/>
                </a:cubicBezTo>
                <a:cubicBezTo>
                  <a:pt x="292" y="72"/>
                  <a:pt x="292" y="72"/>
                  <a:pt x="292" y="72"/>
                </a:cubicBezTo>
                <a:cubicBezTo>
                  <a:pt x="355" y="26"/>
                  <a:pt x="439" y="0"/>
                  <a:pt x="528" y="0"/>
                </a:cubicBezTo>
                <a:cubicBezTo>
                  <a:pt x="617" y="0"/>
                  <a:pt x="701" y="25"/>
                  <a:pt x="763" y="71"/>
                </a:cubicBezTo>
                <a:cubicBezTo>
                  <a:pt x="1057" y="284"/>
                  <a:pt x="1057" y="284"/>
                  <a:pt x="1057" y="284"/>
                </a:cubicBezTo>
                <a:cubicBezTo>
                  <a:pt x="765" y="498"/>
                  <a:pt x="765" y="498"/>
                  <a:pt x="765" y="498"/>
                </a:cubicBezTo>
                <a:cubicBezTo>
                  <a:pt x="702" y="544"/>
                  <a:pt x="618" y="570"/>
                  <a:pt x="529" y="570"/>
                </a:cubicBezTo>
                <a:close/>
                <a:moveTo>
                  <a:pt x="6" y="286"/>
                </a:moveTo>
                <a:cubicBezTo>
                  <a:pt x="296" y="497"/>
                  <a:pt x="296" y="497"/>
                  <a:pt x="296" y="497"/>
                </a:cubicBezTo>
                <a:cubicBezTo>
                  <a:pt x="358" y="542"/>
                  <a:pt x="441" y="566"/>
                  <a:pt x="529" y="566"/>
                </a:cubicBezTo>
                <a:cubicBezTo>
                  <a:pt x="529" y="566"/>
                  <a:pt x="529" y="566"/>
                  <a:pt x="529" y="566"/>
                </a:cubicBezTo>
                <a:cubicBezTo>
                  <a:pt x="617" y="566"/>
                  <a:pt x="700" y="541"/>
                  <a:pt x="762" y="496"/>
                </a:cubicBezTo>
                <a:cubicBezTo>
                  <a:pt x="1050" y="284"/>
                  <a:pt x="1050" y="284"/>
                  <a:pt x="1050" y="284"/>
                </a:cubicBezTo>
                <a:cubicBezTo>
                  <a:pt x="760" y="73"/>
                  <a:pt x="760" y="73"/>
                  <a:pt x="760" y="73"/>
                </a:cubicBezTo>
                <a:cubicBezTo>
                  <a:pt x="698" y="28"/>
                  <a:pt x="616" y="4"/>
                  <a:pt x="528" y="4"/>
                </a:cubicBezTo>
                <a:cubicBezTo>
                  <a:pt x="440" y="4"/>
                  <a:pt x="357" y="29"/>
                  <a:pt x="295" y="74"/>
                </a:cubicBezTo>
                <a:lnTo>
                  <a:pt x="6" y="286"/>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8" name="Freeform 21"/>
          <p:cNvSpPr>
            <a:spLocks noEditPoints="1"/>
          </p:cNvSpPr>
          <p:nvPr/>
        </p:nvSpPr>
        <p:spPr bwMode="auto">
          <a:xfrm>
            <a:off x="4674857" y="1931996"/>
            <a:ext cx="1750219" cy="1028700"/>
          </a:xfrm>
          <a:custGeom>
            <a:avLst/>
            <a:gdLst>
              <a:gd name="T0" fmla="*/ 490 w 980"/>
              <a:gd name="T1" fmla="*/ 576 h 576"/>
              <a:gd name="T2" fmla="*/ 490 w 980"/>
              <a:gd name="T3" fmla="*/ 576 h 576"/>
              <a:gd name="T4" fmla="*/ 272 w 980"/>
              <a:gd name="T5" fmla="*/ 504 h 576"/>
              <a:gd name="T6" fmla="*/ 0 w 980"/>
              <a:gd name="T7" fmla="*/ 288 h 576"/>
              <a:gd name="T8" fmla="*/ 270 w 980"/>
              <a:gd name="T9" fmla="*/ 72 h 576"/>
              <a:gd name="T10" fmla="*/ 490 w 980"/>
              <a:gd name="T11" fmla="*/ 0 h 576"/>
              <a:gd name="T12" fmla="*/ 708 w 980"/>
              <a:gd name="T13" fmla="*/ 72 h 576"/>
              <a:gd name="T14" fmla="*/ 980 w 980"/>
              <a:gd name="T15" fmla="*/ 288 h 576"/>
              <a:gd name="T16" fmla="*/ 710 w 980"/>
              <a:gd name="T17" fmla="*/ 504 h 576"/>
              <a:gd name="T18" fmla="*/ 490 w 980"/>
              <a:gd name="T19" fmla="*/ 576 h 576"/>
              <a:gd name="T20" fmla="*/ 17 w 980"/>
              <a:gd name="T21" fmla="*/ 288 h 576"/>
              <a:gd name="T22" fmla="*/ 280 w 980"/>
              <a:gd name="T23" fmla="*/ 497 h 576"/>
              <a:gd name="T24" fmla="*/ 490 w 980"/>
              <a:gd name="T25" fmla="*/ 566 h 576"/>
              <a:gd name="T26" fmla="*/ 490 w 980"/>
              <a:gd name="T27" fmla="*/ 566 h 576"/>
              <a:gd name="T28" fmla="*/ 701 w 980"/>
              <a:gd name="T29" fmla="*/ 497 h 576"/>
              <a:gd name="T30" fmla="*/ 963 w 980"/>
              <a:gd name="T31" fmla="*/ 288 h 576"/>
              <a:gd name="T32" fmla="*/ 700 w 980"/>
              <a:gd name="T33" fmla="*/ 79 h 576"/>
              <a:gd name="T34" fmla="*/ 490 w 980"/>
              <a:gd name="T35" fmla="*/ 10 h 576"/>
              <a:gd name="T36" fmla="*/ 279 w 980"/>
              <a:gd name="T37" fmla="*/ 79 h 576"/>
              <a:gd name="T38" fmla="*/ 17 w 980"/>
              <a:gd name="T39" fmla="*/ 28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0" h="576">
                <a:moveTo>
                  <a:pt x="490" y="576"/>
                </a:moveTo>
                <a:cubicBezTo>
                  <a:pt x="490" y="576"/>
                  <a:pt x="490" y="576"/>
                  <a:pt x="490" y="576"/>
                </a:cubicBezTo>
                <a:cubicBezTo>
                  <a:pt x="408" y="576"/>
                  <a:pt x="330" y="550"/>
                  <a:pt x="272" y="504"/>
                </a:cubicBezTo>
                <a:cubicBezTo>
                  <a:pt x="0" y="288"/>
                  <a:pt x="0" y="288"/>
                  <a:pt x="0" y="288"/>
                </a:cubicBezTo>
                <a:cubicBezTo>
                  <a:pt x="270" y="72"/>
                  <a:pt x="270" y="72"/>
                  <a:pt x="270" y="72"/>
                </a:cubicBezTo>
                <a:cubicBezTo>
                  <a:pt x="329" y="25"/>
                  <a:pt x="407" y="0"/>
                  <a:pt x="490" y="0"/>
                </a:cubicBezTo>
                <a:cubicBezTo>
                  <a:pt x="573" y="0"/>
                  <a:pt x="650" y="26"/>
                  <a:pt x="708" y="72"/>
                </a:cubicBezTo>
                <a:cubicBezTo>
                  <a:pt x="980" y="288"/>
                  <a:pt x="980" y="288"/>
                  <a:pt x="980" y="288"/>
                </a:cubicBezTo>
                <a:cubicBezTo>
                  <a:pt x="710" y="504"/>
                  <a:pt x="710" y="504"/>
                  <a:pt x="710" y="504"/>
                </a:cubicBezTo>
                <a:cubicBezTo>
                  <a:pt x="651" y="550"/>
                  <a:pt x="573" y="576"/>
                  <a:pt x="490" y="576"/>
                </a:cubicBezTo>
                <a:close/>
                <a:moveTo>
                  <a:pt x="17" y="288"/>
                </a:moveTo>
                <a:cubicBezTo>
                  <a:pt x="280" y="497"/>
                  <a:pt x="280" y="497"/>
                  <a:pt x="280" y="497"/>
                </a:cubicBezTo>
                <a:cubicBezTo>
                  <a:pt x="336" y="541"/>
                  <a:pt x="411" y="566"/>
                  <a:pt x="490" y="566"/>
                </a:cubicBezTo>
                <a:cubicBezTo>
                  <a:pt x="490" y="566"/>
                  <a:pt x="490" y="566"/>
                  <a:pt x="490" y="566"/>
                </a:cubicBezTo>
                <a:cubicBezTo>
                  <a:pt x="570" y="566"/>
                  <a:pt x="645" y="542"/>
                  <a:pt x="701" y="497"/>
                </a:cubicBezTo>
                <a:cubicBezTo>
                  <a:pt x="963" y="288"/>
                  <a:pt x="963" y="288"/>
                  <a:pt x="963" y="288"/>
                </a:cubicBezTo>
                <a:cubicBezTo>
                  <a:pt x="700" y="79"/>
                  <a:pt x="700" y="79"/>
                  <a:pt x="700" y="79"/>
                </a:cubicBezTo>
                <a:cubicBezTo>
                  <a:pt x="644" y="34"/>
                  <a:pt x="569" y="10"/>
                  <a:pt x="490" y="10"/>
                </a:cubicBezTo>
                <a:cubicBezTo>
                  <a:pt x="410" y="10"/>
                  <a:pt x="335" y="34"/>
                  <a:pt x="279" y="79"/>
                </a:cubicBezTo>
                <a:lnTo>
                  <a:pt x="17" y="288"/>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49" name="Freeform 22"/>
          <p:cNvSpPr>
            <a:spLocks noEditPoints="1"/>
          </p:cNvSpPr>
          <p:nvPr/>
        </p:nvSpPr>
        <p:spPr bwMode="auto">
          <a:xfrm>
            <a:off x="4674857" y="1924853"/>
            <a:ext cx="1628775" cy="1041797"/>
          </a:xfrm>
          <a:custGeom>
            <a:avLst/>
            <a:gdLst>
              <a:gd name="T0" fmla="*/ 456 w 912"/>
              <a:gd name="T1" fmla="*/ 583 h 583"/>
              <a:gd name="T2" fmla="*/ 456 w 912"/>
              <a:gd name="T3" fmla="*/ 583 h 583"/>
              <a:gd name="T4" fmla="*/ 253 w 912"/>
              <a:gd name="T5" fmla="*/ 510 h 583"/>
              <a:gd name="T6" fmla="*/ 0 w 912"/>
              <a:gd name="T7" fmla="*/ 292 h 583"/>
              <a:gd name="T8" fmla="*/ 251 w 912"/>
              <a:gd name="T9" fmla="*/ 74 h 583"/>
              <a:gd name="T10" fmla="*/ 456 w 912"/>
              <a:gd name="T11" fmla="*/ 0 h 583"/>
              <a:gd name="T12" fmla="*/ 659 w 912"/>
              <a:gd name="T13" fmla="*/ 73 h 583"/>
              <a:gd name="T14" fmla="*/ 912 w 912"/>
              <a:gd name="T15" fmla="*/ 291 h 583"/>
              <a:gd name="T16" fmla="*/ 660 w 912"/>
              <a:gd name="T17" fmla="*/ 510 h 583"/>
              <a:gd name="T18" fmla="*/ 456 w 912"/>
              <a:gd name="T19" fmla="*/ 583 h 583"/>
              <a:gd name="T20" fmla="*/ 26 w 912"/>
              <a:gd name="T21" fmla="*/ 292 h 583"/>
              <a:gd name="T22" fmla="*/ 266 w 912"/>
              <a:gd name="T23" fmla="*/ 499 h 583"/>
              <a:gd name="T24" fmla="*/ 456 w 912"/>
              <a:gd name="T25" fmla="*/ 567 h 583"/>
              <a:gd name="T26" fmla="*/ 456 w 912"/>
              <a:gd name="T27" fmla="*/ 567 h 583"/>
              <a:gd name="T28" fmla="*/ 647 w 912"/>
              <a:gd name="T29" fmla="*/ 498 h 583"/>
              <a:gd name="T30" fmla="*/ 885 w 912"/>
              <a:gd name="T31" fmla="*/ 291 h 583"/>
              <a:gd name="T32" fmla="*/ 646 w 912"/>
              <a:gd name="T33" fmla="*/ 85 h 583"/>
              <a:gd name="T34" fmla="*/ 456 w 912"/>
              <a:gd name="T35" fmla="*/ 17 h 583"/>
              <a:gd name="T36" fmla="*/ 264 w 912"/>
              <a:gd name="T37" fmla="*/ 85 h 583"/>
              <a:gd name="T38" fmla="*/ 26 w 912"/>
              <a:gd name="T39" fmla="*/ 292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12" h="583">
                <a:moveTo>
                  <a:pt x="456" y="583"/>
                </a:moveTo>
                <a:cubicBezTo>
                  <a:pt x="456" y="583"/>
                  <a:pt x="456" y="583"/>
                  <a:pt x="456" y="583"/>
                </a:cubicBezTo>
                <a:cubicBezTo>
                  <a:pt x="379" y="583"/>
                  <a:pt x="307" y="557"/>
                  <a:pt x="253" y="510"/>
                </a:cubicBezTo>
                <a:cubicBezTo>
                  <a:pt x="0" y="292"/>
                  <a:pt x="0" y="292"/>
                  <a:pt x="0" y="292"/>
                </a:cubicBezTo>
                <a:cubicBezTo>
                  <a:pt x="251" y="74"/>
                  <a:pt x="251" y="74"/>
                  <a:pt x="251" y="74"/>
                </a:cubicBezTo>
                <a:cubicBezTo>
                  <a:pt x="305" y="26"/>
                  <a:pt x="378" y="0"/>
                  <a:pt x="456" y="0"/>
                </a:cubicBezTo>
                <a:cubicBezTo>
                  <a:pt x="533" y="1"/>
                  <a:pt x="605" y="26"/>
                  <a:pt x="659" y="73"/>
                </a:cubicBezTo>
                <a:cubicBezTo>
                  <a:pt x="912" y="291"/>
                  <a:pt x="912" y="291"/>
                  <a:pt x="912" y="291"/>
                </a:cubicBezTo>
                <a:cubicBezTo>
                  <a:pt x="660" y="510"/>
                  <a:pt x="660" y="510"/>
                  <a:pt x="660" y="510"/>
                </a:cubicBezTo>
                <a:cubicBezTo>
                  <a:pt x="606" y="557"/>
                  <a:pt x="534" y="583"/>
                  <a:pt x="456" y="583"/>
                </a:cubicBezTo>
                <a:close/>
                <a:moveTo>
                  <a:pt x="26" y="292"/>
                </a:moveTo>
                <a:cubicBezTo>
                  <a:pt x="266" y="499"/>
                  <a:pt x="266" y="499"/>
                  <a:pt x="266" y="499"/>
                </a:cubicBezTo>
                <a:cubicBezTo>
                  <a:pt x="316" y="542"/>
                  <a:pt x="384" y="566"/>
                  <a:pt x="456" y="567"/>
                </a:cubicBezTo>
                <a:cubicBezTo>
                  <a:pt x="456" y="567"/>
                  <a:pt x="456" y="567"/>
                  <a:pt x="456" y="567"/>
                </a:cubicBezTo>
                <a:cubicBezTo>
                  <a:pt x="529" y="567"/>
                  <a:pt x="596" y="542"/>
                  <a:pt x="647" y="498"/>
                </a:cubicBezTo>
                <a:cubicBezTo>
                  <a:pt x="885" y="291"/>
                  <a:pt x="885" y="291"/>
                  <a:pt x="885" y="291"/>
                </a:cubicBezTo>
                <a:cubicBezTo>
                  <a:pt x="646" y="85"/>
                  <a:pt x="646" y="85"/>
                  <a:pt x="646" y="85"/>
                </a:cubicBezTo>
                <a:cubicBezTo>
                  <a:pt x="595" y="41"/>
                  <a:pt x="528" y="17"/>
                  <a:pt x="456" y="17"/>
                </a:cubicBezTo>
                <a:cubicBezTo>
                  <a:pt x="383" y="17"/>
                  <a:pt x="315" y="41"/>
                  <a:pt x="264" y="85"/>
                </a:cubicBezTo>
                <a:lnTo>
                  <a:pt x="26" y="292"/>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50" name="Freeform 23"/>
          <p:cNvSpPr>
            <a:spLocks noEditPoints="1"/>
          </p:cNvSpPr>
          <p:nvPr/>
        </p:nvSpPr>
        <p:spPr bwMode="auto">
          <a:xfrm>
            <a:off x="4674856" y="1920091"/>
            <a:ext cx="1510904" cy="1051322"/>
          </a:xfrm>
          <a:custGeom>
            <a:avLst/>
            <a:gdLst>
              <a:gd name="T0" fmla="*/ 423 w 846"/>
              <a:gd name="T1" fmla="*/ 589 h 589"/>
              <a:gd name="T2" fmla="*/ 423 w 846"/>
              <a:gd name="T3" fmla="*/ 589 h 589"/>
              <a:gd name="T4" fmla="*/ 234 w 846"/>
              <a:gd name="T5" fmla="*/ 515 h 589"/>
              <a:gd name="T6" fmla="*/ 0 w 846"/>
              <a:gd name="T7" fmla="*/ 295 h 589"/>
              <a:gd name="T8" fmla="*/ 233 w 846"/>
              <a:gd name="T9" fmla="*/ 74 h 589"/>
              <a:gd name="T10" fmla="*/ 423 w 846"/>
              <a:gd name="T11" fmla="*/ 0 h 589"/>
              <a:gd name="T12" fmla="*/ 612 w 846"/>
              <a:gd name="T13" fmla="*/ 74 h 589"/>
              <a:gd name="T14" fmla="*/ 846 w 846"/>
              <a:gd name="T15" fmla="*/ 294 h 589"/>
              <a:gd name="T16" fmla="*/ 613 w 846"/>
              <a:gd name="T17" fmla="*/ 515 h 589"/>
              <a:gd name="T18" fmla="*/ 423 w 846"/>
              <a:gd name="T19" fmla="*/ 589 h 589"/>
              <a:gd name="T20" fmla="*/ 34 w 846"/>
              <a:gd name="T21" fmla="*/ 295 h 589"/>
              <a:gd name="T22" fmla="*/ 251 w 846"/>
              <a:gd name="T23" fmla="*/ 499 h 589"/>
              <a:gd name="T24" fmla="*/ 423 w 846"/>
              <a:gd name="T25" fmla="*/ 566 h 589"/>
              <a:gd name="T26" fmla="*/ 423 w 846"/>
              <a:gd name="T27" fmla="*/ 566 h 589"/>
              <a:gd name="T28" fmla="*/ 597 w 846"/>
              <a:gd name="T29" fmla="*/ 499 h 589"/>
              <a:gd name="T30" fmla="*/ 812 w 846"/>
              <a:gd name="T31" fmla="*/ 294 h 589"/>
              <a:gd name="T32" fmla="*/ 595 w 846"/>
              <a:gd name="T33" fmla="*/ 90 h 589"/>
              <a:gd name="T34" fmla="*/ 423 w 846"/>
              <a:gd name="T35" fmla="*/ 23 h 589"/>
              <a:gd name="T36" fmla="*/ 250 w 846"/>
              <a:gd name="T37" fmla="*/ 90 h 589"/>
              <a:gd name="T38" fmla="*/ 34 w 846"/>
              <a:gd name="T39" fmla="*/ 295 h 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46" h="589">
                <a:moveTo>
                  <a:pt x="423" y="589"/>
                </a:moveTo>
                <a:cubicBezTo>
                  <a:pt x="423" y="589"/>
                  <a:pt x="423" y="589"/>
                  <a:pt x="423" y="589"/>
                </a:cubicBezTo>
                <a:cubicBezTo>
                  <a:pt x="352" y="589"/>
                  <a:pt x="285" y="563"/>
                  <a:pt x="234" y="515"/>
                </a:cubicBezTo>
                <a:cubicBezTo>
                  <a:pt x="0" y="295"/>
                  <a:pt x="0" y="295"/>
                  <a:pt x="0" y="295"/>
                </a:cubicBezTo>
                <a:cubicBezTo>
                  <a:pt x="233" y="74"/>
                  <a:pt x="233" y="74"/>
                  <a:pt x="233" y="74"/>
                </a:cubicBezTo>
                <a:cubicBezTo>
                  <a:pt x="283" y="26"/>
                  <a:pt x="351" y="0"/>
                  <a:pt x="423" y="0"/>
                </a:cubicBezTo>
                <a:cubicBezTo>
                  <a:pt x="495" y="0"/>
                  <a:pt x="562" y="27"/>
                  <a:pt x="612" y="74"/>
                </a:cubicBezTo>
                <a:cubicBezTo>
                  <a:pt x="846" y="294"/>
                  <a:pt x="846" y="294"/>
                  <a:pt x="846" y="294"/>
                </a:cubicBezTo>
                <a:cubicBezTo>
                  <a:pt x="613" y="515"/>
                  <a:pt x="613" y="515"/>
                  <a:pt x="613" y="515"/>
                </a:cubicBezTo>
                <a:cubicBezTo>
                  <a:pt x="563" y="563"/>
                  <a:pt x="495" y="589"/>
                  <a:pt x="423" y="589"/>
                </a:cubicBezTo>
                <a:close/>
                <a:moveTo>
                  <a:pt x="34" y="295"/>
                </a:moveTo>
                <a:cubicBezTo>
                  <a:pt x="251" y="499"/>
                  <a:pt x="251" y="499"/>
                  <a:pt x="251" y="499"/>
                </a:cubicBezTo>
                <a:cubicBezTo>
                  <a:pt x="297" y="542"/>
                  <a:pt x="358" y="566"/>
                  <a:pt x="423" y="566"/>
                </a:cubicBezTo>
                <a:cubicBezTo>
                  <a:pt x="423" y="566"/>
                  <a:pt x="423" y="566"/>
                  <a:pt x="423" y="566"/>
                </a:cubicBezTo>
                <a:cubicBezTo>
                  <a:pt x="489" y="566"/>
                  <a:pt x="551" y="542"/>
                  <a:pt x="597" y="499"/>
                </a:cubicBezTo>
                <a:cubicBezTo>
                  <a:pt x="812" y="294"/>
                  <a:pt x="812" y="294"/>
                  <a:pt x="812" y="294"/>
                </a:cubicBezTo>
                <a:cubicBezTo>
                  <a:pt x="595" y="90"/>
                  <a:pt x="595" y="90"/>
                  <a:pt x="595" y="90"/>
                </a:cubicBezTo>
                <a:cubicBezTo>
                  <a:pt x="549" y="47"/>
                  <a:pt x="488" y="23"/>
                  <a:pt x="423" y="23"/>
                </a:cubicBezTo>
                <a:cubicBezTo>
                  <a:pt x="357" y="23"/>
                  <a:pt x="296" y="47"/>
                  <a:pt x="250" y="90"/>
                </a:cubicBezTo>
                <a:lnTo>
                  <a:pt x="34" y="295"/>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51" name="Freeform 24"/>
          <p:cNvSpPr>
            <a:spLocks/>
          </p:cNvSpPr>
          <p:nvPr/>
        </p:nvSpPr>
        <p:spPr bwMode="auto">
          <a:xfrm>
            <a:off x="4651044" y="1923661"/>
            <a:ext cx="1418035" cy="1044179"/>
          </a:xfrm>
          <a:custGeom>
            <a:avLst/>
            <a:gdLst>
              <a:gd name="T0" fmla="*/ 397 w 794"/>
              <a:gd name="T1" fmla="*/ 585 h 585"/>
              <a:gd name="T2" fmla="*/ 219 w 794"/>
              <a:gd name="T3" fmla="*/ 512 h 585"/>
              <a:gd name="T4" fmla="*/ 0 w 794"/>
              <a:gd name="T5" fmla="*/ 293 h 585"/>
              <a:gd name="T6" fmla="*/ 218 w 794"/>
              <a:gd name="T7" fmla="*/ 73 h 585"/>
              <a:gd name="T8" fmla="*/ 397 w 794"/>
              <a:gd name="T9" fmla="*/ 0 h 585"/>
              <a:gd name="T10" fmla="*/ 574 w 794"/>
              <a:gd name="T11" fmla="*/ 72 h 585"/>
              <a:gd name="T12" fmla="*/ 794 w 794"/>
              <a:gd name="T13" fmla="*/ 291 h 585"/>
              <a:gd name="T14" fmla="*/ 575 w 794"/>
              <a:gd name="T15" fmla="*/ 511 h 585"/>
              <a:gd name="T16" fmla="*/ 397 w 794"/>
              <a:gd name="T17" fmla="*/ 585 h 585"/>
              <a:gd name="T18" fmla="*/ 397 w 794"/>
              <a:gd name="T19" fmla="*/ 585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4" h="585">
                <a:moveTo>
                  <a:pt x="397" y="585"/>
                </a:moveTo>
                <a:cubicBezTo>
                  <a:pt x="330" y="585"/>
                  <a:pt x="267" y="559"/>
                  <a:pt x="219" y="512"/>
                </a:cubicBezTo>
                <a:cubicBezTo>
                  <a:pt x="0" y="293"/>
                  <a:pt x="0" y="293"/>
                  <a:pt x="0" y="293"/>
                </a:cubicBezTo>
                <a:cubicBezTo>
                  <a:pt x="218" y="73"/>
                  <a:pt x="218" y="73"/>
                  <a:pt x="218" y="73"/>
                </a:cubicBezTo>
                <a:cubicBezTo>
                  <a:pt x="266" y="26"/>
                  <a:pt x="329" y="0"/>
                  <a:pt x="397" y="0"/>
                </a:cubicBezTo>
                <a:cubicBezTo>
                  <a:pt x="464" y="0"/>
                  <a:pt x="527" y="25"/>
                  <a:pt x="574" y="72"/>
                </a:cubicBezTo>
                <a:cubicBezTo>
                  <a:pt x="794" y="291"/>
                  <a:pt x="794" y="291"/>
                  <a:pt x="794" y="291"/>
                </a:cubicBezTo>
                <a:cubicBezTo>
                  <a:pt x="575" y="511"/>
                  <a:pt x="575" y="511"/>
                  <a:pt x="575" y="511"/>
                </a:cubicBezTo>
                <a:cubicBezTo>
                  <a:pt x="528" y="558"/>
                  <a:pt x="464" y="585"/>
                  <a:pt x="397" y="585"/>
                </a:cubicBezTo>
                <a:cubicBezTo>
                  <a:pt x="397" y="585"/>
                  <a:pt x="397" y="585"/>
                  <a:pt x="397" y="585"/>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52" name="Freeform 25"/>
          <p:cNvSpPr>
            <a:spLocks/>
          </p:cNvSpPr>
          <p:nvPr/>
        </p:nvSpPr>
        <p:spPr bwMode="auto">
          <a:xfrm>
            <a:off x="4674857" y="1896278"/>
            <a:ext cx="1369219" cy="1096566"/>
          </a:xfrm>
          <a:custGeom>
            <a:avLst/>
            <a:gdLst>
              <a:gd name="T0" fmla="*/ 596 w 767"/>
              <a:gd name="T1" fmla="*/ 135 h 614"/>
              <a:gd name="T2" fmla="*/ 554 w 767"/>
              <a:gd name="T3" fmla="*/ 94 h 614"/>
              <a:gd name="T4" fmla="*/ 212 w 767"/>
              <a:gd name="T5" fmla="*/ 95 h 614"/>
              <a:gd name="T6" fmla="*/ 171 w 767"/>
              <a:gd name="T7" fmla="*/ 137 h 614"/>
              <a:gd name="T8" fmla="*/ 0 w 767"/>
              <a:gd name="T9" fmla="*/ 308 h 614"/>
              <a:gd name="T10" fmla="*/ 172 w 767"/>
              <a:gd name="T11" fmla="*/ 479 h 614"/>
              <a:gd name="T12" fmla="*/ 213 w 767"/>
              <a:gd name="T13" fmla="*/ 520 h 614"/>
              <a:gd name="T14" fmla="*/ 555 w 767"/>
              <a:gd name="T15" fmla="*/ 519 h 614"/>
              <a:gd name="T16" fmla="*/ 597 w 767"/>
              <a:gd name="T17" fmla="*/ 478 h 614"/>
              <a:gd name="T18" fmla="*/ 767 w 767"/>
              <a:gd name="T19" fmla="*/ 306 h 614"/>
              <a:gd name="T20" fmla="*/ 596 w 767"/>
              <a:gd name="T21" fmla="*/ 135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7" h="614">
                <a:moveTo>
                  <a:pt x="596" y="135"/>
                </a:moveTo>
                <a:cubicBezTo>
                  <a:pt x="554" y="94"/>
                  <a:pt x="554" y="94"/>
                  <a:pt x="554" y="94"/>
                </a:cubicBezTo>
                <a:cubicBezTo>
                  <a:pt x="460" y="0"/>
                  <a:pt x="306" y="1"/>
                  <a:pt x="212" y="95"/>
                </a:cubicBezTo>
                <a:cubicBezTo>
                  <a:pt x="171" y="137"/>
                  <a:pt x="171" y="137"/>
                  <a:pt x="171" y="137"/>
                </a:cubicBezTo>
                <a:cubicBezTo>
                  <a:pt x="0" y="308"/>
                  <a:pt x="0" y="308"/>
                  <a:pt x="0" y="308"/>
                </a:cubicBezTo>
                <a:cubicBezTo>
                  <a:pt x="172" y="479"/>
                  <a:pt x="172" y="479"/>
                  <a:pt x="172" y="479"/>
                </a:cubicBezTo>
                <a:cubicBezTo>
                  <a:pt x="213" y="520"/>
                  <a:pt x="213" y="520"/>
                  <a:pt x="213" y="520"/>
                </a:cubicBezTo>
                <a:cubicBezTo>
                  <a:pt x="307" y="614"/>
                  <a:pt x="461" y="613"/>
                  <a:pt x="555" y="519"/>
                </a:cubicBezTo>
                <a:cubicBezTo>
                  <a:pt x="597" y="478"/>
                  <a:pt x="597" y="478"/>
                  <a:pt x="597" y="478"/>
                </a:cubicBezTo>
                <a:cubicBezTo>
                  <a:pt x="767" y="306"/>
                  <a:pt x="767" y="306"/>
                  <a:pt x="767" y="306"/>
                </a:cubicBezTo>
                <a:lnTo>
                  <a:pt x="596" y="135"/>
                </a:ln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53" name="Freeform 26"/>
          <p:cNvSpPr>
            <a:spLocks/>
          </p:cNvSpPr>
          <p:nvPr/>
        </p:nvSpPr>
        <p:spPr bwMode="auto">
          <a:xfrm>
            <a:off x="3850943" y="2595637"/>
            <a:ext cx="1578769" cy="2547863"/>
          </a:xfrm>
          <a:custGeom>
            <a:avLst/>
            <a:gdLst>
              <a:gd name="T0" fmla="*/ 846 w 884"/>
              <a:gd name="T1" fmla="*/ 289 h 1711"/>
              <a:gd name="T2" fmla="*/ 846 w 884"/>
              <a:gd name="T3" fmla="*/ 289 h 1711"/>
              <a:gd name="T4" fmla="*/ 651 w 884"/>
              <a:gd name="T5" fmla="*/ 208 h 1711"/>
              <a:gd name="T6" fmla="*/ 442 w 884"/>
              <a:gd name="T7" fmla="*/ 0 h 1711"/>
              <a:gd name="T8" fmla="*/ 233 w 884"/>
              <a:gd name="T9" fmla="*/ 208 h 1711"/>
              <a:gd name="T10" fmla="*/ 38 w 884"/>
              <a:gd name="T11" fmla="*/ 289 h 1711"/>
              <a:gd name="T12" fmla="*/ 0 w 884"/>
              <a:gd name="T13" fmla="*/ 286 h 1711"/>
              <a:gd name="T14" fmla="*/ 162 w 884"/>
              <a:gd name="T15" fmla="*/ 392 h 1711"/>
              <a:gd name="T16" fmla="*/ 362 w 884"/>
              <a:gd name="T17" fmla="*/ 663 h 1711"/>
              <a:gd name="T18" fmla="*/ 421 w 884"/>
              <a:gd name="T19" fmla="*/ 953 h 1711"/>
              <a:gd name="T20" fmla="*/ 421 w 884"/>
              <a:gd name="T21" fmla="*/ 953 h 1711"/>
              <a:gd name="T22" fmla="*/ 421 w 884"/>
              <a:gd name="T23" fmla="*/ 987 h 1711"/>
              <a:gd name="T24" fmla="*/ 421 w 884"/>
              <a:gd name="T25" fmla="*/ 987 h 1711"/>
              <a:gd name="T26" fmla="*/ 421 w 884"/>
              <a:gd name="T27" fmla="*/ 1491 h 1711"/>
              <a:gd name="T28" fmla="*/ 271 w 884"/>
              <a:gd name="T29" fmla="*/ 1681 h 1711"/>
              <a:gd name="T30" fmla="*/ 269 w 884"/>
              <a:gd name="T31" fmla="*/ 1681 h 1711"/>
              <a:gd name="T32" fmla="*/ 269 w 884"/>
              <a:gd name="T33" fmla="*/ 1711 h 1711"/>
              <a:gd name="T34" fmla="*/ 611 w 884"/>
              <a:gd name="T35" fmla="*/ 1711 h 1711"/>
              <a:gd name="T36" fmla="*/ 611 w 884"/>
              <a:gd name="T37" fmla="*/ 1681 h 1711"/>
              <a:gd name="T38" fmla="*/ 610 w 884"/>
              <a:gd name="T39" fmla="*/ 1681 h 1711"/>
              <a:gd name="T40" fmla="*/ 463 w 884"/>
              <a:gd name="T41" fmla="*/ 1508 h 1711"/>
              <a:gd name="T42" fmla="*/ 463 w 884"/>
              <a:gd name="T43" fmla="*/ 976 h 1711"/>
              <a:gd name="T44" fmla="*/ 463 w 884"/>
              <a:gd name="T45" fmla="*/ 976 h 1711"/>
              <a:gd name="T46" fmla="*/ 463 w 884"/>
              <a:gd name="T47" fmla="*/ 953 h 1711"/>
              <a:gd name="T48" fmla="*/ 463 w 884"/>
              <a:gd name="T49" fmla="*/ 953 h 1711"/>
              <a:gd name="T50" fmla="*/ 522 w 884"/>
              <a:gd name="T51" fmla="*/ 663 h 1711"/>
              <a:gd name="T52" fmla="*/ 722 w 884"/>
              <a:gd name="T53" fmla="*/ 392 h 1711"/>
              <a:gd name="T54" fmla="*/ 884 w 884"/>
              <a:gd name="T55" fmla="*/ 286 h 1711"/>
              <a:gd name="T56" fmla="*/ 846 w 884"/>
              <a:gd name="T57" fmla="*/ 289 h 1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84" h="1711">
                <a:moveTo>
                  <a:pt x="846" y="289"/>
                </a:moveTo>
                <a:cubicBezTo>
                  <a:pt x="846" y="289"/>
                  <a:pt x="846" y="289"/>
                  <a:pt x="846" y="289"/>
                </a:cubicBezTo>
                <a:cubicBezTo>
                  <a:pt x="772" y="289"/>
                  <a:pt x="703" y="260"/>
                  <a:pt x="651" y="208"/>
                </a:cubicBezTo>
                <a:cubicBezTo>
                  <a:pt x="442" y="0"/>
                  <a:pt x="442" y="0"/>
                  <a:pt x="442" y="0"/>
                </a:cubicBezTo>
                <a:cubicBezTo>
                  <a:pt x="233" y="208"/>
                  <a:pt x="233" y="208"/>
                  <a:pt x="233" y="208"/>
                </a:cubicBezTo>
                <a:cubicBezTo>
                  <a:pt x="181" y="260"/>
                  <a:pt x="112" y="289"/>
                  <a:pt x="38" y="289"/>
                </a:cubicBezTo>
                <a:cubicBezTo>
                  <a:pt x="25" y="289"/>
                  <a:pt x="12" y="288"/>
                  <a:pt x="0" y="286"/>
                </a:cubicBezTo>
                <a:cubicBezTo>
                  <a:pt x="59" y="314"/>
                  <a:pt x="113" y="350"/>
                  <a:pt x="162" y="392"/>
                </a:cubicBezTo>
                <a:cubicBezTo>
                  <a:pt x="248" y="465"/>
                  <a:pt x="317" y="558"/>
                  <a:pt x="362" y="663"/>
                </a:cubicBezTo>
                <a:cubicBezTo>
                  <a:pt x="400" y="752"/>
                  <a:pt x="421" y="850"/>
                  <a:pt x="421" y="953"/>
                </a:cubicBezTo>
                <a:cubicBezTo>
                  <a:pt x="421" y="953"/>
                  <a:pt x="421" y="953"/>
                  <a:pt x="421" y="953"/>
                </a:cubicBezTo>
                <a:cubicBezTo>
                  <a:pt x="421" y="987"/>
                  <a:pt x="421" y="987"/>
                  <a:pt x="421" y="987"/>
                </a:cubicBezTo>
                <a:cubicBezTo>
                  <a:pt x="421" y="987"/>
                  <a:pt x="421" y="987"/>
                  <a:pt x="421" y="987"/>
                </a:cubicBezTo>
                <a:cubicBezTo>
                  <a:pt x="421" y="1491"/>
                  <a:pt x="421" y="1491"/>
                  <a:pt x="421" y="1491"/>
                </a:cubicBezTo>
                <a:cubicBezTo>
                  <a:pt x="402" y="1601"/>
                  <a:pt x="342" y="1681"/>
                  <a:pt x="271" y="1681"/>
                </a:cubicBezTo>
                <a:cubicBezTo>
                  <a:pt x="270" y="1681"/>
                  <a:pt x="270" y="1681"/>
                  <a:pt x="269" y="1681"/>
                </a:cubicBezTo>
                <a:cubicBezTo>
                  <a:pt x="269" y="1711"/>
                  <a:pt x="269" y="1711"/>
                  <a:pt x="269" y="1711"/>
                </a:cubicBezTo>
                <a:cubicBezTo>
                  <a:pt x="611" y="1711"/>
                  <a:pt x="611" y="1711"/>
                  <a:pt x="611" y="1711"/>
                </a:cubicBezTo>
                <a:cubicBezTo>
                  <a:pt x="611" y="1681"/>
                  <a:pt x="611" y="1681"/>
                  <a:pt x="611" y="1681"/>
                </a:cubicBezTo>
                <a:cubicBezTo>
                  <a:pt x="611" y="1681"/>
                  <a:pt x="610" y="1681"/>
                  <a:pt x="610" y="1681"/>
                </a:cubicBezTo>
                <a:cubicBezTo>
                  <a:pt x="543" y="1681"/>
                  <a:pt x="485" y="1609"/>
                  <a:pt x="463" y="1508"/>
                </a:cubicBezTo>
                <a:cubicBezTo>
                  <a:pt x="463" y="976"/>
                  <a:pt x="463" y="976"/>
                  <a:pt x="463" y="976"/>
                </a:cubicBezTo>
                <a:cubicBezTo>
                  <a:pt x="463" y="976"/>
                  <a:pt x="463" y="976"/>
                  <a:pt x="463" y="976"/>
                </a:cubicBezTo>
                <a:cubicBezTo>
                  <a:pt x="463" y="953"/>
                  <a:pt x="463" y="953"/>
                  <a:pt x="463" y="953"/>
                </a:cubicBezTo>
                <a:cubicBezTo>
                  <a:pt x="463" y="953"/>
                  <a:pt x="463" y="953"/>
                  <a:pt x="463" y="953"/>
                </a:cubicBezTo>
                <a:cubicBezTo>
                  <a:pt x="463" y="850"/>
                  <a:pt x="484" y="752"/>
                  <a:pt x="522" y="663"/>
                </a:cubicBezTo>
                <a:cubicBezTo>
                  <a:pt x="567" y="558"/>
                  <a:pt x="636" y="465"/>
                  <a:pt x="722" y="392"/>
                </a:cubicBezTo>
                <a:cubicBezTo>
                  <a:pt x="771" y="350"/>
                  <a:pt x="825" y="314"/>
                  <a:pt x="884" y="286"/>
                </a:cubicBezTo>
                <a:cubicBezTo>
                  <a:pt x="872" y="288"/>
                  <a:pt x="859" y="289"/>
                  <a:pt x="846" y="289"/>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55" name="文本框 54"/>
          <p:cNvSpPr txBox="1"/>
          <p:nvPr/>
        </p:nvSpPr>
        <p:spPr>
          <a:xfrm>
            <a:off x="4185540" y="1545266"/>
            <a:ext cx="877163" cy="369332"/>
          </a:xfrm>
          <a:prstGeom prst="rect">
            <a:avLst/>
          </a:prstGeom>
          <a:noFill/>
          <a:ln>
            <a:noFill/>
          </a:ln>
        </p:spPr>
        <p:txBody>
          <a:bodyPr wrap="none" rtlCol="0">
            <a:spAutoFit/>
          </a:bodyPr>
          <a:lstStyle/>
          <a:p>
            <a:r>
              <a:rPr lang="zh-CN" altLang="en-US" sz="1800" dirty="0">
                <a:solidFill>
                  <a:schemeClr val="bg1"/>
                </a:solidFill>
                <a:latin typeface="+mj-ea"/>
                <a:cs typeface="Arial Unicode MS" panose="020B0604020202020204" pitchFamily="34" charset="-122"/>
              </a:rPr>
              <a:t>小标题</a:t>
            </a:r>
            <a:endParaRPr lang="zh-CN" altLang="en-US" sz="1800" dirty="0">
              <a:solidFill>
                <a:schemeClr val="bg1"/>
              </a:solidFill>
              <a:latin typeface="Tahoma" panose="020B0604030504040204" pitchFamily="34" charset="0"/>
              <a:cs typeface="Tahoma" panose="020B0604030504040204" pitchFamily="34" charset="0"/>
            </a:endParaRPr>
          </a:p>
        </p:txBody>
      </p:sp>
      <p:sp>
        <p:nvSpPr>
          <p:cNvPr id="56" name="文本框 55"/>
          <p:cNvSpPr txBox="1"/>
          <p:nvPr/>
        </p:nvSpPr>
        <p:spPr>
          <a:xfrm>
            <a:off x="3500335" y="2286319"/>
            <a:ext cx="877163" cy="369332"/>
          </a:xfrm>
          <a:prstGeom prst="rect">
            <a:avLst/>
          </a:prstGeom>
          <a:noFill/>
          <a:ln>
            <a:noFill/>
          </a:ln>
        </p:spPr>
        <p:txBody>
          <a:bodyPr wrap="none" rtlCol="0">
            <a:spAutoFit/>
          </a:bodyPr>
          <a:lstStyle/>
          <a:p>
            <a:r>
              <a:rPr lang="zh-CN" altLang="en-US" sz="1800" dirty="0">
                <a:solidFill>
                  <a:schemeClr val="bg1"/>
                </a:solidFill>
                <a:latin typeface="+mj-ea"/>
                <a:cs typeface="Arial Unicode MS" panose="020B0604020202020204" pitchFamily="34" charset="-122"/>
              </a:rPr>
              <a:t>小标题</a:t>
            </a:r>
            <a:endParaRPr lang="zh-CN" altLang="en-US" sz="1800" dirty="0">
              <a:solidFill>
                <a:schemeClr val="bg1"/>
              </a:solidFill>
              <a:latin typeface="Tahoma" panose="020B0604030504040204" pitchFamily="34" charset="0"/>
              <a:cs typeface="Tahoma" panose="020B0604030504040204" pitchFamily="34" charset="0"/>
            </a:endParaRPr>
          </a:p>
        </p:txBody>
      </p:sp>
      <p:sp>
        <p:nvSpPr>
          <p:cNvPr id="57" name="文本框 56"/>
          <p:cNvSpPr txBox="1"/>
          <p:nvPr/>
        </p:nvSpPr>
        <p:spPr>
          <a:xfrm>
            <a:off x="4871935" y="2286319"/>
            <a:ext cx="877163" cy="369332"/>
          </a:xfrm>
          <a:prstGeom prst="rect">
            <a:avLst/>
          </a:prstGeom>
          <a:noFill/>
          <a:ln>
            <a:noFill/>
          </a:ln>
        </p:spPr>
        <p:txBody>
          <a:bodyPr wrap="none" rtlCol="0">
            <a:spAutoFit/>
          </a:bodyPr>
          <a:lstStyle/>
          <a:p>
            <a:r>
              <a:rPr lang="zh-CN" altLang="en-US" sz="1800" dirty="0">
                <a:solidFill>
                  <a:schemeClr val="bg1"/>
                </a:solidFill>
                <a:latin typeface="+mj-ea"/>
                <a:cs typeface="Arial Unicode MS" panose="020B0604020202020204" pitchFamily="34" charset="-122"/>
              </a:rPr>
              <a:t>小标题</a:t>
            </a:r>
            <a:endParaRPr lang="zh-CN" altLang="en-US" sz="1800" dirty="0">
              <a:solidFill>
                <a:schemeClr val="bg1"/>
              </a:solidFill>
              <a:latin typeface="Tahoma" panose="020B0604030504040204" pitchFamily="34" charset="0"/>
              <a:cs typeface="Tahoma" panose="020B0604030504040204" pitchFamily="34" charset="0"/>
            </a:endParaRPr>
          </a:p>
        </p:txBody>
      </p:sp>
      <p:cxnSp>
        <p:nvCxnSpPr>
          <p:cNvPr id="58" name="直接连接符 57"/>
          <p:cNvCxnSpPr/>
          <p:nvPr/>
        </p:nvCxnSpPr>
        <p:spPr>
          <a:xfrm flipH="1">
            <a:off x="987943" y="2443894"/>
            <a:ext cx="2280455" cy="36804"/>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035744" y="1891596"/>
            <a:ext cx="1875566" cy="757130"/>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cxnSp>
        <p:nvCxnSpPr>
          <p:cNvPr id="60" name="直接连接符 59"/>
          <p:cNvCxnSpPr/>
          <p:nvPr/>
        </p:nvCxnSpPr>
        <p:spPr>
          <a:xfrm flipH="1">
            <a:off x="5965623" y="2428345"/>
            <a:ext cx="2362551"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401151" y="1876047"/>
            <a:ext cx="1927023"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cxnSp>
        <p:nvCxnSpPr>
          <p:cNvPr id="62" name="直接连接符 61"/>
          <p:cNvCxnSpPr/>
          <p:nvPr/>
        </p:nvCxnSpPr>
        <p:spPr>
          <a:xfrm flipH="1">
            <a:off x="5105651" y="1508296"/>
            <a:ext cx="2394606"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5541179" y="955997"/>
            <a:ext cx="1959078"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spTree>
    <p:extLst>
      <p:ext uri="{BB962C8B-B14F-4D97-AF65-F5344CB8AC3E}">
        <p14:creationId xmlns:p14="http://schemas.microsoft.com/office/powerpoint/2010/main" val="4097630406"/>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down)">
                                      <p:cBhvr>
                                        <p:cTn id="7" dur="250"/>
                                        <p:tgtEl>
                                          <p:spTgt spid="53"/>
                                        </p:tgtEl>
                                      </p:cBhvr>
                                    </p:animEffect>
                                  </p:childTnLst>
                                </p:cTn>
                              </p:par>
                            </p:childTnLst>
                          </p:cTn>
                        </p:par>
                        <p:par>
                          <p:cTn id="8" fill="hold">
                            <p:stCondLst>
                              <p:cond delay="250"/>
                            </p:stCondLst>
                            <p:childTnLst>
                              <p:par>
                                <p:cTn id="9" presetID="22" presetClass="entr" presetSubtype="8"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250"/>
                                        <p:tgtEl>
                                          <p:spTgt spid="33"/>
                                        </p:tgtEl>
                                      </p:cBhvr>
                                    </p:animEffect>
                                  </p:childTnLst>
                                </p:cTn>
                              </p:par>
                            </p:childTnLst>
                          </p:cTn>
                        </p:par>
                        <p:par>
                          <p:cTn id="12" fill="hold">
                            <p:stCondLst>
                              <p:cond delay="500"/>
                            </p:stCondLst>
                            <p:childTnLst>
                              <p:par>
                                <p:cTn id="13" presetID="22" presetClass="entr" presetSubtype="2" fill="hold" grpId="0"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right)">
                                      <p:cBhvr>
                                        <p:cTn id="15" dur="250"/>
                                        <p:tgtEl>
                                          <p:spTgt spid="34"/>
                                        </p:tgtEl>
                                      </p:cBhvr>
                                    </p:animEffect>
                                  </p:childTnLst>
                                </p:cTn>
                              </p:par>
                            </p:childTnLst>
                          </p:cTn>
                        </p:par>
                        <p:par>
                          <p:cTn id="16" fill="hold">
                            <p:stCondLst>
                              <p:cond delay="750"/>
                            </p:stCondLst>
                            <p:childTnLst>
                              <p:par>
                                <p:cTn id="17" presetID="22" presetClass="entr" presetSubtype="2" fill="hold" grpId="0"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right)">
                                      <p:cBhvr>
                                        <p:cTn id="19" dur="500"/>
                                        <p:tgtEl>
                                          <p:spTgt spid="35"/>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right)">
                                      <p:cBhvr>
                                        <p:cTn id="22" dur="500"/>
                                        <p:tgtEl>
                                          <p:spTgt spid="36"/>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right)">
                                      <p:cBhvr>
                                        <p:cTn id="25" dur="500"/>
                                        <p:tgtEl>
                                          <p:spTgt spid="37"/>
                                        </p:tgtEl>
                                      </p:cBhvr>
                                    </p:animEffect>
                                  </p:childTnLst>
                                </p:cTn>
                              </p:par>
                              <p:par>
                                <p:cTn id="26" presetID="22" presetClass="entr" presetSubtype="2"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right)">
                                      <p:cBhvr>
                                        <p:cTn id="28" dur="500"/>
                                        <p:tgtEl>
                                          <p:spTgt spid="38"/>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right)">
                                      <p:cBhvr>
                                        <p:cTn id="31" dur="500"/>
                                        <p:tgtEl>
                                          <p:spTgt spid="39"/>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right)">
                                      <p:cBhvr>
                                        <p:cTn id="34" dur="500"/>
                                        <p:tgtEl>
                                          <p:spTgt spid="40"/>
                                        </p:tgtEl>
                                      </p:cBhvr>
                                    </p:animEffect>
                                  </p:childTnLst>
                                </p:cTn>
                              </p:par>
                            </p:childTnLst>
                          </p:cTn>
                        </p:par>
                        <p:par>
                          <p:cTn id="35" fill="hold">
                            <p:stCondLst>
                              <p:cond delay="1250"/>
                            </p:stCondLst>
                            <p:childTnLst>
                              <p:par>
                                <p:cTn id="36" presetID="22" presetClass="entr" presetSubtype="8" fill="hold" grpId="0" nodeType="after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wipe(left)">
                                      <p:cBhvr>
                                        <p:cTn id="38" dur="500"/>
                                        <p:tgtEl>
                                          <p:spTgt spid="47"/>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left)">
                                      <p:cBhvr>
                                        <p:cTn id="41" dur="500"/>
                                        <p:tgtEl>
                                          <p:spTgt spid="48"/>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wipe(left)">
                                      <p:cBhvr>
                                        <p:cTn id="44" dur="500"/>
                                        <p:tgtEl>
                                          <p:spTgt spid="49"/>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left)">
                                      <p:cBhvr>
                                        <p:cTn id="47" dur="500"/>
                                        <p:tgtEl>
                                          <p:spTgt spid="50"/>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wipe(left)">
                                      <p:cBhvr>
                                        <p:cTn id="50" dur="500"/>
                                        <p:tgtEl>
                                          <p:spTgt spid="51"/>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wipe(left)">
                                      <p:cBhvr>
                                        <p:cTn id="53" dur="500"/>
                                        <p:tgtEl>
                                          <p:spTgt spid="52"/>
                                        </p:tgtEl>
                                      </p:cBhvr>
                                    </p:animEffect>
                                  </p:childTnLst>
                                </p:cTn>
                              </p:par>
                            </p:childTnLst>
                          </p:cTn>
                        </p:par>
                        <p:par>
                          <p:cTn id="54" fill="hold">
                            <p:stCondLst>
                              <p:cond delay="1750"/>
                            </p:stCondLst>
                            <p:childTnLst>
                              <p:par>
                                <p:cTn id="55" presetID="22" presetClass="entr" presetSubtype="4" fill="hold" grpId="0" nodeType="after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wipe(down)">
                                      <p:cBhvr>
                                        <p:cTn id="57" dur="500"/>
                                        <p:tgtEl>
                                          <p:spTgt spid="41"/>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wipe(down)">
                                      <p:cBhvr>
                                        <p:cTn id="60" dur="500"/>
                                        <p:tgtEl>
                                          <p:spTgt spid="42"/>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wipe(down)">
                                      <p:cBhvr>
                                        <p:cTn id="63" dur="500"/>
                                        <p:tgtEl>
                                          <p:spTgt spid="43"/>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wipe(down)">
                                      <p:cBhvr>
                                        <p:cTn id="66" dur="500"/>
                                        <p:tgtEl>
                                          <p:spTgt spid="44"/>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wipe(down)">
                                      <p:cBhvr>
                                        <p:cTn id="69" dur="500"/>
                                        <p:tgtEl>
                                          <p:spTgt spid="45"/>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wipe(down)">
                                      <p:cBhvr>
                                        <p:cTn id="72" dur="500"/>
                                        <p:tgtEl>
                                          <p:spTgt spid="46"/>
                                        </p:tgtEl>
                                      </p:cBhvr>
                                    </p:animEffect>
                                  </p:childTnLst>
                                </p:cTn>
                              </p:par>
                            </p:childTnLst>
                          </p:cTn>
                        </p:par>
                        <p:par>
                          <p:cTn id="73" fill="hold">
                            <p:stCondLst>
                              <p:cond delay="2250"/>
                            </p:stCondLst>
                            <p:childTnLst>
                              <p:par>
                                <p:cTn id="74" presetID="2" presetClass="entr" presetSubtype="1" fill="hold" grpId="0" nodeType="afterEffect">
                                  <p:stCondLst>
                                    <p:cond delay="0"/>
                                  </p:stCondLst>
                                  <p:childTnLst>
                                    <p:set>
                                      <p:cBhvr>
                                        <p:cTn id="75" dur="1" fill="hold">
                                          <p:stCondLst>
                                            <p:cond delay="0"/>
                                          </p:stCondLst>
                                        </p:cTn>
                                        <p:tgtEl>
                                          <p:spTgt spid="55"/>
                                        </p:tgtEl>
                                        <p:attrNameLst>
                                          <p:attrName>style.visibility</p:attrName>
                                        </p:attrNameLst>
                                      </p:cBhvr>
                                      <p:to>
                                        <p:strVal val="visible"/>
                                      </p:to>
                                    </p:set>
                                    <p:anim calcmode="lin" valueType="num">
                                      <p:cBhvr additive="base">
                                        <p:cTn id="76" dur="250" fill="hold"/>
                                        <p:tgtEl>
                                          <p:spTgt spid="55"/>
                                        </p:tgtEl>
                                        <p:attrNameLst>
                                          <p:attrName>ppt_x</p:attrName>
                                        </p:attrNameLst>
                                      </p:cBhvr>
                                      <p:tavLst>
                                        <p:tav tm="0">
                                          <p:val>
                                            <p:strVal val="#ppt_x"/>
                                          </p:val>
                                        </p:tav>
                                        <p:tav tm="100000">
                                          <p:val>
                                            <p:strVal val="#ppt_x"/>
                                          </p:val>
                                        </p:tav>
                                      </p:tavLst>
                                    </p:anim>
                                    <p:anim calcmode="lin" valueType="num">
                                      <p:cBhvr additive="base">
                                        <p:cTn id="77" dur="250" fill="hold"/>
                                        <p:tgtEl>
                                          <p:spTgt spid="55"/>
                                        </p:tgtEl>
                                        <p:attrNameLst>
                                          <p:attrName>ppt_y</p:attrName>
                                        </p:attrNameLst>
                                      </p:cBhvr>
                                      <p:tavLst>
                                        <p:tav tm="0">
                                          <p:val>
                                            <p:strVal val="0-#ppt_h/2"/>
                                          </p:val>
                                        </p:tav>
                                        <p:tav tm="100000">
                                          <p:val>
                                            <p:strVal val="#ppt_y"/>
                                          </p:val>
                                        </p:tav>
                                      </p:tavLst>
                                    </p:anim>
                                  </p:childTnLst>
                                </p:cTn>
                              </p:par>
                            </p:childTnLst>
                          </p:cTn>
                        </p:par>
                        <p:par>
                          <p:cTn id="78" fill="hold">
                            <p:stCondLst>
                              <p:cond delay="2500"/>
                            </p:stCondLst>
                            <p:childTnLst>
                              <p:par>
                                <p:cTn id="79" presetID="2" presetClass="entr" presetSubtype="1" fill="hold" grpId="0" nodeType="afterEffect">
                                  <p:stCondLst>
                                    <p:cond delay="0"/>
                                  </p:stCondLst>
                                  <p:childTnLst>
                                    <p:set>
                                      <p:cBhvr>
                                        <p:cTn id="80" dur="1" fill="hold">
                                          <p:stCondLst>
                                            <p:cond delay="0"/>
                                          </p:stCondLst>
                                        </p:cTn>
                                        <p:tgtEl>
                                          <p:spTgt spid="56"/>
                                        </p:tgtEl>
                                        <p:attrNameLst>
                                          <p:attrName>style.visibility</p:attrName>
                                        </p:attrNameLst>
                                      </p:cBhvr>
                                      <p:to>
                                        <p:strVal val="visible"/>
                                      </p:to>
                                    </p:set>
                                    <p:anim calcmode="lin" valueType="num">
                                      <p:cBhvr additive="base">
                                        <p:cTn id="81" dur="250" fill="hold"/>
                                        <p:tgtEl>
                                          <p:spTgt spid="56"/>
                                        </p:tgtEl>
                                        <p:attrNameLst>
                                          <p:attrName>ppt_x</p:attrName>
                                        </p:attrNameLst>
                                      </p:cBhvr>
                                      <p:tavLst>
                                        <p:tav tm="0">
                                          <p:val>
                                            <p:strVal val="#ppt_x"/>
                                          </p:val>
                                        </p:tav>
                                        <p:tav tm="100000">
                                          <p:val>
                                            <p:strVal val="#ppt_x"/>
                                          </p:val>
                                        </p:tav>
                                      </p:tavLst>
                                    </p:anim>
                                    <p:anim calcmode="lin" valueType="num">
                                      <p:cBhvr additive="base">
                                        <p:cTn id="82" dur="250" fill="hold"/>
                                        <p:tgtEl>
                                          <p:spTgt spid="56"/>
                                        </p:tgtEl>
                                        <p:attrNameLst>
                                          <p:attrName>ppt_y</p:attrName>
                                        </p:attrNameLst>
                                      </p:cBhvr>
                                      <p:tavLst>
                                        <p:tav tm="0">
                                          <p:val>
                                            <p:strVal val="0-#ppt_h/2"/>
                                          </p:val>
                                        </p:tav>
                                        <p:tav tm="100000">
                                          <p:val>
                                            <p:strVal val="#ppt_y"/>
                                          </p:val>
                                        </p:tav>
                                      </p:tavLst>
                                    </p:anim>
                                  </p:childTnLst>
                                </p:cTn>
                              </p:par>
                            </p:childTnLst>
                          </p:cTn>
                        </p:par>
                        <p:par>
                          <p:cTn id="83" fill="hold">
                            <p:stCondLst>
                              <p:cond delay="2750"/>
                            </p:stCondLst>
                            <p:childTnLst>
                              <p:par>
                                <p:cTn id="84" presetID="2" presetClass="entr" presetSubtype="1" fill="hold" grpId="0" nodeType="afterEffect">
                                  <p:stCondLst>
                                    <p:cond delay="0"/>
                                  </p:stCondLst>
                                  <p:childTnLst>
                                    <p:set>
                                      <p:cBhvr>
                                        <p:cTn id="85" dur="1" fill="hold">
                                          <p:stCondLst>
                                            <p:cond delay="0"/>
                                          </p:stCondLst>
                                        </p:cTn>
                                        <p:tgtEl>
                                          <p:spTgt spid="57"/>
                                        </p:tgtEl>
                                        <p:attrNameLst>
                                          <p:attrName>style.visibility</p:attrName>
                                        </p:attrNameLst>
                                      </p:cBhvr>
                                      <p:to>
                                        <p:strVal val="visible"/>
                                      </p:to>
                                    </p:set>
                                    <p:anim calcmode="lin" valueType="num">
                                      <p:cBhvr additive="base">
                                        <p:cTn id="86" dur="250" fill="hold"/>
                                        <p:tgtEl>
                                          <p:spTgt spid="57"/>
                                        </p:tgtEl>
                                        <p:attrNameLst>
                                          <p:attrName>ppt_x</p:attrName>
                                        </p:attrNameLst>
                                      </p:cBhvr>
                                      <p:tavLst>
                                        <p:tav tm="0">
                                          <p:val>
                                            <p:strVal val="#ppt_x"/>
                                          </p:val>
                                        </p:tav>
                                        <p:tav tm="100000">
                                          <p:val>
                                            <p:strVal val="#ppt_x"/>
                                          </p:val>
                                        </p:tav>
                                      </p:tavLst>
                                    </p:anim>
                                    <p:anim calcmode="lin" valueType="num">
                                      <p:cBhvr additive="base">
                                        <p:cTn id="87" dur="250" fill="hold"/>
                                        <p:tgtEl>
                                          <p:spTgt spid="57"/>
                                        </p:tgtEl>
                                        <p:attrNameLst>
                                          <p:attrName>ppt_y</p:attrName>
                                        </p:attrNameLst>
                                      </p:cBhvr>
                                      <p:tavLst>
                                        <p:tav tm="0">
                                          <p:val>
                                            <p:strVal val="0-#ppt_h/2"/>
                                          </p:val>
                                        </p:tav>
                                        <p:tav tm="100000">
                                          <p:val>
                                            <p:strVal val="#ppt_y"/>
                                          </p:val>
                                        </p:tav>
                                      </p:tavLst>
                                    </p:anim>
                                  </p:childTnLst>
                                </p:cTn>
                              </p:par>
                            </p:childTnLst>
                          </p:cTn>
                        </p:par>
                        <p:par>
                          <p:cTn id="88" fill="hold">
                            <p:stCondLst>
                              <p:cond delay="3000"/>
                            </p:stCondLst>
                            <p:childTnLst>
                              <p:par>
                                <p:cTn id="89" presetID="22" presetClass="entr" presetSubtype="2" fill="hold"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wipe(right)">
                                      <p:cBhvr>
                                        <p:cTn id="91" dur="500"/>
                                        <p:tgtEl>
                                          <p:spTgt spid="58"/>
                                        </p:tgtEl>
                                      </p:cBhvr>
                                    </p:animEffect>
                                  </p:childTnLst>
                                </p:cTn>
                              </p:par>
                            </p:childTnLst>
                          </p:cTn>
                        </p:par>
                        <p:par>
                          <p:cTn id="92" fill="hold">
                            <p:stCondLst>
                              <p:cond delay="3500"/>
                            </p:stCondLst>
                            <p:childTnLst>
                              <p:par>
                                <p:cTn id="93" presetID="12" presetClass="entr" presetSubtype="2" fill="hold" grpId="0" nodeType="afterEffect">
                                  <p:stCondLst>
                                    <p:cond delay="0"/>
                                  </p:stCondLst>
                                  <p:childTnLst>
                                    <p:set>
                                      <p:cBhvr>
                                        <p:cTn id="94" dur="1" fill="hold">
                                          <p:stCondLst>
                                            <p:cond delay="0"/>
                                          </p:stCondLst>
                                        </p:cTn>
                                        <p:tgtEl>
                                          <p:spTgt spid="59"/>
                                        </p:tgtEl>
                                        <p:attrNameLst>
                                          <p:attrName>style.visibility</p:attrName>
                                        </p:attrNameLst>
                                      </p:cBhvr>
                                      <p:to>
                                        <p:strVal val="visible"/>
                                      </p:to>
                                    </p:set>
                                    <p:anim calcmode="lin" valueType="num">
                                      <p:cBhvr additive="base">
                                        <p:cTn id="95" dur="250"/>
                                        <p:tgtEl>
                                          <p:spTgt spid="59"/>
                                        </p:tgtEl>
                                        <p:attrNameLst>
                                          <p:attrName>ppt_x</p:attrName>
                                        </p:attrNameLst>
                                      </p:cBhvr>
                                      <p:tavLst>
                                        <p:tav tm="0">
                                          <p:val>
                                            <p:strVal val="#ppt_x+#ppt_w*1.125000"/>
                                          </p:val>
                                        </p:tav>
                                        <p:tav tm="100000">
                                          <p:val>
                                            <p:strVal val="#ppt_x"/>
                                          </p:val>
                                        </p:tav>
                                      </p:tavLst>
                                    </p:anim>
                                    <p:animEffect transition="in" filter="wipe(left)">
                                      <p:cBhvr>
                                        <p:cTn id="96" dur="250"/>
                                        <p:tgtEl>
                                          <p:spTgt spid="59"/>
                                        </p:tgtEl>
                                      </p:cBhvr>
                                    </p:animEffect>
                                  </p:childTnLst>
                                </p:cTn>
                              </p:par>
                            </p:childTnLst>
                          </p:cTn>
                        </p:par>
                        <p:par>
                          <p:cTn id="97" fill="hold">
                            <p:stCondLst>
                              <p:cond delay="3750"/>
                            </p:stCondLst>
                            <p:childTnLst>
                              <p:par>
                                <p:cTn id="98" presetID="22" presetClass="entr" presetSubtype="8" fill="hold" nodeType="afterEffect">
                                  <p:stCondLst>
                                    <p:cond delay="0"/>
                                  </p:stCondLst>
                                  <p:childTnLst>
                                    <p:set>
                                      <p:cBhvr>
                                        <p:cTn id="99" dur="1" fill="hold">
                                          <p:stCondLst>
                                            <p:cond delay="0"/>
                                          </p:stCondLst>
                                        </p:cTn>
                                        <p:tgtEl>
                                          <p:spTgt spid="60"/>
                                        </p:tgtEl>
                                        <p:attrNameLst>
                                          <p:attrName>style.visibility</p:attrName>
                                        </p:attrNameLst>
                                      </p:cBhvr>
                                      <p:to>
                                        <p:strVal val="visible"/>
                                      </p:to>
                                    </p:set>
                                    <p:animEffect transition="in" filter="wipe(left)">
                                      <p:cBhvr>
                                        <p:cTn id="100" dur="500"/>
                                        <p:tgtEl>
                                          <p:spTgt spid="60"/>
                                        </p:tgtEl>
                                      </p:cBhvr>
                                    </p:animEffect>
                                  </p:childTnLst>
                                </p:cTn>
                              </p:par>
                            </p:childTnLst>
                          </p:cTn>
                        </p:par>
                        <p:par>
                          <p:cTn id="101" fill="hold">
                            <p:stCondLst>
                              <p:cond delay="4250"/>
                            </p:stCondLst>
                            <p:childTnLst>
                              <p:par>
                                <p:cTn id="102" presetID="12" presetClass="entr" presetSubtype="8" fill="hold" grpId="0" nodeType="afterEffect">
                                  <p:stCondLst>
                                    <p:cond delay="0"/>
                                  </p:stCondLst>
                                  <p:childTnLst>
                                    <p:set>
                                      <p:cBhvr>
                                        <p:cTn id="103" dur="1" fill="hold">
                                          <p:stCondLst>
                                            <p:cond delay="0"/>
                                          </p:stCondLst>
                                        </p:cTn>
                                        <p:tgtEl>
                                          <p:spTgt spid="61"/>
                                        </p:tgtEl>
                                        <p:attrNameLst>
                                          <p:attrName>style.visibility</p:attrName>
                                        </p:attrNameLst>
                                      </p:cBhvr>
                                      <p:to>
                                        <p:strVal val="visible"/>
                                      </p:to>
                                    </p:set>
                                    <p:anim calcmode="lin" valueType="num">
                                      <p:cBhvr additive="base">
                                        <p:cTn id="104" dur="250"/>
                                        <p:tgtEl>
                                          <p:spTgt spid="61"/>
                                        </p:tgtEl>
                                        <p:attrNameLst>
                                          <p:attrName>ppt_x</p:attrName>
                                        </p:attrNameLst>
                                      </p:cBhvr>
                                      <p:tavLst>
                                        <p:tav tm="0">
                                          <p:val>
                                            <p:strVal val="#ppt_x-#ppt_w*1.125000"/>
                                          </p:val>
                                        </p:tav>
                                        <p:tav tm="100000">
                                          <p:val>
                                            <p:strVal val="#ppt_x"/>
                                          </p:val>
                                        </p:tav>
                                      </p:tavLst>
                                    </p:anim>
                                    <p:animEffect transition="in" filter="wipe(right)">
                                      <p:cBhvr>
                                        <p:cTn id="105" dur="250"/>
                                        <p:tgtEl>
                                          <p:spTgt spid="61"/>
                                        </p:tgtEl>
                                      </p:cBhvr>
                                    </p:animEffect>
                                  </p:childTnLst>
                                </p:cTn>
                              </p:par>
                            </p:childTnLst>
                          </p:cTn>
                        </p:par>
                        <p:par>
                          <p:cTn id="106" fill="hold">
                            <p:stCondLst>
                              <p:cond delay="4500"/>
                            </p:stCondLst>
                            <p:childTnLst>
                              <p:par>
                                <p:cTn id="107" presetID="22" presetClass="entr" presetSubtype="8" fill="hold" nodeType="afterEffect">
                                  <p:stCondLst>
                                    <p:cond delay="0"/>
                                  </p:stCondLst>
                                  <p:childTnLst>
                                    <p:set>
                                      <p:cBhvr>
                                        <p:cTn id="108" dur="1" fill="hold">
                                          <p:stCondLst>
                                            <p:cond delay="0"/>
                                          </p:stCondLst>
                                        </p:cTn>
                                        <p:tgtEl>
                                          <p:spTgt spid="62"/>
                                        </p:tgtEl>
                                        <p:attrNameLst>
                                          <p:attrName>style.visibility</p:attrName>
                                        </p:attrNameLst>
                                      </p:cBhvr>
                                      <p:to>
                                        <p:strVal val="visible"/>
                                      </p:to>
                                    </p:set>
                                    <p:animEffect transition="in" filter="wipe(left)">
                                      <p:cBhvr>
                                        <p:cTn id="109" dur="500"/>
                                        <p:tgtEl>
                                          <p:spTgt spid="62"/>
                                        </p:tgtEl>
                                      </p:cBhvr>
                                    </p:animEffect>
                                  </p:childTnLst>
                                </p:cTn>
                              </p:par>
                            </p:childTnLst>
                          </p:cTn>
                        </p:par>
                        <p:par>
                          <p:cTn id="110" fill="hold">
                            <p:stCondLst>
                              <p:cond delay="5000"/>
                            </p:stCondLst>
                            <p:childTnLst>
                              <p:par>
                                <p:cTn id="111" presetID="12" presetClass="entr" presetSubtype="8" fill="hold" grpId="0" nodeType="afterEffect">
                                  <p:stCondLst>
                                    <p:cond delay="0"/>
                                  </p:stCondLst>
                                  <p:childTnLst>
                                    <p:set>
                                      <p:cBhvr>
                                        <p:cTn id="112" dur="1" fill="hold">
                                          <p:stCondLst>
                                            <p:cond delay="0"/>
                                          </p:stCondLst>
                                        </p:cTn>
                                        <p:tgtEl>
                                          <p:spTgt spid="63"/>
                                        </p:tgtEl>
                                        <p:attrNameLst>
                                          <p:attrName>style.visibility</p:attrName>
                                        </p:attrNameLst>
                                      </p:cBhvr>
                                      <p:to>
                                        <p:strVal val="visible"/>
                                      </p:to>
                                    </p:set>
                                    <p:anim calcmode="lin" valueType="num">
                                      <p:cBhvr additive="base">
                                        <p:cTn id="113" dur="250"/>
                                        <p:tgtEl>
                                          <p:spTgt spid="63"/>
                                        </p:tgtEl>
                                        <p:attrNameLst>
                                          <p:attrName>ppt_x</p:attrName>
                                        </p:attrNameLst>
                                      </p:cBhvr>
                                      <p:tavLst>
                                        <p:tav tm="0">
                                          <p:val>
                                            <p:strVal val="#ppt_x-#ppt_w*1.125000"/>
                                          </p:val>
                                        </p:tav>
                                        <p:tav tm="100000">
                                          <p:val>
                                            <p:strVal val="#ppt_x"/>
                                          </p:val>
                                        </p:tav>
                                      </p:tavLst>
                                    </p:anim>
                                    <p:animEffect transition="in" filter="wipe(right)">
                                      <p:cBhvr>
                                        <p:cTn id="114" dur="2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5" grpId="0"/>
      <p:bldP spid="56" grpId="0"/>
      <p:bldP spid="57" grpId="0"/>
      <p:bldP spid="59" grpId="0"/>
      <p:bldP spid="61" grpId="0"/>
      <p:bldP spid="6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a:spLocks noChangeAspect="1" noChangeArrowheads="1" noTextEdit="1"/>
          </p:cNvSpPr>
          <p:nvPr/>
        </p:nvSpPr>
        <p:spPr bwMode="auto">
          <a:xfrm>
            <a:off x="900113" y="1431925"/>
            <a:ext cx="7343775" cy="2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fontAlgn="base">
              <a:spcBef>
                <a:spcPct val="0"/>
              </a:spcBef>
              <a:spcAft>
                <a:spcPct val="0"/>
              </a:spcAft>
            </a:pPr>
            <a:endParaRPr lang="zh-CN" altLang="en-US">
              <a:solidFill>
                <a:prstClr val="black"/>
              </a:solidFill>
            </a:endParaRPr>
          </a:p>
        </p:txBody>
      </p:sp>
      <p:grpSp>
        <p:nvGrpSpPr>
          <p:cNvPr id="4" name="组合 3"/>
          <p:cNvGrpSpPr/>
          <p:nvPr/>
        </p:nvGrpSpPr>
        <p:grpSpPr>
          <a:xfrm>
            <a:off x="3738563" y="1733550"/>
            <a:ext cx="1258887" cy="1085850"/>
            <a:chOff x="3738563" y="1733550"/>
            <a:chExt cx="1258887" cy="1085850"/>
          </a:xfrm>
        </p:grpSpPr>
        <p:sp>
          <p:nvSpPr>
            <p:cNvPr id="26" name="六边形 2"/>
            <p:cNvSpPr>
              <a:spLocks noChangeArrowheads="1"/>
            </p:cNvSpPr>
            <p:nvPr/>
          </p:nvSpPr>
          <p:spPr bwMode="auto">
            <a:xfrm>
              <a:off x="3738563" y="1733550"/>
              <a:ext cx="1258887" cy="1085850"/>
            </a:xfrm>
            <a:prstGeom prst="hexagon">
              <a:avLst>
                <a:gd name="adj" fmla="val 24991"/>
                <a:gd name="vf" fmla="val 115470"/>
              </a:avLst>
            </a:prstGeom>
            <a:solidFill>
              <a:schemeClr val="accent2"/>
            </a:solidFill>
            <a:ln>
              <a:noFill/>
            </a:ln>
          </p:spPr>
          <p:txBody>
            <a:bodyPr lIns="91274" tIns="45637" rIns="91274" bIns="45637" anchor="ct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algn="ctr" eaLnBrk="1" fontAlgn="base" hangingPunct="1">
                <a:spcBef>
                  <a:spcPct val="0"/>
                </a:spcBef>
                <a:spcAft>
                  <a:spcPct val="0"/>
                </a:spcAft>
                <a:buFont typeface="Arial" pitchFamily="34" charset="0"/>
                <a:buNone/>
              </a:pPr>
              <a:endParaRPr lang="zh-CN" altLang="en-US" sz="1800">
                <a:solidFill>
                  <a:prstClr val="white"/>
                </a:solidFill>
                <a:latin typeface="宋体" pitchFamily="2" charset="-122"/>
                <a:sym typeface="宋体" pitchFamily="2" charset="-122"/>
              </a:endParaRPr>
            </a:p>
          </p:txBody>
        </p:sp>
        <p:sp>
          <p:nvSpPr>
            <p:cNvPr id="30" name="矩形 6"/>
            <p:cNvSpPr>
              <a:spLocks noChangeArrowheads="1"/>
            </p:cNvSpPr>
            <p:nvPr/>
          </p:nvSpPr>
          <p:spPr bwMode="auto">
            <a:xfrm>
              <a:off x="4043488" y="2057400"/>
              <a:ext cx="649202" cy="369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274" tIns="45637" rIns="91274" bIns="45637">
              <a:spAutoFit/>
            </a:bodyP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algn="ctr" eaLnBrk="1" fontAlgn="base" hangingPunct="1">
                <a:spcBef>
                  <a:spcPct val="0"/>
                </a:spcBef>
                <a:spcAft>
                  <a:spcPct val="0"/>
                </a:spcAft>
                <a:buFontTx/>
                <a:buNone/>
              </a:pPr>
              <a:r>
                <a:rPr lang="zh-CN" altLang="en-US" sz="1800" b="1" dirty="0">
                  <a:solidFill>
                    <a:prstClr val="white"/>
                  </a:solidFill>
                </a:rPr>
                <a:t>标题</a:t>
              </a:r>
              <a:endParaRPr lang="zh-CN" altLang="en-US" sz="1800" b="1" dirty="0">
                <a:solidFill>
                  <a:prstClr val="white"/>
                </a:solidFill>
                <a:sym typeface="宋体" pitchFamily="2" charset="-122"/>
              </a:endParaRPr>
            </a:p>
          </p:txBody>
        </p:sp>
      </p:grpSp>
      <p:grpSp>
        <p:nvGrpSpPr>
          <p:cNvPr id="2" name="组合 1"/>
          <p:cNvGrpSpPr/>
          <p:nvPr/>
        </p:nvGrpSpPr>
        <p:grpSpPr>
          <a:xfrm>
            <a:off x="3738563" y="2857500"/>
            <a:ext cx="1258887" cy="1085850"/>
            <a:chOff x="3738563" y="2857500"/>
            <a:chExt cx="1258887" cy="1085850"/>
          </a:xfrm>
        </p:grpSpPr>
        <p:sp>
          <p:nvSpPr>
            <p:cNvPr id="28" name="六边形 4"/>
            <p:cNvSpPr>
              <a:spLocks noChangeArrowheads="1"/>
            </p:cNvSpPr>
            <p:nvPr/>
          </p:nvSpPr>
          <p:spPr bwMode="auto">
            <a:xfrm>
              <a:off x="3738563" y="2857500"/>
              <a:ext cx="1258887" cy="1085850"/>
            </a:xfrm>
            <a:prstGeom prst="hexagon">
              <a:avLst>
                <a:gd name="adj" fmla="val 24991"/>
                <a:gd name="vf" fmla="val 115470"/>
              </a:avLst>
            </a:prstGeom>
            <a:solidFill>
              <a:schemeClr val="accent4"/>
            </a:solidFill>
            <a:ln>
              <a:noFill/>
            </a:ln>
          </p:spPr>
          <p:txBody>
            <a:bodyPr lIns="91274" tIns="45637" rIns="91274" bIns="45637" anchor="ct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algn="ctr" eaLnBrk="1" fontAlgn="base" hangingPunct="1">
                <a:spcBef>
                  <a:spcPct val="0"/>
                </a:spcBef>
                <a:spcAft>
                  <a:spcPct val="0"/>
                </a:spcAft>
                <a:buFont typeface="Arial" pitchFamily="34" charset="0"/>
                <a:buNone/>
              </a:pPr>
              <a:endParaRPr lang="zh-CN" altLang="en-US" sz="1800">
                <a:solidFill>
                  <a:prstClr val="white"/>
                </a:solidFill>
                <a:latin typeface="宋体" pitchFamily="2" charset="-122"/>
                <a:sym typeface="宋体" pitchFamily="2" charset="-122"/>
              </a:endParaRPr>
            </a:p>
          </p:txBody>
        </p:sp>
        <p:sp>
          <p:nvSpPr>
            <p:cNvPr id="31" name="矩形 7"/>
            <p:cNvSpPr>
              <a:spLocks noChangeArrowheads="1"/>
            </p:cNvSpPr>
            <p:nvPr/>
          </p:nvSpPr>
          <p:spPr bwMode="auto">
            <a:xfrm>
              <a:off x="4043488" y="3181350"/>
              <a:ext cx="649202" cy="369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274" tIns="45637" rIns="91274" bIns="45637">
              <a:spAutoFit/>
            </a:bodyP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algn="ctr" eaLnBrk="1" fontAlgn="base" hangingPunct="1">
                <a:spcBef>
                  <a:spcPct val="0"/>
                </a:spcBef>
                <a:spcAft>
                  <a:spcPct val="0"/>
                </a:spcAft>
                <a:buFontTx/>
                <a:buNone/>
              </a:pPr>
              <a:r>
                <a:rPr lang="zh-CN" altLang="en-US" sz="1800" b="1" dirty="0">
                  <a:solidFill>
                    <a:prstClr val="white"/>
                  </a:solidFill>
                </a:rPr>
                <a:t>标题</a:t>
              </a:r>
              <a:endParaRPr lang="zh-CN" altLang="en-US" sz="1800" b="1" dirty="0">
                <a:solidFill>
                  <a:prstClr val="white"/>
                </a:solidFill>
                <a:sym typeface="宋体" pitchFamily="2" charset="-122"/>
              </a:endParaRPr>
            </a:p>
          </p:txBody>
        </p:sp>
      </p:grpSp>
      <p:grpSp>
        <p:nvGrpSpPr>
          <p:cNvPr id="5" name="组合 4"/>
          <p:cNvGrpSpPr/>
          <p:nvPr/>
        </p:nvGrpSpPr>
        <p:grpSpPr>
          <a:xfrm>
            <a:off x="2700338" y="2276475"/>
            <a:ext cx="1258887" cy="1085850"/>
            <a:chOff x="2700338" y="2276475"/>
            <a:chExt cx="1258887" cy="1085850"/>
          </a:xfrm>
        </p:grpSpPr>
        <p:sp>
          <p:nvSpPr>
            <p:cNvPr id="27" name="六边形 3"/>
            <p:cNvSpPr>
              <a:spLocks noChangeArrowheads="1"/>
            </p:cNvSpPr>
            <p:nvPr/>
          </p:nvSpPr>
          <p:spPr bwMode="auto">
            <a:xfrm>
              <a:off x="2700338" y="2276475"/>
              <a:ext cx="1258887" cy="1085850"/>
            </a:xfrm>
            <a:prstGeom prst="hexagon">
              <a:avLst>
                <a:gd name="adj" fmla="val 24991"/>
                <a:gd name="vf" fmla="val 115470"/>
              </a:avLst>
            </a:prstGeom>
            <a:solidFill>
              <a:schemeClr val="accent1"/>
            </a:solidFill>
            <a:ln>
              <a:noFill/>
            </a:ln>
          </p:spPr>
          <p:txBody>
            <a:bodyPr lIns="91274" tIns="45637" rIns="91274" bIns="45637" anchor="ct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algn="ctr" eaLnBrk="1" fontAlgn="base" hangingPunct="1">
                <a:spcBef>
                  <a:spcPct val="0"/>
                </a:spcBef>
                <a:spcAft>
                  <a:spcPct val="0"/>
                </a:spcAft>
                <a:buFont typeface="Arial" pitchFamily="34" charset="0"/>
                <a:buNone/>
              </a:pPr>
              <a:endParaRPr lang="zh-CN" altLang="en-US" sz="1800">
                <a:solidFill>
                  <a:prstClr val="white"/>
                </a:solidFill>
                <a:latin typeface="宋体" pitchFamily="2" charset="-122"/>
                <a:sym typeface="宋体" pitchFamily="2" charset="-122"/>
              </a:endParaRPr>
            </a:p>
          </p:txBody>
        </p:sp>
        <p:sp>
          <p:nvSpPr>
            <p:cNvPr id="32" name="矩形 8"/>
            <p:cNvSpPr>
              <a:spLocks noChangeArrowheads="1"/>
            </p:cNvSpPr>
            <p:nvPr/>
          </p:nvSpPr>
          <p:spPr bwMode="auto">
            <a:xfrm>
              <a:off x="2892080" y="2527354"/>
              <a:ext cx="900874" cy="584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274" tIns="45637" rIns="91274" bIns="45637">
              <a:spAutoFit/>
            </a:bodyP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algn="ctr" eaLnBrk="1" fontAlgn="base" hangingPunct="1">
                <a:spcBef>
                  <a:spcPct val="0"/>
                </a:spcBef>
                <a:spcAft>
                  <a:spcPct val="0"/>
                </a:spcAft>
                <a:buFont typeface="Arial" pitchFamily="34" charset="0"/>
                <a:buNone/>
              </a:pPr>
              <a:r>
                <a:rPr lang="en-US" altLang="zh-CN" b="1">
                  <a:solidFill>
                    <a:prstClr val="white"/>
                  </a:solidFill>
                </a:rPr>
                <a:t>60%</a:t>
              </a:r>
              <a:endParaRPr lang="zh-CN" altLang="en-US" b="1">
                <a:solidFill>
                  <a:prstClr val="white"/>
                </a:solidFill>
                <a:sym typeface="宋体" pitchFamily="2" charset="-122"/>
              </a:endParaRPr>
            </a:p>
          </p:txBody>
        </p:sp>
      </p:grpSp>
      <p:grpSp>
        <p:nvGrpSpPr>
          <p:cNvPr id="6" name="组合 5"/>
          <p:cNvGrpSpPr/>
          <p:nvPr/>
        </p:nvGrpSpPr>
        <p:grpSpPr>
          <a:xfrm>
            <a:off x="4779965" y="2276475"/>
            <a:ext cx="1258887" cy="1085850"/>
            <a:chOff x="4779965" y="2276475"/>
            <a:chExt cx="1258887" cy="1085850"/>
          </a:xfrm>
        </p:grpSpPr>
        <p:sp>
          <p:nvSpPr>
            <p:cNvPr id="29" name="六边形 5"/>
            <p:cNvSpPr>
              <a:spLocks noChangeArrowheads="1"/>
            </p:cNvSpPr>
            <p:nvPr/>
          </p:nvSpPr>
          <p:spPr bwMode="auto">
            <a:xfrm>
              <a:off x="4779965" y="2276475"/>
              <a:ext cx="1258887" cy="1085850"/>
            </a:xfrm>
            <a:prstGeom prst="hexagon">
              <a:avLst>
                <a:gd name="adj" fmla="val 24991"/>
                <a:gd name="vf" fmla="val 115470"/>
              </a:avLst>
            </a:prstGeom>
            <a:solidFill>
              <a:schemeClr val="accent3"/>
            </a:solidFill>
            <a:ln>
              <a:noFill/>
            </a:ln>
          </p:spPr>
          <p:txBody>
            <a:bodyPr lIns="91274" tIns="45637" rIns="91274" bIns="45637" anchor="ct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algn="ctr" eaLnBrk="1" fontAlgn="base" hangingPunct="1">
                <a:spcBef>
                  <a:spcPct val="0"/>
                </a:spcBef>
                <a:spcAft>
                  <a:spcPct val="0"/>
                </a:spcAft>
                <a:buFont typeface="Arial" pitchFamily="34" charset="0"/>
                <a:buNone/>
              </a:pPr>
              <a:endParaRPr lang="zh-CN" altLang="en-US" sz="1800">
                <a:solidFill>
                  <a:prstClr val="white"/>
                </a:solidFill>
                <a:latin typeface="宋体" pitchFamily="2" charset="-122"/>
                <a:sym typeface="宋体" pitchFamily="2" charset="-122"/>
              </a:endParaRPr>
            </a:p>
          </p:txBody>
        </p:sp>
        <p:sp>
          <p:nvSpPr>
            <p:cNvPr id="33" name="矩形 9"/>
            <p:cNvSpPr>
              <a:spLocks noChangeArrowheads="1"/>
            </p:cNvSpPr>
            <p:nvPr/>
          </p:nvSpPr>
          <p:spPr bwMode="auto">
            <a:xfrm>
              <a:off x="4971698" y="2527354"/>
              <a:ext cx="900874" cy="584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274" tIns="45637" rIns="91274" bIns="45637">
              <a:spAutoFit/>
            </a:bodyP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algn="ctr" eaLnBrk="1" fontAlgn="base" hangingPunct="1">
                <a:spcBef>
                  <a:spcPct val="0"/>
                </a:spcBef>
                <a:spcAft>
                  <a:spcPct val="0"/>
                </a:spcAft>
                <a:buFont typeface="Arial" pitchFamily="34" charset="0"/>
                <a:buNone/>
              </a:pPr>
              <a:r>
                <a:rPr lang="en-US" altLang="zh-CN" b="1">
                  <a:solidFill>
                    <a:prstClr val="white"/>
                  </a:solidFill>
                </a:rPr>
                <a:t>40%</a:t>
              </a:r>
              <a:endParaRPr lang="zh-CN" altLang="en-US" b="1">
                <a:solidFill>
                  <a:prstClr val="white"/>
                </a:solidFill>
                <a:sym typeface="宋体" pitchFamily="2" charset="-122"/>
              </a:endParaRPr>
            </a:p>
          </p:txBody>
        </p:sp>
      </p:grpSp>
      <p:sp>
        <p:nvSpPr>
          <p:cNvPr id="34" name="TextBox 10"/>
          <p:cNvSpPr>
            <a:spLocks noChangeArrowheads="1"/>
          </p:cNvSpPr>
          <p:nvPr/>
        </p:nvSpPr>
        <p:spPr bwMode="auto">
          <a:xfrm>
            <a:off x="1212850" y="1431925"/>
            <a:ext cx="2267404" cy="738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74" tIns="45637" rIns="91274" bIns="45637">
            <a:spAutoFit/>
          </a:bodyP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eaLnBrk="1" fontAlgn="base" hangingPunct="1">
              <a:spcBef>
                <a:spcPct val="0"/>
              </a:spcBef>
              <a:spcAft>
                <a:spcPct val="0"/>
              </a:spcAft>
              <a:buFontTx/>
              <a:buNone/>
            </a:pPr>
            <a:r>
              <a:rPr lang="zh-CN" altLang="en-US" sz="1400" dirty="0">
                <a:solidFill>
                  <a:prstClr val="black">
                    <a:lumMod val="75000"/>
                    <a:lumOff val="25000"/>
                  </a:prstClr>
                </a:solidFill>
              </a:rPr>
              <a:t>单击此处添加文本单击此处添加文本单击此处添加文本单击此处添加文本</a:t>
            </a:r>
            <a:endParaRPr lang="zh-CN" altLang="en-US" sz="1400" dirty="0">
              <a:solidFill>
                <a:prstClr val="black">
                  <a:lumMod val="75000"/>
                  <a:lumOff val="25000"/>
                </a:prstClr>
              </a:solidFill>
              <a:sym typeface="宋体" pitchFamily="2" charset="-122"/>
            </a:endParaRPr>
          </a:p>
        </p:txBody>
      </p:sp>
      <p:sp>
        <p:nvSpPr>
          <p:cNvPr id="35" name="TextBox 11"/>
          <p:cNvSpPr>
            <a:spLocks noChangeArrowheads="1"/>
          </p:cNvSpPr>
          <p:nvPr/>
        </p:nvSpPr>
        <p:spPr bwMode="auto">
          <a:xfrm>
            <a:off x="1212850" y="3500437"/>
            <a:ext cx="2267404" cy="738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74" tIns="45637" rIns="91274" bIns="45637">
            <a:spAutoFit/>
          </a:bodyP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eaLnBrk="1" fontAlgn="base" hangingPunct="1">
              <a:spcBef>
                <a:spcPct val="0"/>
              </a:spcBef>
              <a:spcAft>
                <a:spcPct val="0"/>
              </a:spcAft>
              <a:buFontTx/>
              <a:buNone/>
            </a:pPr>
            <a:r>
              <a:rPr lang="zh-CN" altLang="en-US" sz="1400" dirty="0">
                <a:solidFill>
                  <a:prstClr val="black">
                    <a:lumMod val="75000"/>
                    <a:lumOff val="25000"/>
                  </a:prstClr>
                </a:solidFill>
              </a:rPr>
              <a:t>单击此处添加文本单击此处添加文本单击此处添加文本单击此处添加文本</a:t>
            </a:r>
            <a:endParaRPr lang="zh-CN" altLang="en-US" sz="1400" dirty="0">
              <a:solidFill>
                <a:prstClr val="black">
                  <a:lumMod val="75000"/>
                  <a:lumOff val="25000"/>
                </a:prstClr>
              </a:solidFill>
              <a:sym typeface="宋体" pitchFamily="2" charset="-122"/>
            </a:endParaRPr>
          </a:p>
        </p:txBody>
      </p:sp>
      <p:sp>
        <p:nvSpPr>
          <p:cNvPr id="36" name="TextBox 12"/>
          <p:cNvSpPr>
            <a:spLocks noChangeArrowheads="1"/>
          </p:cNvSpPr>
          <p:nvPr/>
        </p:nvSpPr>
        <p:spPr bwMode="auto">
          <a:xfrm>
            <a:off x="5584825" y="1433512"/>
            <a:ext cx="2267404" cy="738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74" tIns="45637" rIns="91274" bIns="45637">
            <a:spAutoFit/>
          </a:bodyP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eaLnBrk="1" fontAlgn="base" hangingPunct="1">
              <a:spcBef>
                <a:spcPct val="0"/>
              </a:spcBef>
              <a:spcAft>
                <a:spcPct val="0"/>
              </a:spcAft>
              <a:buFontTx/>
              <a:buNone/>
            </a:pPr>
            <a:r>
              <a:rPr lang="zh-CN" altLang="en-US" sz="1400" dirty="0">
                <a:solidFill>
                  <a:prstClr val="black">
                    <a:lumMod val="75000"/>
                    <a:lumOff val="25000"/>
                  </a:prstClr>
                </a:solidFill>
              </a:rPr>
              <a:t>单击此处添加文本单击此处添加文本单击此处添加文本单击此处添加文本</a:t>
            </a:r>
            <a:endParaRPr lang="zh-CN" altLang="en-US" sz="1400" dirty="0">
              <a:solidFill>
                <a:prstClr val="black">
                  <a:lumMod val="75000"/>
                  <a:lumOff val="25000"/>
                </a:prstClr>
              </a:solidFill>
              <a:sym typeface="宋体" pitchFamily="2" charset="-122"/>
            </a:endParaRPr>
          </a:p>
        </p:txBody>
      </p:sp>
      <p:sp>
        <p:nvSpPr>
          <p:cNvPr id="37" name="TextBox 13"/>
          <p:cNvSpPr>
            <a:spLocks noChangeArrowheads="1"/>
          </p:cNvSpPr>
          <p:nvPr/>
        </p:nvSpPr>
        <p:spPr bwMode="auto">
          <a:xfrm>
            <a:off x="5584825" y="3500437"/>
            <a:ext cx="2267404" cy="738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74" tIns="45637" rIns="91274" bIns="45637">
            <a:spAutoFit/>
          </a:bodyPr>
          <a:lstStyle>
            <a:lvl1pPr eaLnBrk="0" hangingPunct="0">
              <a:spcBef>
                <a:spcPct val="20000"/>
              </a:spcBef>
              <a:buChar char="•"/>
              <a:defRPr sz="3200">
                <a:solidFill>
                  <a:schemeClr val="tx1"/>
                </a:solidFill>
                <a:latin typeface="Calibri" pitchFamily="34" charset="0"/>
                <a:ea typeface="宋体" pitchFamily="2" charset="-122"/>
                <a:sym typeface="Calibri" pitchFamily="34" charset="0"/>
              </a:defRPr>
            </a:lvl1pPr>
            <a:lvl2pPr marL="742950" indent="-285750" eaLnBrk="0" hangingPunct="0">
              <a:spcBef>
                <a:spcPct val="20000"/>
              </a:spcBef>
              <a:buChar char="–"/>
              <a:defRPr sz="2800">
                <a:solidFill>
                  <a:schemeClr val="tx1"/>
                </a:solidFill>
                <a:latin typeface="Calibri" pitchFamily="34" charset="0"/>
                <a:ea typeface="宋体" pitchFamily="2" charset="-122"/>
                <a:sym typeface="Calibri" pitchFamily="34" charset="0"/>
              </a:defRPr>
            </a:lvl2pPr>
            <a:lvl3pPr marL="1143000" indent="-228600" eaLnBrk="0" hangingPunct="0">
              <a:spcBef>
                <a:spcPct val="20000"/>
              </a:spcBef>
              <a:buChar char="•"/>
              <a:defRPr sz="2400">
                <a:solidFill>
                  <a:schemeClr val="tx1"/>
                </a:solidFill>
                <a:latin typeface="Calibri" pitchFamily="34" charset="0"/>
                <a:ea typeface="宋体" pitchFamily="2" charset="-122"/>
                <a:sym typeface="Calibri" pitchFamily="34" charset="0"/>
              </a:defRPr>
            </a:lvl3pPr>
            <a:lvl4pPr marL="16002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4pPr>
            <a:lvl5pPr marL="2057400" indent="-228600" eaLnBrk="0" hangingPunct="0">
              <a:spcBef>
                <a:spcPct val="20000"/>
              </a:spcBef>
              <a:buChar char="»"/>
              <a:defRPr sz="2000">
                <a:solidFill>
                  <a:schemeClr val="tx1"/>
                </a:solidFill>
                <a:latin typeface="Calibri" pitchFamily="34" charset="0"/>
                <a:ea typeface="宋体" pitchFamily="2"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ea typeface="宋体" pitchFamily="2" charset="-122"/>
                <a:sym typeface="Calibri" pitchFamily="34" charset="0"/>
              </a:defRPr>
            </a:lvl9pPr>
          </a:lstStyle>
          <a:p>
            <a:pPr eaLnBrk="1" fontAlgn="base" hangingPunct="1">
              <a:spcBef>
                <a:spcPct val="0"/>
              </a:spcBef>
              <a:spcAft>
                <a:spcPct val="0"/>
              </a:spcAft>
              <a:buFontTx/>
              <a:buNone/>
            </a:pPr>
            <a:r>
              <a:rPr lang="zh-CN" altLang="en-US" sz="1400" dirty="0">
                <a:solidFill>
                  <a:prstClr val="black">
                    <a:lumMod val="75000"/>
                    <a:lumOff val="25000"/>
                  </a:prstClr>
                </a:solidFill>
              </a:rPr>
              <a:t>单击此处添加文本单击此处添加文本单击此处添加文本单击此处添加文本</a:t>
            </a:r>
            <a:endParaRPr lang="zh-CN" altLang="en-US" sz="1400" dirty="0">
              <a:solidFill>
                <a:prstClr val="black">
                  <a:lumMod val="75000"/>
                  <a:lumOff val="25000"/>
                </a:prstClr>
              </a:solidFill>
              <a:sym typeface="宋体" pitchFamily="2" charset="-122"/>
            </a:endParaRPr>
          </a:p>
        </p:txBody>
      </p:sp>
    </p:spTree>
    <p:extLst>
      <p:ext uri="{BB962C8B-B14F-4D97-AF65-F5344CB8AC3E}">
        <p14:creationId xmlns:p14="http://schemas.microsoft.com/office/powerpoint/2010/main" val="2047712641"/>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strVal val="#ppt_w*0.70"/>
                                          </p:val>
                                        </p:tav>
                                        <p:tav tm="100000">
                                          <p:val>
                                            <p:strVal val="#ppt_w"/>
                                          </p:val>
                                        </p:tav>
                                      </p:tavLst>
                                    </p:anim>
                                    <p:anim calcmode="lin" valueType="num">
                                      <p:cBhvr>
                                        <p:cTn id="14" dur="1000" fill="hold"/>
                                        <p:tgtEl>
                                          <p:spTgt spid="6"/>
                                        </p:tgtEl>
                                        <p:attrNameLst>
                                          <p:attrName>ppt_h</p:attrName>
                                        </p:attrNameLst>
                                      </p:cBhvr>
                                      <p:tavLst>
                                        <p:tav tm="0">
                                          <p:val>
                                            <p:strVal val="#ppt_h"/>
                                          </p:val>
                                        </p:tav>
                                        <p:tav tm="100000">
                                          <p:val>
                                            <p:strVal val="#ppt_h"/>
                                          </p:val>
                                        </p:tav>
                                      </p:tavLst>
                                    </p:anim>
                                    <p:animEffect transition="in" filter="fade">
                                      <p:cBhvr>
                                        <p:cTn id="15" dur="1000"/>
                                        <p:tgtEl>
                                          <p:spTgt spid="6"/>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1000" fill="hold"/>
                                        <p:tgtEl>
                                          <p:spTgt spid="2"/>
                                        </p:tgtEl>
                                        <p:attrNameLst>
                                          <p:attrName>ppt_w</p:attrName>
                                        </p:attrNameLst>
                                      </p:cBhvr>
                                      <p:tavLst>
                                        <p:tav tm="0">
                                          <p:val>
                                            <p:strVal val="#ppt_w*0.70"/>
                                          </p:val>
                                        </p:tav>
                                        <p:tav tm="100000">
                                          <p:val>
                                            <p:strVal val="#ppt_w"/>
                                          </p:val>
                                        </p:tav>
                                      </p:tavLst>
                                    </p:anim>
                                    <p:anim calcmode="lin" valueType="num">
                                      <p:cBhvr>
                                        <p:cTn id="20" dur="1000" fill="hold"/>
                                        <p:tgtEl>
                                          <p:spTgt spid="2"/>
                                        </p:tgtEl>
                                        <p:attrNameLst>
                                          <p:attrName>ppt_h</p:attrName>
                                        </p:attrNameLst>
                                      </p:cBhvr>
                                      <p:tavLst>
                                        <p:tav tm="0">
                                          <p:val>
                                            <p:strVal val="#ppt_h"/>
                                          </p:val>
                                        </p:tav>
                                        <p:tav tm="100000">
                                          <p:val>
                                            <p:strVal val="#ppt_h"/>
                                          </p:val>
                                        </p:tav>
                                      </p:tavLst>
                                    </p:anim>
                                    <p:animEffect transition="in" filter="fade">
                                      <p:cBhvr>
                                        <p:cTn id="21" dur="1000"/>
                                        <p:tgtEl>
                                          <p:spTgt spid="2"/>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000" fill="hold"/>
                                        <p:tgtEl>
                                          <p:spTgt spid="5"/>
                                        </p:tgtEl>
                                        <p:attrNameLst>
                                          <p:attrName>ppt_w</p:attrName>
                                        </p:attrNameLst>
                                      </p:cBhvr>
                                      <p:tavLst>
                                        <p:tav tm="0">
                                          <p:val>
                                            <p:strVal val="#ppt_w*0.70"/>
                                          </p:val>
                                        </p:tav>
                                        <p:tav tm="100000">
                                          <p:val>
                                            <p:strVal val="#ppt_w"/>
                                          </p:val>
                                        </p:tav>
                                      </p:tavLst>
                                    </p:anim>
                                    <p:anim calcmode="lin" valueType="num">
                                      <p:cBhvr>
                                        <p:cTn id="26" dur="1000" fill="hold"/>
                                        <p:tgtEl>
                                          <p:spTgt spid="5"/>
                                        </p:tgtEl>
                                        <p:attrNameLst>
                                          <p:attrName>ppt_h</p:attrName>
                                        </p:attrNameLst>
                                      </p:cBhvr>
                                      <p:tavLst>
                                        <p:tav tm="0">
                                          <p:val>
                                            <p:strVal val="#ppt_h"/>
                                          </p:val>
                                        </p:tav>
                                        <p:tav tm="100000">
                                          <p:val>
                                            <p:strVal val="#ppt_h"/>
                                          </p:val>
                                        </p:tav>
                                      </p:tavLst>
                                    </p:anim>
                                    <p:animEffect transition="in" filter="fade">
                                      <p:cBhvr>
                                        <p:cTn id="27" dur="1000"/>
                                        <p:tgtEl>
                                          <p:spTgt spid="5"/>
                                        </p:tgtEl>
                                      </p:cBhvr>
                                    </p:animEffect>
                                  </p:childTnLst>
                                </p:cTn>
                              </p:par>
                            </p:childTnLst>
                          </p:cTn>
                        </p:par>
                        <p:par>
                          <p:cTn id="28" fill="hold">
                            <p:stCondLst>
                              <p:cond delay="4000"/>
                            </p:stCondLst>
                            <p:childTnLst>
                              <p:par>
                                <p:cTn id="29" presetID="37" presetClass="entr" presetSubtype="0" fill="hold" grpId="0" nodeType="after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1000"/>
                                        <p:tgtEl>
                                          <p:spTgt spid="34"/>
                                        </p:tgtEl>
                                      </p:cBhvr>
                                    </p:animEffect>
                                    <p:anim calcmode="lin" valueType="num">
                                      <p:cBhvr>
                                        <p:cTn id="32" dur="1000" fill="hold"/>
                                        <p:tgtEl>
                                          <p:spTgt spid="34"/>
                                        </p:tgtEl>
                                        <p:attrNameLst>
                                          <p:attrName>ppt_x</p:attrName>
                                        </p:attrNameLst>
                                      </p:cBhvr>
                                      <p:tavLst>
                                        <p:tav tm="0">
                                          <p:val>
                                            <p:strVal val="#ppt_x"/>
                                          </p:val>
                                        </p:tav>
                                        <p:tav tm="100000">
                                          <p:val>
                                            <p:strVal val="#ppt_x"/>
                                          </p:val>
                                        </p:tav>
                                      </p:tavLst>
                                    </p:anim>
                                    <p:anim calcmode="lin" valueType="num">
                                      <p:cBhvr>
                                        <p:cTn id="33" dur="900" decel="100000" fill="hold"/>
                                        <p:tgtEl>
                                          <p:spTgt spid="34"/>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34"/>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1000"/>
                                        <p:tgtEl>
                                          <p:spTgt spid="36"/>
                                        </p:tgtEl>
                                      </p:cBhvr>
                                    </p:animEffect>
                                    <p:anim calcmode="lin" valueType="num">
                                      <p:cBhvr>
                                        <p:cTn id="38" dur="1000" fill="hold"/>
                                        <p:tgtEl>
                                          <p:spTgt spid="36"/>
                                        </p:tgtEl>
                                        <p:attrNameLst>
                                          <p:attrName>ppt_x</p:attrName>
                                        </p:attrNameLst>
                                      </p:cBhvr>
                                      <p:tavLst>
                                        <p:tav tm="0">
                                          <p:val>
                                            <p:strVal val="#ppt_x"/>
                                          </p:val>
                                        </p:tav>
                                        <p:tav tm="100000">
                                          <p:val>
                                            <p:strVal val="#ppt_x"/>
                                          </p:val>
                                        </p:tav>
                                      </p:tavLst>
                                    </p:anim>
                                    <p:anim calcmode="lin" valueType="num">
                                      <p:cBhvr>
                                        <p:cTn id="39" dur="900" decel="100000" fill="hold"/>
                                        <p:tgtEl>
                                          <p:spTgt spid="36"/>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36"/>
                                        </p:tgtEl>
                                        <p:attrNameLst>
                                          <p:attrName>ppt_y</p:attrName>
                                        </p:attrNameLst>
                                      </p:cBhvr>
                                      <p:tavLst>
                                        <p:tav tm="0">
                                          <p:val>
                                            <p:strVal val="#ppt_y-.03"/>
                                          </p:val>
                                        </p:tav>
                                        <p:tav tm="100000">
                                          <p:val>
                                            <p:strVal val="#ppt_y"/>
                                          </p:val>
                                        </p:tav>
                                      </p:tavLst>
                                    </p:anim>
                                  </p:childTnLst>
                                </p:cTn>
                              </p:par>
                              <p:par>
                                <p:cTn id="41" presetID="37"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1000"/>
                                        <p:tgtEl>
                                          <p:spTgt spid="37"/>
                                        </p:tgtEl>
                                      </p:cBhvr>
                                    </p:animEffect>
                                    <p:anim calcmode="lin" valueType="num">
                                      <p:cBhvr>
                                        <p:cTn id="44" dur="1000" fill="hold"/>
                                        <p:tgtEl>
                                          <p:spTgt spid="37"/>
                                        </p:tgtEl>
                                        <p:attrNameLst>
                                          <p:attrName>ppt_x</p:attrName>
                                        </p:attrNameLst>
                                      </p:cBhvr>
                                      <p:tavLst>
                                        <p:tav tm="0">
                                          <p:val>
                                            <p:strVal val="#ppt_x"/>
                                          </p:val>
                                        </p:tav>
                                        <p:tav tm="100000">
                                          <p:val>
                                            <p:strVal val="#ppt_x"/>
                                          </p:val>
                                        </p:tav>
                                      </p:tavLst>
                                    </p:anim>
                                    <p:anim calcmode="lin" valueType="num">
                                      <p:cBhvr>
                                        <p:cTn id="45" dur="900" decel="100000" fill="hold"/>
                                        <p:tgtEl>
                                          <p:spTgt spid="37"/>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37"/>
                                        </p:tgtEl>
                                        <p:attrNameLst>
                                          <p:attrName>ppt_y</p:attrName>
                                        </p:attrNameLst>
                                      </p:cBhvr>
                                      <p:tavLst>
                                        <p:tav tm="0">
                                          <p:val>
                                            <p:strVal val="#ppt_y-.03"/>
                                          </p:val>
                                        </p:tav>
                                        <p:tav tm="100000">
                                          <p:val>
                                            <p:strVal val="#ppt_y"/>
                                          </p:val>
                                        </p:tav>
                                      </p:tavLst>
                                    </p:anim>
                                  </p:childTnLst>
                                </p:cTn>
                              </p:par>
                              <p:par>
                                <p:cTn id="47" presetID="37"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1000"/>
                                        <p:tgtEl>
                                          <p:spTgt spid="35"/>
                                        </p:tgtEl>
                                      </p:cBhvr>
                                    </p:animEffect>
                                    <p:anim calcmode="lin" valueType="num">
                                      <p:cBhvr>
                                        <p:cTn id="50" dur="1000" fill="hold"/>
                                        <p:tgtEl>
                                          <p:spTgt spid="35"/>
                                        </p:tgtEl>
                                        <p:attrNameLst>
                                          <p:attrName>ppt_x</p:attrName>
                                        </p:attrNameLst>
                                      </p:cBhvr>
                                      <p:tavLst>
                                        <p:tav tm="0">
                                          <p:val>
                                            <p:strVal val="#ppt_x"/>
                                          </p:val>
                                        </p:tav>
                                        <p:tav tm="100000">
                                          <p:val>
                                            <p:strVal val="#ppt_x"/>
                                          </p:val>
                                        </p:tav>
                                      </p:tavLst>
                                    </p:anim>
                                    <p:anim calcmode="lin" valueType="num">
                                      <p:cBhvr>
                                        <p:cTn id="51" dur="900" decel="100000" fill="hold"/>
                                        <p:tgtEl>
                                          <p:spTgt spid="35"/>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3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9178374" cy="5155223"/>
            <a:chOff x="0" y="0"/>
            <a:chExt cx="9178374" cy="5155223"/>
          </a:xfrm>
        </p:grpSpPr>
        <p:pic>
          <p:nvPicPr>
            <p:cNvPr id="3" name="图片 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8" name="图片 7"/>
            <p:cNvPicPr>
              <a:picLocks noChangeAspect="1"/>
            </p:cNvPicPr>
            <p:nvPr/>
          </p:nvPicPr>
          <p:blipFill rotWithShape="1">
            <a:blip r:embed="rId10" cstate="screen">
              <a:extLst>
                <a:ext uri="{BEBA8EAE-BF5A-486C-A8C5-ECC9F3942E4B}">
                  <a14:imgProps xmlns:a14="http://schemas.microsoft.com/office/drawing/2010/main">
                    <a14:imgLayer r:embed="rId11">
                      <a14:imgEffect>
                        <a14:saturation sat="400000"/>
                      </a14:imgEffect>
                    </a14:imgLayer>
                  </a14:imgProps>
                </a:ext>
                <a:ext uri="{28A0092B-C50C-407E-A947-70E740481C1C}">
                  <a14:useLocalDpi xmlns:a14="http://schemas.microsoft.com/office/drawing/2010/main"/>
                </a:ext>
              </a:extLst>
            </a:blip>
            <a:srcRect/>
            <a:stretch/>
          </p:blipFill>
          <p:spPr>
            <a:xfrm>
              <a:off x="0" y="3270418"/>
              <a:ext cx="9178374" cy="1884805"/>
            </a:xfrm>
            <a:prstGeom prst="rect">
              <a:avLst/>
            </a:prstGeom>
          </p:spPr>
        </p:pic>
      </p:grpSp>
      <p:sp>
        <p:nvSpPr>
          <p:cNvPr id="9" name="MH_Others_1"/>
          <p:cNvSpPr txBox="1"/>
          <p:nvPr>
            <p:custDataLst>
              <p:tags r:id="rId1"/>
            </p:custDataLst>
          </p:nvPr>
        </p:nvSpPr>
        <p:spPr>
          <a:xfrm>
            <a:off x="3541109" y="887792"/>
            <a:ext cx="1731501" cy="369332"/>
          </a:xfrm>
          <a:prstGeom prst="rect">
            <a:avLst/>
          </a:prstGeom>
          <a:noFill/>
        </p:spPr>
        <p:txBody>
          <a:bodyPr wrap="none">
            <a:spAutoFit/>
          </a:bodyPr>
          <a:lstStyle/>
          <a:p>
            <a:pPr algn="ctr">
              <a:defRPr/>
            </a:pPr>
            <a:r>
              <a:rPr lang="en-US" altLang="zh-CN" sz="1800" spc="300" dirty="0">
                <a:solidFill>
                  <a:schemeClr val="bg1"/>
                </a:solidFill>
                <a:latin typeface="微软雅黑" panose="020B0503020204020204" pitchFamily="34" charset="-122"/>
                <a:ea typeface="微软雅黑" panose="020B0503020204020204" pitchFamily="34" charset="-122"/>
              </a:rPr>
              <a:t>CONTENTS</a:t>
            </a:r>
            <a:endParaRPr lang="zh-CN" altLang="en-US" sz="1800" spc="300" dirty="0">
              <a:solidFill>
                <a:schemeClr val="bg1"/>
              </a:solidFill>
              <a:latin typeface="微软雅黑" panose="020B0503020204020204" pitchFamily="34" charset="-122"/>
              <a:ea typeface="微软雅黑" panose="020B0503020204020204" pitchFamily="34" charset="-122"/>
            </a:endParaRPr>
          </a:p>
        </p:txBody>
      </p:sp>
      <p:sp>
        <p:nvSpPr>
          <p:cNvPr id="10" name="MH_Others_2"/>
          <p:cNvSpPr txBox="1">
            <a:spLocks noChangeArrowheads="1"/>
          </p:cNvSpPr>
          <p:nvPr>
            <p:custDataLst>
              <p:tags r:id="rId2"/>
            </p:custDataLst>
          </p:nvPr>
        </p:nvSpPr>
        <p:spPr bwMode="auto">
          <a:xfrm>
            <a:off x="3796664" y="302650"/>
            <a:ext cx="122039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3300" b="1" dirty="0">
                <a:solidFill>
                  <a:schemeClr val="bg1"/>
                </a:solidFill>
                <a:latin typeface="微软雅黑" panose="020B0503020204020204" pitchFamily="34" charset="-122"/>
                <a:ea typeface="微软雅黑" panose="020B0503020204020204" pitchFamily="34" charset="-122"/>
              </a:rPr>
              <a:t>目 录</a:t>
            </a:r>
          </a:p>
        </p:txBody>
      </p:sp>
      <p:sp>
        <p:nvSpPr>
          <p:cNvPr id="23" name="MH_Others_1"/>
          <p:cNvSpPr/>
          <p:nvPr>
            <p:custDataLst>
              <p:tags r:id="rId3"/>
            </p:custDataLst>
          </p:nvPr>
        </p:nvSpPr>
        <p:spPr>
          <a:xfrm>
            <a:off x="3046711" y="1790606"/>
            <a:ext cx="444203" cy="444201"/>
          </a:xfrm>
          <a:prstGeom prst="ellipse">
            <a:avLst/>
          </a:prstGeom>
          <a:solidFill>
            <a:srgbClr val="FF481D"/>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zh-CN" altLang="en-US" sz="1013" dirty="0">
              <a:solidFill>
                <a:srgbClr val="FFFFFF"/>
              </a:solidFill>
              <a:latin typeface="Times New Roman" panose="02020603050405020304" pitchFamily="18" charset="0"/>
              <a:cs typeface="Times New Roman" panose="02020603050405020304" pitchFamily="18" charset="0"/>
            </a:endParaRPr>
          </a:p>
        </p:txBody>
      </p:sp>
      <p:sp>
        <p:nvSpPr>
          <p:cNvPr id="25" name="MH_Number"/>
          <p:cNvSpPr/>
          <p:nvPr>
            <p:custDataLst>
              <p:tags r:id="rId4"/>
            </p:custDataLst>
          </p:nvPr>
        </p:nvSpPr>
        <p:spPr>
          <a:xfrm>
            <a:off x="3046711" y="1790606"/>
            <a:ext cx="444203" cy="444201"/>
          </a:xfrm>
          <a:prstGeom prst="rect">
            <a:avLst/>
          </a:prstGeom>
        </p:spPr>
        <p:txBody>
          <a:bodyPr wrap="square" lIns="0" tIns="0" rIns="0" bIns="0" anchor="ctr" anchorCtr="0">
            <a:normAutofit fontScale="92500" lnSpcReduction="10000"/>
          </a:bodyPr>
          <a:lstStyle/>
          <a:p>
            <a:pPr algn="ctr"/>
            <a:r>
              <a:rPr lang="en-US" altLang="zh-CN" sz="3300" dirty="0">
                <a:solidFill>
                  <a:srgbClr val="FFFFFF"/>
                </a:solidFill>
                <a:latin typeface="Times New Roman" panose="02020603050405020304" pitchFamily="18" charset="0"/>
                <a:cs typeface="Times New Roman" panose="02020603050405020304" pitchFamily="18" charset="0"/>
              </a:rPr>
              <a:t>2</a:t>
            </a:r>
            <a:endParaRPr lang="zh-CN" altLang="en-US" sz="3300" dirty="0">
              <a:solidFill>
                <a:srgbClr val="FFFFFF"/>
              </a:solidFill>
              <a:latin typeface="Times New Roman" panose="02020603050405020304" pitchFamily="18" charset="0"/>
              <a:cs typeface="Times New Roman" panose="02020603050405020304" pitchFamily="18" charset="0"/>
            </a:endParaRPr>
          </a:p>
        </p:txBody>
      </p:sp>
      <p:grpSp>
        <p:nvGrpSpPr>
          <p:cNvPr id="2" name="组合 1"/>
          <p:cNvGrpSpPr/>
          <p:nvPr/>
        </p:nvGrpSpPr>
        <p:grpSpPr>
          <a:xfrm>
            <a:off x="2496516" y="2314058"/>
            <a:ext cx="4529001" cy="800845"/>
            <a:chOff x="2496516" y="2314058"/>
            <a:chExt cx="4529001" cy="800845"/>
          </a:xfrm>
        </p:grpSpPr>
        <p:sp>
          <p:nvSpPr>
            <p:cNvPr id="24" name="MH_Others_2"/>
            <p:cNvSpPr/>
            <p:nvPr>
              <p:custDataLst>
                <p:tags r:id="rId5"/>
              </p:custDataLst>
            </p:nvPr>
          </p:nvSpPr>
          <p:spPr>
            <a:xfrm>
              <a:off x="2496517" y="2314058"/>
              <a:ext cx="4529000" cy="170741"/>
            </a:xfrm>
            <a:custGeom>
              <a:avLst/>
              <a:gdLst>
                <a:gd name="connsiteX0" fmla="*/ 0 w 3289300"/>
                <a:gd name="connsiteY0" fmla="*/ 98425 h 104775"/>
                <a:gd name="connsiteX1" fmla="*/ 793750 w 3289300"/>
                <a:gd name="connsiteY1" fmla="*/ 9842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89300"/>
                <a:gd name="connsiteY0" fmla="*/ 98425 h 104775"/>
                <a:gd name="connsiteX1" fmla="*/ 800100 w 3289300"/>
                <a:gd name="connsiteY1" fmla="*/ 10477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92475"/>
                <a:gd name="connsiteY0" fmla="*/ 104775 h 104775"/>
                <a:gd name="connsiteX1" fmla="*/ 803275 w 3292475"/>
                <a:gd name="connsiteY1" fmla="*/ 104775 h 104775"/>
                <a:gd name="connsiteX2" fmla="*/ 895350 w 3292475"/>
                <a:gd name="connsiteY2" fmla="*/ 0 h 104775"/>
                <a:gd name="connsiteX3" fmla="*/ 1000125 w 3292475"/>
                <a:gd name="connsiteY3" fmla="*/ 104775 h 104775"/>
                <a:gd name="connsiteX4" fmla="*/ 3292475 w 3292475"/>
                <a:gd name="connsiteY4" fmla="*/ 104775 h 104775"/>
                <a:gd name="connsiteX0" fmla="*/ 0 w 5235575"/>
                <a:gd name="connsiteY0" fmla="*/ 104775 h 104775"/>
                <a:gd name="connsiteX1" fmla="*/ 803275 w 5235575"/>
                <a:gd name="connsiteY1" fmla="*/ 104775 h 104775"/>
                <a:gd name="connsiteX2" fmla="*/ 895350 w 5235575"/>
                <a:gd name="connsiteY2" fmla="*/ 0 h 104775"/>
                <a:gd name="connsiteX3" fmla="*/ 1000125 w 5235575"/>
                <a:gd name="connsiteY3" fmla="*/ 104775 h 104775"/>
                <a:gd name="connsiteX4" fmla="*/ 5235575 w 5235575"/>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5575" h="104775">
                  <a:moveTo>
                    <a:pt x="0" y="104775"/>
                  </a:moveTo>
                  <a:lnTo>
                    <a:pt x="803275" y="104775"/>
                  </a:lnTo>
                  <a:lnTo>
                    <a:pt x="895350" y="0"/>
                  </a:lnTo>
                  <a:lnTo>
                    <a:pt x="1000125" y="104775"/>
                  </a:lnTo>
                  <a:lnTo>
                    <a:pt x="5235575" y="104775"/>
                  </a:lnTo>
                </a:path>
              </a:pathLst>
            </a:custGeom>
            <a:noFill/>
            <a:ln w="12700">
              <a:solidFill>
                <a:srgbClr val="FF89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26" name="MH_Title"/>
            <p:cNvSpPr/>
            <p:nvPr>
              <p:custDataLst>
                <p:tags r:id="rId6"/>
              </p:custDataLst>
            </p:nvPr>
          </p:nvSpPr>
          <p:spPr>
            <a:xfrm>
              <a:off x="2496516" y="2484800"/>
              <a:ext cx="4529000" cy="630103"/>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FF896D"/>
              </a:solid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5000" tIns="0" rIns="0" bIns="27000" numCol="1" spcCol="0" rtlCol="0" fromWordArt="0" anchor="ctr" anchorCtr="0" forceAA="0" compatLnSpc="1">
              <a:prstTxWarp prst="textNoShape">
                <a:avLst/>
              </a:prstTxWarp>
              <a:normAutofit/>
            </a:bodyPr>
            <a:lstStyle/>
            <a:p>
              <a:pPr algn="just">
                <a:lnSpc>
                  <a:spcPct val="130000"/>
                </a:lnSpc>
              </a:pPr>
              <a:r>
                <a:rPr lang="zh-CN" altLang="en-US" sz="3000" dirty="0">
                  <a:solidFill>
                    <a:srgbClr val="000000"/>
                  </a:solidFill>
                  <a:latin typeface="华文细黑" panose="02010600040101010101" pitchFamily="2" charset="-122"/>
                  <a:ea typeface="华文细黑" panose="02010600040101010101" pitchFamily="2" charset="-122"/>
                </a:rPr>
                <a:t>请在这里输入您的标题</a:t>
              </a:r>
            </a:p>
          </p:txBody>
        </p:sp>
      </p:grpSp>
    </p:spTree>
    <p:extLst>
      <p:ext uri="{BB962C8B-B14F-4D97-AF65-F5344CB8AC3E}">
        <p14:creationId xmlns:p14="http://schemas.microsoft.com/office/powerpoint/2010/main" val="2370966931"/>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1000"/>
                                        <p:tgtEl>
                                          <p:spTgt spid="2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Freeform 9"/>
          <p:cNvSpPr>
            <a:spLocks/>
          </p:cNvSpPr>
          <p:nvPr/>
        </p:nvSpPr>
        <p:spPr bwMode="auto">
          <a:xfrm>
            <a:off x="2598286" y="1023131"/>
            <a:ext cx="3690938" cy="3198019"/>
          </a:xfrm>
          <a:custGeom>
            <a:avLst/>
            <a:gdLst>
              <a:gd name="T0" fmla="*/ 2326 w 3100"/>
              <a:gd name="T1" fmla="*/ 0 h 2686"/>
              <a:gd name="T2" fmla="*/ 3100 w 3100"/>
              <a:gd name="T3" fmla="*/ 1344 h 2686"/>
              <a:gd name="T4" fmla="*/ 2326 w 3100"/>
              <a:gd name="T5" fmla="*/ 2686 h 2686"/>
              <a:gd name="T6" fmla="*/ 774 w 3100"/>
              <a:gd name="T7" fmla="*/ 2686 h 2686"/>
              <a:gd name="T8" fmla="*/ 0 w 3100"/>
              <a:gd name="T9" fmla="*/ 1344 h 2686"/>
              <a:gd name="T10" fmla="*/ 774 w 3100"/>
              <a:gd name="T11" fmla="*/ 0 h 2686"/>
              <a:gd name="T12" fmla="*/ 2326 w 3100"/>
              <a:gd name="T13" fmla="*/ 0 h 2686"/>
            </a:gdLst>
            <a:ahLst/>
            <a:cxnLst>
              <a:cxn ang="0">
                <a:pos x="T0" y="T1"/>
              </a:cxn>
              <a:cxn ang="0">
                <a:pos x="T2" y="T3"/>
              </a:cxn>
              <a:cxn ang="0">
                <a:pos x="T4" y="T5"/>
              </a:cxn>
              <a:cxn ang="0">
                <a:pos x="T6" y="T7"/>
              </a:cxn>
              <a:cxn ang="0">
                <a:pos x="T8" y="T9"/>
              </a:cxn>
              <a:cxn ang="0">
                <a:pos x="T10" y="T11"/>
              </a:cxn>
              <a:cxn ang="0">
                <a:pos x="T12" y="T13"/>
              </a:cxn>
            </a:cxnLst>
            <a:rect l="0" t="0" r="r" b="b"/>
            <a:pathLst>
              <a:path w="3100" h="2686">
                <a:moveTo>
                  <a:pt x="2326" y="0"/>
                </a:moveTo>
                <a:lnTo>
                  <a:pt x="3100" y="1344"/>
                </a:lnTo>
                <a:lnTo>
                  <a:pt x="2326" y="2686"/>
                </a:lnTo>
                <a:lnTo>
                  <a:pt x="774" y="2686"/>
                </a:lnTo>
                <a:lnTo>
                  <a:pt x="0" y="1344"/>
                </a:lnTo>
                <a:lnTo>
                  <a:pt x="774" y="0"/>
                </a:lnTo>
                <a:lnTo>
                  <a:pt x="2326" y="0"/>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78" name="Freeform 345"/>
          <p:cNvSpPr>
            <a:spLocks/>
          </p:cNvSpPr>
          <p:nvPr/>
        </p:nvSpPr>
        <p:spPr bwMode="auto">
          <a:xfrm>
            <a:off x="3521047" y="1025542"/>
            <a:ext cx="2770558" cy="1600369"/>
          </a:xfrm>
          <a:custGeom>
            <a:avLst/>
            <a:gdLst>
              <a:gd name="T0" fmla="*/ 2273 w 3407"/>
              <a:gd name="T1" fmla="*/ 0 h 1968"/>
              <a:gd name="T2" fmla="*/ 0 w 3407"/>
              <a:gd name="T3" fmla="*/ 0 h 1968"/>
              <a:gd name="T4" fmla="*/ 3407 w 3407"/>
              <a:gd name="T5" fmla="*/ 1968 h 1968"/>
              <a:gd name="T6" fmla="*/ 2273 w 3407"/>
              <a:gd name="T7" fmla="*/ 0 h 1968"/>
            </a:gdLst>
            <a:ahLst/>
            <a:cxnLst>
              <a:cxn ang="0">
                <a:pos x="T0" y="T1"/>
              </a:cxn>
              <a:cxn ang="0">
                <a:pos x="T2" y="T3"/>
              </a:cxn>
              <a:cxn ang="0">
                <a:pos x="T4" y="T5"/>
              </a:cxn>
              <a:cxn ang="0">
                <a:pos x="T6" y="T7"/>
              </a:cxn>
            </a:cxnLst>
            <a:rect l="0" t="0" r="r" b="b"/>
            <a:pathLst>
              <a:path w="3407" h="1968">
                <a:moveTo>
                  <a:pt x="2273" y="0"/>
                </a:moveTo>
                <a:lnTo>
                  <a:pt x="0" y="0"/>
                </a:lnTo>
                <a:lnTo>
                  <a:pt x="3407" y="1968"/>
                </a:lnTo>
                <a:lnTo>
                  <a:pt x="2273" y="0"/>
                </a:lnTo>
                <a:close/>
              </a:path>
            </a:pathLst>
          </a:custGeom>
          <a:solidFill>
            <a:srgbClr val="C00000"/>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a:p>
        </p:txBody>
      </p:sp>
      <p:sp>
        <p:nvSpPr>
          <p:cNvPr id="79" name="Freeform 22"/>
          <p:cNvSpPr>
            <a:spLocks/>
          </p:cNvSpPr>
          <p:nvPr/>
        </p:nvSpPr>
        <p:spPr bwMode="auto">
          <a:xfrm>
            <a:off x="2598070" y="1024322"/>
            <a:ext cx="2770558" cy="1600369"/>
          </a:xfrm>
          <a:custGeom>
            <a:avLst/>
            <a:gdLst>
              <a:gd name="T0" fmla="*/ 3407 w 3407"/>
              <a:gd name="T1" fmla="*/ 0 h 1968"/>
              <a:gd name="T2" fmla="*/ 1134 w 3407"/>
              <a:gd name="T3" fmla="*/ 0 h 1968"/>
              <a:gd name="T4" fmla="*/ 0 w 3407"/>
              <a:gd name="T5" fmla="*/ 1968 h 1968"/>
              <a:gd name="T6" fmla="*/ 3407 w 3407"/>
              <a:gd name="T7" fmla="*/ 0 h 1968"/>
            </a:gdLst>
            <a:ahLst/>
            <a:cxnLst>
              <a:cxn ang="0">
                <a:pos x="T0" y="T1"/>
              </a:cxn>
              <a:cxn ang="0">
                <a:pos x="T2" y="T3"/>
              </a:cxn>
              <a:cxn ang="0">
                <a:pos x="T4" y="T5"/>
              </a:cxn>
              <a:cxn ang="0">
                <a:pos x="T6" y="T7"/>
              </a:cxn>
            </a:cxnLst>
            <a:rect l="0" t="0" r="r" b="b"/>
            <a:pathLst>
              <a:path w="3407" h="1968">
                <a:moveTo>
                  <a:pt x="3407" y="0"/>
                </a:moveTo>
                <a:lnTo>
                  <a:pt x="1134" y="0"/>
                </a:lnTo>
                <a:lnTo>
                  <a:pt x="0" y="1968"/>
                </a:lnTo>
                <a:lnTo>
                  <a:pt x="3407" y="0"/>
                </a:lnTo>
                <a:close/>
              </a:path>
            </a:pathLst>
          </a:custGeom>
          <a:solidFill>
            <a:srgbClr val="FF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80" name="Freeform 25"/>
          <p:cNvSpPr>
            <a:spLocks/>
          </p:cNvSpPr>
          <p:nvPr/>
        </p:nvSpPr>
        <p:spPr bwMode="auto">
          <a:xfrm>
            <a:off x="2598070" y="2625910"/>
            <a:ext cx="2770558" cy="1597930"/>
          </a:xfrm>
          <a:custGeom>
            <a:avLst/>
            <a:gdLst>
              <a:gd name="T0" fmla="*/ 0 w 3407"/>
              <a:gd name="T1" fmla="*/ 0 h 1965"/>
              <a:gd name="T2" fmla="*/ 1134 w 3407"/>
              <a:gd name="T3" fmla="*/ 1965 h 1965"/>
              <a:gd name="T4" fmla="*/ 3407 w 3407"/>
              <a:gd name="T5" fmla="*/ 1965 h 1965"/>
              <a:gd name="T6" fmla="*/ 0 w 3407"/>
              <a:gd name="T7" fmla="*/ 0 h 1965"/>
            </a:gdLst>
            <a:ahLst/>
            <a:cxnLst>
              <a:cxn ang="0">
                <a:pos x="T0" y="T1"/>
              </a:cxn>
              <a:cxn ang="0">
                <a:pos x="T2" y="T3"/>
              </a:cxn>
              <a:cxn ang="0">
                <a:pos x="T4" y="T5"/>
              </a:cxn>
              <a:cxn ang="0">
                <a:pos x="T6" y="T7"/>
              </a:cxn>
            </a:cxnLst>
            <a:rect l="0" t="0" r="r" b="b"/>
            <a:pathLst>
              <a:path w="3407" h="1965">
                <a:moveTo>
                  <a:pt x="0" y="0"/>
                </a:moveTo>
                <a:lnTo>
                  <a:pt x="1134" y="1965"/>
                </a:lnTo>
                <a:lnTo>
                  <a:pt x="3407" y="1965"/>
                </a:lnTo>
                <a:lnTo>
                  <a:pt x="0" y="0"/>
                </a:lnTo>
                <a:close/>
              </a:path>
            </a:pathLst>
          </a:custGeom>
          <a:solidFill>
            <a:srgbClr val="C00000"/>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a:p>
        </p:txBody>
      </p:sp>
      <p:sp>
        <p:nvSpPr>
          <p:cNvPr id="81" name="Freeform 33"/>
          <p:cNvSpPr>
            <a:spLocks/>
          </p:cNvSpPr>
          <p:nvPr/>
        </p:nvSpPr>
        <p:spPr bwMode="auto">
          <a:xfrm>
            <a:off x="3521047" y="2625910"/>
            <a:ext cx="2770558" cy="1597930"/>
          </a:xfrm>
          <a:custGeom>
            <a:avLst/>
            <a:gdLst>
              <a:gd name="T0" fmla="*/ 3407 w 3407"/>
              <a:gd name="T1" fmla="*/ 0 h 1965"/>
              <a:gd name="T2" fmla="*/ 0 w 3407"/>
              <a:gd name="T3" fmla="*/ 1965 h 1965"/>
              <a:gd name="T4" fmla="*/ 2273 w 3407"/>
              <a:gd name="T5" fmla="*/ 1965 h 1965"/>
              <a:gd name="T6" fmla="*/ 3407 w 3407"/>
              <a:gd name="T7" fmla="*/ 0 h 1965"/>
            </a:gdLst>
            <a:ahLst/>
            <a:cxnLst>
              <a:cxn ang="0">
                <a:pos x="T0" y="T1"/>
              </a:cxn>
              <a:cxn ang="0">
                <a:pos x="T2" y="T3"/>
              </a:cxn>
              <a:cxn ang="0">
                <a:pos x="T4" y="T5"/>
              </a:cxn>
              <a:cxn ang="0">
                <a:pos x="T6" y="T7"/>
              </a:cxn>
            </a:cxnLst>
            <a:rect l="0" t="0" r="r" b="b"/>
            <a:pathLst>
              <a:path w="3407" h="1965">
                <a:moveTo>
                  <a:pt x="3407" y="0"/>
                </a:moveTo>
                <a:lnTo>
                  <a:pt x="0" y="1965"/>
                </a:lnTo>
                <a:lnTo>
                  <a:pt x="2273" y="1965"/>
                </a:lnTo>
                <a:lnTo>
                  <a:pt x="3407" y="0"/>
                </a:lnTo>
                <a:close/>
              </a:path>
            </a:pathLst>
          </a:custGeom>
          <a:solidFill>
            <a:srgbClr val="FF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82" name="Freeform 131"/>
          <p:cNvSpPr>
            <a:spLocks/>
          </p:cNvSpPr>
          <p:nvPr/>
        </p:nvSpPr>
        <p:spPr bwMode="auto">
          <a:xfrm>
            <a:off x="2595905" y="1014796"/>
            <a:ext cx="3644504" cy="3153966"/>
          </a:xfrm>
          <a:custGeom>
            <a:avLst/>
            <a:gdLst>
              <a:gd name="T0" fmla="*/ 2297 w 3061"/>
              <a:gd name="T1" fmla="*/ 0 h 2649"/>
              <a:gd name="T2" fmla="*/ 3061 w 3061"/>
              <a:gd name="T3" fmla="*/ 1325 h 2649"/>
              <a:gd name="T4" fmla="*/ 2297 w 3061"/>
              <a:gd name="T5" fmla="*/ 2649 h 2649"/>
              <a:gd name="T6" fmla="*/ 764 w 3061"/>
              <a:gd name="T7" fmla="*/ 2649 h 2649"/>
              <a:gd name="T8" fmla="*/ 0 w 3061"/>
              <a:gd name="T9" fmla="*/ 1325 h 2649"/>
              <a:gd name="T10" fmla="*/ 764 w 3061"/>
              <a:gd name="T11" fmla="*/ 0 h 2649"/>
              <a:gd name="T12" fmla="*/ 2297 w 3061"/>
              <a:gd name="T13" fmla="*/ 0 h 2649"/>
            </a:gdLst>
            <a:ahLst/>
            <a:cxnLst>
              <a:cxn ang="0">
                <a:pos x="T0" y="T1"/>
              </a:cxn>
              <a:cxn ang="0">
                <a:pos x="T2" y="T3"/>
              </a:cxn>
              <a:cxn ang="0">
                <a:pos x="T4" y="T5"/>
              </a:cxn>
              <a:cxn ang="0">
                <a:pos x="T6" y="T7"/>
              </a:cxn>
              <a:cxn ang="0">
                <a:pos x="T8" y="T9"/>
              </a:cxn>
              <a:cxn ang="0">
                <a:pos x="T10" y="T11"/>
              </a:cxn>
              <a:cxn ang="0">
                <a:pos x="T12" y="T13"/>
              </a:cxn>
            </a:cxnLst>
            <a:rect l="0" t="0" r="r" b="b"/>
            <a:pathLst>
              <a:path w="3061" h="2649">
                <a:moveTo>
                  <a:pt x="2297" y="0"/>
                </a:moveTo>
                <a:lnTo>
                  <a:pt x="3061" y="1325"/>
                </a:lnTo>
                <a:lnTo>
                  <a:pt x="2297" y="2649"/>
                </a:lnTo>
                <a:lnTo>
                  <a:pt x="764" y="2649"/>
                </a:lnTo>
                <a:lnTo>
                  <a:pt x="0" y="1325"/>
                </a:lnTo>
                <a:lnTo>
                  <a:pt x="764" y="0"/>
                </a:lnTo>
                <a:lnTo>
                  <a:pt x="229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83" name="Freeform 133"/>
          <p:cNvSpPr>
            <a:spLocks/>
          </p:cNvSpPr>
          <p:nvPr/>
        </p:nvSpPr>
        <p:spPr bwMode="auto">
          <a:xfrm>
            <a:off x="4417562" y="1014796"/>
            <a:ext cx="1822847" cy="1577579"/>
          </a:xfrm>
          <a:custGeom>
            <a:avLst/>
            <a:gdLst>
              <a:gd name="T0" fmla="*/ 767 w 1531"/>
              <a:gd name="T1" fmla="*/ 0 h 1325"/>
              <a:gd name="T2" fmla="*/ 767 w 1531"/>
              <a:gd name="T3" fmla="*/ 0 h 1325"/>
              <a:gd name="T4" fmla="*/ 0 w 1531"/>
              <a:gd name="T5" fmla="*/ 442 h 1325"/>
              <a:gd name="T6" fmla="*/ 1531 w 1531"/>
              <a:gd name="T7" fmla="*/ 1325 h 1325"/>
              <a:gd name="T8" fmla="*/ 767 w 1531"/>
              <a:gd name="T9" fmla="*/ 0 h 1325"/>
            </a:gdLst>
            <a:ahLst/>
            <a:cxnLst>
              <a:cxn ang="0">
                <a:pos x="T0" y="T1"/>
              </a:cxn>
              <a:cxn ang="0">
                <a:pos x="T2" y="T3"/>
              </a:cxn>
              <a:cxn ang="0">
                <a:pos x="T4" y="T5"/>
              </a:cxn>
              <a:cxn ang="0">
                <a:pos x="T6" y="T7"/>
              </a:cxn>
              <a:cxn ang="0">
                <a:pos x="T8" y="T9"/>
              </a:cxn>
            </a:cxnLst>
            <a:rect l="0" t="0" r="r" b="b"/>
            <a:pathLst>
              <a:path w="1531" h="1325">
                <a:moveTo>
                  <a:pt x="767" y="0"/>
                </a:moveTo>
                <a:lnTo>
                  <a:pt x="767" y="0"/>
                </a:lnTo>
                <a:lnTo>
                  <a:pt x="0" y="442"/>
                </a:lnTo>
                <a:lnTo>
                  <a:pt x="1531" y="1325"/>
                </a:lnTo>
                <a:lnTo>
                  <a:pt x="76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145" name="Freeform 135"/>
          <p:cNvSpPr>
            <a:spLocks/>
          </p:cNvSpPr>
          <p:nvPr/>
        </p:nvSpPr>
        <p:spPr bwMode="auto">
          <a:xfrm>
            <a:off x="2595905" y="2592374"/>
            <a:ext cx="2734866" cy="1576388"/>
          </a:xfrm>
          <a:custGeom>
            <a:avLst/>
            <a:gdLst>
              <a:gd name="T0" fmla="*/ 0 w 2297"/>
              <a:gd name="T1" fmla="*/ 0 h 1324"/>
              <a:gd name="T2" fmla="*/ 764 w 2297"/>
              <a:gd name="T3" fmla="*/ 1324 h 1324"/>
              <a:gd name="T4" fmla="*/ 2297 w 2297"/>
              <a:gd name="T5" fmla="*/ 1324 h 1324"/>
              <a:gd name="T6" fmla="*/ 764 w 2297"/>
              <a:gd name="T7" fmla="*/ 1324 h 1324"/>
              <a:gd name="T8" fmla="*/ 1530 w 2297"/>
              <a:gd name="T9" fmla="*/ 882 h 1324"/>
              <a:gd name="T10" fmla="*/ 0 w 2297"/>
              <a:gd name="T11" fmla="*/ 0 h 1324"/>
            </a:gdLst>
            <a:ahLst/>
            <a:cxnLst>
              <a:cxn ang="0">
                <a:pos x="T0" y="T1"/>
              </a:cxn>
              <a:cxn ang="0">
                <a:pos x="T2" y="T3"/>
              </a:cxn>
              <a:cxn ang="0">
                <a:pos x="T4" y="T5"/>
              </a:cxn>
              <a:cxn ang="0">
                <a:pos x="T6" y="T7"/>
              </a:cxn>
              <a:cxn ang="0">
                <a:pos x="T8" y="T9"/>
              </a:cxn>
              <a:cxn ang="0">
                <a:pos x="T10" y="T11"/>
              </a:cxn>
            </a:cxnLst>
            <a:rect l="0" t="0" r="r" b="b"/>
            <a:pathLst>
              <a:path w="2297" h="1324">
                <a:moveTo>
                  <a:pt x="0" y="0"/>
                </a:moveTo>
                <a:lnTo>
                  <a:pt x="764" y="1324"/>
                </a:lnTo>
                <a:lnTo>
                  <a:pt x="2297" y="1324"/>
                </a:lnTo>
                <a:lnTo>
                  <a:pt x="764" y="1324"/>
                </a:lnTo>
                <a:lnTo>
                  <a:pt x="1530" y="88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146" name="Freeform 137"/>
          <p:cNvSpPr>
            <a:spLocks/>
          </p:cNvSpPr>
          <p:nvPr/>
        </p:nvSpPr>
        <p:spPr bwMode="auto">
          <a:xfrm>
            <a:off x="4417562" y="2592374"/>
            <a:ext cx="1822847" cy="1576388"/>
          </a:xfrm>
          <a:custGeom>
            <a:avLst/>
            <a:gdLst>
              <a:gd name="T0" fmla="*/ 1531 w 1531"/>
              <a:gd name="T1" fmla="*/ 0 h 1324"/>
              <a:gd name="T2" fmla="*/ 0 w 1531"/>
              <a:gd name="T3" fmla="*/ 882 h 1324"/>
              <a:gd name="T4" fmla="*/ 767 w 1531"/>
              <a:gd name="T5" fmla="*/ 1324 h 1324"/>
              <a:gd name="T6" fmla="*/ 1531 w 1531"/>
              <a:gd name="T7" fmla="*/ 0 h 1324"/>
            </a:gdLst>
            <a:ahLst/>
            <a:cxnLst>
              <a:cxn ang="0">
                <a:pos x="T0" y="T1"/>
              </a:cxn>
              <a:cxn ang="0">
                <a:pos x="T2" y="T3"/>
              </a:cxn>
              <a:cxn ang="0">
                <a:pos x="T4" y="T5"/>
              </a:cxn>
              <a:cxn ang="0">
                <a:pos x="T6" y="T7"/>
              </a:cxn>
            </a:cxnLst>
            <a:rect l="0" t="0" r="r" b="b"/>
            <a:pathLst>
              <a:path w="1531" h="1324">
                <a:moveTo>
                  <a:pt x="1531" y="0"/>
                </a:moveTo>
                <a:lnTo>
                  <a:pt x="0" y="882"/>
                </a:lnTo>
                <a:lnTo>
                  <a:pt x="767" y="1324"/>
                </a:lnTo>
                <a:lnTo>
                  <a:pt x="153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147" name="Freeform 139"/>
          <p:cNvSpPr>
            <a:spLocks/>
          </p:cNvSpPr>
          <p:nvPr/>
        </p:nvSpPr>
        <p:spPr bwMode="auto">
          <a:xfrm>
            <a:off x="3505542" y="3642506"/>
            <a:ext cx="1825229" cy="526256"/>
          </a:xfrm>
          <a:custGeom>
            <a:avLst/>
            <a:gdLst>
              <a:gd name="T0" fmla="*/ 766 w 1533"/>
              <a:gd name="T1" fmla="*/ 0 h 442"/>
              <a:gd name="T2" fmla="*/ 0 w 1533"/>
              <a:gd name="T3" fmla="*/ 442 h 442"/>
              <a:gd name="T4" fmla="*/ 1533 w 1533"/>
              <a:gd name="T5" fmla="*/ 442 h 442"/>
              <a:gd name="T6" fmla="*/ 766 w 1533"/>
              <a:gd name="T7" fmla="*/ 0 h 442"/>
            </a:gdLst>
            <a:ahLst/>
            <a:cxnLst>
              <a:cxn ang="0">
                <a:pos x="T0" y="T1"/>
              </a:cxn>
              <a:cxn ang="0">
                <a:pos x="T2" y="T3"/>
              </a:cxn>
              <a:cxn ang="0">
                <a:pos x="T4" y="T5"/>
              </a:cxn>
              <a:cxn ang="0">
                <a:pos x="T6" y="T7"/>
              </a:cxn>
            </a:cxnLst>
            <a:rect l="0" t="0" r="r" b="b"/>
            <a:pathLst>
              <a:path w="1533" h="442">
                <a:moveTo>
                  <a:pt x="766" y="0"/>
                </a:moveTo>
                <a:lnTo>
                  <a:pt x="0" y="442"/>
                </a:lnTo>
                <a:lnTo>
                  <a:pt x="1533" y="442"/>
                </a:lnTo>
                <a:lnTo>
                  <a:pt x="7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148" name="Freeform 141"/>
          <p:cNvSpPr>
            <a:spLocks/>
          </p:cNvSpPr>
          <p:nvPr/>
        </p:nvSpPr>
        <p:spPr bwMode="auto">
          <a:xfrm>
            <a:off x="2595906" y="1014796"/>
            <a:ext cx="1821656" cy="1577579"/>
          </a:xfrm>
          <a:custGeom>
            <a:avLst/>
            <a:gdLst>
              <a:gd name="T0" fmla="*/ 764 w 1530"/>
              <a:gd name="T1" fmla="*/ 0 h 1325"/>
              <a:gd name="T2" fmla="*/ 764 w 1530"/>
              <a:gd name="T3" fmla="*/ 0 h 1325"/>
              <a:gd name="T4" fmla="*/ 0 w 1530"/>
              <a:gd name="T5" fmla="*/ 1325 h 1325"/>
              <a:gd name="T6" fmla="*/ 1530 w 1530"/>
              <a:gd name="T7" fmla="*/ 442 h 1325"/>
              <a:gd name="T8" fmla="*/ 764 w 1530"/>
              <a:gd name="T9" fmla="*/ 0 h 1325"/>
            </a:gdLst>
            <a:ahLst/>
            <a:cxnLst>
              <a:cxn ang="0">
                <a:pos x="T0" y="T1"/>
              </a:cxn>
              <a:cxn ang="0">
                <a:pos x="T2" y="T3"/>
              </a:cxn>
              <a:cxn ang="0">
                <a:pos x="T4" y="T5"/>
              </a:cxn>
              <a:cxn ang="0">
                <a:pos x="T6" y="T7"/>
              </a:cxn>
              <a:cxn ang="0">
                <a:pos x="T8" y="T9"/>
              </a:cxn>
            </a:cxnLst>
            <a:rect l="0" t="0" r="r" b="b"/>
            <a:pathLst>
              <a:path w="1530" h="1325">
                <a:moveTo>
                  <a:pt x="764" y="0"/>
                </a:moveTo>
                <a:lnTo>
                  <a:pt x="764" y="0"/>
                </a:lnTo>
                <a:lnTo>
                  <a:pt x="0" y="1325"/>
                </a:lnTo>
                <a:lnTo>
                  <a:pt x="1530" y="442"/>
                </a:lnTo>
                <a:lnTo>
                  <a:pt x="7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149" name="Freeform 143"/>
          <p:cNvSpPr>
            <a:spLocks/>
          </p:cNvSpPr>
          <p:nvPr/>
        </p:nvSpPr>
        <p:spPr bwMode="auto">
          <a:xfrm>
            <a:off x="3505542" y="1014797"/>
            <a:ext cx="1825229" cy="526256"/>
          </a:xfrm>
          <a:custGeom>
            <a:avLst/>
            <a:gdLst>
              <a:gd name="T0" fmla="*/ 1533 w 1533"/>
              <a:gd name="T1" fmla="*/ 0 h 442"/>
              <a:gd name="T2" fmla="*/ 0 w 1533"/>
              <a:gd name="T3" fmla="*/ 0 h 442"/>
              <a:gd name="T4" fmla="*/ 766 w 1533"/>
              <a:gd name="T5" fmla="*/ 442 h 442"/>
              <a:gd name="T6" fmla="*/ 1533 w 1533"/>
              <a:gd name="T7" fmla="*/ 0 h 442"/>
            </a:gdLst>
            <a:ahLst/>
            <a:cxnLst>
              <a:cxn ang="0">
                <a:pos x="T0" y="T1"/>
              </a:cxn>
              <a:cxn ang="0">
                <a:pos x="T2" y="T3"/>
              </a:cxn>
              <a:cxn ang="0">
                <a:pos x="T4" y="T5"/>
              </a:cxn>
              <a:cxn ang="0">
                <a:pos x="T6" y="T7"/>
              </a:cxn>
            </a:cxnLst>
            <a:rect l="0" t="0" r="r" b="b"/>
            <a:pathLst>
              <a:path w="1533" h="442">
                <a:moveTo>
                  <a:pt x="1533" y="0"/>
                </a:moveTo>
                <a:lnTo>
                  <a:pt x="0" y="0"/>
                </a:lnTo>
                <a:lnTo>
                  <a:pt x="766" y="442"/>
                </a:lnTo>
                <a:lnTo>
                  <a:pt x="153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p>
        </p:txBody>
      </p:sp>
      <p:sp>
        <p:nvSpPr>
          <p:cNvPr id="150" name="Freeform 144"/>
          <p:cNvSpPr>
            <a:spLocks/>
          </p:cNvSpPr>
          <p:nvPr/>
        </p:nvSpPr>
        <p:spPr bwMode="auto">
          <a:xfrm>
            <a:off x="3978644" y="1911670"/>
            <a:ext cx="946547" cy="885825"/>
          </a:xfrm>
          <a:custGeom>
            <a:avLst/>
            <a:gdLst>
              <a:gd name="T0" fmla="*/ 9 w 499"/>
              <a:gd name="T1" fmla="*/ 467 h 467"/>
              <a:gd name="T2" fmla="*/ 16 w 499"/>
              <a:gd name="T3" fmla="*/ 354 h 467"/>
              <a:gd name="T4" fmla="*/ 91 w 499"/>
              <a:gd name="T5" fmla="*/ 296 h 467"/>
              <a:gd name="T6" fmla="*/ 174 w 499"/>
              <a:gd name="T7" fmla="*/ 263 h 467"/>
              <a:gd name="T8" fmla="*/ 199 w 499"/>
              <a:gd name="T9" fmla="*/ 247 h 467"/>
              <a:gd name="T10" fmla="*/ 173 w 499"/>
              <a:gd name="T11" fmla="*/ 168 h 467"/>
              <a:gd name="T12" fmla="*/ 162 w 499"/>
              <a:gd name="T13" fmla="*/ 158 h 467"/>
              <a:gd name="T14" fmla="*/ 163 w 499"/>
              <a:gd name="T15" fmla="*/ 110 h 467"/>
              <a:gd name="T16" fmla="*/ 167 w 499"/>
              <a:gd name="T17" fmla="*/ 101 h 467"/>
              <a:gd name="T18" fmla="*/ 194 w 499"/>
              <a:gd name="T19" fmla="*/ 30 h 467"/>
              <a:gd name="T20" fmla="*/ 180 w 499"/>
              <a:gd name="T21" fmla="*/ 12 h 467"/>
              <a:gd name="T22" fmla="*/ 207 w 499"/>
              <a:gd name="T23" fmla="*/ 15 h 467"/>
              <a:gd name="T24" fmla="*/ 211 w 499"/>
              <a:gd name="T25" fmla="*/ 0 h 467"/>
              <a:gd name="T26" fmla="*/ 223 w 499"/>
              <a:gd name="T27" fmla="*/ 10 h 467"/>
              <a:gd name="T28" fmla="*/ 281 w 499"/>
              <a:gd name="T29" fmla="*/ 6 h 467"/>
              <a:gd name="T30" fmla="*/ 322 w 499"/>
              <a:gd name="T31" fmla="*/ 22 h 467"/>
              <a:gd name="T32" fmla="*/ 351 w 499"/>
              <a:gd name="T33" fmla="*/ 60 h 467"/>
              <a:gd name="T34" fmla="*/ 354 w 499"/>
              <a:gd name="T35" fmla="*/ 115 h 467"/>
              <a:gd name="T36" fmla="*/ 358 w 499"/>
              <a:gd name="T37" fmla="*/ 134 h 467"/>
              <a:gd name="T38" fmla="*/ 344 w 499"/>
              <a:gd name="T39" fmla="*/ 170 h 467"/>
              <a:gd name="T40" fmla="*/ 336 w 499"/>
              <a:gd name="T41" fmla="*/ 175 h 467"/>
              <a:gd name="T42" fmla="*/ 323 w 499"/>
              <a:gd name="T43" fmla="*/ 224 h 467"/>
              <a:gd name="T44" fmla="*/ 334 w 499"/>
              <a:gd name="T45" fmla="*/ 253 h 467"/>
              <a:gd name="T46" fmla="*/ 363 w 499"/>
              <a:gd name="T47" fmla="*/ 281 h 467"/>
              <a:gd name="T48" fmla="*/ 437 w 499"/>
              <a:gd name="T49" fmla="*/ 309 h 467"/>
              <a:gd name="T50" fmla="*/ 477 w 499"/>
              <a:gd name="T51" fmla="*/ 357 h 467"/>
              <a:gd name="T52" fmla="*/ 499 w 499"/>
              <a:gd name="T53" fmla="*/ 467 h 467"/>
              <a:gd name="T54" fmla="*/ 9 w 499"/>
              <a:gd name="T55" fmla="*/ 467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99" h="467">
                <a:moveTo>
                  <a:pt x="9" y="467"/>
                </a:moveTo>
                <a:cubicBezTo>
                  <a:pt x="9" y="467"/>
                  <a:pt x="0" y="395"/>
                  <a:pt x="16" y="354"/>
                </a:cubicBezTo>
                <a:cubicBezTo>
                  <a:pt x="32" y="312"/>
                  <a:pt x="42" y="303"/>
                  <a:pt x="91" y="296"/>
                </a:cubicBezTo>
                <a:cubicBezTo>
                  <a:pt x="141" y="289"/>
                  <a:pt x="168" y="269"/>
                  <a:pt x="174" y="263"/>
                </a:cubicBezTo>
                <a:cubicBezTo>
                  <a:pt x="181" y="257"/>
                  <a:pt x="192" y="250"/>
                  <a:pt x="199" y="247"/>
                </a:cubicBezTo>
                <a:cubicBezTo>
                  <a:pt x="199" y="247"/>
                  <a:pt x="197" y="197"/>
                  <a:pt x="173" y="168"/>
                </a:cubicBezTo>
                <a:cubicBezTo>
                  <a:pt x="173" y="168"/>
                  <a:pt x="164" y="165"/>
                  <a:pt x="162" y="158"/>
                </a:cubicBezTo>
                <a:cubicBezTo>
                  <a:pt x="161" y="152"/>
                  <a:pt x="156" y="123"/>
                  <a:pt x="163" y="110"/>
                </a:cubicBezTo>
                <a:cubicBezTo>
                  <a:pt x="163" y="110"/>
                  <a:pt x="167" y="105"/>
                  <a:pt x="167" y="101"/>
                </a:cubicBezTo>
                <a:cubicBezTo>
                  <a:pt x="166" y="96"/>
                  <a:pt x="161" y="60"/>
                  <a:pt x="194" y="30"/>
                </a:cubicBezTo>
                <a:cubicBezTo>
                  <a:pt x="194" y="30"/>
                  <a:pt x="203" y="15"/>
                  <a:pt x="180" y="12"/>
                </a:cubicBezTo>
                <a:cubicBezTo>
                  <a:pt x="180" y="12"/>
                  <a:pt x="191" y="7"/>
                  <a:pt x="207" y="15"/>
                </a:cubicBezTo>
                <a:cubicBezTo>
                  <a:pt x="207" y="15"/>
                  <a:pt x="200" y="5"/>
                  <a:pt x="211" y="0"/>
                </a:cubicBezTo>
                <a:cubicBezTo>
                  <a:pt x="211" y="0"/>
                  <a:pt x="206" y="15"/>
                  <a:pt x="223" y="10"/>
                </a:cubicBezTo>
                <a:cubicBezTo>
                  <a:pt x="241" y="5"/>
                  <a:pt x="265" y="0"/>
                  <a:pt x="281" y="6"/>
                </a:cubicBezTo>
                <a:cubicBezTo>
                  <a:pt x="297" y="12"/>
                  <a:pt x="301" y="21"/>
                  <a:pt x="322" y="22"/>
                </a:cubicBezTo>
                <a:cubicBezTo>
                  <a:pt x="343" y="23"/>
                  <a:pt x="350" y="50"/>
                  <a:pt x="351" y="60"/>
                </a:cubicBezTo>
                <a:cubicBezTo>
                  <a:pt x="351" y="69"/>
                  <a:pt x="350" y="110"/>
                  <a:pt x="354" y="115"/>
                </a:cubicBezTo>
                <a:cubicBezTo>
                  <a:pt x="358" y="121"/>
                  <a:pt x="359" y="125"/>
                  <a:pt x="358" y="134"/>
                </a:cubicBezTo>
                <a:cubicBezTo>
                  <a:pt x="356" y="144"/>
                  <a:pt x="349" y="169"/>
                  <a:pt x="344" y="170"/>
                </a:cubicBezTo>
                <a:cubicBezTo>
                  <a:pt x="340" y="170"/>
                  <a:pt x="336" y="174"/>
                  <a:pt x="336" y="175"/>
                </a:cubicBezTo>
                <a:cubicBezTo>
                  <a:pt x="336" y="177"/>
                  <a:pt x="323" y="212"/>
                  <a:pt x="323" y="224"/>
                </a:cubicBezTo>
                <a:cubicBezTo>
                  <a:pt x="324" y="236"/>
                  <a:pt x="324" y="250"/>
                  <a:pt x="334" y="253"/>
                </a:cubicBezTo>
                <a:cubicBezTo>
                  <a:pt x="343" y="256"/>
                  <a:pt x="356" y="273"/>
                  <a:pt x="363" y="281"/>
                </a:cubicBezTo>
                <a:cubicBezTo>
                  <a:pt x="371" y="289"/>
                  <a:pt x="416" y="299"/>
                  <a:pt x="437" y="309"/>
                </a:cubicBezTo>
                <a:cubicBezTo>
                  <a:pt x="457" y="318"/>
                  <a:pt x="465" y="317"/>
                  <a:pt x="477" y="357"/>
                </a:cubicBezTo>
                <a:cubicBezTo>
                  <a:pt x="489" y="397"/>
                  <a:pt x="499" y="438"/>
                  <a:pt x="499" y="467"/>
                </a:cubicBezTo>
                <a:lnTo>
                  <a:pt x="9" y="467"/>
                </a:lnTo>
                <a:close/>
              </a:path>
            </a:pathLst>
          </a:custGeom>
          <a:solidFill>
            <a:schemeClr val="tx1">
              <a:lumMod val="85000"/>
              <a:lumOff val="15000"/>
            </a:schemeClr>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sp>
        <p:nvSpPr>
          <p:cNvPr id="151" name="文本框 150"/>
          <p:cNvSpPr txBox="1"/>
          <p:nvPr/>
        </p:nvSpPr>
        <p:spPr>
          <a:xfrm rot="19800000">
            <a:off x="3390828" y="1561772"/>
            <a:ext cx="833883" cy="248209"/>
          </a:xfrm>
          <a:prstGeom prst="rect">
            <a:avLst/>
          </a:prstGeom>
          <a:noFill/>
        </p:spPr>
        <p:txBody>
          <a:bodyPr wrap="none" rtlCol="0">
            <a:spAutoFit/>
          </a:bodyPr>
          <a:lstStyle/>
          <a:p>
            <a:r>
              <a:rPr lang="zh-CN" altLang="en-US" sz="1013" dirty="0">
                <a:solidFill>
                  <a:schemeClr val="bg1"/>
                </a:solidFill>
                <a:latin typeface="+mj-ea"/>
                <a:ea typeface="+mj-ea"/>
                <a:cs typeface="Arial Unicode MS" panose="020B0604020202020204" pitchFamily="34" charset="-122"/>
              </a:rPr>
              <a:t>输入小标题</a:t>
            </a:r>
          </a:p>
        </p:txBody>
      </p:sp>
      <p:sp>
        <p:nvSpPr>
          <p:cNvPr id="152" name="文本框 151"/>
          <p:cNvSpPr txBox="1"/>
          <p:nvPr/>
        </p:nvSpPr>
        <p:spPr>
          <a:xfrm>
            <a:off x="3697416" y="2890031"/>
            <a:ext cx="1504727" cy="369332"/>
          </a:xfrm>
          <a:prstGeom prst="rect">
            <a:avLst/>
          </a:prstGeom>
          <a:noFill/>
        </p:spPr>
        <p:txBody>
          <a:bodyPr wrap="square" rtlCol="0">
            <a:spAutoFit/>
          </a:bodyPr>
          <a:lstStyle/>
          <a:p>
            <a:pPr algn="ctr"/>
            <a:r>
              <a:rPr lang="zh-CN" altLang="en-US" sz="1800" dirty="0">
                <a:solidFill>
                  <a:schemeClr val="tx1">
                    <a:lumMod val="85000"/>
                    <a:lumOff val="15000"/>
                  </a:schemeClr>
                </a:solidFill>
                <a:latin typeface="+mj-ea"/>
                <a:ea typeface="+mj-ea"/>
                <a:cs typeface="Arial Unicode MS" panose="020B0604020202020204" pitchFamily="34" charset="-122"/>
              </a:rPr>
              <a:t>输入标题</a:t>
            </a:r>
            <a:endParaRPr lang="en-US" altLang="zh-CN" sz="1800" dirty="0">
              <a:solidFill>
                <a:schemeClr val="tx1">
                  <a:lumMod val="85000"/>
                  <a:lumOff val="15000"/>
                </a:schemeClr>
              </a:solidFill>
              <a:latin typeface="+mj-ea"/>
              <a:ea typeface="+mj-ea"/>
              <a:cs typeface="Arial Unicode MS" panose="020B0604020202020204" pitchFamily="34" charset="-122"/>
            </a:endParaRPr>
          </a:p>
        </p:txBody>
      </p:sp>
      <p:sp>
        <p:nvSpPr>
          <p:cNvPr id="153" name="文本框 152"/>
          <p:cNvSpPr txBox="1"/>
          <p:nvPr/>
        </p:nvSpPr>
        <p:spPr>
          <a:xfrm rot="1800000">
            <a:off x="4853742" y="1620061"/>
            <a:ext cx="833883" cy="248209"/>
          </a:xfrm>
          <a:prstGeom prst="rect">
            <a:avLst/>
          </a:prstGeom>
          <a:noFill/>
        </p:spPr>
        <p:txBody>
          <a:bodyPr wrap="none" rtlCol="0">
            <a:spAutoFit/>
          </a:bodyPr>
          <a:lstStyle/>
          <a:p>
            <a:r>
              <a:rPr lang="zh-CN" altLang="en-US" sz="1013" dirty="0">
                <a:solidFill>
                  <a:schemeClr val="bg1"/>
                </a:solidFill>
                <a:latin typeface="+mj-ea"/>
                <a:ea typeface="+mj-ea"/>
                <a:cs typeface="Arial Unicode MS" panose="020B0604020202020204" pitchFamily="34" charset="-122"/>
              </a:rPr>
              <a:t>输入小标题</a:t>
            </a:r>
          </a:p>
        </p:txBody>
      </p:sp>
      <p:sp>
        <p:nvSpPr>
          <p:cNvPr id="154" name="文本框 153"/>
          <p:cNvSpPr txBox="1"/>
          <p:nvPr/>
        </p:nvSpPr>
        <p:spPr>
          <a:xfrm>
            <a:off x="1213554" y="1331001"/>
            <a:ext cx="1901390"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a:t>
            </a:r>
          </a:p>
        </p:txBody>
      </p:sp>
      <p:sp>
        <p:nvSpPr>
          <p:cNvPr id="155" name="文本框 154"/>
          <p:cNvSpPr txBox="1"/>
          <p:nvPr/>
        </p:nvSpPr>
        <p:spPr>
          <a:xfrm rot="19800000">
            <a:off x="4720072" y="3456608"/>
            <a:ext cx="833883" cy="248209"/>
          </a:xfrm>
          <a:prstGeom prst="rect">
            <a:avLst/>
          </a:prstGeom>
          <a:noFill/>
        </p:spPr>
        <p:txBody>
          <a:bodyPr wrap="none" rtlCol="0">
            <a:spAutoFit/>
          </a:bodyPr>
          <a:lstStyle/>
          <a:p>
            <a:r>
              <a:rPr lang="zh-CN" altLang="en-US" sz="1013" dirty="0">
                <a:solidFill>
                  <a:schemeClr val="bg1"/>
                </a:solidFill>
                <a:latin typeface="+mj-ea"/>
                <a:ea typeface="+mj-ea"/>
                <a:cs typeface="Arial Unicode MS" panose="020B0604020202020204" pitchFamily="34" charset="-122"/>
              </a:rPr>
              <a:t>输入小标题</a:t>
            </a:r>
          </a:p>
        </p:txBody>
      </p:sp>
      <p:sp>
        <p:nvSpPr>
          <p:cNvPr id="156" name="文本框 155"/>
          <p:cNvSpPr txBox="1"/>
          <p:nvPr/>
        </p:nvSpPr>
        <p:spPr>
          <a:xfrm rot="1800000">
            <a:off x="3048315" y="3272012"/>
            <a:ext cx="833883" cy="248209"/>
          </a:xfrm>
          <a:prstGeom prst="rect">
            <a:avLst/>
          </a:prstGeom>
          <a:noFill/>
        </p:spPr>
        <p:txBody>
          <a:bodyPr wrap="none" rtlCol="0">
            <a:spAutoFit/>
          </a:bodyPr>
          <a:lstStyle/>
          <a:p>
            <a:r>
              <a:rPr lang="zh-CN" altLang="en-US" sz="1013" dirty="0">
                <a:solidFill>
                  <a:schemeClr val="bg1"/>
                </a:solidFill>
                <a:latin typeface="+mj-ea"/>
                <a:ea typeface="+mj-ea"/>
                <a:cs typeface="Arial Unicode MS" panose="020B0604020202020204" pitchFamily="34" charset="-122"/>
              </a:rPr>
              <a:t>输入小标题</a:t>
            </a:r>
          </a:p>
        </p:txBody>
      </p:sp>
      <p:sp>
        <p:nvSpPr>
          <p:cNvPr id="157" name="文本框 156"/>
          <p:cNvSpPr txBox="1"/>
          <p:nvPr/>
        </p:nvSpPr>
        <p:spPr>
          <a:xfrm>
            <a:off x="6024915" y="1353001"/>
            <a:ext cx="1901390"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a:t>
            </a:r>
          </a:p>
        </p:txBody>
      </p:sp>
      <p:sp>
        <p:nvSpPr>
          <p:cNvPr id="158" name="文本框 157"/>
          <p:cNvSpPr txBox="1"/>
          <p:nvPr/>
        </p:nvSpPr>
        <p:spPr>
          <a:xfrm>
            <a:off x="6098657" y="3227263"/>
            <a:ext cx="1901390"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a:t>
            </a:r>
          </a:p>
        </p:txBody>
      </p:sp>
      <p:sp>
        <p:nvSpPr>
          <p:cNvPr id="159" name="文本框 158"/>
          <p:cNvSpPr txBox="1"/>
          <p:nvPr/>
        </p:nvSpPr>
        <p:spPr>
          <a:xfrm>
            <a:off x="1171400" y="3293434"/>
            <a:ext cx="1901390"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a:t>
            </a:r>
          </a:p>
        </p:txBody>
      </p:sp>
    </p:spTree>
    <p:extLst>
      <p:ext uri="{BB962C8B-B14F-4D97-AF65-F5344CB8AC3E}">
        <p14:creationId xmlns:p14="http://schemas.microsoft.com/office/powerpoint/2010/main" val="4120507838"/>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p:cTn id="7" dur="500" fill="hold"/>
                                        <p:tgtEl>
                                          <p:spTgt spid="77"/>
                                        </p:tgtEl>
                                        <p:attrNameLst>
                                          <p:attrName>ppt_w</p:attrName>
                                        </p:attrNameLst>
                                      </p:cBhvr>
                                      <p:tavLst>
                                        <p:tav tm="0">
                                          <p:val>
                                            <p:fltVal val="0"/>
                                          </p:val>
                                        </p:tav>
                                        <p:tav tm="100000">
                                          <p:val>
                                            <p:strVal val="#ppt_w"/>
                                          </p:val>
                                        </p:tav>
                                      </p:tavLst>
                                    </p:anim>
                                    <p:anim calcmode="lin" valueType="num">
                                      <p:cBhvr>
                                        <p:cTn id="8" dur="500" fill="hold"/>
                                        <p:tgtEl>
                                          <p:spTgt spid="77"/>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150"/>
                                        </p:tgtEl>
                                        <p:attrNameLst>
                                          <p:attrName>style.visibility</p:attrName>
                                        </p:attrNameLst>
                                      </p:cBhvr>
                                      <p:to>
                                        <p:strVal val="visible"/>
                                      </p:to>
                                    </p:set>
                                    <p:anim calcmode="lin" valueType="num">
                                      <p:cBhvr additive="base">
                                        <p:cTn id="12" dur="250"/>
                                        <p:tgtEl>
                                          <p:spTgt spid="150"/>
                                        </p:tgtEl>
                                        <p:attrNameLst>
                                          <p:attrName>ppt_y</p:attrName>
                                        </p:attrNameLst>
                                      </p:cBhvr>
                                      <p:tavLst>
                                        <p:tav tm="0">
                                          <p:val>
                                            <p:strVal val="#ppt_y+#ppt_h*1.125000"/>
                                          </p:val>
                                        </p:tav>
                                        <p:tav tm="100000">
                                          <p:val>
                                            <p:strVal val="#ppt_y"/>
                                          </p:val>
                                        </p:tav>
                                      </p:tavLst>
                                    </p:anim>
                                    <p:animEffect transition="in" filter="wipe(up)">
                                      <p:cBhvr>
                                        <p:cTn id="13" dur="250"/>
                                        <p:tgtEl>
                                          <p:spTgt spid="150"/>
                                        </p:tgtEl>
                                      </p:cBhvr>
                                    </p:animEffect>
                                  </p:childTnLst>
                                </p:cTn>
                              </p:par>
                            </p:childTnLst>
                          </p:cTn>
                        </p:par>
                        <p:par>
                          <p:cTn id="14" fill="hold">
                            <p:stCondLst>
                              <p:cond delay="750"/>
                            </p:stCondLst>
                            <p:childTnLst>
                              <p:par>
                                <p:cTn id="15" presetID="12" presetClass="entr" presetSubtype="1" fill="hold" grpId="0" nodeType="afterEffect">
                                  <p:stCondLst>
                                    <p:cond delay="0"/>
                                  </p:stCondLst>
                                  <p:childTnLst>
                                    <p:set>
                                      <p:cBhvr>
                                        <p:cTn id="16" dur="1" fill="hold">
                                          <p:stCondLst>
                                            <p:cond delay="0"/>
                                          </p:stCondLst>
                                        </p:cTn>
                                        <p:tgtEl>
                                          <p:spTgt spid="152"/>
                                        </p:tgtEl>
                                        <p:attrNameLst>
                                          <p:attrName>style.visibility</p:attrName>
                                        </p:attrNameLst>
                                      </p:cBhvr>
                                      <p:to>
                                        <p:strVal val="visible"/>
                                      </p:to>
                                    </p:set>
                                    <p:anim calcmode="lin" valueType="num">
                                      <p:cBhvr additive="base">
                                        <p:cTn id="17" dur="250"/>
                                        <p:tgtEl>
                                          <p:spTgt spid="152"/>
                                        </p:tgtEl>
                                        <p:attrNameLst>
                                          <p:attrName>ppt_y</p:attrName>
                                        </p:attrNameLst>
                                      </p:cBhvr>
                                      <p:tavLst>
                                        <p:tav tm="0">
                                          <p:val>
                                            <p:strVal val="#ppt_y-#ppt_h*1.125000"/>
                                          </p:val>
                                        </p:tav>
                                        <p:tav tm="100000">
                                          <p:val>
                                            <p:strVal val="#ppt_y"/>
                                          </p:val>
                                        </p:tav>
                                      </p:tavLst>
                                    </p:anim>
                                    <p:animEffect transition="in" filter="wipe(down)">
                                      <p:cBhvr>
                                        <p:cTn id="18" dur="250"/>
                                        <p:tgtEl>
                                          <p:spTgt spid="152"/>
                                        </p:tgtEl>
                                      </p:cBhvr>
                                    </p:animEffect>
                                  </p:childTnLst>
                                </p:cTn>
                              </p:par>
                            </p:childTnLst>
                          </p:cTn>
                        </p:par>
                        <p:par>
                          <p:cTn id="19" fill="hold">
                            <p:stCondLst>
                              <p:cond delay="1000"/>
                            </p:stCondLst>
                            <p:childTnLst>
                              <p:par>
                                <p:cTn id="20" presetID="2" presetClass="entr" presetSubtype="12" fill="hold" grpId="0" nodeType="afterEffect">
                                  <p:stCondLst>
                                    <p:cond delay="0"/>
                                  </p:stCondLst>
                                  <p:childTnLst>
                                    <p:set>
                                      <p:cBhvr>
                                        <p:cTn id="21" dur="1" fill="hold">
                                          <p:stCondLst>
                                            <p:cond delay="0"/>
                                          </p:stCondLst>
                                        </p:cTn>
                                        <p:tgtEl>
                                          <p:spTgt spid="79"/>
                                        </p:tgtEl>
                                        <p:attrNameLst>
                                          <p:attrName>style.visibility</p:attrName>
                                        </p:attrNameLst>
                                      </p:cBhvr>
                                      <p:to>
                                        <p:strVal val="visible"/>
                                      </p:to>
                                    </p:set>
                                    <p:anim calcmode="lin" valueType="num">
                                      <p:cBhvr additive="base">
                                        <p:cTn id="22" dur="250" fill="hold"/>
                                        <p:tgtEl>
                                          <p:spTgt spid="79"/>
                                        </p:tgtEl>
                                        <p:attrNameLst>
                                          <p:attrName>ppt_x</p:attrName>
                                        </p:attrNameLst>
                                      </p:cBhvr>
                                      <p:tavLst>
                                        <p:tav tm="0">
                                          <p:val>
                                            <p:strVal val="0-#ppt_w/2"/>
                                          </p:val>
                                        </p:tav>
                                        <p:tav tm="100000">
                                          <p:val>
                                            <p:strVal val="#ppt_x"/>
                                          </p:val>
                                        </p:tav>
                                      </p:tavLst>
                                    </p:anim>
                                    <p:anim calcmode="lin" valueType="num">
                                      <p:cBhvr additive="base">
                                        <p:cTn id="23" dur="250" fill="hold"/>
                                        <p:tgtEl>
                                          <p:spTgt spid="79"/>
                                        </p:tgtEl>
                                        <p:attrNameLst>
                                          <p:attrName>ppt_y</p:attrName>
                                        </p:attrNameLst>
                                      </p:cBhvr>
                                      <p:tavLst>
                                        <p:tav tm="0">
                                          <p:val>
                                            <p:strVal val="1+#ppt_h/2"/>
                                          </p:val>
                                        </p:tav>
                                        <p:tav tm="100000">
                                          <p:val>
                                            <p:strVal val="#ppt_y"/>
                                          </p:val>
                                        </p:tav>
                                      </p:tavLst>
                                    </p:anim>
                                  </p:childTnLst>
                                </p:cTn>
                              </p:par>
                            </p:childTnLst>
                          </p:cTn>
                        </p:par>
                        <p:par>
                          <p:cTn id="24" fill="hold">
                            <p:stCondLst>
                              <p:cond delay="1250"/>
                            </p:stCondLst>
                            <p:childTnLst>
                              <p:par>
                                <p:cTn id="25" presetID="2" presetClass="entr" presetSubtype="9" fill="hold" grpId="0" nodeType="afterEffect">
                                  <p:stCondLst>
                                    <p:cond delay="0"/>
                                  </p:stCondLst>
                                  <p:childTnLst>
                                    <p:set>
                                      <p:cBhvr>
                                        <p:cTn id="26" dur="1" fill="hold">
                                          <p:stCondLst>
                                            <p:cond delay="0"/>
                                          </p:stCondLst>
                                        </p:cTn>
                                        <p:tgtEl>
                                          <p:spTgt spid="80"/>
                                        </p:tgtEl>
                                        <p:attrNameLst>
                                          <p:attrName>style.visibility</p:attrName>
                                        </p:attrNameLst>
                                      </p:cBhvr>
                                      <p:to>
                                        <p:strVal val="visible"/>
                                      </p:to>
                                    </p:set>
                                    <p:anim calcmode="lin" valueType="num">
                                      <p:cBhvr additive="base">
                                        <p:cTn id="27" dur="250" fill="hold"/>
                                        <p:tgtEl>
                                          <p:spTgt spid="80"/>
                                        </p:tgtEl>
                                        <p:attrNameLst>
                                          <p:attrName>ppt_x</p:attrName>
                                        </p:attrNameLst>
                                      </p:cBhvr>
                                      <p:tavLst>
                                        <p:tav tm="0">
                                          <p:val>
                                            <p:strVal val="0-#ppt_w/2"/>
                                          </p:val>
                                        </p:tav>
                                        <p:tav tm="100000">
                                          <p:val>
                                            <p:strVal val="#ppt_x"/>
                                          </p:val>
                                        </p:tav>
                                      </p:tavLst>
                                    </p:anim>
                                    <p:anim calcmode="lin" valueType="num">
                                      <p:cBhvr additive="base">
                                        <p:cTn id="28" dur="250" fill="hold"/>
                                        <p:tgtEl>
                                          <p:spTgt spid="80"/>
                                        </p:tgtEl>
                                        <p:attrNameLst>
                                          <p:attrName>ppt_y</p:attrName>
                                        </p:attrNameLst>
                                      </p:cBhvr>
                                      <p:tavLst>
                                        <p:tav tm="0">
                                          <p:val>
                                            <p:strVal val="0-#ppt_h/2"/>
                                          </p:val>
                                        </p:tav>
                                        <p:tav tm="100000">
                                          <p:val>
                                            <p:strVal val="#ppt_y"/>
                                          </p:val>
                                        </p:tav>
                                      </p:tavLst>
                                    </p:anim>
                                  </p:childTnLst>
                                </p:cTn>
                              </p:par>
                            </p:childTnLst>
                          </p:cTn>
                        </p:par>
                        <p:par>
                          <p:cTn id="29" fill="hold">
                            <p:stCondLst>
                              <p:cond delay="1500"/>
                            </p:stCondLst>
                            <p:childTnLst>
                              <p:par>
                                <p:cTn id="30" presetID="2" presetClass="entr" presetSubtype="3" fill="hold" grpId="0" nodeType="afterEffect">
                                  <p:stCondLst>
                                    <p:cond delay="0"/>
                                  </p:stCondLst>
                                  <p:childTnLst>
                                    <p:set>
                                      <p:cBhvr>
                                        <p:cTn id="31" dur="1" fill="hold">
                                          <p:stCondLst>
                                            <p:cond delay="0"/>
                                          </p:stCondLst>
                                        </p:cTn>
                                        <p:tgtEl>
                                          <p:spTgt spid="81"/>
                                        </p:tgtEl>
                                        <p:attrNameLst>
                                          <p:attrName>style.visibility</p:attrName>
                                        </p:attrNameLst>
                                      </p:cBhvr>
                                      <p:to>
                                        <p:strVal val="visible"/>
                                      </p:to>
                                    </p:set>
                                    <p:anim calcmode="lin" valueType="num">
                                      <p:cBhvr additive="base">
                                        <p:cTn id="32" dur="250" fill="hold"/>
                                        <p:tgtEl>
                                          <p:spTgt spid="81"/>
                                        </p:tgtEl>
                                        <p:attrNameLst>
                                          <p:attrName>ppt_x</p:attrName>
                                        </p:attrNameLst>
                                      </p:cBhvr>
                                      <p:tavLst>
                                        <p:tav tm="0">
                                          <p:val>
                                            <p:strVal val="1+#ppt_w/2"/>
                                          </p:val>
                                        </p:tav>
                                        <p:tav tm="100000">
                                          <p:val>
                                            <p:strVal val="#ppt_x"/>
                                          </p:val>
                                        </p:tav>
                                      </p:tavLst>
                                    </p:anim>
                                    <p:anim calcmode="lin" valueType="num">
                                      <p:cBhvr additive="base">
                                        <p:cTn id="33" dur="250" fill="hold"/>
                                        <p:tgtEl>
                                          <p:spTgt spid="81"/>
                                        </p:tgtEl>
                                        <p:attrNameLst>
                                          <p:attrName>ppt_y</p:attrName>
                                        </p:attrNameLst>
                                      </p:cBhvr>
                                      <p:tavLst>
                                        <p:tav tm="0">
                                          <p:val>
                                            <p:strVal val="0-#ppt_h/2"/>
                                          </p:val>
                                        </p:tav>
                                        <p:tav tm="100000">
                                          <p:val>
                                            <p:strVal val="#ppt_y"/>
                                          </p:val>
                                        </p:tav>
                                      </p:tavLst>
                                    </p:anim>
                                  </p:childTnLst>
                                </p:cTn>
                              </p:par>
                            </p:childTnLst>
                          </p:cTn>
                        </p:par>
                        <p:par>
                          <p:cTn id="34" fill="hold">
                            <p:stCondLst>
                              <p:cond delay="1750"/>
                            </p:stCondLst>
                            <p:childTnLst>
                              <p:par>
                                <p:cTn id="35" presetID="2" presetClass="entr" presetSubtype="6" fill="hold" grpId="0" nodeType="afterEffect">
                                  <p:stCondLst>
                                    <p:cond delay="0"/>
                                  </p:stCondLst>
                                  <p:childTnLst>
                                    <p:set>
                                      <p:cBhvr>
                                        <p:cTn id="36" dur="1" fill="hold">
                                          <p:stCondLst>
                                            <p:cond delay="0"/>
                                          </p:stCondLst>
                                        </p:cTn>
                                        <p:tgtEl>
                                          <p:spTgt spid="78"/>
                                        </p:tgtEl>
                                        <p:attrNameLst>
                                          <p:attrName>style.visibility</p:attrName>
                                        </p:attrNameLst>
                                      </p:cBhvr>
                                      <p:to>
                                        <p:strVal val="visible"/>
                                      </p:to>
                                    </p:set>
                                    <p:anim calcmode="lin" valueType="num">
                                      <p:cBhvr additive="base">
                                        <p:cTn id="37" dur="250" fill="hold"/>
                                        <p:tgtEl>
                                          <p:spTgt spid="78"/>
                                        </p:tgtEl>
                                        <p:attrNameLst>
                                          <p:attrName>ppt_x</p:attrName>
                                        </p:attrNameLst>
                                      </p:cBhvr>
                                      <p:tavLst>
                                        <p:tav tm="0">
                                          <p:val>
                                            <p:strVal val="1+#ppt_w/2"/>
                                          </p:val>
                                        </p:tav>
                                        <p:tav tm="100000">
                                          <p:val>
                                            <p:strVal val="#ppt_x"/>
                                          </p:val>
                                        </p:tav>
                                      </p:tavLst>
                                    </p:anim>
                                    <p:anim calcmode="lin" valueType="num">
                                      <p:cBhvr additive="base">
                                        <p:cTn id="38" dur="250" fill="hold"/>
                                        <p:tgtEl>
                                          <p:spTgt spid="78"/>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2" presetClass="entr" presetSubtype="12" fill="hold" grpId="0" nodeType="afterEffect">
                                  <p:stCondLst>
                                    <p:cond delay="0"/>
                                  </p:stCondLst>
                                  <p:childTnLst>
                                    <p:set>
                                      <p:cBhvr>
                                        <p:cTn id="41" dur="1" fill="hold">
                                          <p:stCondLst>
                                            <p:cond delay="0"/>
                                          </p:stCondLst>
                                        </p:cTn>
                                        <p:tgtEl>
                                          <p:spTgt spid="151"/>
                                        </p:tgtEl>
                                        <p:attrNameLst>
                                          <p:attrName>style.visibility</p:attrName>
                                        </p:attrNameLst>
                                      </p:cBhvr>
                                      <p:to>
                                        <p:strVal val="visible"/>
                                      </p:to>
                                    </p:set>
                                    <p:anim calcmode="lin" valueType="num">
                                      <p:cBhvr additive="base">
                                        <p:cTn id="42" dur="250" fill="hold"/>
                                        <p:tgtEl>
                                          <p:spTgt spid="151"/>
                                        </p:tgtEl>
                                        <p:attrNameLst>
                                          <p:attrName>ppt_x</p:attrName>
                                        </p:attrNameLst>
                                      </p:cBhvr>
                                      <p:tavLst>
                                        <p:tav tm="0">
                                          <p:val>
                                            <p:strVal val="0-#ppt_w/2"/>
                                          </p:val>
                                        </p:tav>
                                        <p:tav tm="100000">
                                          <p:val>
                                            <p:strVal val="#ppt_x"/>
                                          </p:val>
                                        </p:tav>
                                      </p:tavLst>
                                    </p:anim>
                                    <p:anim calcmode="lin" valueType="num">
                                      <p:cBhvr additive="base">
                                        <p:cTn id="43" dur="250" fill="hold"/>
                                        <p:tgtEl>
                                          <p:spTgt spid="151"/>
                                        </p:tgtEl>
                                        <p:attrNameLst>
                                          <p:attrName>ppt_y</p:attrName>
                                        </p:attrNameLst>
                                      </p:cBhvr>
                                      <p:tavLst>
                                        <p:tav tm="0">
                                          <p:val>
                                            <p:strVal val="1+#ppt_h/2"/>
                                          </p:val>
                                        </p:tav>
                                        <p:tav tm="100000">
                                          <p:val>
                                            <p:strVal val="#ppt_y"/>
                                          </p:val>
                                        </p:tav>
                                      </p:tavLst>
                                    </p:anim>
                                  </p:childTnLst>
                                </p:cTn>
                              </p:par>
                            </p:childTnLst>
                          </p:cTn>
                        </p:par>
                        <p:par>
                          <p:cTn id="44" fill="hold">
                            <p:stCondLst>
                              <p:cond delay="2250"/>
                            </p:stCondLst>
                            <p:childTnLst>
                              <p:par>
                                <p:cTn id="45" presetID="2" presetClass="entr" presetSubtype="9" fill="hold" grpId="0" nodeType="afterEffect">
                                  <p:stCondLst>
                                    <p:cond delay="0"/>
                                  </p:stCondLst>
                                  <p:childTnLst>
                                    <p:set>
                                      <p:cBhvr>
                                        <p:cTn id="46" dur="1" fill="hold">
                                          <p:stCondLst>
                                            <p:cond delay="0"/>
                                          </p:stCondLst>
                                        </p:cTn>
                                        <p:tgtEl>
                                          <p:spTgt spid="156"/>
                                        </p:tgtEl>
                                        <p:attrNameLst>
                                          <p:attrName>style.visibility</p:attrName>
                                        </p:attrNameLst>
                                      </p:cBhvr>
                                      <p:to>
                                        <p:strVal val="visible"/>
                                      </p:to>
                                    </p:set>
                                    <p:anim calcmode="lin" valueType="num">
                                      <p:cBhvr additive="base">
                                        <p:cTn id="47" dur="250" fill="hold"/>
                                        <p:tgtEl>
                                          <p:spTgt spid="156"/>
                                        </p:tgtEl>
                                        <p:attrNameLst>
                                          <p:attrName>ppt_x</p:attrName>
                                        </p:attrNameLst>
                                      </p:cBhvr>
                                      <p:tavLst>
                                        <p:tav tm="0">
                                          <p:val>
                                            <p:strVal val="0-#ppt_w/2"/>
                                          </p:val>
                                        </p:tav>
                                        <p:tav tm="100000">
                                          <p:val>
                                            <p:strVal val="#ppt_x"/>
                                          </p:val>
                                        </p:tav>
                                      </p:tavLst>
                                    </p:anim>
                                    <p:anim calcmode="lin" valueType="num">
                                      <p:cBhvr additive="base">
                                        <p:cTn id="48" dur="250" fill="hold"/>
                                        <p:tgtEl>
                                          <p:spTgt spid="156"/>
                                        </p:tgtEl>
                                        <p:attrNameLst>
                                          <p:attrName>ppt_y</p:attrName>
                                        </p:attrNameLst>
                                      </p:cBhvr>
                                      <p:tavLst>
                                        <p:tav tm="0">
                                          <p:val>
                                            <p:strVal val="0-#ppt_h/2"/>
                                          </p:val>
                                        </p:tav>
                                        <p:tav tm="100000">
                                          <p:val>
                                            <p:strVal val="#ppt_y"/>
                                          </p:val>
                                        </p:tav>
                                      </p:tavLst>
                                    </p:anim>
                                  </p:childTnLst>
                                </p:cTn>
                              </p:par>
                            </p:childTnLst>
                          </p:cTn>
                        </p:par>
                        <p:par>
                          <p:cTn id="49" fill="hold">
                            <p:stCondLst>
                              <p:cond delay="2500"/>
                            </p:stCondLst>
                            <p:childTnLst>
                              <p:par>
                                <p:cTn id="50" presetID="2" presetClass="entr" presetSubtype="3" fill="hold" grpId="0" nodeType="afterEffect">
                                  <p:stCondLst>
                                    <p:cond delay="0"/>
                                  </p:stCondLst>
                                  <p:childTnLst>
                                    <p:set>
                                      <p:cBhvr>
                                        <p:cTn id="51" dur="1" fill="hold">
                                          <p:stCondLst>
                                            <p:cond delay="0"/>
                                          </p:stCondLst>
                                        </p:cTn>
                                        <p:tgtEl>
                                          <p:spTgt spid="155"/>
                                        </p:tgtEl>
                                        <p:attrNameLst>
                                          <p:attrName>style.visibility</p:attrName>
                                        </p:attrNameLst>
                                      </p:cBhvr>
                                      <p:to>
                                        <p:strVal val="visible"/>
                                      </p:to>
                                    </p:set>
                                    <p:anim calcmode="lin" valueType="num">
                                      <p:cBhvr additive="base">
                                        <p:cTn id="52" dur="250" fill="hold"/>
                                        <p:tgtEl>
                                          <p:spTgt spid="155"/>
                                        </p:tgtEl>
                                        <p:attrNameLst>
                                          <p:attrName>ppt_x</p:attrName>
                                        </p:attrNameLst>
                                      </p:cBhvr>
                                      <p:tavLst>
                                        <p:tav tm="0">
                                          <p:val>
                                            <p:strVal val="1+#ppt_w/2"/>
                                          </p:val>
                                        </p:tav>
                                        <p:tav tm="100000">
                                          <p:val>
                                            <p:strVal val="#ppt_x"/>
                                          </p:val>
                                        </p:tav>
                                      </p:tavLst>
                                    </p:anim>
                                    <p:anim calcmode="lin" valueType="num">
                                      <p:cBhvr additive="base">
                                        <p:cTn id="53" dur="250" fill="hold"/>
                                        <p:tgtEl>
                                          <p:spTgt spid="155"/>
                                        </p:tgtEl>
                                        <p:attrNameLst>
                                          <p:attrName>ppt_y</p:attrName>
                                        </p:attrNameLst>
                                      </p:cBhvr>
                                      <p:tavLst>
                                        <p:tav tm="0">
                                          <p:val>
                                            <p:strVal val="0-#ppt_h/2"/>
                                          </p:val>
                                        </p:tav>
                                        <p:tav tm="100000">
                                          <p:val>
                                            <p:strVal val="#ppt_y"/>
                                          </p:val>
                                        </p:tav>
                                      </p:tavLst>
                                    </p:anim>
                                  </p:childTnLst>
                                </p:cTn>
                              </p:par>
                            </p:childTnLst>
                          </p:cTn>
                        </p:par>
                        <p:par>
                          <p:cTn id="54" fill="hold">
                            <p:stCondLst>
                              <p:cond delay="2750"/>
                            </p:stCondLst>
                            <p:childTnLst>
                              <p:par>
                                <p:cTn id="55" presetID="2" presetClass="entr" presetSubtype="6" fill="hold" grpId="0" nodeType="afterEffect">
                                  <p:stCondLst>
                                    <p:cond delay="0"/>
                                  </p:stCondLst>
                                  <p:childTnLst>
                                    <p:set>
                                      <p:cBhvr>
                                        <p:cTn id="56" dur="1" fill="hold">
                                          <p:stCondLst>
                                            <p:cond delay="0"/>
                                          </p:stCondLst>
                                        </p:cTn>
                                        <p:tgtEl>
                                          <p:spTgt spid="153"/>
                                        </p:tgtEl>
                                        <p:attrNameLst>
                                          <p:attrName>style.visibility</p:attrName>
                                        </p:attrNameLst>
                                      </p:cBhvr>
                                      <p:to>
                                        <p:strVal val="visible"/>
                                      </p:to>
                                    </p:set>
                                    <p:anim calcmode="lin" valueType="num">
                                      <p:cBhvr additive="base">
                                        <p:cTn id="57" dur="250" fill="hold"/>
                                        <p:tgtEl>
                                          <p:spTgt spid="153"/>
                                        </p:tgtEl>
                                        <p:attrNameLst>
                                          <p:attrName>ppt_x</p:attrName>
                                        </p:attrNameLst>
                                      </p:cBhvr>
                                      <p:tavLst>
                                        <p:tav tm="0">
                                          <p:val>
                                            <p:strVal val="1+#ppt_w/2"/>
                                          </p:val>
                                        </p:tav>
                                        <p:tav tm="100000">
                                          <p:val>
                                            <p:strVal val="#ppt_x"/>
                                          </p:val>
                                        </p:tav>
                                      </p:tavLst>
                                    </p:anim>
                                    <p:anim calcmode="lin" valueType="num">
                                      <p:cBhvr additive="base">
                                        <p:cTn id="58" dur="250" fill="hold"/>
                                        <p:tgtEl>
                                          <p:spTgt spid="153"/>
                                        </p:tgtEl>
                                        <p:attrNameLst>
                                          <p:attrName>ppt_y</p:attrName>
                                        </p:attrNameLst>
                                      </p:cBhvr>
                                      <p:tavLst>
                                        <p:tav tm="0">
                                          <p:val>
                                            <p:strVal val="1+#ppt_h/2"/>
                                          </p:val>
                                        </p:tav>
                                        <p:tav tm="100000">
                                          <p:val>
                                            <p:strVal val="#ppt_y"/>
                                          </p:val>
                                        </p:tav>
                                      </p:tavLst>
                                    </p:anim>
                                  </p:childTnLst>
                                </p:cTn>
                              </p:par>
                            </p:childTnLst>
                          </p:cTn>
                        </p:par>
                        <p:par>
                          <p:cTn id="59" fill="hold">
                            <p:stCondLst>
                              <p:cond delay="3000"/>
                            </p:stCondLst>
                            <p:childTnLst>
                              <p:par>
                                <p:cTn id="60" presetID="2" presetClass="entr" presetSubtype="8" fill="hold" grpId="0" nodeType="afterEffect">
                                  <p:stCondLst>
                                    <p:cond delay="0"/>
                                  </p:stCondLst>
                                  <p:childTnLst>
                                    <p:set>
                                      <p:cBhvr>
                                        <p:cTn id="61" dur="1" fill="hold">
                                          <p:stCondLst>
                                            <p:cond delay="0"/>
                                          </p:stCondLst>
                                        </p:cTn>
                                        <p:tgtEl>
                                          <p:spTgt spid="154"/>
                                        </p:tgtEl>
                                        <p:attrNameLst>
                                          <p:attrName>style.visibility</p:attrName>
                                        </p:attrNameLst>
                                      </p:cBhvr>
                                      <p:to>
                                        <p:strVal val="visible"/>
                                      </p:to>
                                    </p:set>
                                    <p:anim calcmode="lin" valueType="num">
                                      <p:cBhvr additive="base">
                                        <p:cTn id="62" dur="250" fill="hold"/>
                                        <p:tgtEl>
                                          <p:spTgt spid="154"/>
                                        </p:tgtEl>
                                        <p:attrNameLst>
                                          <p:attrName>ppt_x</p:attrName>
                                        </p:attrNameLst>
                                      </p:cBhvr>
                                      <p:tavLst>
                                        <p:tav tm="0">
                                          <p:val>
                                            <p:strVal val="0-#ppt_w/2"/>
                                          </p:val>
                                        </p:tav>
                                        <p:tav tm="100000">
                                          <p:val>
                                            <p:strVal val="#ppt_x"/>
                                          </p:val>
                                        </p:tav>
                                      </p:tavLst>
                                    </p:anim>
                                    <p:anim calcmode="lin" valueType="num">
                                      <p:cBhvr additive="base">
                                        <p:cTn id="63" dur="250" fill="hold"/>
                                        <p:tgtEl>
                                          <p:spTgt spid="154"/>
                                        </p:tgtEl>
                                        <p:attrNameLst>
                                          <p:attrName>ppt_y</p:attrName>
                                        </p:attrNameLst>
                                      </p:cBhvr>
                                      <p:tavLst>
                                        <p:tav tm="0">
                                          <p:val>
                                            <p:strVal val="#ppt_y"/>
                                          </p:val>
                                        </p:tav>
                                        <p:tav tm="100000">
                                          <p:val>
                                            <p:strVal val="#ppt_y"/>
                                          </p:val>
                                        </p:tav>
                                      </p:tavLst>
                                    </p:anim>
                                  </p:childTnLst>
                                </p:cTn>
                              </p:par>
                            </p:childTnLst>
                          </p:cTn>
                        </p:par>
                        <p:par>
                          <p:cTn id="64" fill="hold">
                            <p:stCondLst>
                              <p:cond delay="3250"/>
                            </p:stCondLst>
                            <p:childTnLst>
                              <p:par>
                                <p:cTn id="65" presetID="2" presetClass="entr" presetSubtype="8" fill="hold" grpId="0" nodeType="afterEffect">
                                  <p:stCondLst>
                                    <p:cond delay="0"/>
                                  </p:stCondLst>
                                  <p:childTnLst>
                                    <p:set>
                                      <p:cBhvr>
                                        <p:cTn id="66" dur="1" fill="hold">
                                          <p:stCondLst>
                                            <p:cond delay="0"/>
                                          </p:stCondLst>
                                        </p:cTn>
                                        <p:tgtEl>
                                          <p:spTgt spid="159"/>
                                        </p:tgtEl>
                                        <p:attrNameLst>
                                          <p:attrName>style.visibility</p:attrName>
                                        </p:attrNameLst>
                                      </p:cBhvr>
                                      <p:to>
                                        <p:strVal val="visible"/>
                                      </p:to>
                                    </p:set>
                                    <p:anim calcmode="lin" valueType="num">
                                      <p:cBhvr additive="base">
                                        <p:cTn id="67" dur="250" fill="hold"/>
                                        <p:tgtEl>
                                          <p:spTgt spid="159"/>
                                        </p:tgtEl>
                                        <p:attrNameLst>
                                          <p:attrName>ppt_x</p:attrName>
                                        </p:attrNameLst>
                                      </p:cBhvr>
                                      <p:tavLst>
                                        <p:tav tm="0">
                                          <p:val>
                                            <p:strVal val="0-#ppt_w/2"/>
                                          </p:val>
                                        </p:tav>
                                        <p:tav tm="100000">
                                          <p:val>
                                            <p:strVal val="#ppt_x"/>
                                          </p:val>
                                        </p:tav>
                                      </p:tavLst>
                                    </p:anim>
                                    <p:anim calcmode="lin" valueType="num">
                                      <p:cBhvr additive="base">
                                        <p:cTn id="68" dur="250" fill="hold"/>
                                        <p:tgtEl>
                                          <p:spTgt spid="159"/>
                                        </p:tgtEl>
                                        <p:attrNameLst>
                                          <p:attrName>ppt_y</p:attrName>
                                        </p:attrNameLst>
                                      </p:cBhvr>
                                      <p:tavLst>
                                        <p:tav tm="0">
                                          <p:val>
                                            <p:strVal val="#ppt_y"/>
                                          </p:val>
                                        </p:tav>
                                        <p:tav tm="100000">
                                          <p:val>
                                            <p:strVal val="#ppt_y"/>
                                          </p:val>
                                        </p:tav>
                                      </p:tavLst>
                                    </p:anim>
                                  </p:childTnLst>
                                </p:cTn>
                              </p:par>
                            </p:childTnLst>
                          </p:cTn>
                        </p:par>
                        <p:par>
                          <p:cTn id="69" fill="hold">
                            <p:stCondLst>
                              <p:cond delay="3500"/>
                            </p:stCondLst>
                            <p:childTnLst>
                              <p:par>
                                <p:cTn id="70" presetID="2" presetClass="entr" presetSubtype="2" fill="hold" grpId="0" nodeType="afterEffect">
                                  <p:stCondLst>
                                    <p:cond delay="0"/>
                                  </p:stCondLst>
                                  <p:childTnLst>
                                    <p:set>
                                      <p:cBhvr>
                                        <p:cTn id="71" dur="1" fill="hold">
                                          <p:stCondLst>
                                            <p:cond delay="0"/>
                                          </p:stCondLst>
                                        </p:cTn>
                                        <p:tgtEl>
                                          <p:spTgt spid="158"/>
                                        </p:tgtEl>
                                        <p:attrNameLst>
                                          <p:attrName>style.visibility</p:attrName>
                                        </p:attrNameLst>
                                      </p:cBhvr>
                                      <p:to>
                                        <p:strVal val="visible"/>
                                      </p:to>
                                    </p:set>
                                    <p:anim calcmode="lin" valueType="num">
                                      <p:cBhvr additive="base">
                                        <p:cTn id="72" dur="250" fill="hold"/>
                                        <p:tgtEl>
                                          <p:spTgt spid="158"/>
                                        </p:tgtEl>
                                        <p:attrNameLst>
                                          <p:attrName>ppt_x</p:attrName>
                                        </p:attrNameLst>
                                      </p:cBhvr>
                                      <p:tavLst>
                                        <p:tav tm="0">
                                          <p:val>
                                            <p:strVal val="1+#ppt_w/2"/>
                                          </p:val>
                                        </p:tav>
                                        <p:tav tm="100000">
                                          <p:val>
                                            <p:strVal val="#ppt_x"/>
                                          </p:val>
                                        </p:tav>
                                      </p:tavLst>
                                    </p:anim>
                                    <p:anim calcmode="lin" valueType="num">
                                      <p:cBhvr additive="base">
                                        <p:cTn id="73" dur="250" fill="hold"/>
                                        <p:tgtEl>
                                          <p:spTgt spid="158"/>
                                        </p:tgtEl>
                                        <p:attrNameLst>
                                          <p:attrName>ppt_y</p:attrName>
                                        </p:attrNameLst>
                                      </p:cBhvr>
                                      <p:tavLst>
                                        <p:tav tm="0">
                                          <p:val>
                                            <p:strVal val="#ppt_y"/>
                                          </p:val>
                                        </p:tav>
                                        <p:tav tm="100000">
                                          <p:val>
                                            <p:strVal val="#ppt_y"/>
                                          </p:val>
                                        </p:tav>
                                      </p:tavLst>
                                    </p:anim>
                                  </p:childTnLst>
                                </p:cTn>
                              </p:par>
                            </p:childTnLst>
                          </p:cTn>
                        </p:par>
                        <p:par>
                          <p:cTn id="74" fill="hold">
                            <p:stCondLst>
                              <p:cond delay="3750"/>
                            </p:stCondLst>
                            <p:childTnLst>
                              <p:par>
                                <p:cTn id="75" presetID="2" presetClass="entr" presetSubtype="2" fill="hold" grpId="0" nodeType="afterEffect">
                                  <p:stCondLst>
                                    <p:cond delay="0"/>
                                  </p:stCondLst>
                                  <p:childTnLst>
                                    <p:set>
                                      <p:cBhvr>
                                        <p:cTn id="76" dur="1" fill="hold">
                                          <p:stCondLst>
                                            <p:cond delay="0"/>
                                          </p:stCondLst>
                                        </p:cTn>
                                        <p:tgtEl>
                                          <p:spTgt spid="157"/>
                                        </p:tgtEl>
                                        <p:attrNameLst>
                                          <p:attrName>style.visibility</p:attrName>
                                        </p:attrNameLst>
                                      </p:cBhvr>
                                      <p:to>
                                        <p:strVal val="visible"/>
                                      </p:to>
                                    </p:set>
                                    <p:anim calcmode="lin" valueType="num">
                                      <p:cBhvr additive="base">
                                        <p:cTn id="77" dur="250" fill="hold"/>
                                        <p:tgtEl>
                                          <p:spTgt spid="157"/>
                                        </p:tgtEl>
                                        <p:attrNameLst>
                                          <p:attrName>ppt_x</p:attrName>
                                        </p:attrNameLst>
                                      </p:cBhvr>
                                      <p:tavLst>
                                        <p:tav tm="0">
                                          <p:val>
                                            <p:strVal val="1+#ppt_w/2"/>
                                          </p:val>
                                        </p:tav>
                                        <p:tav tm="100000">
                                          <p:val>
                                            <p:strVal val="#ppt_x"/>
                                          </p:val>
                                        </p:tav>
                                      </p:tavLst>
                                    </p:anim>
                                    <p:anim calcmode="lin" valueType="num">
                                      <p:cBhvr additive="base">
                                        <p:cTn id="78" dur="250" fill="hold"/>
                                        <p:tgtEl>
                                          <p:spTgt spid="1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animBg="1"/>
      <p:bldP spid="79" grpId="0" animBg="1"/>
      <p:bldP spid="80" grpId="0" animBg="1"/>
      <p:bldP spid="81" grpId="0" animBg="1"/>
      <p:bldP spid="150" grpId="0" animBg="1"/>
      <p:bldP spid="151" grpId="0"/>
      <p:bldP spid="152" grpId="0"/>
      <p:bldP spid="153" grpId="0"/>
      <p:bldP spid="154" grpId="0"/>
      <p:bldP spid="155" grpId="0"/>
      <p:bldP spid="156" grpId="0"/>
      <p:bldP spid="157" grpId="0"/>
      <p:bldP spid="158" grpId="0"/>
      <p:bldP spid="15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24" name="Freeform 35"/>
          <p:cNvSpPr/>
          <p:nvPr/>
        </p:nvSpPr>
        <p:spPr bwMode="auto">
          <a:xfrm>
            <a:off x="5630861" y="1230184"/>
            <a:ext cx="423863" cy="2909888"/>
          </a:xfrm>
          <a:custGeom>
            <a:avLst/>
            <a:gdLst>
              <a:gd name="T0" fmla="*/ 15 w 41"/>
              <a:gd name="T1" fmla="*/ 41 h 281"/>
              <a:gd name="T2" fmla="*/ 11 w 41"/>
              <a:gd name="T3" fmla="*/ 13 h 281"/>
              <a:gd name="T4" fmla="*/ 0 w 41"/>
              <a:gd name="T5" fmla="*/ 0 h 281"/>
              <a:gd name="T6" fmla="*/ 21 w 41"/>
              <a:gd name="T7" fmla="*/ 9 h 281"/>
              <a:gd name="T8" fmla="*/ 27 w 41"/>
              <a:gd name="T9" fmla="*/ 45 h 281"/>
              <a:gd name="T10" fmla="*/ 27 w 41"/>
              <a:gd name="T11" fmla="*/ 103 h 281"/>
              <a:gd name="T12" fmla="*/ 30 w 41"/>
              <a:gd name="T13" fmla="*/ 128 h 281"/>
              <a:gd name="T14" fmla="*/ 41 w 41"/>
              <a:gd name="T15" fmla="*/ 141 h 281"/>
              <a:gd name="T16" fmla="*/ 30 w 41"/>
              <a:gd name="T17" fmla="*/ 153 h 281"/>
              <a:gd name="T18" fmla="*/ 27 w 41"/>
              <a:gd name="T19" fmla="*/ 179 h 281"/>
              <a:gd name="T20" fmla="*/ 27 w 41"/>
              <a:gd name="T21" fmla="*/ 232 h 281"/>
              <a:gd name="T22" fmla="*/ 25 w 41"/>
              <a:gd name="T23" fmla="*/ 262 h 281"/>
              <a:gd name="T24" fmla="*/ 16 w 41"/>
              <a:gd name="T25" fmla="*/ 277 h 281"/>
              <a:gd name="T26" fmla="*/ 0 w 41"/>
              <a:gd name="T27" fmla="*/ 281 h 281"/>
              <a:gd name="T28" fmla="*/ 11 w 41"/>
              <a:gd name="T29" fmla="*/ 268 h 281"/>
              <a:gd name="T30" fmla="*/ 15 w 41"/>
              <a:gd name="T31" fmla="*/ 240 h 281"/>
              <a:gd name="T32" fmla="*/ 15 w 41"/>
              <a:gd name="T33" fmla="*/ 186 h 281"/>
              <a:gd name="T34" fmla="*/ 17 w 41"/>
              <a:gd name="T35" fmla="*/ 155 h 281"/>
              <a:gd name="T36" fmla="*/ 29 w 41"/>
              <a:gd name="T37" fmla="*/ 141 h 281"/>
              <a:gd name="T38" fmla="*/ 17 w 41"/>
              <a:gd name="T39" fmla="*/ 127 h 281"/>
              <a:gd name="T40" fmla="*/ 15 w 41"/>
              <a:gd name="T41" fmla="*/ 98 h 281"/>
              <a:gd name="T42" fmla="*/ 15 w 41"/>
              <a:gd name="T43" fmla="*/ 4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bg1">
              <a:lumMod val="75000"/>
            </a:schemeClr>
          </a:solidFill>
          <a:ln>
            <a:noFill/>
          </a:ln>
        </p:spPr>
        <p:txBody>
          <a:bodyPr vert="horz" wrap="square" lIns="91440" tIns="45720" rIns="91440" bIns="45720" numCol="1" anchor="t" anchorCtr="0" compatLnSpc="1"/>
          <a:lstStyle/>
          <a:p>
            <a:pPr fontAlgn="base">
              <a:spcBef>
                <a:spcPct val="0"/>
              </a:spcBef>
              <a:spcAft>
                <a:spcPct val="0"/>
              </a:spcAft>
            </a:pPr>
            <a:endParaRPr lang="zh-CN" altLang="en-US">
              <a:solidFill>
                <a:prstClr val="black"/>
              </a:solidFill>
            </a:endParaRPr>
          </a:p>
        </p:txBody>
      </p:sp>
      <p:sp>
        <p:nvSpPr>
          <p:cNvPr id="69" name="TextBox 682"/>
          <p:cNvSpPr txBox="1"/>
          <p:nvPr/>
        </p:nvSpPr>
        <p:spPr>
          <a:xfrm>
            <a:off x="6253952" y="1971098"/>
            <a:ext cx="1726755" cy="923330"/>
          </a:xfrm>
          <a:prstGeom prst="rect">
            <a:avLst/>
          </a:prstGeom>
          <a:noFill/>
        </p:spPr>
        <p:txBody>
          <a:bodyPr wrap="none">
            <a:spAutoFit/>
          </a:bodyPr>
          <a:lstStyle>
            <a:defPPr>
              <a:defRPr lang="zh-CN"/>
            </a:defPPr>
            <a:lvl1pPr algn="ctr" fontAlgn="auto">
              <a:spcBef>
                <a:spcPts val="0"/>
              </a:spcBef>
              <a:spcAft>
                <a:spcPts val="0"/>
              </a:spcAft>
              <a:defRPr sz="1200" spc="300">
                <a:solidFill>
                  <a:srgbClr val="284848"/>
                </a:solidFill>
                <a:latin typeface="微软雅黑" pitchFamily="34" charset="-122"/>
                <a:ea typeface="微软雅黑" pitchFamily="34" charset="-122"/>
                <a:cs typeface="Arial" pitchFamily="34" charset="0"/>
              </a:defRPr>
            </a:lvl1pPr>
          </a:lstStyle>
          <a:p>
            <a:r>
              <a:rPr lang="en-US" altLang="zh-CN" sz="5400" dirty="0">
                <a:solidFill>
                  <a:prstClr val="black">
                    <a:lumMod val="75000"/>
                    <a:lumOff val="25000"/>
                  </a:prstClr>
                </a:solidFill>
              </a:rPr>
              <a:t>75%</a:t>
            </a:r>
            <a:endParaRPr lang="zh-CN" altLang="en-US" sz="5400" dirty="0">
              <a:solidFill>
                <a:prstClr val="black">
                  <a:lumMod val="75000"/>
                  <a:lumOff val="25000"/>
                </a:prstClr>
              </a:solidFill>
            </a:endParaRPr>
          </a:p>
        </p:txBody>
      </p:sp>
      <p:sp>
        <p:nvSpPr>
          <p:cNvPr id="73" name="矩形 1"/>
          <p:cNvSpPr>
            <a:spLocks noChangeArrowheads="1"/>
          </p:cNvSpPr>
          <p:nvPr/>
        </p:nvSpPr>
        <p:spPr bwMode="auto">
          <a:xfrm>
            <a:off x="6283972" y="2876422"/>
            <a:ext cx="1726756" cy="1304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dist" fontAlgn="base">
              <a:lnSpc>
                <a:spcPct val="150000"/>
              </a:lnSpc>
              <a:spcBef>
                <a:spcPct val="0"/>
              </a:spcBef>
              <a:spcAft>
                <a:spcPct val="0"/>
              </a:spcAft>
            </a:pPr>
            <a:r>
              <a:rPr lang="zh-CN" altLang="en-US" sz="1050" dirty="0">
                <a:solidFill>
                  <a:prstClr val="black">
                    <a:lumMod val="75000"/>
                    <a:lumOff val="25000"/>
                  </a:prstClr>
                </a:solidFill>
                <a:latin typeface="微软雅黑" pitchFamily="34" charset="-122"/>
                <a:ea typeface="微软雅黑" pitchFamily="34" charset="-122"/>
              </a:rPr>
              <a:t>单击此处添加文字内容</a:t>
            </a:r>
            <a:endParaRPr lang="en-US" altLang="zh-CN" sz="1050" dirty="0">
              <a:solidFill>
                <a:prstClr val="black">
                  <a:lumMod val="75000"/>
                  <a:lumOff val="25000"/>
                </a:prstClr>
              </a:solidFill>
              <a:latin typeface="微软雅黑" pitchFamily="34" charset="-122"/>
              <a:ea typeface="微软雅黑" pitchFamily="34" charset="-122"/>
            </a:endParaRPr>
          </a:p>
          <a:p>
            <a:pPr algn="dist" fontAlgn="base">
              <a:lnSpc>
                <a:spcPct val="150000"/>
              </a:lnSpc>
              <a:spcBef>
                <a:spcPct val="0"/>
              </a:spcBef>
              <a:spcAft>
                <a:spcPct val="0"/>
              </a:spcAft>
            </a:pPr>
            <a:r>
              <a:rPr lang="zh-CN" altLang="en-US" sz="1050" dirty="0">
                <a:solidFill>
                  <a:prstClr val="black">
                    <a:lumMod val="75000"/>
                    <a:lumOff val="25000"/>
                  </a:prstClr>
                </a:solidFill>
                <a:latin typeface="微软雅黑" pitchFamily="34" charset="-122"/>
                <a:ea typeface="微软雅黑" pitchFamily="34" charset="-122"/>
              </a:rPr>
              <a:t>单击此处添加文字内容</a:t>
            </a:r>
            <a:endParaRPr lang="zh-CN" altLang="zh-CN" sz="1050" dirty="0">
              <a:solidFill>
                <a:prstClr val="black">
                  <a:lumMod val="75000"/>
                  <a:lumOff val="25000"/>
                </a:prstClr>
              </a:solidFill>
              <a:latin typeface="微软雅黑" pitchFamily="34" charset="-122"/>
              <a:ea typeface="微软雅黑" pitchFamily="34" charset="-122"/>
            </a:endParaRPr>
          </a:p>
          <a:p>
            <a:pPr algn="dist" fontAlgn="base">
              <a:lnSpc>
                <a:spcPct val="150000"/>
              </a:lnSpc>
              <a:spcBef>
                <a:spcPct val="0"/>
              </a:spcBef>
              <a:spcAft>
                <a:spcPct val="0"/>
              </a:spcAft>
            </a:pPr>
            <a:r>
              <a:rPr lang="zh-CN" altLang="en-US" sz="1050" dirty="0">
                <a:solidFill>
                  <a:prstClr val="black">
                    <a:lumMod val="75000"/>
                    <a:lumOff val="25000"/>
                  </a:prstClr>
                </a:solidFill>
                <a:latin typeface="微软雅黑" pitchFamily="34" charset="-122"/>
                <a:ea typeface="微软雅黑" pitchFamily="34" charset="-122"/>
              </a:rPr>
              <a:t>单击此处添加文字内容</a:t>
            </a:r>
            <a:endParaRPr lang="zh-CN" altLang="zh-CN" sz="1050" dirty="0">
              <a:solidFill>
                <a:prstClr val="black">
                  <a:lumMod val="75000"/>
                  <a:lumOff val="25000"/>
                </a:prstClr>
              </a:solidFill>
              <a:latin typeface="微软雅黑" pitchFamily="34" charset="-122"/>
              <a:ea typeface="微软雅黑" pitchFamily="34" charset="-122"/>
            </a:endParaRPr>
          </a:p>
          <a:p>
            <a:pPr algn="dist" fontAlgn="base">
              <a:lnSpc>
                <a:spcPct val="150000"/>
              </a:lnSpc>
              <a:spcBef>
                <a:spcPct val="0"/>
              </a:spcBef>
              <a:spcAft>
                <a:spcPct val="0"/>
              </a:spcAft>
            </a:pPr>
            <a:r>
              <a:rPr lang="zh-CN" altLang="en-US" sz="1050" dirty="0">
                <a:solidFill>
                  <a:prstClr val="black">
                    <a:lumMod val="75000"/>
                    <a:lumOff val="25000"/>
                  </a:prstClr>
                </a:solidFill>
                <a:latin typeface="微软雅黑" pitchFamily="34" charset="-122"/>
                <a:ea typeface="微软雅黑" pitchFamily="34" charset="-122"/>
              </a:rPr>
              <a:t>单击此处添加文字内容</a:t>
            </a:r>
            <a:endParaRPr lang="zh-CN" altLang="zh-CN" sz="1050" dirty="0">
              <a:solidFill>
                <a:prstClr val="black">
                  <a:lumMod val="75000"/>
                  <a:lumOff val="25000"/>
                </a:prstClr>
              </a:solidFill>
              <a:latin typeface="微软雅黑" pitchFamily="34" charset="-122"/>
              <a:ea typeface="微软雅黑" pitchFamily="34" charset="-122"/>
            </a:endParaRPr>
          </a:p>
          <a:p>
            <a:pPr algn="dist" fontAlgn="base">
              <a:lnSpc>
                <a:spcPct val="150000"/>
              </a:lnSpc>
              <a:spcBef>
                <a:spcPct val="0"/>
              </a:spcBef>
              <a:spcAft>
                <a:spcPct val="0"/>
              </a:spcAft>
            </a:pPr>
            <a:r>
              <a:rPr lang="zh-CN" altLang="en-US" sz="1050" dirty="0">
                <a:solidFill>
                  <a:prstClr val="black">
                    <a:lumMod val="75000"/>
                    <a:lumOff val="25000"/>
                  </a:prstClr>
                </a:solidFill>
                <a:latin typeface="微软雅黑" pitchFamily="34" charset="-122"/>
                <a:ea typeface="微软雅黑" pitchFamily="34" charset="-122"/>
              </a:rPr>
              <a:t>单击此处添加文字内容</a:t>
            </a:r>
            <a:endParaRPr lang="zh-CN" altLang="zh-CN" sz="1050" dirty="0">
              <a:solidFill>
                <a:prstClr val="black">
                  <a:lumMod val="75000"/>
                  <a:lumOff val="25000"/>
                </a:prstClr>
              </a:solidFill>
              <a:latin typeface="微软雅黑" pitchFamily="34" charset="-122"/>
              <a:ea typeface="微软雅黑" pitchFamily="34" charset="-122"/>
            </a:endParaRPr>
          </a:p>
        </p:txBody>
      </p:sp>
      <p:grpSp>
        <p:nvGrpSpPr>
          <p:cNvPr id="35" name="组合 34"/>
          <p:cNvGrpSpPr/>
          <p:nvPr/>
        </p:nvGrpSpPr>
        <p:grpSpPr>
          <a:xfrm>
            <a:off x="1067939" y="1066008"/>
            <a:ext cx="2400302" cy="590550"/>
            <a:chOff x="1109324" y="1803110"/>
            <a:chExt cx="3200402" cy="787400"/>
          </a:xfrm>
        </p:grpSpPr>
        <p:sp>
          <p:nvSpPr>
            <p:cNvPr id="36" name="Oval 29"/>
            <p:cNvSpPr>
              <a:spLocks noChangeArrowheads="1"/>
            </p:cNvSpPr>
            <p:nvPr/>
          </p:nvSpPr>
          <p:spPr bwMode="auto">
            <a:xfrm>
              <a:off x="1187642" y="1803110"/>
              <a:ext cx="156633" cy="150284"/>
            </a:xfrm>
            <a:prstGeom prst="ellipse">
              <a:avLst/>
            </a:pr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37" name="Freeform 30"/>
            <p:cNvSpPr/>
            <p:nvPr/>
          </p:nvSpPr>
          <p:spPr bwMode="auto">
            <a:xfrm>
              <a:off x="1109324" y="1968210"/>
              <a:ext cx="315384" cy="622300"/>
            </a:xfrm>
            <a:custGeom>
              <a:avLst/>
              <a:gdLst>
                <a:gd name="T0" fmla="*/ 40 w 40"/>
                <a:gd name="T1" fmla="*/ 12 h 79"/>
                <a:gd name="T2" fmla="*/ 29 w 40"/>
                <a:gd name="T3" fmla="*/ 0 h 79"/>
                <a:gd name="T4" fmla="*/ 17 w 40"/>
                <a:gd name="T5" fmla="*/ 0 h 79"/>
                <a:gd name="T6" fmla="*/ 16 w 40"/>
                <a:gd name="T7" fmla="*/ 0 h 79"/>
                <a:gd name="T8" fmla="*/ 12 w 40"/>
                <a:gd name="T9" fmla="*/ 0 h 79"/>
                <a:gd name="T10" fmla="*/ 0 w 40"/>
                <a:gd name="T11" fmla="*/ 12 h 79"/>
                <a:gd name="T12" fmla="*/ 0 w 40"/>
                <a:gd name="T13" fmla="*/ 12 h 79"/>
                <a:gd name="T14" fmla="*/ 0 w 40"/>
                <a:gd name="T15" fmla="*/ 35 h 79"/>
                <a:gd name="T16" fmla="*/ 4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7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7 h 79"/>
                <a:gd name="T52" fmla="*/ 31 w 40"/>
                <a:gd name="T53" fmla="*/ 22 h 79"/>
                <a:gd name="T54" fmla="*/ 31 w 40"/>
                <a:gd name="T55" fmla="*/ 14 h 79"/>
                <a:gd name="T56" fmla="*/ 33 w 40"/>
                <a:gd name="T57" fmla="*/ 14 h 79"/>
                <a:gd name="T58" fmla="*/ 33 w 40"/>
                <a:gd name="T59" fmla="*/ 21 h 79"/>
                <a:gd name="T60" fmla="*/ 33 w 40"/>
                <a:gd name="T61" fmla="*/ 35 h 79"/>
                <a:gd name="T62" fmla="*/ 37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6"/>
                    <a:pt x="35" y="0"/>
                    <a:pt x="29" y="0"/>
                  </a:cubicBezTo>
                  <a:cubicBezTo>
                    <a:pt x="17" y="0"/>
                    <a:pt x="17" y="0"/>
                    <a:pt x="17" y="0"/>
                  </a:cubicBezTo>
                  <a:cubicBezTo>
                    <a:pt x="16" y="0"/>
                    <a:pt x="16" y="0"/>
                    <a:pt x="16" y="0"/>
                  </a:cubicBezTo>
                  <a:cubicBezTo>
                    <a:pt x="12" y="0"/>
                    <a:pt x="12" y="0"/>
                    <a:pt x="12" y="0"/>
                  </a:cubicBezTo>
                  <a:cubicBezTo>
                    <a:pt x="5" y="0"/>
                    <a:pt x="0" y="6"/>
                    <a:pt x="0" y="12"/>
                  </a:cubicBezTo>
                  <a:cubicBezTo>
                    <a:pt x="0" y="12"/>
                    <a:pt x="0" y="12"/>
                    <a:pt x="0" y="12"/>
                  </a:cubicBezTo>
                  <a:cubicBezTo>
                    <a:pt x="0" y="35"/>
                    <a:pt x="0" y="35"/>
                    <a:pt x="0" y="35"/>
                  </a:cubicBezTo>
                  <a:cubicBezTo>
                    <a:pt x="0" y="37"/>
                    <a:pt x="1" y="39"/>
                    <a:pt x="4" y="39"/>
                  </a:cubicBezTo>
                  <a:cubicBezTo>
                    <a:pt x="6"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7"/>
                    <a:pt x="9" y="37"/>
                    <a:pt x="9" y="37"/>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7"/>
                    <a:pt x="31" y="37"/>
                    <a:pt x="31" y="37"/>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0" y="37"/>
                    <a:pt x="40" y="35"/>
                  </a:cubicBezTo>
                  <a:cubicBezTo>
                    <a:pt x="40" y="12"/>
                    <a:pt x="40" y="12"/>
                    <a:pt x="40" y="12"/>
                  </a:cubicBezTo>
                  <a:cubicBezTo>
                    <a:pt x="40" y="12"/>
                    <a:pt x="40" y="12"/>
                    <a:pt x="40" y="12"/>
                  </a:cubicBezTo>
                  <a:close/>
                </a:path>
              </a:pathLst>
            </a:cu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38" name="Oval 31"/>
            <p:cNvSpPr>
              <a:spLocks noChangeArrowheads="1"/>
            </p:cNvSpPr>
            <p:nvPr/>
          </p:nvSpPr>
          <p:spPr bwMode="auto">
            <a:xfrm>
              <a:off x="1604625" y="1803110"/>
              <a:ext cx="150284" cy="150284"/>
            </a:xfrm>
            <a:prstGeom prst="ellipse">
              <a:avLst/>
            </a:pr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39" name="Freeform 32"/>
            <p:cNvSpPr/>
            <p:nvPr/>
          </p:nvSpPr>
          <p:spPr bwMode="auto">
            <a:xfrm>
              <a:off x="1517842" y="1968210"/>
              <a:ext cx="321733" cy="622300"/>
            </a:xfrm>
            <a:custGeom>
              <a:avLst/>
              <a:gdLst>
                <a:gd name="T0" fmla="*/ 41 w 41"/>
                <a:gd name="T1" fmla="*/ 12 h 79"/>
                <a:gd name="T2" fmla="*/ 29 w 41"/>
                <a:gd name="T3" fmla="*/ 0 h 79"/>
                <a:gd name="T4" fmla="*/ 17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8 w 41"/>
                <a:gd name="T19" fmla="*/ 35 h 79"/>
                <a:gd name="T20" fmla="*/ 8 w 41"/>
                <a:gd name="T21" fmla="*/ 21 h 79"/>
                <a:gd name="T22" fmla="*/ 8 w 41"/>
                <a:gd name="T23" fmla="*/ 14 h 79"/>
                <a:gd name="T24" fmla="*/ 9 w 41"/>
                <a:gd name="T25" fmla="*/ 14 h 79"/>
                <a:gd name="T26" fmla="*/ 9 w 41"/>
                <a:gd name="T27" fmla="*/ 22 h 79"/>
                <a:gd name="T28" fmla="*/ 9 w 41"/>
                <a:gd name="T29" fmla="*/ 37 h 79"/>
                <a:gd name="T30" fmla="*/ 9 w 41"/>
                <a:gd name="T31" fmla="*/ 39 h 79"/>
                <a:gd name="T32" fmla="*/ 9 w 41"/>
                <a:gd name="T33" fmla="*/ 74 h 79"/>
                <a:gd name="T34" fmla="*/ 14 w 41"/>
                <a:gd name="T35" fmla="*/ 79 h 79"/>
                <a:gd name="T36" fmla="*/ 19 w 41"/>
                <a:gd name="T37" fmla="*/ 74 h 79"/>
                <a:gd name="T38" fmla="*/ 19 w 41"/>
                <a:gd name="T39" fmla="*/ 39 h 79"/>
                <a:gd name="T40" fmla="*/ 21 w 41"/>
                <a:gd name="T41" fmla="*/ 39 h 79"/>
                <a:gd name="T42" fmla="*/ 21 w 41"/>
                <a:gd name="T43" fmla="*/ 74 h 79"/>
                <a:gd name="T44" fmla="*/ 26 w 41"/>
                <a:gd name="T45" fmla="*/ 79 h 79"/>
                <a:gd name="T46" fmla="*/ 31 w 41"/>
                <a:gd name="T47" fmla="*/ 74 h 79"/>
                <a:gd name="T48" fmla="*/ 31 w 41"/>
                <a:gd name="T49" fmla="*/ 39 h 79"/>
                <a:gd name="T50" fmla="*/ 31 w 41"/>
                <a:gd name="T51" fmla="*/ 37 h 79"/>
                <a:gd name="T52" fmla="*/ 31 w 41"/>
                <a:gd name="T53" fmla="*/ 22 h 79"/>
                <a:gd name="T54" fmla="*/ 31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6"/>
                    <a:pt x="35" y="0"/>
                    <a:pt x="29" y="0"/>
                  </a:cubicBezTo>
                  <a:cubicBezTo>
                    <a:pt x="17" y="0"/>
                    <a:pt x="17" y="0"/>
                    <a:pt x="17" y="0"/>
                  </a:cubicBezTo>
                  <a:cubicBezTo>
                    <a:pt x="17" y="0"/>
                    <a:pt x="17" y="0"/>
                    <a:pt x="17" y="0"/>
                  </a:cubicBezTo>
                  <a:cubicBezTo>
                    <a:pt x="12" y="0"/>
                    <a:pt x="12" y="0"/>
                    <a:pt x="12" y="0"/>
                  </a:cubicBezTo>
                  <a:cubicBezTo>
                    <a:pt x="5" y="0"/>
                    <a:pt x="0" y="6"/>
                    <a:pt x="0" y="12"/>
                  </a:cubicBezTo>
                  <a:cubicBezTo>
                    <a:pt x="0" y="12"/>
                    <a:pt x="0" y="12"/>
                    <a:pt x="0" y="12"/>
                  </a:cubicBezTo>
                  <a:cubicBezTo>
                    <a:pt x="0" y="35"/>
                    <a:pt x="0" y="35"/>
                    <a:pt x="0" y="35"/>
                  </a:cubicBezTo>
                  <a:cubicBezTo>
                    <a:pt x="0" y="37"/>
                    <a:pt x="2" y="39"/>
                    <a:pt x="4" y="39"/>
                  </a:cubicBezTo>
                  <a:cubicBezTo>
                    <a:pt x="6" y="39"/>
                    <a:pt x="8" y="37"/>
                    <a:pt x="8" y="35"/>
                  </a:cubicBezTo>
                  <a:cubicBezTo>
                    <a:pt x="8" y="21"/>
                    <a:pt x="8" y="21"/>
                    <a:pt x="8" y="21"/>
                  </a:cubicBezTo>
                  <a:cubicBezTo>
                    <a:pt x="8" y="14"/>
                    <a:pt x="8" y="14"/>
                    <a:pt x="8" y="14"/>
                  </a:cubicBezTo>
                  <a:cubicBezTo>
                    <a:pt x="9" y="14"/>
                    <a:pt x="9" y="14"/>
                    <a:pt x="9" y="14"/>
                  </a:cubicBezTo>
                  <a:cubicBezTo>
                    <a:pt x="9" y="22"/>
                    <a:pt x="9" y="22"/>
                    <a:pt x="9" y="22"/>
                  </a:cubicBezTo>
                  <a:cubicBezTo>
                    <a:pt x="9" y="37"/>
                    <a:pt x="9" y="37"/>
                    <a:pt x="9" y="37"/>
                  </a:cubicBezTo>
                  <a:cubicBezTo>
                    <a:pt x="9" y="39"/>
                    <a:pt x="9" y="39"/>
                    <a:pt x="9" y="39"/>
                  </a:cubicBezTo>
                  <a:cubicBezTo>
                    <a:pt x="9" y="74"/>
                    <a:pt x="9" y="74"/>
                    <a:pt x="9" y="74"/>
                  </a:cubicBezTo>
                  <a:cubicBezTo>
                    <a:pt x="9" y="77"/>
                    <a:pt x="12"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4" y="79"/>
                    <a:pt x="26" y="79"/>
                  </a:cubicBezTo>
                  <a:cubicBezTo>
                    <a:pt x="29" y="79"/>
                    <a:pt x="31" y="77"/>
                    <a:pt x="31" y="74"/>
                  </a:cubicBezTo>
                  <a:cubicBezTo>
                    <a:pt x="31" y="39"/>
                    <a:pt x="31" y="39"/>
                    <a:pt x="31" y="39"/>
                  </a:cubicBezTo>
                  <a:cubicBezTo>
                    <a:pt x="31" y="37"/>
                    <a:pt x="31" y="37"/>
                    <a:pt x="31" y="37"/>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0" name="Oval 33"/>
            <p:cNvSpPr>
              <a:spLocks noChangeArrowheads="1"/>
            </p:cNvSpPr>
            <p:nvPr/>
          </p:nvSpPr>
          <p:spPr bwMode="auto">
            <a:xfrm>
              <a:off x="2013142" y="1803110"/>
              <a:ext cx="150284" cy="150284"/>
            </a:xfrm>
            <a:prstGeom prst="ellipse">
              <a:avLst/>
            </a:pr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1" name="Freeform 34"/>
            <p:cNvSpPr/>
            <p:nvPr/>
          </p:nvSpPr>
          <p:spPr bwMode="auto">
            <a:xfrm>
              <a:off x="1934824" y="1968210"/>
              <a:ext cx="315384" cy="622300"/>
            </a:xfrm>
            <a:custGeom>
              <a:avLst/>
              <a:gdLst>
                <a:gd name="T0" fmla="*/ 40 w 40"/>
                <a:gd name="T1" fmla="*/ 12 h 79"/>
                <a:gd name="T2" fmla="*/ 28 w 40"/>
                <a:gd name="T3" fmla="*/ 0 h 79"/>
                <a:gd name="T4" fmla="*/ 17 w 40"/>
                <a:gd name="T5" fmla="*/ 0 h 79"/>
                <a:gd name="T6" fmla="*/ 16 w 40"/>
                <a:gd name="T7" fmla="*/ 0 h 79"/>
                <a:gd name="T8" fmla="*/ 11 w 40"/>
                <a:gd name="T9" fmla="*/ 0 h 79"/>
                <a:gd name="T10" fmla="*/ 0 w 40"/>
                <a:gd name="T11" fmla="*/ 12 h 79"/>
                <a:gd name="T12" fmla="*/ 0 w 40"/>
                <a:gd name="T13" fmla="*/ 12 h 79"/>
                <a:gd name="T14" fmla="*/ 0 w 40"/>
                <a:gd name="T15" fmla="*/ 35 h 79"/>
                <a:gd name="T16" fmla="*/ 3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7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7 h 79"/>
                <a:gd name="T52" fmla="*/ 31 w 40"/>
                <a:gd name="T53" fmla="*/ 22 h 79"/>
                <a:gd name="T54" fmla="*/ 31 w 40"/>
                <a:gd name="T55" fmla="*/ 14 h 79"/>
                <a:gd name="T56" fmla="*/ 33 w 40"/>
                <a:gd name="T57" fmla="*/ 14 h 79"/>
                <a:gd name="T58" fmla="*/ 33 w 40"/>
                <a:gd name="T59" fmla="*/ 21 h 79"/>
                <a:gd name="T60" fmla="*/ 33 w 40"/>
                <a:gd name="T61" fmla="*/ 35 h 79"/>
                <a:gd name="T62" fmla="*/ 36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6"/>
                    <a:pt x="35" y="0"/>
                    <a:pt x="28" y="0"/>
                  </a:cubicBezTo>
                  <a:cubicBezTo>
                    <a:pt x="17" y="0"/>
                    <a:pt x="17" y="0"/>
                    <a:pt x="17" y="0"/>
                  </a:cubicBezTo>
                  <a:cubicBezTo>
                    <a:pt x="16" y="0"/>
                    <a:pt x="16" y="0"/>
                    <a:pt x="16" y="0"/>
                  </a:cubicBezTo>
                  <a:cubicBezTo>
                    <a:pt x="11" y="0"/>
                    <a:pt x="11" y="0"/>
                    <a:pt x="11" y="0"/>
                  </a:cubicBezTo>
                  <a:cubicBezTo>
                    <a:pt x="5" y="0"/>
                    <a:pt x="0" y="6"/>
                    <a:pt x="0" y="12"/>
                  </a:cubicBezTo>
                  <a:cubicBezTo>
                    <a:pt x="0" y="12"/>
                    <a:pt x="0" y="12"/>
                    <a:pt x="0" y="12"/>
                  </a:cubicBezTo>
                  <a:cubicBezTo>
                    <a:pt x="0" y="35"/>
                    <a:pt x="0" y="35"/>
                    <a:pt x="0" y="35"/>
                  </a:cubicBezTo>
                  <a:cubicBezTo>
                    <a:pt x="0" y="37"/>
                    <a:pt x="1" y="39"/>
                    <a:pt x="3" y="39"/>
                  </a:cubicBezTo>
                  <a:cubicBezTo>
                    <a:pt x="5"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7"/>
                    <a:pt x="9" y="37"/>
                    <a:pt x="9" y="37"/>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7"/>
                    <a:pt x="31" y="37"/>
                    <a:pt x="31" y="37"/>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4" y="39"/>
                    <a:pt x="36" y="39"/>
                  </a:cubicBezTo>
                  <a:cubicBezTo>
                    <a:pt x="38" y="39"/>
                    <a:pt x="40" y="37"/>
                    <a:pt x="40" y="35"/>
                  </a:cubicBezTo>
                  <a:cubicBezTo>
                    <a:pt x="40" y="12"/>
                    <a:pt x="40" y="12"/>
                    <a:pt x="40" y="12"/>
                  </a:cubicBezTo>
                  <a:cubicBezTo>
                    <a:pt x="40" y="12"/>
                    <a:pt x="40" y="12"/>
                    <a:pt x="40" y="12"/>
                  </a:cubicBezTo>
                  <a:close/>
                </a:path>
              </a:pathLst>
            </a:cu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2" name="Oval 35"/>
            <p:cNvSpPr>
              <a:spLocks noChangeArrowheads="1"/>
            </p:cNvSpPr>
            <p:nvPr/>
          </p:nvSpPr>
          <p:spPr bwMode="auto">
            <a:xfrm>
              <a:off x="2430125" y="1803110"/>
              <a:ext cx="150284" cy="150284"/>
            </a:xfrm>
            <a:prstGeom prst="ellipse">
              <a:avLst/>
            </a:pr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3" name="Freeform 36"/>
            <p:cNvSpPr/>
            <p:nvPr/>
          </p:nvSpPr>
          <p:spPr bwMode="auto">
            <a:xfrm>
              <a:off x="2343341" y="1968210"/>
              <a:ext cx="315384" cy="622300"/>
            </a:xfrm>
            <a:custGeom>
              <a:avLst/>
              <a:gdLst>
                <a:gd name="T0" fmla="*/ 40 w 40"/>
                <a:gd name="T1" fmla="*/ 12 h 79"/>
                <a:gd name="T2" fmla="*/ 29 w 40"/>
                <a:gd name="T3" fmla="*/ 0 h 79"/>
                <a:gd name="T4" fmla="*/ 17 w 40"/>
                <a:gd name="T5" fmla="*/ 0 h 79"/>
                <a:gd name="T6" fmla="*/ 16 w 40"/>
                <a:gd name="T7" fmla="*/ 0 h 79"/>
                <a:gd name="T8" fmla="*/ 12 w 40"/>
                <a:gd name="T9" fmla="*/ 0 h 79"/>
                <a:gd name="T10" fmla="*/ 0 w 40"/>
                <a:gd name="T11" fmla="*/ 12 h 79"/>
                <a:gd name="T12" fmla="*/ 0 w 40"/>
                <a:gd name="T13" fmla="*/ 12 h 79"/>
                <a:gd name="T14" fmla="*/ 0 w 40"/>
                <a:gd name="T15" fmla="*/ 35 h 79"/>
                <a:gd name="T16" fmla="*/ 4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7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7 h 79"/>
                <a:gd name="T52" fmla="*/ 31 w 40"/>
                <a:gd name="T53" fmla="*/ 22 h 79"/>
                <a:gd name="T54" fmla="*/ 31 w 40"/>
                <a:gd name="T55" fmla="*/ 14 h 79"/>
                <a:gd name="T56" fmla="*/ 33 w 40"/>
                <a:gd name="T57" fmla="*/ 14 h 79"/>
                <a:gd name="T58" fmla="*/ 33 w 40"/>
                <a:gd name="T59" fmla="*/ 21 h 79"/>
                <a:gd name="T60" fmla="*/ 33 w 40"/>
                <a:gd name="T61" fmla="*/ 35 h 79"/>
                <a:gd name="T62" fmla="*/ 37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6"/>
                    <a:pt x="35" y="0"/>
                    <a:pt x="29" y="0"/>
                  </a:cubicBezTo>
                  <a:cubicBezTo>
                    <a:pt x="17" y="0"/>
                    <a:pt x="17" y="0"/>
                    <a:pt x="17" y="0"/>
                  </a:cubicBezTo>
                  <a:cubicBezTo>
                    <a:pt x="16" y="0"/>
                    <a:pt x="16" y="0"/>
                    <a:pt x="16" y="0"/>
                  </a:cubicBezTo>
                  <a:cubicBezTo>
                    <a:pt x="12" y="0"/>
                    <a:pt x="12" y="0"/>
                    <a:pt x="12" y="0"/>
                  </a:cubicBezTo>
                  <a:cubicBezTo>
                    <a:pt x="5" y="0"/>
                    <a:pt x="0" y="6"/>
                    <a:pt x="0" y="12"/>
                  </a:cubicBezTo>
                  <a:cubicBezTo>
                    <a:pt x="0" y="12"/>
                    <a:pt x="0" y="12"/>
                    <a:pt x="0" y="12"/>
                  </a:cubicBezTo>
                  <a:cubicBezTo>
                    <a:pt x="0" y="35"/>
                    <a:pt x="0" y="35"/>
                    <a:pt x="0" y="35"/>
                  </a:cubicBezTo>
                  <a:cubicBezTo>
                    <a:pt x="0" y="37"/>
                    <a:pt x="2" y="39"/>
                    <a:pt x="4" y="39"/>
                  </a:cubicBezTo>
                  <a:cubicBezTo>
                    <a:pt x="6"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7"/>
                    <a:pt x="9" y="37"/>
                    <a:pt x="9" y="37"/>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7"/>
                    <a:pt x="31" y="37"/>
                    <a:pt x="31" y="37"/>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0" y="37"/>
                    <a:pt x="40" y="35"/>
                  </a:cubicBezTo>
                  <a:cubicBezTo>
                    <a:pt x="40" y="12"/>
                    <a:pt x="40" y="12"/>
                    <a:pt x="40" y="12"/>
                  </a:cubicBezTo>
                  <a:cubicBezTo>
                    <a:pt x="40" y="12"/>
                    <a:pt x="40" y="12"/>
                    <a:pt x="40" y="12"/>
                  </a:cubicBezTo>
                  <a:close/>
                </a:path>
              </a:pathLst>
            </a:cu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4" name="Oval 37"/>
            <p:cNvSpPr>
              <a:spLocks noChangeArrowheads="1"/>
            </p:cNvSpPr>
            <p:nvPr/>
          </p:nvSpPr>
          <p:spPr bwMode="auto">
            <a:xfrm>
              <a:off x="2838642" y="1803110"/>
              <a:ext cx="150284" cy="150284"/>
            </a:xfrm>
            <a:prstGeom prst="ellipse">
              <a:avLst/>
            </a:pr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5" name="Freeform 38"/>
            <p:cNvSpPr/>
            <p:nvPr/>
          </p:nvSpPr>
          <p:spPr bwMode="auto">
            <a:xfrm>
              <a:off x="2751857" y="1968210"/>
              <a:ext cx="323851" cy="622300"/>
            </a:xfrm>
            <a:custGeom>
              <a:avLst/>
              <a:gdLst>
                <a:gd name="T0" fmla="*/ 41 w 41"/>
                <a:gd name="T1" fmla="*/ 12 h 79"/>
                <a:gd name="T2" fmla="*/ 29 w 41"/>
                <a:gd name="T3" fmla="*/ 0 h 79"/>
                <a:gd name="T4" fmla="*/ 17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8 w 41"/>
                <a:gd name="T19" fmla="*/ 35 h 79"/>
                <a:gd name="T20" fmla="*/ 8 w 41"/>
                <a:gd name="T21" fmla="*/ 21 h 79"/>
                <a:gd name="T22" fmla="*/ 8 w 41"/>
                <a:gd name="T23" fmla="*/ 14 h 79"/>
                <a:gd name="T24" fmla="*/ 10 w 41"/>
                <a:gd name="T25" fmla="*/ 14 h 79"/>
                <a:gd name="T26" fmla="*/ 10 w 41"/>
                <a:gd name="T27" fmla="*/ 22 h 79"/>
                <a:gd name="T28" fmla="*/ 10 w 41"/>
                <a:gd name="T29" fmla="*/ 37 h 79"/>
                <a:gd name="T30" fmla="*/ 10 w 41"/>
                <a:gd name="T31" fmla="*/ 39 h 79"/>
                <a:gd name="T32" fmla="*/ 10 w 41"/>
                <a:gd name="T33" fmla="*/ 74 h 79"/>
                <a:gd name="T34" fmla="*/ 15 w 41"/>
                <a:gd name="T35" fmla="*/ 79 h 79"/>
                <a:gd name="T36" fmla="*/ 20 w 41"/>
                <a:gd name="T37" fmla="*/ 74 h 79"/>
                <a:gd name="T38" fmla="*/ 20 w 41"/>
                <a:gd name="T39" fmla="*/ 39 h 79"/>
                <a:gd name="T40" fmla="*/ 22 w 41"/>
                <a:gd name="T41" fmla="*/ 39 h 79"/>
                <a:gd name="T42" fmla="*/ 22 w 41"/>
                <a:gd name="T43" fmla="*/ 74 h 79"/>
                <a:gd name="T44" fmla="*/ 27 w 41"/>
                <a:gd name="T45" fmla="*/ 79 h 79"/>
                <a:gd name="T46" fmla="*/ 32 w 41"/>
                <a:gd name="T47" fmla="*/ 74 h 79"/>
                <a:gd name="T48" fmla="*/ 32 w 41"/>
                <a:gd name="T49" fmla="*/ 39 h 79"/>
                <a:gd name="T50" fmla="*/ 32 w 41"/>
                <a:gd name="T51" fmla="*/ 37 h 79"/>
                <a:gd name="T52" fmla="*/ 32 w 41"/>
                <a:gd name="T53" fmla="*/ 22 h 79"/>
                <a:gd name="T54" fmla="*/ 32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6"/>
                    <a:pt x="36" y="0"/>
                    <a:pt x="29" y="0"/>
                  </a:cubicBezTo>
                  <a:cubicBezTo>
                    <a:pt x="17" y="0"/>
                    <a:pt x="17" y="0"/>
                    <a:pt x="17" y="0"/>
                  </a:cubicBezTo>
                  <a:cubicBezTo>
                    <a:pt x="17" y="0"/>
                    <a:pt x="17" y="0"/>
                    <a:pt x="17" y="0"/>
                  </a:cubicBezTo>
                  <a:cubicBezTo>
                    <a:pt x="12" y="0"/>
                    <a:pt x="12" y="0"/>
                    <a:pt x="12" y="0"/>
                  </a:cubicBezTo>
                  <a:cubicBezTo>
                    <a:pt x="6" y="0"/>
                    <a:pt x="0" y="6"/>
                    <a:pt x="0" y="12"/>
                  </a:cubicBezTo>
                  <a:cubicBezTo>
                    <a:pt x="0" y="12"/>
                    <a:pt x="0" y="12"/>
                    <a:pt x="0" y="12"/>
                  </a:cubicBezTo>
                  <a:cubicBezTo>
                    <a:pt x="0" y="35"/>
                    <a:pt x="0" y="35"/>
                    <a:pt x="0" y="35"/>
                  </a:cubicBezTo>
                  <a:cubicBezTo>
                    <a:pt x="0" y="37"/>
                    <a:pt x="2" y="39"/>
                    <a:pt x="4" y="39"/>
                  </a:cubicBezTo>
                  <a:cubicBezTo>
                    <a:pt x="6" y="39"/>
                    <a:pt x="8" y="37"/>
                    <a:pt x="8" y="35"/>
                  </a:cubicBezTo>
                  <a:cubicBezTo>
                    <a:pt x="8" y="21"/>
                    <a:pt x="8" y="21"/>
                    <a:pt x="8" y="21"/>
                  </a:cubicBezTo>
                  <a:cubicBezTo>
                    <a:pt x="8" y="14"/>
                    <a:pt x="8" y="14"/>
                    <a:pt x="8" y="14"/>
                  </a:cubicBezTo>
                  <a:cubicBezTo>
                    <a:pt x="10" y="14"/>
                    <a:pt x="10" y="14"/>
                    <a:pt x="10" y="14"/>
                  </a:cubicBezTo>
                  <a:cubicBezTo>
                    <a:pt x="10" y="22"/>
                    <a:pt x="10" y="22"/>
                    <a:pt x="10" y="22"/>
                  </a:cubicBezTo>
                  <a:cubicBezTo>
                    <a:pt x="10" y="37"/>
                    <a:pt x="10" y="37"/>
                    <a:pt x="10" y="37"/>
                  </a:cubicBezTo>
                  <a:cubicBezTo>
                    <a:pt x="10" y="39"/>
                    <a:pt x="10" y="39"/>
                    <a:pt x="10" y="39"/>
                  </a:cubicBezTo>
                  <a:cubicBezTo>
                    <a:pt x="10" y="74"/>
                    <a:pt x="10" y="74"/>
                    <a:pt x="10" y="74"/>
                  </a:cubicBezTo>
                  <a:cubicBezTo>
                    <a:pt x="10" y="77"/>
                    <a:pt x="12" y="79"/>
                    <a:pt x="15" y="79"/>
                  </a:cubicBezTo>
                  <a:cubicBezTo>
                    <a:pt x="17" y="79"/>
                    <a:pt x="20" y="77"/>
                    <a:pt x="20" y="74"/>
                  </a:cubicBezTo>
                  <a:cubicBezTo>
                    <a:pt x="20" y="39"/>
                    <a:pt x="20" y="39"/>
                    <a:pt x="20" y="39"/>
                  </a:cubicBezTo>
                  <a:cubicBezTo>
                    <a:pt x="22" y="39"/>
                    <a:pt x="22" y="39"/>
                    <a:pt x="22" y="39"/>
                  </a:cubicBezTo>
                  <a:cubicBezTo>
                    <a:pt x="22" y="74"/>
                    <a:pt x="22" y="74"/>
                    <a:pt x="22" y="74"/>
                  </a:cubicBezTo>
                  <a:cubicBezTo>
                    <a:pt x="22" y="77"/>
                    <a:pt x="24" y="79"/>
                    <a:pt x="27" y="79"/>
                  </a:cubicBezTo>
                  <a:cubicBezTo>
                    <a:pt x="29" y="79"/>
                    <a:pt x="32" y="77"/>
                    <a:pt x="32" y="74"/>
                  </a:cubicBezTo>
                  <a:cubicBezTo>
                    <a:pt x="32" y="39"/>
                    <a:pt x="32" y="39"/>
                    <a:pt x="32" y="39"/>
                  </a:cubicBezTo>
                  <a:cubicBezTo>
                    <a:pt x="32" y="37"/>
                    <a:pt x="32" y="37"/>
                    <a:pt x="32" y="37"/>
                  </a:cubicBezTo>
                  <a:cubicBezTo>
                    <a:pt x="32" y="22"/>
                    <a:pt x="32" y="22"/>
                    <a:pt x="32" y="22"/>
                  </a:cubicBezTo>
                  <a:cubicBezTo>
                    <a:pt x="32" y="14"/>
                    <a:pt x="32" y="14"/>
                    <a:pt x="32"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6" name="Oval 39"/>
            <p:cNvSpPr>
              <a:spLocks noChangeArrowheads="1"/>
            </p:cNvSpPr>
            <p:nvPr/>
          </p:nvSpPr>
          <p:spPr bwMode="auto">
            <a:xfrm>
              <a:off x="3247158" y="1803110"/>
              <a:ext cx="158751" cy="150284"/>
            </a:xfrm>
            <a:prstGeom prst="ellipse">
              <a:avLst/>
            </a:pr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7" name="Freeform 40"/>
            <p:cNvSpPr/>
            <p:nvPr/>
          </p:nvSpPr>
          <p:spPr bwMode="auto">
            <a:xfrm>
              <a:off x="3168841" y="1968210"/>
              <a:ext cx="315384" cy="622300"/>
            </a:xfrm>
            <a:custGeom>
              <a:avLst/>
              <a:gdLst>
                <a:gd name="T0" fmla="*/ 40 w 40"/>
                <a:gd name="T1" fmla="*/ 12 h 79"/>
                <a:gd name="T2" fmla="*/ 28 w 40"/>
                <a:gd name="T3" fmla="*/ 0 h 79"/>
                <a:gd name="T4" fmla="*/ 17 w 40"/>
                <a:gd name="T5" fmla="*/ 0 h 79"/>
                <a:gd name="T6" fmla="*/ 16 w 40"/>
                <a:gd name="T7" fmla="*/ 0 h 79"/>
                <a:gd name="T8" fmla="*/ 11 w 40"/>
                <a:gd name="T9" fmla="*/ 0 h 79"/>
                <a:gd name="T10" fmla="*/ 0 w 40"/>
                <a:gd name="T11" fmla="*/ 12 h 79"/>
                <a:gd name="T12" fmla="*/ 0 w 40"/>
                <a:gd name="T13" fmla="*/ 12 h 79"/>
                <a:gd name="T14" fmla="*/ 0 w 40"/>
                <a:gd name="T15" fmla="*/ 35 h 79"/>
                <a:gd name="T16" fmla="*/ 3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7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7 h 79"/>
                <a:gd name="T52" fmla="*/ 31 w 40"/>
                <a:gd name="T53" fmla="*/ 22 h 79"/>
                <a:gd name="T54" fmla="*/ 31 w 40"/>
                <a:gd name="T55" fmla="*/ 14 h 79"/>
                <a:gd name="T56" fmla="*/ 33 w 40"/>
                <a:gd name="T57" fmla="*/ 14 h 79"/>
                <a:gd name="T58" fmla="*/ 33 w 40"/>
                <a:gd name="T59" fmla="*/ 21 h 79"/>
                <a:gd name="T60" fmla="*/ 33 w 40"/>
                <a:gd name="T61" fmla="*/ 35 h 79"/>
                <a:gd name="T62" fmla="*/ 36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6"/>
                    <a:pt x="35" y="0"/>
                    <a:pt x="28" y="0"/>
                  </a:cubicBezTo>
                  <a:cubicBezTo>
                    <a:pt x="17" y="0"/>
                    <a:pt x="17" y="0"/>
                    <a:pt x="17" y="0"/>
                  </a:cubicBezTo>
                  <a:cubicBezTo>
                    <a:pt x="16" y="0"/>
                    <a:pt x="16" y="0"/>
                    <a:pt x="16" y="0"/>
                  </a:cubicBezTo>
                  <a:cubicBezTo>
                    <a:pt x="11" y="0"/>
                    <a:pt x="11" y="0"/>
                    <a:pt x="11" y="0"/>
                  </a:cubicBezTo>
                  <a:cubicBezTo>
                    <a:pt x="5" y="0"/>
                    <a:pt x="0" y="6"/>
                    <a:pt x="0" y="12"/>
                  </a:cubicBezTo>
                  <a:cubicBezTo>
                    <a:pt x="0" y="12"/>
                    <a:pt x="0" y="12"/>
                    <a:pt x="0" y="12"/>
                  </a:cubicBezTo>
                  <a:cubicBezTo>
                    <a:pt x="0" y="35"/>
                    <a:pt x="0" y="35"/>
                    <a:pt x="0" y="35"/>
                  </a:cubicBezTo>
                  <a:cubicBezTo>
                    <a:pt x="0" y="37"/>
                    <a:pt x="1" y="39"/>
                    <a:pt x="3" y="39"/>
                  </a:cubicBezTo>
                  <a:cubicBezTo>
                    <a:pt x="5"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7"/>
                    <a:pt x="9" y="37"/>
                    <a:pt x="9" y="37"/>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7"/>
                    <a:pt x="31" y="37"/>
                    <a:pt x="31" y="37"/>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4" y="39"/>
                    <a:pt x="36" y="39"/>
                  </a:cubicBezTo>
                  <a:cubicBezTo>
                    <a:pt x="39" y="39"/>
                    <a:pt x="40" y="37"/>
                    <a:pt x="40" y="35"/>
                  </a:cubicBezTo>
                  <a:cubicBezTo>
                    <a:pt x="40" y="12"/>
                    <a:pt x="40" y="12"/>
                    <a:pt x="40" y="12"/>
                  </a:cubicBezTo>
                  <a:cubicBezTo>
                    <a:pt x="40" y="12"/>
                    <a:pt x="40" y="12"/>
                    <a:pt x="40" y="12"/>
                  </a:cubicBezTo>
                  <a:close/>
                </a:path>
              </a:pathLst>
            </a:cu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8" name="Oval 41"/>
            <p:cNvSpPr>
              <a:spLocks noChangeArrowheads="1"/>
            </p:cNvSpPr>
            <p:nvPr/>
          </p:nvSpPr>
          <p:spPr bwMode="auto">
            <a:xfrm>
              <a:off x="3664142" y="1803110"/>
              <a:ext cx="150284" cy="150284"/>
            </a:xfrm>
            <a:prstGeom prst="ellipse">
              <a:avLst/>
            </a:pr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49" name="Freeform 42"/>
            <p:cNvSpPr/>
            <p:nvPr/>
          </p:nvSpPr>
          <p:spPr bwMode="auto">
            <a:xfrm>
              <a:off x="3577357" y="1968210"/>
              <a:ext cx="323851" cy="622300"/>
            </a:xfrm>
            <a:custGeom>
              <a:avLst/>
              <a:gdLst>
                <a:gd name="T0" fmla="*/ 41 w 41"/>
                <a:gd name="T1" fmla="*/ 12 h 79"/>
                <a:gd name="T2" fmla="*/ 29 w 41"/>
                <a:gd name="T3" fmla="*/ 0 h 79"/>
                <a:gd name="T4" fmla="*/ 17 w 41"/>
                <a:gd name="T5" fmla="*/ 0 h 79"/>
                <a:gd name="T6" fmla="*/ 16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7 w 41"/>
                <a:gd name="T19" fmla="*/ 35 h 79"/>
                <a:gd name="T20" fmla="*/ 7 w 41"/>
                <a:gd name="T21" fmla="*/ 21 h 79"/>
                <a:gd name="T22" fmla="*/ 7 w 41"/>
                <a:gd name="T23" fmla="*/ 14 h 79"/>
                <a:gd name="T24" fmla="*/ 9 w 41"/>
                <a:gd name="T25" fmla="*/ 14 h 79"/>
                <a:gd name="T26" fmla="*/ 9 w 41"/>
                <a:gd name="T27" fmla="*/ 22 h 79"/>
                <a:gd name="T28" fmla="*/ 9 w 41"/>
                <a:gd name="T29" fmla="*/ 37 h 79"/>
                <a:gd name="T30" fmla="*/ 9 w 41"/>
                <a:gd name="T31" fmla="*/ 39 h 79"/>
                <a:gd name="T32" fmla="*/ 9 w 41"/>
                <a:gd name="T33" fmla="*/ 74 h 79"/>
                <a:gd name="T34" fmla="*/ 14 w 41"/>
                <a:gd name="T35" fmla="*/ 79 h 79"/>
                <a:gd name="T36" fmla="*/ 19 w 41"/>
                <a:gd name="T37" fmla="*/ 74 h 79"/>
                <a:gd name="T38" fmla="*/ 19 w 41"/>
                <a:gd name="T39" fmla="*/ 39 h 79"/>
                <a:gd name="T40" fmla="*/ 21 w 41"/>
                <a:gd name="T41" fmla="*/ 39 h 79"/>
                <a:gd name="T42" fmla="*/ 21 w 41"/>
                <a:gd name="T43" fmla="*/ 74 h 79"/>
                <a:gd name="T44" fmla="*/ 26 w 41"/>
                <a:gd name="T45" fmla="*/ 79 h 79"/>
                <a:gd name="T46" fmla="*/ 31 w 41"/>
                <a:gd name="T47" fmla="*/ 74 h 79"/>
                <a:gd name="T48" fmla="*/ 31 w 41"/>
                <a:gd name="T49" fmla="*/ 39 h 79"/>
                <a:gd name="T50" fmla="*/ 31 w 41"/>
                <a:gd name="T51" fmla="*/ 37 h 79"/>
                <a:gd name="T52" fmla="*/ 31 w 41"/>
                <a:gd name="T53" fmla="*/ 22 h 79"/>
                <a:gd name="T54" fmla="*/ 31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6"/>
                    <a:pt x="35" y="0"/>
                    <a:pt x="29" y="0"/>
                  </a:cubicBezTo>
                  <a:cubicBezTo>
                    <a:pt x="17" y="0"/>
                    <a:pt x="17" y="0"/>
                    <a:pt x="17" y="0"/>
                  </a:cubicBezTo>
                  <a:cubicBezTo>
                    <a:pt x="16" y="0"/>
                    <a:pt x="16" y="0"/>
                    <a:pt x="16" y="0"/>
                  </a:cubicBezTo>
                  <a:cubicBezTo>
                    <a:pt x="12" y="0"/>
                    <a:pt x="12" y="0"/>
                    <a:pt x="12" y="0"/>
                  </a:cubicBezTo>
                  <a:cubicBezTo>
                    <a:pt x="5" y="0"/>
                    <a:pt x="0" y="6"/>
                    <a:pt x="0" y="12"/>
                  </a:cubicBezTo>
                  <a:cubicBezTo>
                    <a:pt x="0" y="12"/>
                    <a:pt x="0" y="12"/>
                    <a:pt x="0" y="12"/>
                  </a:cubicBezTo>
                  <a:cubicBezTo>
                    <a:pt x="0" y="35"/>
                    <a:pt x="0" y="35"/>
                    <a:pt x="0" y="35"/>
                  </a:cubicBezTo>
                  <a:cubicBezTo>
                    <a:pt x="0" y="37"/>
                    <a:pt x="2" y="39"/>
                    <a:pt x="4" y="39"/>
                  </a:cubicBezTo>
                  <a:cubicBezTo>
                    <a:pt x="6"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7"/>
                    <a:pt x="9" y="37"/>
                    <a:pt x="9" y="37"/>
                  </a:cubicBezTo>
                  <a:cubicBezTo>
                    <a:pt x="9" y="39"/>
                    <a:pt x="9" y="39"/>
                    <a:pt x="9" y="39"/>
                  </a:cubicBezTo>
                  <a:cubicBezTo>
                    <a:pt x="9" y="74"/>
                    <a:pt x="9" y="74"/>
                    <a:pt x="9" y="74"/>
                  </a:cubicBezTo>
                  <a:cubicBezTo>
                    <a:pt x="9" y="77"/>
                    <a:pt x="12"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7"/>
                    <a:pt x="31" y="37"/>
                    <a:pt x="31" y="37"/>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50" name="Oval 43"/>
            <p:cNvSpPr>
              <a:spLocks noChangeArrowheads="1"/>
            </p:cNvSpPr>
            <p:nvPr/>
          </p:nvSpPr>
          <p:spPr bwMode="auto">
            <a:xfrm>
              <a:off x="4072658" y="1803110"/>
              <a:ext cx="150284" cy="150284"/>
            </a:xfrm>
            <a:prstGeom prst="ellipse">
              <a:avLst/>
            </a:pr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51" name="Freeform 44"/>
            <p:cNvSpPr/>
            <p:nvPr/>
          </p:nvSpPr>
          <p:spPr bwMode="auto">
            <a:xfrm>
              <a:off x="3985875" y="1968210"/>
              <a:ext cx="323851" cy="622300"/>
            </a:xfrm>
            <a:custGeom>
              <a:avLst/>
              <a:gdLst>
                <a:gd name="T0" fmla="*/ 41 w 41"/>
                <a:gd name="T1" fmla="*/ 12 h 79"/>
                <a:gd name="T2" fmla="*/ 29 w 41"/>
                <a:gd name="T3" fmla="*/ 0 h 79"/>
                <a:gd name="T4" fmla="*/ 18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8 w 41"/>
                <a:gd name="T19" fmla="*/ 35 h 79"/>
                <a:gd name="T20" fmla="*/ 8 w 41"/>
                <a:gd name="T21" fmla="*/ 21 h 79"/>
                <a:gd name="T22" fmla="*/ 8 w 41"/>
                <a:gd name="T23" fmla="*/ 14 h 79"/>
                <a:gd name="T24" fmla="*/ 10 w 41"/>
                <a:gd name="T25" fmla="*/ 14 h 79"/>
                <a:gd name="T26" fmla="*/ 10 w 41"/>
                <a:gd name="T27" fmla="*/ 22 h 79"/>
                <a:gd name="T28" fmla="*/ 10 w 41"/>
                <a:gd name="T29" fmla="*/ 37 h 79"/>
                <a:gd name="T30" fmla="*/ 10 w 41"/>
                <a:gd name="T31" fmla="*/ 39 h 79"/>
                <a:gd name="T32" fmla="*/ 10 w 41"/>
                <a:gd name="T33" fmla="*/ 74 h 79"/>
                <a:gd name="T34" fmla="*/ 15 w 41"/>
                <a:gd name="T35" fmla="*/ 79 h 79"/>
                <a:gd name="T36" fmla="*/ 20 w 41"/>
                <a:gd name="T37" fmla="*/ 74 h 79"/>
                <a:gd name="T38" fmla="*/ 20 w 41"/>
                <a:gd name="T39" fmla="*/ 39 h 79"/>
                <a:gd name="T40" fmla="*/ 22 w 41"/>
                <a:gd name="T41" fmla="*/ 39 h 79"/>
                <a:gd name="T42" fmla="*/ 22 w 41"/>
                <a:gd name="T43" fmla="*/ 74 h 79"/>
                <a:gd name="T44" fmla="*/ 27 w 41"/>
                <a:gd name="T45" fmla="*/ 79 h 79"/>
                <a:gd name="T46" fmla="*/ 32 w 41"/>
                <a:gd name="T47" fmla="*/ 74 h 79"/>
                <a:gd name="T48" fmla="*/ 32 w 41"/>
                <a:gd name="T49" fmla="*/ 39 h 79"/>
                <a:gd name="T50" fmla="*/ 32 w 41"/>
                <a:gd name="T51" fmla="*/ 37 h 79"/>
                <a:gd name="T52" fmla="*/ 32 w 41"/>
                <a:gd name="T53" fmla="*/ 22 h 79"/>
                <a:gd name="T54" fmla="*/ 32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6"/>
                    <a:pt x="36" y="0"/>
                    <a:pt x="29" y="0"/>
                  </a:cubicBezTo>
                  <a:cubicBezTo>
                    <a:pt x="18" y="0"/>
                    <a:pt x="18" y="0"/>
                    <a:pt x="18" y="0"/>
                  </a:cubicBezTo>
                  <a:cubicBezTo>
                    <a:pt x="17" y="0"/>
                    <a:pt x="17" y="0"/>
                    <a:pt x="17" y="0"/>
                  </a:cubicBezTo>
                  <a:cubicBezTo>
                    <a:pt x="12" y="0"/>
                    <a:pt x="12" y="0"/>
                    <a:pt x="12" y="0"/>
                  </a:cubicBezTo>
                  <a:cubicBezTo>
                    <a:pt x="6" y="0"/>
                    <a:pt x="0" y="6"/>
                    <a:pt x="0" y="12"/>
                  </a:cubicBezTo>
                  <a:cubicBezTo>
                    <a:pt x="0" y="12"/>
                    <a:pt x="0" y="12"/>
                    <a:pt x="0" y="12"/>
                  </a:cubicBezTo>
                  <a:cubicBezTo>
                    <a:pt x="0" y="35"/>
                    <a:pt x="0" y="35"/>
                    <a:pt x="0" y="35"/>
                  </a:cubicBezTo>
                  <a:cubicBezTo>
                    <a:pt x="0" y="37"/>
                    <a:pt x="2" y="39"/>
                    <a:pt x="4" y="39"/>
                  </a:cubicBezTo>
                  <a:cubicBezTo>
                    <a:pt x="6" y="39"/>
                    <a:pt x="8" y="37"/>
                    <a:pt x="8" y="35"/>
                  </a:cubicBezTo>
                  <a:cubicBezTo>
                    <a:pt x="8" y="21"/>
                    <a:pt x="8" y="21"/>
                    <a:pt x="8" y="21"/>
                  </a:cubicBezTo>
                  <a:cubicBezTo>
                    <a:pt x="8" y="14"/>
                    <a:pt x="8" y="14"/>
                    <a:pt x="8" y="14"/>
                  </a:cubicBezTo>
                  <a:cubicBezTo>
                    <a:pt x="10" y="14"/>
                    <a:pt x="10" y="14"/>
                    <a:pt x="10" y="14"/>
                  </a:cubicBezTo>
                  <a:cubicBezTo>
                    <a:pt x="10" y="22"/>
                    <a:pt x="10" y="22"/>
                    <a:pt x="10" y="22"/>
                  </a:cubicBezTo>
                  <a:cubicBezTo>
                    <a:pt x="10" y="37"/>
                    <a:pt x="10" y="37"/>
                    <a:pt x="10" y="37"/>
                  </a:cubicBezTo>
                  <a:cubicBezTo>
                    <a:pt x="10" y="39"/>
                    <a:pt x="10" y="39"/>
                    <a:pt x="10" y="39"/>
                  </a:cubicBezTo>
                  <a:cubicBezTo>
                    <a:pt x="10" y="74"/>
                    <a:pt x="10" y="74"/>
                    <a:pt x="10" y="74"/>
                  </a:cubicBezTo>
                  <a:cubicBezTo>
                    <a:pt x="10" y="77"/>
                    <a:pt x="12" y="79"/>
                    <a:pt x="15" y="79"/>
                  </a:cubicBezTo>
                  <a:cubicBezTo>
                    <a:pt x="17" y="79"/>
                    <a:pt x="20" y="77"/>
                    <a:pt x="20" y="74"/>
                  </a:cubicBezTo>
                  <a:cubicBezTo>
                    <a:pt x="20" y="39"/>
                    <a:pt x="20" y="39"/>
                    <a:pt x="20" y="39"/>
                  </a:cubicBezTo>
                  <a:cubicBezTo>
                    <a:pt x="22" y="39"/>
                    <a:pt x="22" y="39"/>
                    <a:pt x="22" y="39"/>
                  </a:cubicBezTo>
                  <a:cubicBezTo>
                    <a:pt x="22" y="74"/>
                    <a:pt x="22" y="74"/>
                    <a:pt x="22" y="74"/>
                  </a:cubicBezTo>
                  <a:cubicBezTo>
                    <a:pt x="22" y="77"/>
                    <a:pt x="24" y="79"/>
                    <a:pt x="27" y="79"/>
                  </a:cubicBezTo>
                  <a:cubicBezTo>
                    <a:pt x="29" y="79"/>
                    <a:pt x="32" y="77"/>
                    <a:pt x="32" y="74"/>
                  </a:cubicBezTo>
                  <a:cubicBezTo>
                    <a:pt x="32" y="39"/>
                    <a:pt x="32" y="39"/>
                    <a:pt x="32" y="39"/>
                  </a:cubicBezTo>
                  <a:cubicBezTo>
                    <a:pt x="32" y="37"/>
                    <a:pt x="32" y="37"/>
                    <a:pt x="32" y="37"/>
                  </a:cubicBezTo>
                  <a:cubicBezTo>
                    <a:pt x="32" y="22"/>
                    <a:pt x="32" y="22"/>
                    <a:pt x="32" y="22"/>
                  </a:cubicBezTo>
                  <a:cubicBezTo>
                    <a:pt x="32" y="14"/>
                    <a:pt x="32" y="14"/>
                    <a:pt x="32"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solidFill>
              <a:schemeClr val="accent1"/>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grpSp>
      <p:grpSp>
        <p:nvGrpSpPr>
          <p:cNvPr id="52" name="组合 51"/>
          <p:cNvGrpSpPr/>
          <p:nvPr/>
        </p:nvGrpSpPr>
        <p:grpSpPr>
          <a:xfrm>
            <a:off x="1067948" y="1066008"/>
            <a:ext cx="3019427" cy="1922462"/>
            <a:chOff x="1109324" y="1803110"/>
            <a:chExt cx="4025902" cy="2563283"/>
          </a:xfrm>
        </p:grpSpPr>
        <p:sp>
          <p:nvSpPr>
            <p:cNvPr id="53" name="Oval 9"/>
            <p:cNvSpPr>
              <a:spLocks noChangeArrowheads="1"/>
            </p:cNvSpPr>
            <p:nvPr/>
          </p:nvSpPr>
          <p:spPr bwMode="auto">
            <a:xfrm>
              <a:off x="1187642" y="2692110"/>
              <a:ext cx="156633"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54" name="Freeform 10"/>
            <p:cNvSpPr/>
            <p:nvPr/>
          </p:nvSpPr>
          <p:spPr bwMode="auto">
            <a:xfrm>
              <a:off x="1109324" y="2857209"/>
              <a:ext cx="315384" cy="620184"/>
            </a:xfrm>
            <a:custGeom>
              <a:avLst/>
              <a:gdLst>
                <a:gd name="T0" fmla="*/ 40 w 40"/>
                <a:gd name="T1" fmla="*/ 12 h 79"/>
                <a:gd name="T2" fmla="*/ 29 w 40"/>
                <a:gd name="T3" fmla="*/ 0 h 79"/>
                <a:gd name="T4" fmla="*/ 17 w 40"/>
                <a:gd name="T5" fmla="*/ 0 h 79"/>
                <a:gd name="T6" fmla="*/ 16 w 40"/>
                <a:gd name="T7" fmla="*/ 0 h 79"/>
                <a:gd name="T8" fmla="*/ 12 w 40"/>
                <a:gd name="T9" fmla="*/ 0 h 79"/>
                <a:gd name="T10" fmla="*/ 0 w 40"/>
                <a:gd name="T11" fmla="*/ 12 h 79"/>
                <a:gd name="T12" fmla="*/ 0 w 40"/>
                <a:gd name="T13" fmla="*/ 12 h 79"/>
                <a:gd name="T14" fmla="*/ 0 w 40"/>
                <a:gd name="T15" fmla="*/ 35 h 79"/>
                <a:gd name="T16" fmla="*/ 4 w 40"/>
                <a:gd name="T17" fmla="*/ 38 h 79"/>
                <a:gd name="T18" fmla="*/ 7 w 40"/>
                <a:gd name="T19" fmla="*/ 35 h 79"/>
                <a:gd name="T20" fmla="*/ 7 w 40"/>
                <a:gd name="T21" fmla="*/ 21 h 79"/>
                <a:gd name="T22" fmla="*/ 7 w 40"/>
                <a:gd name="T23" fmla="*/ 13 h 79"/>
                <a:gd name="T24" fmla="*/ 9 w 40"/>
                <a:gd name="T25" fmla="*/ 13 h 79"/>
                <a:gd name="T26" fmla="*/ 9 w 40"/>
                <a:gd name="T27" fmla="*/ 22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2 h 79"/>
                <a:gd name="T54" fmla="*/ 31 w 40"/>
                <a:gd name="T55" fmla="*/ 13 h 79"/>
                <a:gd name="T56" fmla="*/ 33 w 40"/>
                <a:gd name="T57" fmla="*/ 13 h 79"/>
                <a:gd name="T58" fmla="*/ 33 w 40"/>
                <a:gd name="T59" fmla="*/ 21 h 79"/>
                <a:gd name="T60" fmla="*/ 33 w 40"/>
                <a:gd name="T61" fmla="*/ 35 h 79"/>
                <a:gd name="T62" fmla="*/ 37 w 40"/>
                <a:gd name="T63" fmla="*/ 38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9" y="0"/>
                  </a:cubicBezTo>
                  <a:cubicBezTo>
                    <a:pt x="17" y="0"/>
                    <a:pt x="17" y="0"/>
                    <a:pt x="17" y="0"/>
                  </a:cubicBezTo>
                  <a:cubicBezTo>
                    <a:pt x="16" y="0"/>
                    <a:pt x="16" y="0"/>
                    <a:pt x="16" y="0"/>
                  </a:cubicBezTo>
                  <a:cubicBezTo>
                    <a:pt x="12" y="0"/>
                    <a:pt x="12" y="0"/>
                    <a:pt x="12" y="0"/>
                  </a:cubicBezTo>
                  <a:cubicBezTo>
                    <a:pt x="5" y="0"/>
                    <a:pt x="0" y="5"/>
                    <a:pt x="0" y="12"/>
                  </a:cubicBezTo>
                  <a:cubicBezTo>
                    <a:pt x="0" y="12"/>
                    <a:pt x="0" y="12"/>
                    <a:pt x="0" y="12"/>
                  </a:cubicBezTo>
                  <a:cubicBezTo>
                    <a:pt x="0" y="35"/>
                    <a:pt x="0" y="35"/>
                    <a:pt x="0" y="35"/>
                  </a:cubicBezTo>
                  <a:cubicBezTo>
                    <a:pt x="0" y="37"/>
                    <a:pt x="1" y="38"/>
                    <a:pt x="4" y="38"/>
                  </a:cubicBezTo>
                  <a:cubicBezTo>
                    <a:pt x="6" y="38"/>
                    <a:pt x="7" y="37"/>
                    <a:pt x="7" y="35"/>
                  </a:cubicBezTo>
                  <a:cubicBezTo>
                    <a:pt x="7" y="21"/>
                    <a:pt x="7" y="21"/>
                    <a:pt x="7" y="21"/>
                  </a:cubicBezTo>
                  <a:cubicBezTo>
                    <a:pt x="7" y="13"/>
                    <a:pt x="7" y="13"/>
                    <a:pt x="7" y="13"/>
                  </a:cubicBezTo>
                  <a:cubicBezTo>
                    <a:pt x="9" y="13"/>
                    <a:pt x="9" y="13"/>
                    <a:pt x="9" y="13"/>
                  </a:cubicBezTo>
                  <a:cubicBezTo>
                    <a:pt x="9" y="22"/>
                    <a:pt x="9" y="22"/>
                    <a:pt x="9" y="22"/>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2"/>
                    <a:pt x="31" y="22"/>
                    <a:pt x="31" y="22"/>
                  </a:cubicBezTo>
                  <a:cubicBezTo>
                    <a:pt x="31" y="13"/>
                    <a:pt x="31" y="13"/>
                    <a:pt x="31" y="13"/>
                  </a:cubicBezTo>
                  <a:cubicBezTo>
                    <a:pt x="33" y="13"/>
                    <a:pt x="33" y="13"/>
                    <a:pt x="33" y="13"/>
                  </a:cubicBezTo>
                  <a:cubicBezTo>
                    <a:pt x="33" y="21"/>
                    <a:pt x="33" y="21"/>
                    <a:pt x="33" y="21"/>
                  </a:cubicBezTo>
                  <a:cubicBezTo>
                    <a:pt x="33" y="35"/>
                    <a:pt x="33" y="35"/>
                    <a:pt x="33" y="35"/>
                  </a:cubicBezTo>
                  <a:cubicBezTo>
                    <a:pt x="33" y="37"/>
                    <a:pt x="35" y="38"/>
                    <a:pt x="37" y="38"/>
                  </a:cubicBezTo>
                  <a:cubicBezTo>
                    <a:pt x="39" y="38"/>
                    <a:pt x="40" y="37"/>
                    <a:pt x="40" y="35"/>
                  </a:cubicBezTo>
                  <a:cubicBezTo>
                    <a:pt x="40" y="12"/>
                    <a:pt x="40" y="12"/>
                    <a:pt x="40" y="12"/>
                  </a:cubicBezTo>
                  <a:cubicBezTo>
                    <a:pt x="40" y="12"/>
                    <a:pt x="40" y="12"/>
                    <a:pt x="40"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55" name="Oval 11"/>
            <p:cNvSpPr>
              <a:spLocks noChangeArrowheads="1"/>
            </p:cNvSpPr>
            <p:nvPr/>
          </p:nvSpPr>
          <p:spPr bwMode="auto">
            <a:xfrm>
              <a:off x="1604625" y="2692110"/>
              <a:ext cx="150284"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56" name="Freeform 12"/>
            <p:cNvSpPr/>
            <p:nvPr/>
          </p:nvSpPr>
          <p:spPr bwMode="auto">
            <a:xfrm>
              <a:off x="1517842" y="2857209"/>
              <a:ext cx="321733" cy="620184"/>
            </a:xfrm>
            <a:custGeom>
              <a:avLst/>
              <a:gdLst>
                <a:gd name="T0" fmla="*/ 41 w 41"/>
                <a:gd name="T1" fmla="*/ 12 h 79"/>
                <a:gd name="T2" fmla="*/ 29 w 41"/>
                <a:gd name="T3" fmla="*/ 0 h 79"/>
                <a:gd name="T4" fmla="*/ 17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8 h 79"/>
                <a:gd name="T18" fmla="*/ 8 w 41"/>
                <a:gd name="T19" fmla="*/ 35 h 79"/>
                <a:gd name="T20" fmla="*/ 8 w 41"/>
                <a:gd name="T21" fmla="*/ 21 h 79"/>
                <a:gd name="T22" fmla="*/ 8 w 41"/>
                <a:gd name="T23" fmla="*/ 13 h 79"/>
                <a:gd name="T24" fmla="*/ 9 w 41"/>
                <a:gd name="T25" fmla="*/ 13 h 79"/>
                <a:gd name="T26" fmla="*/ 9 w 41"/>
                <a:gd name="T27" fmla="*/ 22 h 79"/>
                <a:gd name="T28" fmla="*/ 9 w 41"/>
                <a:gd name="T29" fmla="*/ 36 h 79"/>
                <a:gd name="T30" fmla="*/ 9 w 41"/>
                <a:gd name="T31" fmla="*/ 38 h 79"/>
                <a:gd name="T32" fmla="*/ 9 w 41"/>
                <a:gd name="T33" fmla="*/ 74 h 79"/>
                <a:gd name="T34" fmla="*/ 14 w 41"/>
                <a:gd name="T35" fmla="*/ 79 h 79"/>
                <a:gd name="T36" fmla="*/ 19 w 41"/>
                <a:gd name="T37" fmla="*/ 74 h 79"/>
                <a:gd name="T38" fmla="*/ 19 w 41"/>
                <a:gd name="T39" fmla="*/ 38 h 79"/>
                <a:gd name="T40" fmla="*/ 21 w 41"/>
                <a:gd name="T41" fmla="*/ 38 h 79"/>
                <a:gd name="T42" fmla="*/ 21 w 41"/>
                <a:gd name="T43" fmla="*/ 74 h 79"/>
                <a:gd name="T44" fmla="*/ 26 w 41"/>
                <a:gd name="T45" fmla="*/ 79 h 79"/>
                <a:gd name="T46" fmla="*/ 31 w 41"/>
                <a:gd name="T47" fmla="*/ 74 h 79"/>
                <a:gd name="T48" fmla="*/ 31 w 41"/>
                <a:gd name="T49" fmla="*/ 38 h 79"/>
                <a:gd name="T50" fmla="*/ 31 w 41"/>
                <a:gd name="T51" fmla="*/ 36 h 79"/>
                <a:gd name="T52" fmla="*/ 31 w 41"/>
                <a:gd name="T53" fmla="*/ 22 h 79"/>
                <a:gd name="T54" fmla="*/ 31 w 41"/>
                <a:gd name="T55" fmla="*/ 13 h 79"/>
                <a:gd name="T56" fmla="*/ 33 w 41"/>
                <a:gd name="T57" fmla="*/ 13 h 79"/>
                <a:gd name="T58" fmla="*/ 33 w 41"/>
                <a:gd name="T59" fmla="*/ 21 h 79"/>
                <a:gd name="T60" fmla="*/ 33 w 41"/>
                <a:gd name="T61" fmla="*/ 35 h 79"/>
                <a:gd name="T62" fmla="*/ 37 w 41"/>
                <a:gd name="T63" fmla="*/ 38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5" y="0"/>
                    <a:pt x="29" y="0"/>
                  </a:cubicBezTo>
                  <a:cubicBezTo>
                    <a:pt x="17" y="0"/>
                    <a:pt x="17" y="0"/>
                    <a:pt x="17" y="0"/>
                  </a:cubicBezTo>
                  <a:cubicBezTo>
                    <a:pt x="17" y="0"/>
                    <a:pt x="17" y="0"/>
                    <a:pt x="17" y="0"/>
                  </a:cubicBezTo>
                  <a:cubicBezTo>
                    <a:pt x="12" y="0"/>
                    <a:pt x="12" y="0"/>
                    <a:pt x="12" y="0"/>
                  </a:cubicBezTo>
                  <a:cubicBezTo>
                    <a:pt x="5" y="0"/>
                    <a:pt x="0" y="5"/>
                    <a:pt x="0" y="12"/>
                  </a:cubicBezTo>
                  <a:cubicBezTo>
                    <a:pt x="0" y="12"/>
                    <a:pt x="0" y="12"/>
                    <a:pt x="0" y="12"/>
                  </a:cubicBezTo>
                  <a:cubicBezTo>
                    <a:pt x="0" y="35"/>
                    <a:pt x="0" y="35"/>
                    <a:pt x="0" y="35"/>
                  </a:cubicBezTo>
                  <a:cubicBezTo>
                    <a:pt x="0" y="37"/>
                    <a:pt x="2" y="38"/>
                    <a:pt x="4" y="38"/>
                  </a:cubicBezTo>
                  <a:cubicBezTo>
                    <a:pt x="6" y="38"/>
                    <a:pt x="8" y="37"/>
                    <a:pt x="8" y="35"/>
                  </a:cubicBezTo>
                  <a:cubicBezTo>
                    <a:pt x="8" y="21"/>
                    <a:pt x="8" y="21"/>
                    <a:pt x="8" y="21"/>
                  </a:cubicBezTo>
                  <a:cubicBezTo>
                    <a:pt x="8" y="13"/>
                    <a:pt x="8" y="13"/>
                    <a:pt x="8" y="13"/>
                  </a:cubicBezTo>
                  <a:cubicBezTo>
                    <a:pt x="9" y="13"/>
                    <a:pt x="9" y="13"/>
                    <a:pt x="9" y="13"/>
                  </a:cubicBezTo>
                  <a:cubicBezTo>
                    <a:pt x="9" y="22"/>
                    <a:pt x="9" y="22"/>
                    <a:pt x="9" y="22"/>
                  </a:cubicBezTo>
                  <a:cubicBezTo>
                    <a:pt x="9" y="36"/>
                    <a:pt x="9" y="36"/>
                    <a:pt x="9" y="36"/>
                  </a:cubicBezTo>
                  <a:cubicBezTo>
                    <a:pt x="9" y="38"/>
                    <a:pt x="9" y="38"/>
                    <a:pt x="9" y="38"/>
                  </a:cubicBezTo>
                  <a:cubicBezTo>
                    <a:pt x="9" y="74"/>
                    <a:pt x="9" y="74"/>
                    <a:pt x="9" y="74"/>
                  </a:cubicBezTo>
                  <a:cubicBezTo>
                    <a:pt x="9" y="77"/>
                    <a:pt x="12"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4" y="79"/>
                    <a:pt x="26" y="79"/>
                  </a:cubicBezTo>
                  <a:cubicBezTo>
                    <a:pt x="29" y="79"/>
                    <a:pt x="31" y="77"/>
                    <a:pt x="31" y="74"/>
                  </a:cubicBezTo>
                  <a:cubicBezTo>
                    <a:pt x="31" y="38"/>
                    <a:pt x="31" y="38"/>
                    <a:pt x="31" y="38"/>
                  </a:cubicBezTo>
                  <a:cubicBezTo>
                    <a:pt x="31" y="36"/>
                    <a:pt x="31" y="36"/>
                    <a:pt x="31" y="36"/>
                  </a:cubicBezTo>
                  <a:cubicBezTo>
                    <a:pt x="31" y="22"/>
                    <a:pt x="31" y="22"/>
                    <a:pt x="31" y="22"/>
                  </a:cubicBezTo>
                  <a:cubicBezTo>
                    <a:pt x="31" y="13"/>
                    <a:pt x="31" y="13"/>
                    <a:pt x="31" y="13"/>
                  </a:cubicBezTo>
                  <a:cubicBezTo>
                    <a:pt x="33" y="13"/>
                    <a:pt x="33" y="13"/>
                    <a:pt x="33" y="13"/>
                  </a:cubicBezTo>
                  <a:cubicBezTo>
                    <a:pt x="33" y="21"/>
                    <a:pt x="33" y="21"/>
                    <a:pt x="33" y="21"/>
                  </a:cubicBezTo>
                  <a:cubicBezTo>
                    <a:pt x="33" y="35"/>
                    <a:pt x="33" y="35"/>
                    <a:pt x="33" y="35"/>
                  </a:cubicBezTo>
                  <a:cubicBezTo>
                    <a:pt x="33" y="37"/>
                    <a:pt x="35" y="38"/>
                    <a:pt x="37" y="38"/>
                  </a:cubicBezTo>
                  <a:cubicBezTo>
                    <a:pt x="39" y="38"/>
                    <a:pt x="41" y="37"/>
                    <a:pt x="41" y="35"/>
                  </a:cubicBezTo>
                  <a:cubicBezTo>
                    <a:pt x="41" y="12"/>
                    <a:pt x="41" y="12"/>
                    <a:pt x="41" y="12"/>
                  </a:cubicBezTo>
                  <a:cubicBezTo>
                    <a:pt x="41" y="12"/>
                    <a:pt x="41" y="12"/>
                    <a:pt x="41"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57" name="Oval 13"/>
            <p:cNvSpPr>
              <a:spLocks noChangeArrowheads="1"/>
            </p:cNvSpPr>
            <p:nvPr/>
          </p:nvSpPr>
          <p:spPr bwMode="auto">
            <a:xfrm>
              <a:off x="2013142" y="2692110"/>
              <a:ext cx="150284"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58" name="Freeform 14"/>
            <p:cNvSpPr/>
            <p:nvPr/>
          </p:nvSpPr>
          <p:spPr bwMode="auto">
            <a:xfrm>
              <a:off x="1934824" y="2857209"/>
              <a:ext cx="315384" cy="620184"/>
            </a:xfrm>
            <a:custGeom>
              <a:avLst/>
              <a:gdLst>
                <a:gd name="T0" fmla="*/ 40 w 40"/>
                <a:gd name="T1" fmla="*/ 12 h 79"/>
                <a:gd name="T2" fmla="*/ 28 w 40"/>
                <a:gd name="T3" fmla="*/ 0 h 79"/>
                <a:gd name="T4" fmla="*/ 17 w 40"/>
                <a:gd name="T5" fmla="*/ 0 h 79"/>
                <a:gd name="T6" fmla="*/ 16 w 40"/>
                <a:gd name="T7" fmla="*/ 0 h 79"/>
                <a:gd name="T8" fmla="*/ 11 w 40"/>
                <a:gd name="T9" fmla="*/ 0 h 79"/>
                <a:gd name="T10" fmla="*/ 0 w 40"/>
                <a:gd name="T11" fmla="*/ 12 h 79"/>
                <a:gd name="T12" fmla="*/ 0 w 40"/>
                <a:gd name="T13" fmla="*/ 12 h 79"/>
                <a:gd name="T14" fmla="*/ 0 w 40"/>
                <a:gd name="T15" fmla="*/ 35 h 79"/>
                <a:gd name="T16" fmla="*/ 3 w 40"/>
                <a:gd name="T17" fmla="*/ 38 h 79"/>
                <a:gd name="T18" fmla="*/ 7 w 40"/>
                <a:gd name="T19" fmla="*/ 35 h 79"/>
                <a:gd name="T20" fmla="*/ 7 w 40"/>
                <a:gd name="T21" fmla="*/ 21 h 79"/>
                <a:gd name="T22" fmla="*/ 7 w 40"/>
                <a:gd name="T23" fmla="*/ 13 h 79"/>
                <a:gd name="T24" fmla="*/ 9 w 40"/>
                <a:gd name="T25" fmla="*/ 13 h 79"/>
                <a:gd name="T26" fmla="*/ 9 w 40"/>
                <a:gd name="T27" fmla="*/ 22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2 h 79"/>
                <a:gd name="T54" fmla="*/ 31 w 40"/>
                <a:gd name="T55" fmla="*/ 13 h 79"/>
                <a:gd name="T56" fmla="*/ 33 w 40"/>
                <a:gd name="T57" fmla="*/ 13 h 79"/>
                <a:gd name="T58" fmla="*/ 33 w 40"/>
                <a:gd name="T59" fmla="*/ 21 h 79"/>
                <a:gd name="T60" fmla="*/ 33 w 40"/>
                <a:gd name="T61" fmla="*/ 35 h 79"/>
                <a:gd name="T62" fmla="*/ 36 w 40"/>
                <a:gd name="T63" fmla="*/ 38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8" y="0"/>
                  </a:cubicBezTo>
                  <a:cubicBezTo>
                    <a:pt x="17" y="0"/>
                    <a:pt x="17" y="0"/>
                    <a:pt x="17" y="0"/>
                  </a:cubicBezTo>
                  <a:cubicBezTo>
                    <a:pt x="16" y="0"/>
                    <a:pt x="16" y="0"/>
                    <a:pt x="16" y="0"/>
                  </a:cubicBezTo>
                  <a:cubicBezTo>
                    <a:pt x="11" y="0"/>
                    <a:pt x="11" y="0"/>
                    <a:pt x="11" y="0"/>
                  </a:cubicBezTo>
                  <a:cubicBezTo>
                    <a:pt x="5" y="0"/>
                    <a:pt x="0" y="5"/>
                    <a:pt x="0" y="12"/>
                  </a:cubicBezTo>
                  <a:cubicBezTo>
                    <a:pt x="0" y="12"/>
                    <a:pt x="0" y="12"/>
                    <a:pt x="0" y="12"/>
                  </a:cubicBezTo>
                  <a:cubicBezTo>
                    <a:pt x="0" y="35"/>
                    <a:pt x="0" y="35"/>
                    <a:pt x="0" y="35"/>
                  </a:cubicBezTo>
                  <a:cubicBezTo>
                    <a:pt x="0" y="37"/>
                    <a:pt x="1" y="38"/>
                    <a:pt x="3" y="38"/>
                  </a:cubicBezTo>
                  <a:cubicBezTo>
                    <a:pt x="5" y="38"/>
                    <a:pt x="7" y="37"/>
                    <a:pt x="7" y="35"/>
                  </a:cubicBezTo>
                  <a:cubicBezTo>
                    <a:pt x="7" y="21"/>
                    <a:pt x="7" y="21"/>
                    <a:pt x="7" y="21"/>
                  </a:cubicBezTo>
                  <a:cubicBezTo>
                    <a:pt x="7" y="13"/>
                    <a:pt x="7" y="13"/>
                    <a:pt x="7" y="13"/>
                  </a:cubicBezTo>
                  <a:cubicBezTo>
                    <a:pt x="9" y="13"/>
                    <a:pt x="9" y="13"/>
                    <a:pt x="9" y="13"/>
                  </a:cubicBezTo>
                  <a:cubicBezTo>
                    <a:pt x="9" y="22"/>
                    <a:pt x="9" y="22"/>
                    <a:pt x="9" y="22"/>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2"/>
                    <a:pt x="31" y="22"/>
                    <a:pt x="31" y="22"/>
                  </a:cubicBezTo>
                  <a:cubicBezTo>
                    <a:pt x="31" y="13"/>
                    <a:pt x="31" y="13"/>
                    <a:pt x="31" y="13"/>
                  </a:cubicBezTo>
                  <a:cubicBezTo>
                    <a:pt x="33" y="13"/>
                    <a:pt x="33" y="13"/>
                    <a:pt x="33" y="13"/>
                  </a:cubicBezTo>
                  <a:cubicBezTo>
                    <a:pt x="33" y="21"/>
                    <a:pt x="33" y="21"/>
                    <a:pt x="33" y="21"/>
                  </a:cubicBezTo>
                  <a:cubicBezTo>
                    <a:pt x="33" y="35"/>
                    <a:pt x="33" y="35"/>
                    <a:pt x="33" y="35"/>
                  </a:cubicBezTo>
                  <a:cubicBezTo>
                    <a:pt x="33" y="37"/>
                    <a:pt x="34" y="38"/>
                    <a:pt x="36" y="38"/>
                  </a:cubicBezTo>
                  <a:cubicBezTo>
                    <a:pt x="38" y="38"/>
                    <a:pt x="40" y="37"/>
                    <a:pt x="40" y="35"/>
                  </a:cubicBezTo>
                  <a:cubicBezTo>
                    <a:pt x="40" y="12"/>
                    <a:pt x="40" y="12"/>
                    <a:pt x="40" y="12"/>
                  </a:cubicBezTo>
                  <a:cubicBezTo>
                    <a:pt x="40" y="12"/>
                    <a:pt x="40" y="12"/>
                    <a:pt x="40"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59" name="Oval 15"/>
            <p:cNvSpPr>
              <a:spLocks noChangeArrowheads="1"/>
            </p:cNvSpPr>
            <p:nvPr/>
          </p:nvSpPr>
          <p:spPr bwMode="auto">
            <a:xfrm>
              <a:off x="2430125" y="2692110"/>
              <a:ext cx="150284"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60" name="Freeform 16"/>
            <p:cNvSpPr/>
            <p:nvPr/>
          </p:nvSpPr>
          <p:spPr bwMode="auto">
            <a:xfrm>
              <a:off x="2343341" y="2857209"/>
              <a:ext cx="315384" cy="620184"/>
            </a:xfrm>
            <a:custGeom>
              <a:avLst/>
              <a:gdLst>
                <a:gd name="T0" fmla="*/ 40 w 40"/>
                <a:gd name="T1" fmla="*/ 12 h 79"/>
                <a:gd name="T2" fmla="*/ 29 w 40"/>
                <a:gd name="T3" fmla="*/ 0 h 79"/>
                <a:gd name="T4" fmla="*/ 17 w 40"/>
                <a:gd name="T5" fmla="*/ 0 h 79"/>
                <a:gd name="T6" fmla="*/ 16 w 40"/>
                <a:gd name="T7" fmla="*/ 0 h 79"/>
                <a:gd name="T8" fmla="*/ 12 w 40"/>
                <a:gd name="T9" fmla="*/ 0 h 79"/>
                <a:gd name="T10" fmla="*/ 0 w 40"/>
                <a:gd name="T11" fmla="*/ 12 h 79"/>
                <a:gd name="T12" fmla="*/ 0 w 40"/>
                <a:gd name="T13" fmla="*/ 12 h 79"/>
                <a:gd name="T14" fmla="*/ 0 w 40"/>
                <a:gd name="T15" fmla="*/ 35 h 79"/>
                <a:gd name="T16" fmla="*/ 4 w 40"/>
                <a:gd name="T17" fmla="*/ 38 h 79"/>
                <a:gd name="T18" fmla="*/ 7 w 40"/>
                <a:gd name="T19" fmla="*/ 35 h 79"/>
                <a:gd name="T20" fmla="*/ 7 w 40"/>
                <a:gd name="T21" fmla="*/ 21 h 79"/>
                <a:gd name="T22" fmla="*/ 7 w 40"/>
                <a:gd name="T23" fmla="*/ 13 h 79"/>
                <a:gd name="T24" fmla="*/ 9 w 40"/>
                <a:gd name="T25" fmla="*/ 13 h 79"/>
                <a:gd name="T26" fmla="*/ 9 w 40"/>
                <a:gd name="T27" fmla="*/ 22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2 h 79"/>
                <a:gd name="T54" fmla="*/ 31 w 40"/>
                <a:gd name="T55" fmla="*/ 13 h 79"/>
                <a:gd name="T56" fmla="*/ 33 w 40"/>
                <a:gd name="T57" fmla="*/ 13 h 79"/>
                <a:gd name="T58" fmla="*/ 33 w 40"/>
                <a:gd name="T59" fmla="*/ 21 h 79"/>
                <a:gd name="T60" fmla="*/ 33 w 40"/>
                <a:gd name="T61" fmla="*/ 35 h 79"/>
                <a:gd name="T62" fmla="*/ 37 w 40"/>
                <a:gd name="T63" fmla="*/ 38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9" y="0"/>
                  </a:cubicBezTo>
                  <a:cubicBezTo>
                    <a:pt x="17" y="0"/>
                    <a:pt x="17" y="0"/>
                    <a:pt x="17" y="0"/>
                  </a:cubicBezTo>
                  <a:cubicBezTo>
                    <a:pt x="16" y="0"/>
                    <a:pt x="16" y="0"/>
                    <a:pt x="16" y="0"/>
                  </a:cubicBezTo>
                  <a:cubicBezTo>
                    <a:pt x="12" y="0"/>
                    <a:pt x="12" y="0"/>
                    <a:pt x="12" y="0"/>
                  </a:cubicBezTo>
                  <a:cubicBezTo>
                    <a:pt x="5" y="0"/>
                    <a:pt x="0" y="5"/>
                    <a:pt x="0" y="12"/>
                  </a:cubicBezTo>
                  <a:cubicBezTo>
                    <a:pt x="0" y="12"/>
                    <a:pt x="0" y="12"/>
                    <a:pt x="0" y="12"/>
                  </a:cubicBezTo>
                  <a:cubicBezTo>
                    <a:pt x="0" y="35"/>
                    <a:pt x="0" y="35"/>
                    <a:pt x="0" y="35"/>
                  </a:cubicBezTo>
                  <a:cubicBezTo>
                    <a:pt x="0" y="37"/>
                    <a:pt x="2" y="38"/>
                    <a:pt x="4" y="38"/>
                  </a:cubicBezTo>
                  <a:cubicBezTo>
                    <a:pt x="6" y="38"/>
                    <a:pt x="7" y="37"/>
                    <a:pt x="7" y="35"/>
                  </a:cubicBezTo>
                  <a:cubicBezTo>
                    <a:pt x="7" y="21"/>
                    <a:pt x="7" y="21"/>
                    <a:pt x="7" y="21"/>
                  </a:cubicBezTo>
                  <a:cubicBezTo>
                    <a:pt x="7" y="13"/>
                    <a:pt x="7" y="13"/>
                    <a:pt x="7" y="13"/>
                  </a:cubicBezTo>
                  <a:cubicBezTo>
                    <a:pt x="9" y="13"/>
                    <a:pt x="9" y="13"/>
                    <a:pt x="9" y="13"/>
                  </a:cubicBezTo>
                  <a:cubicBezTo>
                    <a:pt x="9" y="22"/>
                    <a:pt x="9" y="22"/>
                    <a:pt x="9" y="22"/>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2"/>
                    <a:pt x="31" y="22"/>
                    <a:pt x="31" y="22"/>
                  </a:cubicBezTo>
                  <a:cubicBezTo>
                    <a:pt x="31" y="13"/>
                    <a:pt x="31" y="13"/>
                    <a:pt x="31" y="13"/>
                  </a:cubicBezTo>
                  <a:cubicBezTo>
                    <a:pt x="33" y="13"/>
                    <a:pt x="33" y="13"/>
                    <a:pt x="33" y="13"/>
                  </a:cubicBezTo>
                  <a:cubicBezTo>
                    <a:pt x="33" y="21"/>
                    <a:pt x="33" y="21"/>
                    <a:pt x="33" y="21"/>
                  </a:cubicBezTo>
                  <a:cubicBezTo>
                    <a:pt x="33" y="35"/>
                    <a:pt x="33" y="35"/>
                    <a:pt x="33" y="35"/>
                  </a:cubicBezTo>
                  <a:cubicBezTo>
                    <a:pt x="33" y="37"/>
                    <a:pt x="35" y="38"/>
                    <a:pt x="37" y="38"/>
                  </a:cubicBezTo>
                  <a:cubicBezTo>
                    <a:pt x="39" y="38"/>
                    <a:pt x="40" y="37"/>
                    <a:pt x="40" y="35"/>
                  </a:cubicBezTo>
                  <a:cubicBezTo>
                    <a:pt x="40" y="12"/>
                    <a:pt x="40" y="12"/>
                    <a:pt x="40" y="12"/>
                  </a:cubicBezTo>
                  <a:cubicBezTo>
                    <a:pt x="40" y="12"/>
                    <a:pt x="40" y="12"/>
                    <a:pt x="40"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61" name="Oval 17"/>
            <p:cNvSpPr>
              <a:spLocks noChangeArrowheads="1"/>
            </p:cNvSpPr>
            <p:nvPr/>
          </p:nvSpPr>
          <p:spPr bwMode="auto">
            <a:xfrm>
              <a:off x="2838642" y="2692110"/>
              <a:ext cx="150284"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62" name="Freeform 18"/>
            <p:cNvSpPr/>
            <p:nvPr/>
          </p:nvSpPr>
          <p:spPr bwMode="auto">
            <a:xfrm>
              <a:off x="2751857" y="2857209"/>
              <a:ext cx="323851" cy="620184"/>
            </a:xfrm>
            <a:custGeom>
              <a:avLst/>
              <a:gdLst>
                <a:gd name="T0" fmla="*/ 41 w 41"/>
                <a:gd name="T1" fmla="*/ 12 h 79"/>
                <a:gd name="T2" fmla="*/ 29 w 41"/>
                <a:gd name="T3" fmla="*/ 0 h 79"/>
                <a:gd name="T4" fmla="*/ 17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8 h 79"/>
                <a:gd name="T18" fmla="*/ 8 w 41"/>
                <a:gd name="T19" fmla="*/ 35 h 79"/>
                <a:gd name="T20" fmla="*/ 8 w 41"/>
                <a:gd name="T21" fmla="*/ 21 h 79"/>
                <a:gd name="T22" fmla="*/ 8 w 41"/>
                <a:gd name="T23" fmla="*/ 13 h 79"/>
                <a:gd name="T24" fmla="*/ 10 w 41"/>
                <a:gd name="T25" fmla="*/ 13 h 79"/>
                <a:gd name="T26" fmla="*/ 10 w 41"/>
                <a:gd name="T27" fmla="*/ 22 h 79"/>
                <a:gd name="T28" fmla="*/ 10 w 41"/>
                <a:gd name="T29" fmla="*/ 36 h 79"/>
                <a:gd name="T30" fmla="*/ 10 w 41"/>
                <a:gd name="T31" fmla="*/ 38 h 79"/>
                <a:gd name="T32" fmla="*/ 10 w 41"/>
                <a:gd name="T33" fmla="*/ 74 h 79"/>
                <a:gd name="T34" fmla="*/ 15 w 41"/>
                <a:gd name="T35" fmla="*/ 79 h 79"/>
                <a:gd name="T36" fmla="*/ 20 w 41"/>
                <a:gd name="T37" fmla="*/ 74 h 79"/>
                <a:gd name="T38" fmla="*/ 20 w 41"/>
                <a:gd name="T39" fmla="*/ 38 h 79"/>
                <a:gd name="T40" fmla="*/ 22 w 41"/>
                <a:gd name="T41" fmla="*/ 38 h 79"/>
                <a:gd name="T42" fmla="*/ 22 w 41"/>
                <a:gd name="T43" fmla="*/ 74 h 79"/>
                <a:gd name="T44" fmla="*/ 27 w 41"/>
                <a:gd name="T45" fmla="*/ 79 h 79"/>
                <a:gd name="T46" fmla="*/ 32 w 41"/>
                <a:gd name="T47" fmla="*/ 74 h 79"/>
                <a:gd name="T48" fmla="*/ 32 w 41"/>
                <a:gd name="T49" fmla="*/ 38 h 79"/>
                <a:gd name="T50" fmla="*/ 32 w 41"/>
                <a:gd name="T51" fmla="*/ 36 h 79"/>
                <a:gd name="T52" fmla="*/ 32 w 41"/>
                <a:gd name="T53" fmla="*/ 22 h 79"/>
                <a:gd name="T54" fmla="*/ 32 w 41"/>
                <a:gd name="T55" fmla="*/ 13 h 79"/>
                <a:gd name="T56" fmla="*/ 33 w 41"/>
                <a:gd name="T57" fmla="*/ 13 h 79"/>
                <a:gd name="T58" fmla="*/ 33 w 41"/>
                <a:gd name="T59" fmla="*/ 21 h 79"/>
                <a:gd name="T60" fmla="*/ 33 w 41"/>
                <a:gd name="T61" fmla="*/ 35 h 79"/>
                <a:gd name="T62" fmla="*/ 37 w 41"/>
                <a:gd name="T63" fmla="*/ 38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6" y="0"/>
                    <a:pt x="29" y="0"/>
                  </a:cubicBezTo>
                  <a:cubicBezTo>
                    <a:pt x="17" y="0"/>
                    <a:pt x="17" y="0"/>
                    <a:pt x="17" y="0"/>
                  </a:cubicBezTo>
                  <a:cubicBezTo>
                    <a:pt x="17" y="0"/>
                    <a:pt x="17" y="0"/>
                    <a:pt x="17" y="0"/>
                  </a:cubicBezTo>
                  <a:cubicBezTo>
                    <a:pt x="12" y="0"/>
                    <a:pt x="12" y="0"/>
                    <a:pt x="12" y="0"/>
                  </a:cubicBezTo>
                  <a:cubicBezTo>
                    <a:pt x="6" y="0"/>
                    <a:pt x="0" y="5"/>
                    <a:pt x="0" y="12"/>
                  </a:cubicBezTo>
                  <a:cubicBezTo>
                    <a:pt x="0" y="12"/>
                    <a:pt x="0" y="12"/>
                    <a:pt x="0" y="12"/>
                  </a:cubicBezTo>
                  <a:cubicBezTo>
                    <a:pt x="0" y="35"/>
                    <a:pt x="0" y="35"/>
                    <a:pt x="0" y="35"/>
                  </a:cubicBezTo>
                  <a:cubicBezTo>
                    <a:pt x="0" y="37"/>
                    <a:pt x="2" y="38"/>
                    <a:pt x="4" y="38"/>
                  </a:cubicBezTo>
                  <a:cubicBezTo>
                    <a:pt x="6" y="38"/>
                    <a:pt x="8" y="37"/>
                    <a:pt x="8" y="35"/>
                  </a:cubicBezTo>
                  <a:cubicBezTo>
                    <a:pt x="8" y="21"/>
                    <a:pt x="8" y="21"/>
                    <a:pt x="8" y="21"/>
                  </a:cubicBezTo>
                  <a:cubicBezTo>
                    <a:pt x="8" y="13"/>
                    <a:pt x="8" y="13"/>
                    <a:pt x="8" y="13"/>
                  </a:cubicBezTo>
                  <a:cubicBezTo>
                    <a:pt x="10" y="13"/>
                    <a:pt x="10" y="13"/>
                    <a:pt x="10" y="13"/>
                  </a:cubicBezTo>
                  <a:cubicBezTo>
                    <a:pt x="10" y="22"/>
                    <a:pt x="10" y="22"/>
                    <a:pt x="10" y="22"/>
                  </a:cubicBezTo>
                  <a:cubicBezTo>
                    <a:pt x="10" y="36"/>
                    <a:pt x="10" y="36"/>
                    <a:pt x="10" y="36"/>
                  </a:cubicBezTo>
                  <a:cubicBezTo>
                    <a:pt x="10" y="38"/>
                    <a:pt x="10" y="38"/>
                    <a:pt x="10" y="38"/>
                  </a:cubicBezTo>
                  <a:cubicBezTo>
                    <a:pt x="10" y="74"/>
                    <a:pt x="10" y="74"/>
                    <a:pt x="10" y="74"/>
                  </a:cubicBezTo>
                  <a:cubicBezTo>
                    <a:pt x="10" y="77"/>
                    <a:pt x="12" y="79"/>
                    <a:pt x="15" y="79"/>
                  </a:cubicBezTo>
                  <a:cubicBezTo>
                    <a:pt x="17" y="79"/>
                    <a:pt x="20" y="77"/>
                    <a:pt x="20" y="74"/>
                  </a:cubicBezTo>
                  <a:cubicBezTo>
                    <a:pt x="20" y="38"/>
                    <a:pt x="20" y="38"/>
                    <a:pt x="20" y="38"/>
                  </a:cubicBezTo>
                  <a:cubicBezTo>
                    <a:pt x="22" y="38"/>
                    <a:pt x="22" y="38"/>
                    <a:pt x="22" y="38"/>
                  </a:cubicBezTo>
                  <a:cubicBezTo>
                    <a:pt x="22" y="74"/>
                    <a:pt x="22" y="74"/>
                    <a:pt x="22" y="74"/>
                  </a:cubicBezTo>
                  <a:cubicBezTo>
                    <a:pt x="22" y="77"/>
                    <a:pt x="24" y="79"/>
                    <a:pt x="27" y="79"/>
                  </a:cubicBezTo>
                  <a:cubicBezTo>
                    <a:pt x="29" y="79"/>
                    <a:pt x="32" y="77"/>
                    <a:pt x="32" y="74"/>
                  </a:cubicBezTo>
                  <a:cubicBezTo>
                    <a:pt x="32" y="38"/>
                    <a:pt x="32" y="38"/>
                    <a:pt x="32" y="38"/>
                  </a:cubicBezTo>
                  <a:cubicBezTo>
                    <a:pt x="32" y="36"/>
                    <a:pt x="32" y="36"/>
                    <a:pt x="32" y="36"/>
                  </a:cubicBezTo>
                  <a:cubicBezTo>
                    <a:pt x="32" y="22"/>
                    <a:pt x="32" y="22"/>
                    <a:pt x="32" y="22"/>
                  </a:cubicBezTo>
                  <a:cubicBezTo>
                    <a:pt x="32" y="13"/>
                    <a:pt x="32" y="13"/>
                    <a:pt x="32" y="13"/>
                  </a:cubicBezTo>
                  <a:cubicBezTo>
                    <a:pt x="33" y="13"/>
                    <a:pt x="33" y="13"/>
                    <a:pt x="33" y="13"/>
                  </a:cubicBezTo>
                  <a:cubicBezTo>
                    <a:pt x="33" y="21"/>
                    <a:pt x="33" y="21"/>
                    <a:pt x="33" y="21"/>
                  </a:cubicBezTo>
                  <a:cubicBezTo>
                    <a:pt x="33" y="35"/>
                    <a:pt x="33" y="35"/>
                    <a:pt x="33" y="35"/>
                  </a:cubicBezTo>
                  <a:cubicBezTo>
                    <a:pt x="33" y="37"/>
                    <a:pt x="35" y="38"/>
                    <a:pt x="37" y="38"/>
                  </a:cubicBezTo>
                  <a:cubicBezTo>
                    <a:pt x="39" y="38"/>
                    <a:pt x="41" y="37"/>
                    <a:pt x="41" y="35"/>
                  </a:cubicBezTo>
                  <a:cubicBezTo>
                    <a:pt x="41" y="12"/>
                    <a:pt x="41" y="12"/>
                    <a:pt x="41" y="12"/>
                  </a:cubicBezTo>
                  <a:cubicBezTo>
                    <a:pt x="41" y="12"/>
                    <a:pt x="41" y="12"/>
                    <a:pt x="41"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63" name="Oval 19"/>
            <p:cNvSpPr>
              <a:spLocks noChangeArrowheads="1"/>
            </p:cNvSpPr>
            <p:nvPr/>
          </p:nvSpPr>
          <p:spPr bwMode="auto">
            <a:xfrm>
              <a:off x="3247158" y="2692110"/>
              <a:ext cx="158751"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64" name="Freeform 20"/>
            <p:cNvSpPr/>
            <p:nvPr/>
          </p:nvSpPr>
          <p:spPr bwMode="auto">
            <a:xfrm>
              <a:off x="3168841" y="2857209"/>
              <a:ext cx="315384" cy="620184"/>
            </a:xfrm>
            <a:custGeom>
              <a:avLst/>
              <a:gdLst>
                <a:gd name="T0" fmla="*/ 40 w 40"/>
                <a:gd name="T1" fmla="*/ 12 h 79"/>
                <a:gd name="T2" fmla="*/ 28 w 40"/>
                <a:gd name="T3" fmla="*/ 0 h 79"/>
                <a:gd name="T4" fmla="*/ 17 w 40"/>
                <a:gd name="T5" fmla="*/ 0 h 79"/>
                <a:gd name="T6" fmla="*/ 16 w 40"/>
                <a:gd name="T7" fmla="*/ 0 h 79"/>
                <a:gd name="T8" fmla="*/ 11 w 40"/>
                <a:gd name="T9" fmla="*/ 0 h 79"/>
                <a:gd name="T10" fmla="*/ 0 w 40"/>
                <a:gd name="T11" fmla="*/ 12 h 79"/>
                <a:gd name="T12" fmla="*/ 0 w 40"/>
                <a:gd name="T13" fmla="*/ 12 h 79"/>
                <a:gd name="T14" fmla="*/ 0 w 40"/>
                <a:gd name="T15" fmla="*/ 35 h 79"/>
                <a:gd name="T16" fmla="*/ 3 w 40"/>
                <a:gd name="T17" fmla="*/ 38 h 79"/>
                <a:gd name="T18" fmla="*/ 7 w 40"/>
                <a:gd name="T19" fmla="*/ 35 h 79"/>
                <a:gd name="T20" fmla="*/ 7 w 40"/>
                <a:gd name="T21" fmla="*/ 21 h 79"/>
                <a:gd name="T22" fmla="*/ 7 w 40"/>
                <a:gd name="T23" fmla="*/ 13 h 79"/>
                <a:gd name="T24" fmla="*/ 9 w 40"/>
                <a:gd name="T25" fmla="*/ 13 h 79"/>
                <a:gd name="T26" fmla="*/ 9 w 40"/>
                <a:gd name="T27" fmla="*/ 22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2 h 79"/>
                <a:gd name="T54" fmla="*/ 31 w 40"/>
                <a:gd name="T55" fmla="*/ 13 h 79"/>
                <a:gd name="T56" fmla="*/ 33 w 40"/>
                <a:gd name="T57" fmla="*/ 13 h 79"/>
                <a:gd name="T58" fmla="*/ 33 w 40"/>
                <a:gd name="T59" fmla="*/ 21 h 79"/>
                <a:gd name="T60" fmla="*/ 33 w 40"/>
                <a:gd name="T61" fmla="*/ 35 h 79"/>
                <a:gd name="T62" fmla="*/ 36 w 40"/>
                <a:gd name="T63" fmla="*/ 38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8" y="0"/>
                  </a:cubicBezTo>
                  <a:cubicBezTo>
                    <a:pt x="17" y="0"/>
                    <a:pt x="17" y="0"/>
                    <a:pt x="17" y="0"/>
                  </a:cubicBezTo>
                  <a:cubicBezTo>
                    <a:pt x="16" y="0"/>
                    <a:pt x="16" y="0"/>
                    <a:pt x="16" y="0"/>
                  </a:cubicBezTo>
                  <a:cubicBezTo>
                    <a:pt x="11" y="0"/>
                    <a:pt x="11" y="0"/>
                    <a:pt x="11" y="0"/>
                  </a:cubicBezTo>
                  <a:cubicBezTo>
                    <a:pt x="5" y="0"/>
                    <a:pt x="0" y="5"/>
                    <a:pt x="0" y="12"/>
                  </a:cubicBezTo>
                  <a:cubicBezTo>
                    <a:pt x="0" y="12"/>
                    <a:pt x="0" y="12"/>
                    <a:pt x="0" y="12"/>
                  </a:cubicBezTo>
                  <a:cubicBezTo>
                    <a:pt x="0" y="35"/>
                    <a:pt x="0" y="35"/>
                    <a:pt x="0" y="35"/>
                  </a:cubicBezTo>
                  <a:cubicBezTo>
                    <a:pt x="0" y="37"/>
                    <a:pt x="1" y="38"/>
                    <a:pt x="3" y="38"/>
                  </a:cubicBezTo>
                  <a:cubicBezTo>
                    <a:pt x="5" y="38"/>
                    <a:pt x="7" y="37"/>
                    <a:pt x="7" y="35"/>
                  </a:cubicBezTo>
                  <a:cubicBezTo>
                    <a:pt x="7" y="21"/>
                    <a:pt x="7" y="21"/>
                    <a:pt x="7" y="21"/>
                  </a:cubicBezTo>
                  <a:cubicBezTo>
                    <a:pt x="7" y="13"/>
                    <a:pt x="7" y="13"/>
                    <a:pt x="7" y="13"/>
                  </a:cubicBezTo>
                  <a:cubicBezTo>
                    <a:pt x="9" y="13"/>
                    <a:pt x="9" y="13"/>
                    <a:pt x="9" y="13"/>
                  </a:cubicBezTo>
                  <a:cubicBezTo>
                    <a:pt x="9" y="22"/>
                    <a:pt x="9" y="22"/>
                    <a:pt x="9" y="22"/>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2"/>
                    <a:pt x="31" y="22"/>
                    <a:pt x="31" y="22"/>
                  </a:cubicBezTo>
                  <a:cubicBezTo>
                    <a:pt x="31" y="13"/>
                    <a:pt x="31" y="13"/>
                    <a:pt x="31" y="13"/>
                  </a:cubicBezTo>
                  <a:cubicBezTo>
                    <a:pt x="33" y="13"/>
                    <a:pt x="33" y="13"/>
                    <a:pt x="33" y="13"/>
                  </a:cubicBezTo>
                  <a:cubicBezTo>
                    <a:pt x="33" y="21"/>
                    <a:pt x="33" y="21"/>
                    <a:pt x="33" y="21"/>
                  </a:cubicBezTo>
                  <a:cubicBezTo>
                    <a:pt x="33" y="35"/>
                    <a:pt x="33" y="35"/>
                    <a:pt x="33" y="35"/>
                  </a:cubicBezTo>
                  <a:cubicBezTo>
                    <a:pt x="33" y="37"/>
                    <a:pt x="34" y="38"/>
                    <a:pt x="36" y="38"/>
                  </a:cubicBezTo>
                  <a:cubicBezTo>
                    <a:pt x="39" y="38"/>
                    <a:pt x="40" y="37"/>
                    <a:pt x="40" y="35"/>
                  </a:cubicBezTo>
                  <a:cubicBezTo>
                    <a:pt x="40" y="12"/>
                    <a:pt x="40" y="12"/>
                    <a:pt x="40" y="12"/>
                  </a:cubicBezTo>
                  <a:cubicBezTo>
                    <a:pt x="40" y="12"/>
                    <a:pt x="40" y="12"/>
                    <a:pt x="40"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65" name="Oval 21"/>
            <p:cNvSpPr>
              <a:spLocks noChangeArrowheads="1"/>
            </p:cNvSpPr>
            <p:nvPr/>
          </p:nvSpPr>
          <p:spPr bwMode="auto">
            <a:xfrm>
              <a:off x="3664142" y="2692110"/>
              <a:ext cx="150284"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66" name="Freeform 22"/>
            <p:cNvSpPr/>
            <p:nvPr/>
          </p:nvSpPr>
          <p:spPr bwMode="auto">
            <a:xfrm>
              <a:off x="3577357" y="2857209"/>
              <a:ext cx="323851" cy="620184"/>
            </a:xfrm>
            <a:custGeom>
              <a:avLst/>
              <a:gdLst>
                <a:gd name="T0" fmla="*/ 41 w 41"/>
                <a:gd name="T1" fmla="*/ 12 h 79"/>
                <a:gd name="T2" fmla="*/ 29 w 41"/>
                <a:gd name="T3" fmla="*/ 0 h 79"/>
                <a:gd name="T4" fmla="*/ 17 w 41"/>
                <a:gd name="T5" fmla="*/ 0 h 79"/>
                <a:gd name="T6" fmla="*/ 16 w 41"/>
                <a:gd name="T7" fmla="*/ 0 h 79"/>
                <a:gd name="T8" fmla="*/ 12 w 41"/>
                <a:gd name="T9" fmla="*/ 0 h 79"/>
                <a:gd name="T10" fmla="*/ 0 w 41"/>
                <a:gd name="T11" fmla="*/ 12 h 79"/>
                <a:gd name="T12" fmla="*/ 0 w 41"/>
                <a:gd name="T13" fmla="*/ 12 h 79"/>
                <a:gd name="T14" fmla="*/ 0 w 41"/>
                <a:gd name="T15" fmla="*/ 35 h 79"/>
                <a:gd name="T16" fmla="*/ 4 w 41"/>
                <a:gd name="T17" fmla="*/ 38 h 79"/>
                <a:gd name="T18" fmla="*/ 7 w 41"/>
                <a:gd name="T19" fmla="*/ 35 h 79"/>
                <a:gd name="T20" fmla="*/ 7 w 41"/>
                <a:gd name="T21" fmla="*/ 21 h 79"/>
                <a:gd name="T22" fmla="*/ 7 w 41"/>
                <a:gd name="T23" fmla="*/ 13 h 79"/>
                <a:gd name="T24" fmla="*/ 9 w 41"/>
                <a:gd name="T25" fmla="*/ 13 h 79"/>
                <a:gd name="T26" fmla="*/ 9 w 41"/>
                <a:gd name="T27" fmla="*/ 22 h 79"/>
                <a:gd name="T28" fmla="*/ 9 w 41"/>
                <a:gd name="T29" fmla="*/ 36 h 79"/>
                <a:gd name="T30" fmla="*/ 9 w 41"/>
                <a:gd name="T31" fmla="*/ 38 h 79"/>
                <a:gd name="T32" fmla="*/ 9 w 41"/>
                <a:gd name="T33" fmla="*/ 74 h 79"/>
                <a:gd name="T34" fmla="*/ 14 w 41"/>
                <a:gd name="T35" fmla="*/ 79 h 79"/>
                <a:gd name="T36" fmla="*/ 19 w 41"/>
                <a:gd name="T37" fmla="*/ 74 h 79"/>
                <a:gd name="T38" fmla="*/ 19 w 41"/>
                <a:gd name="T39" fmla="*/ 38 h 79"/>
                <a:gd name="T40" fmla="*/ 21 w 41"/>
                <a:gd name="T41" fmla="*/ 38 h 79"/>
                <a:gd name="T42" fmla="*/ 21 w 41"/>
                <a:gd name="T43" fmla="*/ 74 h 79"/>
                <a:gd name="T44" fmla="*/ 26 w 41"/>
                <a:gd name="T45" fmla="*/ 79 h 79"/>
                <a:gd name="T46" fmla="*/ 31 w 41"/>
                <a:gd name="T47" fmla="*/ 74 h 79"/>
                <a:gd name="T48" fmla="*/ 31 w 41"/>
                <a:gd name="T49" fmla="*/ 38 h 79"/>
                <a:gd name="T50" fmla="*/ 31 w 41"/>
                <a:gd name="T51" fmla="*/ 36 h 79"/>
                <a:gd name="T52" fmla="*/ 31 w 41"/>
                <a:gd name="T53" fmla="*/ 22 h 79"/>
                <a:gd name="T54" fmla="*/ 31 w 41"/>
                <a:gd name="T55" fmla="*/ 13 h 79"/>
                <a:gd name="T56" fmla="*/ 33 w 41"/>
                <a:gd name="T57" fmla="*/ 13 h 79"/>
                <a:gd name="T58" fmla="*/ 33 w 41"/>
                <a:gd name="T59" fmla="*/ 21 h 79"/>
                <a:gd name="T60" fmla="*/ 33 w 41"/>
                <a:gd name="T61" fmla="*/ 35 h 79"/>
                <a:gd name="T62" fmla="*/ 37 w 41"/>
                <a:gd name="T63" fmla="*/ 38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5" y="0"/>
                    <a:pt x="29" y="0"/>
                  </a:cubicBezTo>
                  <a:cubicBezTo>
                    <a:pt x="17" y="0"/>
                    <a:pt x="17" y="0"/>
                    <a:pt x="17" y="0"/>
                  </a:cubicBezTo>
                  <a:cubicBezTo>
                    <a:pt x="16" y="0"/>
                    <a:pt x="16" y="0"/>
                    <a:pt x="16" y="0"/>
                  </a:cubicBezTo>
                  <a:cubicBezTo>
                    <a:pt x="12" y="0"/>
                    <a:pt x="12" y="0"/>
                    <a:pt x="12" y="0"/>
                  </a:cubicBezTo>
                  <a:cubicBezTo>
                    <a:pt x="5" y="0"/>
                    <a:pt x="0" y="5"/>
                    <a:pt x="0" y="12"/>
                  </a:cubicBezTo>
                  <a:cubicBezTo>
                    <a:pt x="0" y="12"/>
                    <a:pt x="0" y="12"/>
                    <a:pt x="0" y="12"/>
                  </a:cubicBezTo>
                  <a:cubicBezTo>
                    <a:pt x="0" y="35"/>
                    <a:pt x="0" y="35"/>
                    <a:pt x="0" y="35"/>
                  </a:cubicBezTo>
                  <a:cubicBezTo>
                    <a:pt x="0" y="37"/>
                    <a:pt x="2" y="38"/>
                    <a:pt x="4" y="38"/>
                  </a:cubicBezTo>
                  <a:cubicBezTo>
                    <a:pt x="6" y="38"/>
                    <a:pt x="7" y="37"/>
                    <a:pt x="7" y="35"/>
                  </a:cubicBezTo>
                  <a:cubicBezTo>
                    <a:pt x="7" y="21"/>
                    <a:pt x="7" y="21"/>
                    <a:pt x="7" y="21"/>
                  </a:cubicBezTo>
                  <a:cubicBezTo>
                    <a:pt x="7" y="13"/>
                    <a:pt x="7" y="13"/>
                    <a:pt x="7" y="13"/>
                  </a:cubicBezTo>
                  <a:cubicBezTo>
                    <a:pt x="9" y="13"/>
                    <a:pt x="9" y="13"/>
                    <a:pt x="9" y="13"/>
                  </a:cubicBezTo>
                  <a:cubicBezTo>
                    <a:pt x="9" y="22"/>
                    <a:pt x="9" y="22"/>
                    <a:pt x="9" y="22"/>
                  </a:cubicBezTo>
                  <a:cubicBezTo>
                    <a:pt x="9" y="36"/>
                    <a:pt x="9" y="36"/>
                    <a:pt x="9" y="36"/>
                  </a:cubicBezTo>
                  <a:cubicBezTo>
                    <a:pt x="9" y="38"/>
                    <a:pt x="9" y="38"/>
                    <a:pt x="9" y="38"/>
                  </a:cubicBezTo>
                  <a:cubicBezTo>
                    <a:pt x="9" y="74"/>
                    <a:pt x="9" y="74"/>
                    <a:pt x="9" y="74"/>
                  </a:cubicBezTo>
                  <a:cubicBezTo>
                    <a:pt x="9" y="77"/>
                    <a:pt x="12"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2"/>
                    <a:pt x="31" y="22"/>
                    <a:pt x="31" y="22"/>
                  </a:cubicBezTo>
                  <a:cubicBezTo>
                    <a:pt x="31" y="13"/>
                    <a:pt x="31" y="13"/>
                    <a:pt x="31" y="13"/>
                  </a:cubicBezTo>
                  <a:cubicBezTo>
                    <a:pt x="33" y="13"/>
                    <a:pt x="33" y="13"/>
                    <a:pt x="33" y="13"/>
                  </a:cubicBezTo>
                  <a:cubicBezTo>
                    <a:pt x="33" y="21"/>
                    <a:pt x="33" y="21"/>
                    <a:pt x="33" y="21"/>
                  </a:cubicBezTo>
                  <a:cubicBezTo>
                    <a:pt x="33" y="35"/>
                    <a:pt x="33" y="35"/>
                    <a:pt x="33" y="35"/>
                  </a:cubicBezTo>
                  <a:cubicBezTo>
                    <a:pt x="33" y="37"/>
                    <a:pt x="35" y="38"/>
                    <a:pt x="37" y="38"/>
                  </a:cubicBezTo>
                  <a:cubicBezTo>
                    <a:pt x="39" y="38"/>
                    <a:pt x="41" y="37"/>
                    <a:pt x="41" y="35"/>
                  </a:cubicBezTo>
                  <a:cubicBezTo>
                    <a:pt x="41" y="12"/>
                    <a:pt x="41" y="12"/>
                    <a:pt x="41" y="12"/>
                  </a:cubicBezTo>
                  <a:cubicBezTo>
                    <a:pt x="41" y="12"/>
                    <a:pt x="41" y="12"/>
                    <a:pt x="41"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67" name="Oval 23"/>
            <p:cNvSpPr>
              <a:spLocks noChangeArrowheads="1"/>
            </p:cNvSpPr>
            <p:nvPr/>
          </p:nvSpPr>
          <p:spPr bwMode="auto">
            <a:xfrm>
              <a:off x="4072658" y="2692110"/>
              <a:ext cx="150284"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68" name="Freeform 24"/>
            <p:cNvSpPr/>
            <p:nvPr/>
          </p:nvSpPr>
          <p:spPr bwMode="auto">
            <a:xfrm>
              <a:off x="3985875" y="2857209"/>
              <a:ext cx="323851" cy="620184"/>
            </a:xfrm>
            <a:custGeom>
              <a:avLst/>
              <a:gdLst>
                <a:gd name="T0" fmla="*/ 41 w 41"/>
                <a:gd name="T1" fmla="*/ 12 h 79"/>
                <a:gd name="T2" fmla="*/ 29 w 41"/>
                <a:gd name="T3" fmla="*/ 0 h 79"/>
                <a:gd name="T4" fmla="*/ 18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8 h 79"/>
                <a:gd name="T18" fmla="*/ 8 w 41"/>
                <a:gd name="T19" fmla="*/ 35 h 79"/>
                <a:gd name="T20" fmla="*/ 8 w 41"/>
                <a:gd name="T21" fmla="*/ 21 h 79"/>
                <a:gd name="T22" fmla="*/ 8 w 41"/>
                <a:gd name="T23" fmla="*/ 13 h 79"/>
                <a:gd name="T24" fmla="*/ 10 w 41"/>
                <a:gd name="T25" fmla="*/ 13 h 79"/>
                <a:gd name="T26" fmla="*/ 10 w 41"/>
                <a:gd name="T27" fmla="*/ 22 h 79"/>
                <a:gd name="T28" fmla="*/ 10 w 41"/>
                <a:gd name="T29" fmla="*/ 36 h 79"/>
                <a:gd name="T30" fmla="*/ 10 w 41"/>
                <a:gd name="T31" fmla="*/ 38 h 79"/>
                <a:gd name="T32" fmla="*/ 10 w 41"/>
                <a:gd name="T33" fmla="*/ 74 h 79"/>
                <a:gd name="T34" fmla="*/ 15 w 41"/>
                <a:gd name="T35" fmla="*/ 79 h 79"/>
                <a:gd name="T36" fmla="*/ 20 w 41"/>
                <a:gd name="T37" fmla="*/ 74 h 79"/>
                <a:gd name="T38" fmla="*/ 20 w 41"/>
                <a:gd name="T39" fmla="*/ 38 h 79"/>
                <a:gd name="T40" fmla="*/ 22 w 41"/>
                <a:gd name="T41" fmla="*/ 38 h 79"/>
                <a:gd name="T42" fmla="*/ 22 w 41"/>
                <a:gd name="T43" fmla="*/ 74 h 79"/>
                <a:gd name="T44" fmla="*/ 27 w 41"/>
                <a:gd name="T45" fmla="*/ 79 h 79"/>
                <a:gd name="T46" fmla="*/ 32 w 41"/>
                <a:gd name="T47" fmla="*/ 74 h 79"/>
                <a:gd name="T48" fmla="*/ 32 w 41"/>
                <a:gd name="T49" fmla="*/ 38 h 79"/>
                <a:gd name="T50" fmla="*/ 32 w 41"/>
                <a:gd name="T51" fmla="*/ 36 h 79"/>
                <a:gd name="T52" fmla="*/ 32 w 41"/>
                <a:gd name="T53" fmla="*/ 22 h 79"/>
                <a:gd name="T54" fmla="*/ 32 w 41"/>
                <a:gd name="T55" fmla="*/ 13 h 79"/>
                <a:gd name="T56" fmla="*/ 33 w 41"/>
                <a:gd name="T57" fmla="*/ 13 h 79"/>
                <a:gd name="T58" fmla="*/ 33 w 41"/>
                <a:gd name="T59" fmla="*/ 21 h 79"/>
                <a:gd name="T60" fmla="*/ 33 w 41"/>
                <a:gd name="T61" fmla="*/ 35 h 79"/>
                <a:gd name="T62" fmla="*/ 37 w 41"/>
                <a:gd name="T63" fmla="*/ 38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6" y="0"/>
                    <a:pt x="29" y="0"/>
                  </a:cubicBezTo>
                  <a:cubicBezTo>
                    <a:pt x="18" y="0"/>
                    <a:pt x="18" y="0"/>
                    <a:pt x="18" y="0"/>
                  </a:cubicBezTo>
                  <a:cubicBezTo>
                    <a:pt x="17" y="0"/>
                    <a:pt x="17" y="0"/>
                    <a:pt x="17" y="0"/>
                  </a:cubicBezTo>
                  <a:cubicBezTo>
                    <a:pt x="12" y="0"/>
                    <a:pt x="12" y="0"/>
                    <a:pt x="12" y="0"/>
                  </a:cubicBezTo>
                  <a:cubicBezTo>
                    <a:pt x="6" y="0"/>
                    <a:pt x="0" y="5"/>
                    <a:pt x="0" y="12"/>
                  </a:cubicBezTo>
                  <a:cubicBezTo>
                    <a:pt x="0" y="12"/>
                    <a:pt x="0" y="12"/>
                    <a:pt x="0" y="12"/>
                  </a:cubicBezTo>
                  <a:cubicBezTo>
                    <a:pt x="0" y="35"/>
                    <a:pt x="0" y="35"/>
                    <a:pt x="0" y="35"/>
                  </a:cubicBezTo>
                  <a:cubicBezTo>
                    <a:pt x="0" y="37"/>
                    <a:pt x="2" y="38"/>
                    <a:pt x="4" y="38"/>
                  </a:cubicBezTo>
                  <a:cubicBezTo>
                    <a:pt x="6" y="38"/>
                    <a:pt x="8" y="37"/>
                    <a:pt x="8" y="35"/>
                  </a:cubicBezTo>
                  <a:cubicBezTo>
                    <a:pt x="8" y="21"/>
                    <a:pt x="8" y="21"/>
                    <a:pt x="8" y="21"/>
                  </a:cubicBezTo>
                  <a:cubicBezTo>
                    <a:pt x="8" y="13"/>
                    <a:pt x="8" y="13"/>
                    <a:pt x="8" y="13"/>
                  </a:cubicBezTo>
                  <a:cubicBezTo>
                    <a:pt x="10" y="13"/>
                    <a:pt x="10" y="13"/>
                    <a:pt x="10" y="13"/>
                  </a:cubicBezTo>
                  <a:cubicBezTo>
                    <a:pt x="10" y="22"/>
                    <a:pt x="10" y="22"/>
                    <a:pt x="10" y="22"/>
                  </a:cubicBezTo>
                  <a:cubicBezTo>
                    <a:pt x="10" y="36"/>
                    <a:pt x="10" y="36"/>
                    <a:pt x="10" y="36"/>
                  </a:cubicBezTo>
                  <a:cubicBezTo>
                    <a:pt x="10" y="38"/>
                    <a:pt x="10" y="38"/>
                    <a:pt x="10" y="38"/>
                  </a:cubicBezTo>
                  <a:cubicBezTo>
                    <a:pt x="10" y="74"/>
                    <a:pt x="10" y="74"/>
                    <a:pt x="10" y="74"/>
                  </a:cubicBezTo>
                  <a:cubicBezTo>
                    <a:pt x="10" y="77"/>
                    <a:pt x="12" y="79"/>
                    <a:pt x="15" y="79"/>
                  </a:cubicBezTo>
                  <a:cubicBezTo>
                    <a:pt x="17" y="79"/>
                    <a:pt x="20" y="77"/>
                    <a:pt x="20" y="74"/>
                  </a:cubicBezTo>
                  <a:cubicBezTo>
                    <a:pt x="20" y="38"/>
                    <a:pt x="20" y="38"/>
                    <a:pt x="20" y="38"/>
                  </a:cubicBezTo>
                  <a:cubicBezTo>
                    <a:pt x="22" y="38"/>
                    <a:pt x="22" y="38"/>
                    <a:pt x="22" y="38"/>
                  </a:cubicBezTo>
                  <a:cubicBezTo>
                    <a:pt x="22" y="74"/>
                    <a:pt x="22" y="74"/>
                    <a:pt x="22" y="74"/>
                  </a:cubicBezTo>
                  <a:cubicBezTo>
                    <a:pt x="22" y="77"/>
                    <a:pt x="24" y="79"/>
                    <a:pt x="27" y="79"/>
                  </a:cubicBezTo>
                  <a:cubicBezTo>
                    <a:pt x="29" y="79"/>
                    <a:pt x="32" y="77"/>
                    <a:pt x="32" y="74"/>
                  </a:cubicBezTo>
                  <a:cubicBezTo>
                    <a:pt x="32" y="38"/>
                    <a:pt x="32" y="38"/>
                    <a:pt x="32" y="38"/>
                  </a:cubicBezTo>
                  <a:cubicBezTo>
                    <a:pt x="32" y="36"/>
                    <a:pt x="32" y="36"/>
                    <a:pt x="32" y="36"/>
                  </a:cubicBezTo>
                  <a:cubicBezTo>
                    <a:pt x="32" y="22"/>
                    <a:pt x="32" y="22"/>
                    <a:pt x="32" y="22"/>
                  </a:cubicBezTo>
                  <a:cubicBezTo>
                    <a:pt x="32" y="13"/>
                    <a:pt x="32" y="13"/>
                    <a:pt x="32" y="13"/>
                  </a:cubicBezTo>
                  <a:cubicBezTo>
                    <a:pt x="33" y="13"/>
                    <a:pt x="33" y="13"/>
                    <a:pt x="33" y="13"/>
                  </a:cubicBezTo>
                  <a:cubicBezTo>
                    <a:pt x="33" y="21"/>
                    <a:pt x="33" y="21"/>
                    <a:pt x="33" y="21"/>
                  </a:cubicBezTo>
                  <a:cubicBezTo>
                    <a:pt x="33" y="35"/>
                    <a:pt x="33" y="35"/>
                    <a:pt x="33" y="35"/>
                  </a:cubicBezTo>
                  <a:cubicBezTo>
                    <a:pt x="33" y="37"/>
                    <a:pt x="35" y="38"/>
                    <a:pt x="37" y="38"/>
                  </a:cubicBezTo>
                  <a:cubicBezTo>
                    <a:pt x="39" y="38"/>
                    <a:pt x="41" y="37"/>
                    <a:pt x="41" y="35"/>
                  </a:cubicBezTo>
                  <a:cubicBezTo>
                    <a:pt x="41" y="12"/>
                    <a:pt x="41" y="12"/>
                    <a:pt x="41" y="12"/>
                  </a:cubicBezTo>
                  <a:cubicBezTo>
                    <a:pt x="41" y="12"/>
                    <a:pt x="41" y="12"/>
                    <a:pt x="41"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70" name="Oval 25"/>
            <p:cNvSpPr>
              <a:spLocks noChangeArrowheads="1"/>
            </p:cNvSpPr>
            <p:nvPr/>
          </p:nvSpPr>
          <p:spPr bwMode="auto">
            <a:xfrm>
              <a:off x="4481175" y="2692110"/>
              <a:ext cx="158751"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71" name="Freeform 26"/>
            <p:cNvSpPr/>
            <p:nvPr/>
          </p:nvSpPr>
          <p:spPr bwMode="auto">
            <a:xfrm>
              <a:off x="4402857" y="2857209"/>
              <a:ext cx="315384" cy="620184"/>
            </a:xfrm>
            <a:custGeom>
              <a:avLst/>
              <a:gdLst>
                <a:gd name="T0" fmla="*/ 40 w 40"/>
                <a:gd name="T1" fmla="*/ 12 h 79"/>
                <a:gd name="T2" fmla="*/ 29 w 40"/>
                <a:gd name="T3" fmla="*/ 0 h 79"/>
                <a:gd name="T4" fmla="*/ 17 w 40"/>
                <a:gd name="T5" fmla="*/ 0 h 79"/>
                <a:gd name="T6" fmla="*/ 16 w 40"/>
                <a:gd name="T7" fmla="*/ 0 h 79"/>
                <a:gd name="T8" fmla="*/ 11 w 40"/>
                <a:gd name="T9" fmla="*/ 0 h 79"/>
                <a:gd name="T10" fmla="*/ 0 w 40"/>
                <a:gd name="T11" fmla="*/ 12 h 79"/>
                <a:gd name="T12" fmla="*/ 0 w 40"/>
                <a:gd name="T13" fmla="*/ 12 h 79"/>
                <a:gd name="T14" fmla="*/ 0 w 40"/>
                <a:gd name="T15" fmla="*/ 35 h 79"/>
                <a:gd name="T16" fmla="*/ 3 w 40"/>
                <a:gd name="T17" fmla="*/ 38 h 79"/>
                <a:gd name="T18" fmla="*/ 7 w 40"/>
                <a:gd name="T19" fmla="*/ 35 h 79"/>
                <a:gd name="T20" fmla="*/ 7 w 40"/>
                <a:gd name="T21" fmla="*/ 21 h 79"/>
                <a:gd name="T22" fmla="*/ 7 w 40"/>
                <a:gd name="T23" fmla="*/ 13 h 79"/>
                <a:gd name="T24" fmla="*/ 9 w 40"/>
                <a:gd name="T25" fmla="*/ 13 h 79"/>
                <a:gd name="T26" fmla="*/ 9 w 40"/>
                <a:gd name="T27" fmla="*/ 22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2 h 79"/>
                <a:gd name="T54" fmla="*/ 31 w 40"/>
                <a:gd name="T55" fmla="*/ 13 h 79"/>
                <a:gd name="T56" fmla="*/ 33 w 40"/>
                <a:gd name="T57" fmla="*/ 13 h 79"/>
                <a:gd name="T58" fmla="*/ 33 w 40"/>
                <a:gd name="T59" fmla="*/ 21 h 79"/>
                <a:gd name="T60" fmla="*/ 33 w 40"/>
                <a:gd name="T61" fmla="*/ 35 h 79"/>
                <a:gd name="T62" fmla="*/ 37 w 40"/>
                <a:gd name="T63" fmla="*/ 38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9" y="0"/>
                  </a:cubicBezTo>
                  <a:cubicBezTo>
                    <a:pt x="17" y="0"/>
                    <a:pt x="17" y="0"/>
                    <a:pt x="17" y="0"/>
                  </a:cubicBezTo>
                  <a:cubicBezTo>
                    <a:pt x="16" y="0"/>
                    <a:pt x="16" y="0"/>
                    <a:pt x="16" y="0"/>
                  </a:cubicBezTo>
                  <a:cubicBezTo>
                    <a:pt x="11" y="0"/>
                    <a:pt x="11" y="0"/>
                    <a:pt x="11" y="0"/>
                  </a:cubicBezTo>
                  <a:cubicBezTo>
                    <a:pt x="5" y="0"/>
                    <a:pt x="0" y="5"/>
                    <a:pt x="0" y="12"/>
                  </a:cubicBezTo>
                  <a:cubicBezTo>
                    <a:pt x="0" y="12"/>
                    <a:pt x="0" y="12"/>
                    <a:pt x="0" y="12"/>
                  </a:cubicBezTo>
                  <a:cubicBezTo>
                    <a:pt x="0" y="35"/>
                    <a:pt x="0" y="35"/>
                    <a:pt x="0" y="35"/>
                  </a:cubicBezTo>
                  <a:cubicBezTo>
                    <a:pt x="0" y="37"/>
                    <a:pt x="1" y="38"/>
                    <a:pt x="3" y="38"/>
                  </a:cubicBezTo>
                  <a:cubicBezTo>
                    <a:pt x="6" y="38"/>
                    <a:pt x="7" y="37"/>
                    <a:pt x="7" y="35"/>
                  </a:cubicBezTo>
                  <a:cubicBezTo>
                    <a:pt x="7" y="21"/>
                    <a:pt x="7" y="21"/>
                    <a:pt x="7" y="21"/>
                  </a:cubicBezTo>
                  <a:cubicBezTo>
                    <a:pt x="7" y="13"/>
                    <a:pt x="7" y="13"/>
                    <a:pt x="7" y="13"/>
                  </a:cubicBezTo>
                  <a:cubicBezTo>
                    <a:pt x="9" y="13"/>
                    <a:pt x="9" y="13"/>
                    <a:pt x="9" y="13"/>
                  </a:cubicBezTo>
                  <a:cubicBezTo>
                    <a:pt x="9" y="22"/>
                    <a:pt x="9" y="22"/>
                    <a:pt x="9" y="22"/>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2"/>
                    <a:pt x="31" y="22"/>
                    <a:pt x="31" y="22"/>
                  </a:cubicBezTo>
                  <a:cubicBezTo>
                    <a:pt x="31" y="13"/>
                    <a:pt x="31" y="13"/>
                    <a:pt x="31" y="13"/>
                  </a:cubicBezTo>
                  <a:cubicBezTo>
                    <a:pt x="33" y="13"/>
                    <a:pt x="33" y="13"/>
                    <a:pt x="33" y="13"/>
                  </a:cubicBezTo>
                  <a:cubicBezTo>
                    <a:pt x="33" y="21"/>
                    <a:pt x="33" y="21"/>
                    <a:pt x="33" y="21"/>
                  </a:cubicBezTo>
                  <a:cubicBezTo>
                    <a:pt x="33" y="35"/>
                    <a:pt x="33" y="35"/>
                    <a:pt x="33" y="35"/>
                  </a:cubicBezTo>
                  <a:cubicBezTo>
                    <a:pt x="33" y="37"/>
                    <a:pt x="35" y="38"/>
                    <a:pt x="37" y="38"/>
                  </a:cubicBezTo>
                  <a:cubicBezTo>
                    <a:pt x="39" y="38"/>
                    <a:pt x="40" y="37"/>
                    <a:pt x="40" y="35"/>
                  </a:cubicBezTo>
                  <a:cubicBezTo>
                    <a:pt x="40" y="12"/>
                    <a:pt x="40" y="12"/>
                    <a:pt x="40" y="12"/>
                  </a:cubicBezTo>
                  <a:cubicBezTo>
                    <a:pt x="40" y="12"/>
                    <a:pt x="40" y="12"/>
                    <a:pt x="40"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72" name="Oval 27"/>
            <p:cNvSpPr>
              <a:spLocks noChangeArrowheads="1"/>
            </p:cNvSpPr>
            <p:nvPr/>
          </p:nvSpPr>
          <p:spPr bwMode="auto">
            <a:xfrm>
              <a:off x="4898158" y="2692110"/>
              <a:ext cx="150284" cy="148167"/>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74" name="Freeform 28"/>
            <p:cNvSpPr/>
            <p:nvPr/>
          </p:nvSpPr>
          <p:spPr bwMode="auto">
            <a:xfrm>
              <a:off x="4811375" y="2857209"/>
              <a:ext cx="323851" cy="620184"/>
            </a:xfrm>
            <a:custGeom>
              <a:avLst/>
              <a:gdLst>
                <a:gd name="T0" fmla="*/ 41 w 41"/>
                <a:gd name="T1" fmla="*/ 12 h 79"/>
                <a:gd name="T2" fmla="*/ 29 w 41"/>
                <a:gd name="T3" fmla="*/ 0 h 79"/>
                <a:gd name="T4" fmla="*/ 17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8 h 79"/>
                <a:gd name="T18" fmla="*/ 8 w 41"/>
                <a:gd name="T19" fmla="*/ 35 h 79"/>
                <a:gd name="T20" fmla="*/ 8 w 41"/>
                <a:gd name="T21" fmla="*/ 21 h 79"/>
                <a:gd name="T22" fmla="*/ 8 w 41"/>
                <a:gd name="T23" fmla="*/ 13 h 79"/>
                <a:gd name="T24" fmla="*/ 9 w 41"/>
                <a:gd name="T25" fmla="*/ 13 h 79"/>
                <a:gd name="T26" fmla="*/ 9 w 41"/>
                <a:gd name="T27" fmla="*/ 22 h 79"/>
                <a:gd name="T28" fmla="*/ 9 w 41"/>
                <a:gd name="T29" fmla="*/ 36 h 79"/>
                <a:gd name="T30" fmla="*/ 9 w 41"/>
                <a:gd name="T31" fmla="*/ 38 h 79"/>
                <a:gd name="T32" fmla="*/ 9 w 41"/>
                <a:gd name="T33" fmla="*/ 74 h 79"/>
                <a:gd name="T34" fmla="*/ 14 w 41"/>
                <a:gd name="T35" fmla="*/ 79 h 79"/>
                <a:gd name="T36" fmla="*/ 19 w 41"/>
                <a:gd name="T37" fmla="*/ 74 h 79"/>
                <a:gd name="T38" fmla="*/ 19 w 41"/>
                <a:gd name="T39" fmla="*/ 38 h 79"/>
                <a:gd name="T40" fmla="*/ 21 w 41"/>
                <a:gd name="T41" fmla="*/ 38 h 79"/>
                <a:gd name="T42" fmla="*/ 21 w 41"/>
                <a:gd name="T43" fmla="*/ 74 h 79"/>
                <a:gd name="T44" fmla="*/ 26 w 41"/>
                <a:gd name="T45" fmla="*/ 79 h 79"/>
                <a:gd name="T46" fmla="*/ 31 w 41"/>
                <a:gd name="T47" fmla="*/ 74 h 79"/>
                <a:gd name="T48" fmla="*/ 31 w 41"/>
                <a:gd name="T49" fmla="*/ 38 h 79"/>
                <a:gd name="T50" fmla="*/ 31 w 41"/>
                <a:gd name="T51" fmla="*/ 36 h 79"/>
                <a:gd name="T52" fmla="*/ 31 w 41"/>
                <a:gd name="T53" fmla="*/ 22 h 79"/>
                <a:gd name="T54" fmla="*/ 31 w 41"/>
                <a:gd name="T55" fmla="*/ 13 h 79"/>
                <a:gd name="T56" fmla="*/ 33 w 41"/>
                <a:gd name="T57" fmla="*/ 13 h 79"/>
                <a:gd name="T58" fmla="*/ 33 w 41"/>
                <a:gd name="T59" fmla="*/ 21 h 79"/>
                <a:gd name="T60" fmla="*/ 33 w 41"/>
                <a:gd name="T61" fmla="*/ 35 h 79"/>
                <a:gd name="T62" fmla="*/ 37 w 41"/>
                <a:gd name="T63" fmla="*/ 38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5" y="0"/>
                    <a:pt x="29" y="0"/>
                  </a:cubicBezTo>
                  <a:cubicBezTo>
                    <a:pt x="17" y="0"/>
                    <a:pt x="17" y="0"/>
                    <a:pt x="17" y="0"/>
                  </a:cubicBezTo>
                  <a:cubicBezTo>
                    <a:pt x="17" y="0"/>
                    <a:pt x="17" y="0"/>
                    <a:pt x="17" y="0"/>
                  </a:cubicBezTo>
                  <a:cubicBezTo>
                    <a:pt x="12" y="0"/>
                    <a:pt x="12" y="0"/>
                    <a:pt x="12" y="0"/>
                  </a:cubicBezTo>
                  <a:cubicBezTo>
                    <a:pt x="5" y="0"/>
                    <a:pt x="0" y="5"/>
                    <a:pt x="0" y="12"/>
                  </a:cubicBezTo>
                  <a:cubicBezTo>
                    <a:pt x="0" y="12"/>
                    <a:pt x="0" y="12"/>
                    <a:pt x="0" y="12"/>
                  </a:cubicBezTo>
                  <a:cubicBezTo>
                    <a:pt x="0" y="35"/>
                    <a:pt x="0" y="35"/>
                    <a:pt x="0" y="35"/>
                  </a:cubicBezTo>
                  <a:cubicBezTo>
                    <a:pt x="0" y="37"/>
                    <a:pt x="2" y="38"/>
                    <a:pt x="4" y="38"/>
                  </a:cubicBezTo>
                  <a:cubicBezTo>
                    <a:pt x="6" y="38"/>
                    <a:pt x="8" y="37"/>
                    <a:pt x="8" y="35"/>
                  </a:cubicBezTo>
                  <a:cubicBezTo>
                    <a:pt x="8" y="21"/>
                    <a:pt x="8" y="21"/>
                    <a:pt x="8" y="21"/>
                  </a:cubicBezTo>
                  <a:cubicBezTo>
                    <a:pt x="8" y="13"/>
                    <a:pt x="8" y="13"/>
                    <a:pt x="8" y="13"/>
                  </a:cubicBezTo>
                  <a:cubicBezTo>
                    <a:pt x="9" y="13"/>
                    <a:pt x="9" y="13"/>
                    <a:pt x="9" y="13"/>
                  </a:cubicBezTo>
                  <a:cubicBezTo>
                    <a:pt x="9" y="22"/>
                    <a:pt x="9" y="22"/>
                    <a:pt x="9" y="22"/>
                  </a:cubicBezTo>
                  <a:cubicBezTo>
                    <a:pt x="9" y="36"/>
                    <a:pt x="9" y="36"/>
                    <a:pt x="9" y="36"/>
                  </a:cubicBezTo>
                  <a:cubicBezTo>
                    <a:pt x="9" y="38"/>
                    <a:pt x="9" y="38"/>
                    <a:pt x="9" y="38"/>
                  </a:cubicBezTo>
                  <a:cubicBezTo>
                    <a:pt x="9" y="74"/>
                    <a:pt x="9" y="74"/>
                    <a:pt x="9" y="74"/>
                  </a:cubicBezTo>
                  <a:cubicBezTo>
                    <a:pt x="9" y="77"/>
                    <a:pt x="12"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4" y="79"/>
                    <a:pt x="26" y="79"/>
                  </a:cubicBezTo>
                  <a:cubicBezTo>
                    <a:pt x="29" y="79"/>
                    <a:pt x="31" y="77"/>
                    <a:pt x="31" y="74"/>
                  </a:cubicBezTo>
                  <a:cubicBezTo>
                    <a:pt x="31" y="38"/>
                    <a:pt x="31" y="38"/>
                    <a:pt x="31" y="38"/>
                  </a:cubicBezTo>
                  <a:cubicBezTo>
                    <a:pt x="31" y="36"/>
                    <a:pt x="31" y="36"/>
                    <a:pt x="31" y="36"/>
                  </a:cubicBezTo>
                  <a:cubicBezTo>
                    <a:pt x="31" y="22"/>
                    <a:pt x="31" y="22"/>
                    <a:pt x="31" y="22"/>
                  </a:cubicBezTo>
                  <a:cubicBezTo>
                    <a:pt x="31" y="13"/>
                    <a:pt x="31" y="13"/>
                    <a:pt x="31" y="13"/>
                  </a:cubicBezTo>
                  <a:cubicBezTo>
                    <a:pt x="33" y="13"/>
                    <a:pt x="33" y="13"/>
                    <a:pt x="33" y="13"/>
                  </a:cubicBezTo>
                  <a:cubicBezTo>
                    <a:pt x="33" y="21"/>
                    <a:pt x="33" y="21"/>
                    <a:pt x="33" y="21"/>
                  </a:cubicBezTo>
                  <a:cubicBezTo>
                    <a:pt x="33" y="35"/>
                    <a:pt x="33" y="35"/>
                    <a:pt x="33" y="35"/>
                  </a:cubicBezTo>
                  <a:cubicBezTo>
                    <a:pt x="33" y="37"/>
                    <a:pt x="35" y="38"/>
                    <a:pt x="37" y="38"/>
                  </a:cubicBezTo>
                  <a:cubicBezTo>
                    <a:pt x="39" y="38"/>
                    <a:pt x="41" y="37"/>
                    <a:pt x="41" y="35"/>
                  </a:cubicBezTo>
                  <a:cubicBezTo>
                    <a:pt x="41" y="12"/>
                    <a:pt x="41" y="12"/>
                    <a:pt x="41" y="12"/>
                  </a:cubicBezTo>
                  <a:cubicBezTo>
                    <a:pt x="41" y="12"/>
                    <a:pt x="41" y="12"/>
                    <a:pt x="41"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75" name="Oval 45"/>
            <p:cNvSpPr>
              <a:spLocks noChangeArrowheads="1"/>
            </p:cNvSpPr>
            <p:nvPr/>
          </p:nvSpPr>
          <p:spPr bwMode="auto">
            <a:xfrm>
              <a:off x="4481175" y="1803110"/>
              <a:ext cx="158751"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76" name="Freeform 46"/>
            <p:cNvSpPr/>
            <p:nvPr/>
          </p:nvSpPr>
          <p:spPr bwMode="auto">
            <a:xfrm>
              <a:off x="4402857" y="1968210"/>
              <a:ext cx="315384" cy="622300"/>
            </a:xfrm>
            <a:custGeom>
              <a:avLst/>
              <a:gdLst>
                <a:gd name="T0" fmla="*/ 40 w 40"/>
                <a:gd name="T1" fmla="*/ 12 h 79"/>
                <a:gd name="T2" fmla="*/ 29 w 40"/>
                <a:gd name="T3" fmla="*/ 0 h 79"/>
                <a:gd name="T4" fmla="*/ 17 w 40"/>
                <a:gd name="T5" fmla="*/ 0 h 79"/>
                <a:gd name="T6" fmla="*/ 16 w 40"/>
                <a:gd name="T7" fmla="*/ 0 h 79"/>
                <a:gd name="T8" fmla="*/ 11 w 40"/>
                <a:gd name="T9" fmla="*/ 0 h 79"/>
                <a:gd name="T10" fmla="*/ 0 w 40"/>
                <a:gd name="T11" fmla="*/ 12 h 79"/>
                <a:gd name="T12" fmla="*/ 0 w 40"/>
                <a:gd name="T13" fmla="*/ 12 h 79"/>
                <a:gd name="T14" fmla="*/ 0 w 40"/>
                <a:gd name="T15" fmla="*/ 35 h 79"/>
                <a:gd name="T16" fmla="*/ 3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7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7 h 79"/>
                <a:gd name="T52" fmla="*/ 31 w 40"/>
                <a:gd name="T53" fmla="*/ 22 h 79"/>
                <a:gd name="T54" fmla="*/ 31 w 40"/>
                <a:gd name="T55" fmla="*/ 14 h 79"/>
                <a:gd name="T56" fmla="*/ 33 w 40"/>
                <a:gd name="T57" fmla="*/ 14 h 79"/>
                <a:gd name="T58" fmla="*/ 33 w 40"/>
                <a:gd name="T59" fmla="*/ 21 h 79"/>
                <a:gd name="T60" fmla="*/ 33 w 40"/>
                <a:gd name="T61" fmla="*/ 35 h 79"/>
                <a:gd name="T62" fmla="*/ 37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6"/>
                    <a:pt x="35" y="0"/>
                    <a:pt x="29" y="0"/>
                  </a:cubicBezTo>
                  <a:cubicBezTo>
                    <a:pt x="17" y="0"/>
                    <a:pt x="17" y="0"/>
                    <a:pt x="17" y="0"/>
                  </a:cubicBezTo>
                  <a:cubicBezTo>
                    <a:pt x="16" y="0"/>
                    <a:pt x="16" y="0"/>
                    <a:pt x="16" y="0"/>
                  </a:cubicBezTo>
                  <a:cubicBezTo>
                    <a:pt x="11" y="0"/>
                    <a:pt x="11" y="0"/>
                    <a:pt x="11" y="0"/>
                  </a:cubicBezTo>
                  <a:cubicBezTo>
                    <a:pt x="5" y="0"/>
                    <a:pt x="0" y="6"/>
                    <a:pt x="0" y="12"/>
                  </a:cubicBezTo>
                  <a:cubicBezTo>
                    <a:pt x="0" y="12"/>
                    <a:pt x="0" y="12"/>
                    <a:pt x="0" y="12"/>
                  </a:cubicBezTo>
                  <a:cubicBezTo>
                    <a:pt x="0" y="35"/>
                    <a:pt x="0" y="35"/>
                    <a:pt x="0" y="35"/>
                  </a:cubicBezTo>
                  <a:cubicBezTo>
                    <a:pt x="0" y="37"/>
                    <a:pt x="1" y="39"/>
                    <a:pt x="3" y="39"/>
                  </a:cubicBezTo>
                  <a:cubicBezTo>
                    <a:pt x="6"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7"/>
                    <a:pt x="9" y="37"/>
                    <a:pt x="9" y="37"/>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7"/>
                    <a:pt x="31" y="37"/>
                    <a:pt x="31" y="37"/>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0" y="37"/>
                    <a:pt x="40" y="35"/>
                  </a:cubicBezTo>
                  <a:cubicBezTo>
                    <a:pt x="40" y="12"/>
                    <a:pt x="40" y="12"/>
                    <a:pt x="40" y="12"/>
                  </a:cubicBezTo>
                  <a:cubicBezTo>
                    <a:pt x="40" y="12"/>
                    <a:pt x="40" y="12"/>
                    <a:pt x="40"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77" name="Oval 47"/>
            <p:cNvSpPr>
              <a:spLocks noChangeArrowheads="1"/>
            </p:cNvSpPr>
            <p:nvPr/>
          </p:nvSpPr>
          <p:spPr bwMode="auto">
            <a:xfrm>
              <a:off x="4898158" y="1803110"/>
              <a:ext cx="150284"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78" name="Freeform 48"/>
            <p:cNvSpPr/>
            <p:nvPr/>
          </p:nvSpPr>
          <p:spPr bwMode="auto">
            <a:xfrm>
              <a:off x="4811375" y="1968210"/>
              <a:ext cx="323851" cy="622300"/>
            </a:xfrm>
            <a:custGeom>
              <a:avLst/>
              <a:gdLst>
                <a:gd name="T0" fmla="*/ 41 w 41"/>
                <a:gd name="T1" fmla="*/ 12 h 79"/>
                <a:gd name="T2" fmla="*/ 29 w 41"/>
                <a:gd name="T3" fmla="*/ 0 h 79"/>
                <a:gd name="T4" fmla="*/ 17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8 w 41"/>
                <a:gd name="T19" fmla="*/ 35 h 79"/>
                <a:gd name="T20" fmla="*/ 8 w 41"/>
                <a:gd name="T21" fmla="*/ 21 h 79"/>
                <a:gd name="T22" fmla="*/ 8 w 41"/>
                <a:gd name="T23" fmla="*/ 14 h 79"/>
                <a:gd name="T24" fmla="*/ 9 w 41"/>
                <a:gd name="T25" fmla="*/ 14 h 79"/>
                <a:gd name="T26" fmla="*/ 9 w 41"/>
                <a:gd name="T27" fmla="*/ 22 h 79"/>
                <a:gd name="T28" fmla="*/ 9 w 41"/>
                <a:gd name="T29" fmla="*/ 37 h 79"/>
                <a:gd name="T30" fmla="*/ 9 w 41"/>
                <a:gd name="T31" fmla="*/ 39 h 79"/>
                <a:gd name="T32" fmla="*/ 9 w 41"/>
                <a:gd name="T33" fmla="*/ 74 h 79"/>
                <a:gd name="T34" fmla="*/ 14 w 41"/>
                <a:gd name="T35" fmla="*/ 79 h 79"/>
                <a:gd name="T36" fmla="*/ 19 w 41"/>
                <a:gd name="T37" fmla="*/ 74 h 79"/>
                <a:gd name="T38" fmla="*/ 19 w 41"/>
                <a:gd name="T39" fmla="*/ 39 h 79"/>
                <a:gd name="T40" fmla="*/ 21 w 41"/>
                <a:gd name="T41" fmla="*/ 39 h 79"/>
                <a:gd name="T42" fmla="*/ 21 w 41"/>
                <a:gd name="T43" fmla="*/ 74 h 79"/>
                <a:gd name="T44" fmla="*/ 26 w 41"/>
                <a:gd name="T45" fmla="*/ 79 h 79"/>
                <a:gd name="T46" fmla="*/ 31 w 41"/>
                <a:gd name="T47" fmla="*/ 74 h 79"/>
                <a:gd name="T48" fmla="*/ 31 w 41"/>
                <a:gd name="T49" fmla="*/ 39 h 79"/>
                <a:gd name="T50" fmla="*/ 31 w 41"/>
                <a:gd name="T51" fmla="*/ 37 h 79"/>
                <a:gd name="T52" fmla="*/ 31 w 41"/>
                <a:gd name="T53" fmla="*/ 22 h 79"/>
                <a:gd name="T54" fmla="*/ 31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6"/>
                    <a:pt x="35" y="0"/>
                    <a:pt x="29" y="0"/>
                  </a:cubicBezTo>
                  <a:cubicBezTo>
                    <a:pt x="17" y="0"/>
                    <a:pt x="17" y="0"/>
                    <a:pt x="17" y="0"/>
                  </a:cubicBezTo>
                  <a:cubicBezTo>
                    <a:pt x="17" y="0"/>
                    <a:pt x="17" y="0"/>
                    <a:pt x="17" y="0"/>
                  </a:cubicBezTo>
                  <a:cubicBezTo>
                    <a:pt x="12" y="0"/>
                    <a:pt x="12" y="0"/>
                    <a:pt x="12" y="0"/>
                  </a:cubicBezTo>
                  <a:cubicBezTo>
                    <a:pt x="5" y="0"/>
                    <a:pt x="0" y="6"/>
                    <a:pt x="0" y="12"/>
                  </a:cubicBezTo>
                  <a:cubicBezTo>
                    <a:pt x="0" y="12"/>
                    <a:pt x="0" y="12"/>
                    <a:pt x="0" y="12"/>
                  </a:cubicBezTo>
                  <a:cubicBezTo>
                    <a:pt x="0" y="35"/>
                    <a:pt x="0" y="35"/>
                    <a:pt x="0" y="35"/>
                  </a:cubicBezTo>
                  <a:cubicBezTo>
                    <a:pt x="0" y="37"/>
                    <a:pt x="2" y="39"/>
                    <a:pt x="4" y="39"/>
                  </a:cubicBezTo>
                  <a:cubicBezTo>
                    <a:pt x="6" y="39"/>
                    <a:pt x="8" y="37"/>
                    <a:pt x="8" y="35"/>
                  </a:cubicBezTo>
                  <a:cubicBezTo>
                    <a:pt x="8" y="21"/>
                    <a:pt x="8" y="21"/>
                    <a:pt x="8" y="21"/>
                  </a:cubicBezTo>
                  <a:cubicBezTo>
                    <a:pt x="8" y="14"/>
                    <a:pt x="8" y="14"/>
                    <a:pt x="8" y="14"/>
                  </a:cubicBezTo>
                  <a:cubicBezTo>
                    <a:pt x="9" y="14"/>
                    <a:pt x="9" y="14"/>
                    <a:pt x="9" y="14"/>
                  </a:cubicBezTo>
                  <a:cubicBezTo>
                    <a:pt x="9" y="22"/>
                    <a:pt x="9" y="22"/>
                    <a:pt x="9" y="22"/>
                  </a:cubicBezTo>
                  <a:cubicBezTo>
                    <a:pt x="9" y="37"/>
                    <a:pt x="9" y="37"/>
                    <a:pt x="9" y="37"/>
                  </a:cubicBezTo>
                  <a:cubicBezTo>
                    <a:pt x="9" y="39"/>
                    <a:pt x="9" y="39"/>
                    <a:pt x="9" y="39"/>
                  </a:cubicBezTo>
                  <a:cubicBezTo>
                    <a:pt x="9" y="74"/>
                    <a:pt x="9" y="74"/>
                    <a:pt x="9" y="74"/>
                  </a:cubicBezTo>
                  <a:cubicBezTo>
                    <a:pt x="9" y="77"/>
                    <a:pt x="12"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4" y="79"/>
                    <a:pt x="26" y="79"/>
                  </a:cubicBezTo>
                  <a:cubicBezTo>
                    <a:pt x="29" y="79"/>
                    <a:pt x="31" y="77"/>
                    <a:pt x="31" y="74"/>
                  </a:cubicBezTo>
                  <a:cubicBezTo>
                    <a:pt x="31" y="39"/>
                    <a:pt x="31" y="39"/>
                    <a:pt x="31" y="39"/>
                  </a:cubicBezTo>
                  <a:cubicBezTo>
                    <a:pt x="31" y="37"/>
                    <a:pt x="31" y="37"/>
                    <a:pt x="31" y="37"/>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79" name="Oval 49"/>
            <p:cNvSpPr>
              <a:spLocks noChangeArrowheads="1"/>
            </p:cNvSpPr>
            <p:nvPr/>
          </p:nvSpPr>
          <p:spPr bwMode="auto">
            <a:xfrm>
              <a:off x="1187642" y="3572643"/>
              <a:ext cx="156633"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0" name="Freeform 50"/>
            <p:cNvSpPr/>
            <p:nvPr/>
          </p:nvSpPr>
          <p:spPr bwMode="auto">
            <a:xfrm>
              <a:off x="1109324" y="3746209"/>
              <a:ext cx="315384" cy="620184"/>
            </a:xfrm>
            <a:custGeom>
              <a:avLst/>
              <a:gdLst>
                <a:gd name="T0" fmla="*/ 40 w 40"/>
                <a:gd name="T1" fmla="*/ 11 h 79"/>
                <a:gd name="T2" fmla="*/ 29 w 40"/>
                <a:gd name="T3" fmla="*/ 0 h 79"/>
                <a:gd name="T4" fmla="*/ 17 w 40"/>
                <a:gd name="T5" fmla="*/ 0 h 79"/>
                <a:gd name="T6" fmla="*/ 16 w 40"/>
                <a:gd name="T7" fmla="*/ 0 h 79"/>
                <a:gd name="T8" fmla="*/ 12 w 40"/>
                <a:gd name="T9" fmla="*/ 0 h 79"/>
                <a:gd name="T10" fmla="*/ 0 w 40"/>
                <a:gd name="T11" fmla="*/ 11 h 79"/>
                <a:gd name="T12" fmla="*/ 0 w 40"/>
                <a:gd name="T13" fmla="*/ 11 h 79"/>
                <a:gd name="T14" fmla="*/ 0 w 40"/>
                <a:gd name="T15" fmla="*/ 34 h 79"/>
                <a:gd name="T16" fmla="*/ 4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7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9" y="0"/>
                  </a:cubicBezTo>
                  <a:cubicBezTo>
                    <a:pt x="17" y="0"/>
                    <a:pt x="17" y="0"/>
                    <a:pt x="17" y="0"/>
                  </a:cubicBezTo>
                  <a:cubicBezTo>
                    <a:pt x="16" y="0"/>
                    <a:pt x="16" y="0"/>
                    <a:pt x="16" y="0"/>
                  </a:cubicBezTo>
                  <a:cubicBezTo>
                    <a:pt x="12" y="0"/>
                    <a:pt x="12" y="0"/>
                    <a:pt x="12" y="0"/>
                  </a:cubicBezTo>
                  <a:cubicBezTo>
                    <a:pt x="5" y="0"/>
                    <a:pt x="0" y="5"/>
                    <a:pt x="0" y="11"/>
                  </a:cubicBezTo>
                  <a:cubicBezTo>
                    <a:pt x="0" y="11"/>
                    <a:pt x="0" y="11"/>
                    <a:pt x="0" y="11"/>
                  </a:cubicBezTo>
                  <a:cubicBezTo>
                    <a:pt x="0" y="34"/>
                    <a:pt x="0" y="34"/>
                    <a:pt x="0" y="34"/>
                  </a:cubicBezTo>
                  <a:cubicBezTo>
                    <a:pt x="0" y="36"/>
                    <a:pt x="1" y="38"/>
                    <a:pt x="4" y="38"/>
                  </a:cubicBezTo>
                  <a:cubicBezTo>
                    <a:pt x="6"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6"/>
                    <a:pt x="11" y="79"/>
                    <a:pt x="14" y="79"/>
                  </a:cubicBezTo>
                  <a:cubicBezTo>
                    <a:pt x="17" y="79"/>
                    <a:pt x="19" y="76"/>
                    <a:pt x="19" y="74"/>
                  </a:cubicBezTo>
                  <a:cubicBezTo>
                    <a:pt x="19" y="38"/>
                    <a:pt x="19" y="38"/>
                    <a:pt x="19" y="38"/>
                  </a:cubicBezTo>
                  <a:cubicBezTo>
                    <a:pt x="21" y="38"/>
                    <a:pt x="21" y="38"/>
                    <a:pt x="21" y="38"/>
                  </a:cubicBezTo>
                  <a:cubicBezTo>
                    <a:pt x="21" y="74"/>
                    <a:pt x="21" y="74"/>
                    <a:pt x="21" y="74"/>
                  </a:cubicBezTo>
                  <a:cubicBezTo>
                    <a:pt x="21" y="76"/>
                    <a:pt x="23" y="79"/>
                    <a:pt x="26" y="79"/>
                  </a:cubicBezTo>
                  <a:cubicBezTo>
                    <a:pt x="29" y="79"/>
                    <a:pt x="31" y="76"/>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0" y="36"/>
                    <a:pt x="40" y="34"/>
                  </a:cubicBezTo>
                  <a:cubicBezTo>
                    <a:pt x="40" y="11"/>
                    <a:pt x="40" y="11"/>
                    <a:pt x="40" y="11"/>
                  </a:cubicBezTo>
                  <a:cubicBezTo>
                    <a:pt x="40" y="11"/>
                    <a:pt x="40" y="11"/>
                    <a:pt x="40" y="11"/>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1" name="Oval 51"/>
            <p:cNvSpPr>
              <a:spLocks noChangeArrowheads="1"/>
            </p:cNvSpPr>
            <p:nvPr/>
          </p:nvSpPr>
          <p:spPr bwMode="auto">
            <a:xfrm>
              <a:off x="1604625" y="3572643"/>
              <a:ext cx="150284"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2" name="Freeform 52"/>
            <p:cNvSpPr/>
            <p:nvPr/>
          </p:nvSpPr>
          <p:spPr bwMode="auto">
            <a:xfrm>
              <a:off x="1517842" y="3746209"/>
              <a:ext cx="321733" cy="620184"/>
            </a:xfrm>
            <a:custGeom>
              <a:avLst/>
              <a:gdLst>
                <a:gd name="T0" fmla="*/ 41 w 41"/>
                <a:gd name="T1" fmla="*/ 11 h 79"/>
                <a:gd name="T2" fmla="*/ 29 w 41"/>
                <a:gd name="T3" fmla="*/ 0 h 79"/>
                <a:gd name="T4" fmla="*/ 17 w 41"/>
                <a:gd name="T5" fmla="*/ 0 h 79"/>
                <a:gd name="T6" fmla="*/ 17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8 w 41"/>
                <a:gd name="T19" fmla="*/ 34 h 79"/>
                <a:gd name="T20" fmla="*/ 8 w 41"/>
                <a:gd name="T21" fmla="*/ 21 h 79"/>
                <a:gd name="T22" fmla="*/ 8 w 41"/>
                <a:gd name="T23" fmla="*/ 13 h 79"/>
                <a:gd name="T24" fmla="*/ 9 w 41"/>
                <a:gd name="T25" fmla="*/ 13 h 79"/>
                <a:gd name="T26" fmla="*/ 9 w 41"/>
                <a:gd name="T27" fmla="*/ 21 h 79"/>
                <a:gd name="T28" fmla="*/ 9 w 41"/>
                <a:gd name="T29" fmla="*/ 36 h 79"/>
                <a:gd name="T30" fmla="*/ 9 w 41"/>
                <a:gd name="T31" fmla="*/ 38 h 79"/>
                <a:gd name="T32" fmla="*/ 9 w 41"/>
                <a:gd name="T33" fmla="*/ 74 h 79"/>
                <a:gd name="T34" fmla="*/ 14 w 41"/>
                <a:gd name="T35" fmla="*/ 79 h 79"/>
                <a:gd name="T36" fmla="*/ 19 w 41"/>
                <a:gd name="T37" fmla="*/ 74 h 79"/>
                <a:gd name="T38" fmla="*/ 19 w 41"/>
                <a:gd name="T39" fmla="*/ 38 h 79"/>
                <a:gd name="T40" fmla="*/ 21 w 41"/>
                <a:gd name="T41" fmla="*/ 38 h 79"/>
                <a:gd name="T42" fmla="*/ 21 w 41"/>
                <a:gd name="T43" fmla="*/ 74 h 79"/>
                <a:gd name="T44" fmla="*/ 26 w 41"/>
                <a:gd name="T45" fmla="*/ 79 h 79"/>
                <a:gd name="T46" fmla="*/ 31 w 41"/>
                <a:gd name="T47" fmla="*/ 74 h 79"/>
                <a:gd name="T48" fmla="*/ 31 w 41"/>
                <a:gd name="T49" fmla="*/ 38 h 79"/>
                <a:gd name="T50" fmla="*/ 31 w 41"/>
                <a:gd name="T51" fmla="*/ 36 h 79"/>
                <a:gd name="T52" fmla="*/ 31 w 41"/>
                <a:gd name="T53" fmla="*/ 21 h 79"/>
                <a:gd name="T54" fmla="*/ 31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5" y="0"/>
                    <a:pt x="29" y="0"/>
                  </a:cubicBezTo>
                  <a:cubicBezTo>
                    <a:pt x="17" y="0"/>
                    <a:pt x="17" y="0"/>
                    <a:pt x="17" y="0"/>
                  </a:cubicBezTo>
                  <a:cubicBezTo>
                    <a:pt x="17" y="0"/>
                    <a:pt x="17" y="0"/>
                    <a:pt x="17" y="0"/>
                  </a:cubicBezTo>
                  <a:cubicBezTo>
                    <a:pt x="12" y="0"/>
                    <a:pt x="12" y="0"/>
                    <a:pt x="12" y="0"/>
                  </a:cubicBezTo>
                  <a:cubicBezTo>
                    <a:pt x="5" y="0"/>
                    <a:pt x="0" y="5"/>
                    <a:pt x="0" y="11"/>
                  </a:cubicBezTo>
                  <a:cubicBezTo>
                    <a:pt x="0" y="11"/>
                    <a:pt x="0" y="11"/>
                    <a:pt x="0" y="11"/>
                  </a:cubicBezTo>
                  <a:cubicBezTo>
                    <a:pt x="0" y="34"/>
                    <a:pt x="0" y="34"/>
                    <a:pt x="0" y="34"/>
                  </a:cubicBezTo>
                  <a:cubicBezTo>
                    <a:pt x="0" y="36"/>
                    <a:pt x="2" y="38"/>
                    <a:pt x="4" y="38"/>
                  </a:cubicBezTo>
                  <a:cubicBezTo>
                    <a:pt x="6" y="38"/>
                    <a:pt x="8" y="36"/>
                    <a:pt x="8" y="34"/>
                  </a:cubicBezTo>
                  <a:cubicBezTo>
                    <a:pt x="8" y="21"/>
                    <a:pt x="8" y="21"/>
                    <a:pt x="8" y="21"/>
                  </a:cubicBezTo>
                  <a:cubicBezTo>
                    <a:pt x="8" y="13"/>
                    <a:pt x="8" y="13"/>
                    <a:pt x="8"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6"/>
                    <a:pt x="12" y="79"/>
                    <a:pt x="14" y="79"/>
                  </a:cubicBezTo>
                  <a:cubicBezTo>
                    <a:pt x="17" y="79"/>
                    <a:pt x="19" y="76"/>
                    <a:pt x="19" y="74"/>
                  </a:cubicBezTo>
                  <a:cubicBezTo>
                    <a:pt x="19" y="38"/>
                    <a:pt x="19" y="38"/>
                    <a:pt x="19" y="38"/>
                  </a:cubicBezTo>
                  <a:cubicBezTo>
                    <a:pt x="21" y="38"/>
                    <a:pt x="21" y="38"/>
                    <a:pt x="21" y="38"/>
                  </a:cubicBezTo>
                  <a:cubicBezTo>
                    <a:pt x="21" y="74"/>
                    <a:pt x="21" y="74"/>
                    <a:pt x="21" y="74"/>
                  </a:cubicBezTo>
                  <a:cubicBezTo>
                    <a:pt x="21" y="76"/>
                    <a:pt x="24" y="79"/>
                    <a:pt x="26" y="79"/>
                  </a:cubicBezTo>
                  <a:cubicBezTo>
                    <a:pt x="29" y="79"/>
                    <a:pt x="31" y="76"/>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3" name="Oval 53"/>
            <p:cNvSpPr>
              <a:spLocks noChangeArrowheads="1"/>
            </p:cNvSpPr>
            <p:nvPr/>
          </p:nvSpPr>
          <p:spPr bwMode="auto">
            <a:xfrm>
              <a:off x="2013142" y="3572643"/>
              <a:ext cx="150284"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4" name="Freeform 54"/>
            <p:cNvSpPr/>
            <p:nvPr/>
          </p:nvSpPr>
          <p:spPr bwMode="auto">
            <a:xfrm>
              <a:off x="1934824" y="3746209"/>
              <a:ext cx="315384" cy="620184"/>
            </a:xfrm>
            <a:custGeom>
              <a:avLst/>
              <a:gdLst>
                <a:gd name="T0" fmla="*/ 40 w 40"/>
                <a:gd name="T1" fmla="*/ 11 h 79"/>
                <a:gd name="T2" fmla="*/ 28 w 40"/>
                <a:gd name="T3" fmla="*/ 0 h 79"/>
                <a:gd name="T4" fmla="*/ 17 w 40"/>
                <a:gd name="T5" fmla="*/ 0 h 79"/>
                <a:gd name="T6" fmla="*/ 16 w 40"/>
                <a:gd name="T7" fmla="*/ 0 h 79"/>
                <a:gd name="T8" fmla="*/ 11 w 40"/>
                <a:gd name="T9" fmla="*/ 0 h 79"/>
                <a:gd name="T10" fmla="*/ 0 w 40"/>
                <a:gd name="T11" fmla="*/ 11 h 79"/>
                <a:gd name="T12" fmla="*/ 0 w 40"/>
                <a:gd name="T13" fmla="*/ 11 h 79"/>
                <a:gd name="T14" fmla="*/ 0 w 40"/>
                <a:gd name="T15" fmla="*/ 34 h 79"/>
                <a:gd name="T16" fmla="*/ 3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6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8" y="0"/>
                  </a:cubicBezTo>
                  <a:cubicBezTo>
                    <a:pt x="17" y="0"/>
                    <a:pt x="17" y="0"/>
                    <a:pt x="17" y="0"/>
                  </a:cubicBezTo>
                  <a:cubicBezTo>
                    <a:pt x="16" y="0"/>
                    <a:pt x="16" y="0"/>
                    <a:pt x="16" y="0"/>
                  </a:cubicBezTo>
                  <a:cubicBezTo>
                    <a:pt x="11" y="0"/>
                    <a:pt x="11" y="0"/>
                    <a:pt x="11" y="0"/>
                  </a:cubicBezTo>
                  <a:cubicBezTo>
                    <a:pt x="5" y="0"/>
                    <a:pt x="0" y="5"/>
                    <a:pt x="0" y="11"/>
                  </a:cubicBezTo>
                  <a:cubicBezTo>
                    <a:pt x="0" y="11"/>
                    <a:pt x="0" y="11"/>
                    <a:pt x="0" y="11"/>
                  </a:cubicBezTo>
                  <a:cubicBezTo>
                    <a:pt x="0" y="34"/>
                    <a:pt x="0" y="34"/>
                    <a:pt x="0" y="34"/>
                  </a:cubicBezTo>
                  <a:cubicBezTo>
                    <a:pt x="0" y="36"/>
                    <a:pt x="1" y="38"/>
                    <a:pt x="3" y="38"/>
                  </a:cubicBezTo>
                  <a:cubicBezTo>
                    <a:pt x="5"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6"/>
                    <a:pt x="11" y="79"/>
                    <a:pt x="14" y="79"/>
                  </a:cubicBezTo>
                  <a:cubicBezTo>
                    <a:pt x="17" y="79"/>
                    <a:pt x="19" y="76"/>
                    <a:pt x="19" y="74"/>
                  </a:cubicBezTo>
                  <a:cubicBezTo>
                    <a:pt x="19" y="38"/>
                    <a:pt x="19" y="38"/>
                    <a:pt x="19" y="38"/>
                  </a:cubicBezTo>
                  <a:cubicBezTo>
                    <a:pt x="21" y="38"/>
                    <a:pt x="21" y="38"/>
                    <a:pt x="21" y="38"/>
                  </a:cubicBezTo>
                  <a:cubicBezTo>
                    <a:pt x="21" y="74"/>
                    <a:pt x="21" y="74"/>
                    <a:pt x="21" y="74"/>
                  </a:cubicBezTo>
                  <a:cubicBezTo>
                    <a:pt x="21" y="76"/>
                    <a:pt x="23" y="79"/>
                    <a:pt x="26" y="79"/>
                  </a:cubicBezTo>
                  <a:cubicBezTo>
                    <a:pt x="29" y="79"/>
                    <a:pt x="31" y="76"/>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4" y="38"/>
                    <a:pt x="36" y="38"/>
                  </a:cubicBezTo>
                  <a:cubicBezTo>
                    <a:pt x="38" y="38"/>
                    <a:pt x="40" y="36"/>
                    <a:pt x="40" y="34"/>
                  </a:cubicBezTo>
                  <a:cubicBezTo>
                    <a:pt x="40" y="11"/>
                    <a:pt x="40" y="11"/>
                    <a:pt x="40" y="11"/>
                  </a:cubicBezTo>
                  <a:cubicBezTo>
                    <a:pt x="40" y="11"/>
                    <a:pt x="40" y="11"/>
                    <a:pt x="40" y="11"/>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5" name="Oval 55"/>
            <p:cNvSpPr>
              <a:spLocks noChangeArrowheads="1"/>
            </p:cNvSpPr>
            <p:nvPr/>
          </p:nvSpPr>
          <p:spPr bwMode="auto">
            <a:xfrm>
              <a:off x="2430125" y="3572643"/>
              <a:ext cx="150284"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6" name="Freeform 56"/>
            <p:cNvSpPr/>
            <p:nvPr/>
          </p:nvSpPr>
          <p:spPr bwMode="auto">
            <a:xfrm>
              <a:off x="2343341" y="3746209"/>
              <a:ext cx="315384" cy="620184"/>
            </a:xfrm>
            <a:custGeom>
              <a:avLst/>
              <a:gdLst>
                <a:gd name="T0" fmla="*/ 40 w 40"/>
                <a:gd name="T1" fmla="*/ 11 h 79"/>
                <a:gd name="T2" fmla="*/ 29 w 40"/>
                <a:gd name="T3" fmla="*/ 0 h 79"/>
                <a:gd name="T4" fmla="*/ 17 w 40"/>
                <a:gd name="T5" fmla="*/ 0 h 79"/>
                <a:gd name="T6" fmla="*/ 16 w 40"/>
                <a:gd name="T7" fmla="*/ 0 h 79"/>
                <a:gd name="T8" fmla="*/ 12 w 40"/>
                <a:gd name="T9" fmla="*/ 0 h 79"/>
                <a:gd name="T10" fmla="*/ 0 w 40"/>
                <a:gd name="T11" fmla="*/ 11 h 79"/>
                <a:gd name="T12" fmla="*/ 0 w 40"/>
                <a:gd name="T13" fmla="*/ 11 h 79"/>
                <a:gd name="T14" fmla="*/ 0 w 40"/>
                <a:gd name="T15" fmla="*/ 34 h 79"/>
                <a:gd name="T16" fmla="*/ 4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7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9" y="0"/>
                  </a:cubicBezTo>
                  <a:cubicBezTo>
                    <a:pt x="17" y="0"/>
                    <a:pt x="17" y="0"/>
                    <a:pt x="17" y="0"/>
                  </a:cubicBezTo>
                  <a:cubicBezTo>
                    <a:pt x="16" y="0"/>
                    <a:pt x="16" y="0"/>
                    <a:pt x="16" y="0"/>
                  </a:cubicBezTo>
                  <a:cubicBezTo>
                    <a:pt x="12" y="0"/>
                    <a:pt x="12" y="0"/>
                    <a:pt x="12" y="0"/>
                  </a:cubicBezTo>
                  <a:cubicBezTo>
                    <a:pt x="5" y="0"/>
                    <a:pt x="0" y="5"/>
                    <a:pt x="0" y="11"/>
                  </a:cubicBezTo>
                  <a:cubicBezTo>
                    <a:pt x="0" y="11"/>
                    <a:pt x="0" y="11"/>
                    <a:pt x="0" y="11"/>
                  </a:cubicBezTo>
                  <a:cubicBezTo>
                    <a:pt x="0" y="34"/>
                    <a:pt x="0" y="34"/>
                    <a:pt x="0" y="34"/>
                  </a:cubicBezTo>
                  <a:cubicBezTo>
                    <a:pt x="0" y="36"/>
                    <a:pt x="2" y="38"/>
                    <a:pt x="4" y="38"/>
                  </a:cubicBezTo>
                  <a:cubicBezTo>
                    <a:pt x="6"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6"/>
                    <a:pt x="11" y="79"/>
                    <a:pt x="14" y="79"/>
                  </a:cubicBezTo>
                  <a:cubicBezTo>
                    <a:pt x="17" y="79"/>
                    <a:pt x="19" y="76"/>
                    <a:pt x="19" y="74"/>
                  </a:cubicBezTo>
                  <a:cubicBezTo>
                    <a:pt x="19" y="38"/>
                    <a:pt x="19" y="38"/>
                    <a:pt x="19" y="38"/>
                  </a:cubicBezTo>
                  <a:cubicBezTo>
                    <a:pt x="21" y="38"/>
                    <a:pt x="21" y="38"/>
                    <a:pt x="21" y="38"/>
                  </a:cubicBezTo>
                  <a:cubicBezTo>
                    <a:pt x="21" y="74"/>
                    <a:pt x="21" y="74"/>
                    <a:pt x="21" y="74"/>
                  </a:cubicBezTo>
                  <a:cubicBezTo>
                    <a:pt x="21" y="76"/>
                    <a:pt x="23" y="79"/>
                    <a:pt x="26" y="79"/>
                  </a:cubicBezTo>
                  <a:cubicBezTo>
                    <a:pt x="29" y="79"/>
                    <a:pt x="31" y="76"/>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0" y="36"/>
                    <a:pt x="40" y="34"/>
                  </a:cubicBezTo>
                  <a:cubicBezTo>
                    <a:pt x="40" y="11"/>
                    <a:pt x="40" y="11"/>
                    <a:pt x="40" y="11"/>
                  </a:cubicBezTo>
                  <a:cubicBezTo>
                    <a:pt x="40" y="11"/>
                    <a:pt x="40" y="11"/>
                    <a:pt x="40" y="11"/>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7" name="Oval 57"/>
            <p:cNvSpPr>
              <a:spLocks noChangeArrowheads="1"/>
            </p:cNvSpPr>
            <p:nvPr/>
          </p:nvSpPr>
          <p:spPr bwMode="auto">
            <a:xfrm>
              <a:off x="2838642" y="3572643"/>
              <a:ext cx="150284"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8" name="Freeform 58"/>
            <p:cNvSpPr/>
            <p:nvPr/>
          </p:nvSpPr>
          <p:spPr bwMode="auto">
            <a:xfrm>
              <a:off x="2751857" y="3746209"/>
              <a:ext cx="323851" cy="620184"/>
            </a:xfrm>
            <a:custGeom>
              <a:avLst/>
              <a:gdLst>
                <a:gd name="T0" fmla="*/ 41 w 41"/>
                <a:gd name="T1" fmla="*/ 11 h 79"/>
                <a:gd name="T2" fmla="*/ 29 w 41"/>
                <a:gd name="T3" fmla="*/ 0 h 79"/>
                <a:gd name="T4" fmla="*/ 17 w 41"/>
                <a:gd name="T5" fmla="*/ 0 h 79"/>
                <a:gd name="T6" fmla="*/ 17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8 w 41"/>
                <a:gd name="T19" fmla="*/ 34 h 79"/>
                <a:gd name="T20" fmla="*/ 8 w 41"/>
                <a:gd name="T21" fmla="*/ 21 h 79"/>
                <a:gd name="T22" fmla="*/ 8 w 41"/>
                <a:gd name="T23" fmla="*/ 13 h 79"/>
                <a:gd name="T24" fmla="*/ 10 w 41"/>
                <a:gd name="T25" fmla="*/ 13 h 79"/>
                <a:gd name="T26" fmla="*/ 10 w 41"/>
                <a:gd name="T27" fmla="*/ 21 h 79"/>
                <a:gd name="T28" fmla="*/ 10 w 41"/>
                <a:gd name="T29" fmla="*/ 36 h 79"/>
                <a:gd name="T30" fmla="*/ 10 w 41"/>
                <a:gd name="T31" fmla="*/ 38 h 79"/>
                <a:gd name="T32" fmla="*/ 10 w 41"/>
                <a:gd name="T33" fmla="*/ 74 h 79"/>
                <a:gd name="T34" fmla="*/ 15 w 41"/>
                <a:gd name="T35" fmla="*/ 79 h 79"/>
                <a:gd name="T36" fmla="*/ 20 w 41"/>
                <a:gd name="T37" fmla="*/ 74 h 79"/>
                <a:gd name="T38" fmla="*/ 20 w 41"/>
                <a:gd name="T39" fmla="*/ 38 h 79"/>
                <a:gd name="T40" fmla="*/ 22 w 41"/>
                <a:gd name="T41" fmla="*/ 38 h 79"/>
                <a:gd name="T42" fmla="*/ 22 w 41"/>
                <a:gd name="T43" fmla="*/ 74 h 79"/>
                <a:gd name="T44" fmla="*/ 27 w 41"/>
                <a:gd name="T45" fmla="*/ 79 h 79"/>
                <a:gd name="T46" fmla="*/ 32 w 41"/>
                <a:gd name="T47" fmla="*/ 74 h 79"/>
                <a:gd name="T48" fmla="*/ 32 w 41"/>
                <a:gd name="T49" fmla="*/ 38 h 79"/>
                <a:gd name="T50" fmla="*/ 32 w 41"/>
                <a:gd name="T51" fmla="*/ 36 h 79"/>
                <a:gd name="T52" fmla="*/ 32 w 41"/>
                <a:gd name="T53" fmla="*/ 21 h 79"/>
                <a:gd name="T54" fmla="*/ 32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6" y="0"/>
                    <a:pt x="29" y="0"/>
                  </a:cubicBezTo>
                  <a:cubicBezTo>
                    <a:pt x="17" y="0"/>
                    <a:pt x="17" y="0"/>
                    <a:pt x="17" y="0"/>
                  </a:cubicBezTo>
                  <a:cubicBezTo>
                    <a:pt x="17" y="0"/>
                    <a:pt x="17" y="0"/>
                    <a:pt x="17" y="0"/>
                  </a:cubicBezTo>
                  <a:cubicBezTo>
                    <a:pt x="12" y="0"/>
                    <a:pt x="12" y="0"/>
                    <a:pt x="12" y="0"/>
                  </a:cubicBezTo>
                  <a:cubicBezTo>
                    <a:pt x="6" y="0"/>
                    <a:pt x="0" y="5"/>
                    <a:pt x="0" y="11"/>
                  </a:cubicBezTo>
                  <a:cubicBezTo>
                    <a:pt x="0" y="11"/>
                    <a:pt x="0" y="11"/>
                    <a:pt x="0" y="11"/>
                  </a:cubicBezTo>
                  <a:cubicBezTo>
                    <a:pt x="0" y="34"/>
                    <a:pt x="0" y="34"/>
                    <a:pt x="0" y="34"/>
                  </a:cubicBezTo>
                  <a:cubicBezTo>
                    <a:pt x="0" y="36"/>
                    <a:pt x="2" y="38"/>
                    <a:pt x="4" y="38"/>
                  </a:cubicBezTo>
                  <a:cubicBezTo>
                    <a:pt x="6" y="38"/>
                    <a:pt x="8" y="36"/>
                    <a:pt x="8" y="34"/>
                  </a:cubicBezTo>
                  <a:cubicBezTo>
                    <a:pt x="8" y="21"/>
                    <a:pt x="8" y="21"/>
                    <a:pt x="8" y="21"/>
                  </a:cubicBezTo>
                  <a:cubicBezTo>
                    <a:pt x="8" y="13"/>
                    <a:pt x="8" y="13"/>
                    <a:pt x="8" y="13"/>
                  </a:cubicBezTo>
                  <a:cubicBezTo>
                    <a:pt x="10" y="13"/>
                    <a:pt x="10" y="13"/>
                    <a:pt x="10" y="13"/>
                  </a:cubicBezTo>
                  <a:cubicBezTo>
                    <a:pt x="10" y="21"/>
                    <a:pt x="10" y="21"/>
                    <a:pt x="10" y="21"/>
                  </a:cubicBezTo>
                  <a:cubicBezTo>
                    <a:pt x="10" y="36"/>
                    <a:pt x="10" y="36"/>
                    <a:pt x="10" y="36"/>
                  </a:cubicBezTo>
                  <a:cubicBezTo>
                    <a:pt x="10" y="38"/>
                    <a:pt x="10" y="38"/>
                    <a:pt x="10" y="38"/>
                  </a:cubicBezTo>
                  <a:cubicBezTo>
                    <a:pt x="10" y="74"/>
                    <a:pt x="10" y="74"/>
                    <a:pt x="10" y="74"/>
                  </a:cubicBezTo>
                  <a:cubicBezTo>
                    <a:pt x="10" y="76"/>
                    <a:pt x="12" y="79"/>
                    <a:pt x="15" y="79"/>
                  </a:cubicBezTo>
                  <a:cubicBezTo>
                    <a:pt x="17" y="79"/>
                    <a:pt x="20" y="76"/>
                    <a:pt x="20" y="74"/>
                  </a:cubicBezTo>
                  <a:cubicBezTo>
                    <a:pt x="20" y="38"/>
                    <a:pt x="20" y="38"/>
                    <a:pt x="20" y="38"/>
                  </a:cubicBezTo>
                  <a:cubicBezTo>
                    <a:pt x="22" y="38"/>
                    <a:pt x="22" y="38"/>
                    <a:pt x="22" y="38"/>
                  </a:cubicBezTo>
                  <a:cubicBezTo>
                    <a:pt x="22" y="74"/>
                    <a:pt x="22" y="74"/>
                    <a:pt x="22" y="74"/>
                  </a:cubicBezTo>
                  <a:cubicBezTo>
                    <a:pt x="22" y="76"/>
                    <a:pt x="24" y="79"/>
                    <a:pt x="27" y="79"/>
                  </a:cubicBezTo>
                  <a:cubicBezTo>
                    <a:pt x="29" y="79"/>
                    <a:pt x="32" y="76"/>
                    <a:pt x="32" y="74"/>
                  </a:cubicBezTo>
                  <a:cubicBezTo>
                    <a:pt x="32" y="38"/>
                    <a:pt x="32" y="38"/>
                    <a:pt x="32" y="38"/>
                  </a:cubicBezTo>
                  <a:cubicBezTo>
                    <a:pt x="32" y="36"/>
                    <a:pt x="32" y="36"/>
                    <a:pt x="32" y="36"/>
                  </a:cubicBezTo>
                  <a:cubicBezTo>
                    <a:pt x="32" y="21"/>
                    <a:pt x="32" y="21"/>
                    <a:pt x="32" y="21"/>
                  </a:cubicBezTo>
                  <a:cubicBezTo>
                    <a:pt x="32" y="13"/>
                    <a:pt x="32" y="13"/>
                    <a:pt x="32"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89" name="Oval 59"/>
            <p:cNvSpPr>
              <a:spLocks noChangeArrowheads="1"/>
            </p:cNvSpPr>
            <p:nvPr/>
          </p:nvSpPr>
          <p:spPr bwMode="auto">
            <a:xfrm>
              <a:off x="3247158" y="3572643"/>
              <a:ext cx="158751"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90" name="Freeform 60"/>
            <p:cNvSpPr/>
            <p:nvPr/>
          </p:nvSpPr>
          <p:spPr bwMode="auto">
            <a:xfrm>
              <a:off x="3168841" y="3746209"/>
              <a:ext cx="315384" cy="620184"/>
            </a:xfrm>
            <a:custGeom>
              <a:avLst/>
              <a:gdLst>
                <a:gd name="T0" fmla="*/ 40 w 40"/>
                <a:gd name="T1" fmla="*/ 11 h 79"/>
                <a:gd name="T2" fmla="*/ 28 w 40"/>
                <a:gd name="T3" fmla="*/ 0 h 79"/>
                <a:gd name="T4" fmla="*/ 17 w 40"/>
                <a:gd name="T5" fmla="*/ 0 h 79"/>
                <a:gd name="T6" fmla="*/ 16 w 40"/>
                <a:gd name="T7" fmla="*/ 0 h 79"/>
                <a:gd name="T8" fmla="*/ 11 w 40"/>
                <a:gd name="T9" fmla="*/ 0 h 79"/>
                <a:gd name="T10" fmla="*/ 0 w 40"/>
                <a:gd name="T11" fmla="*/ 11 h 79"/>
                <a:gd name="T12" fmla="*/ 0 w 40"/>
                <a:gd name="T13" fmla="*/ 11 h 79"/>
                <a:gd name="T14" fmla="*/ 0 w 40"/>
                <a:gd name="T15" fmla="*/ 34 h 79"/>
                <a:gd name="T16" fmla="*/ 3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6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8" y="0"/>
                  </a:cubicBezTo>
                  <a:cubicBezTo>
                    <a:pt x="17" y="0"/>
                    <a:pt x="17" y="0"/>
                    <a:pt x="17" y="0"/>
                  </a:cubicBezTo>
                  <a:cubicBezTo>
                    <a:pt x="16" y="0"/>
                    <a:pt x="16" y="0"/>
                    <a:pt x="16" y="0"/>
                  </a:cubicBezTo>
                  <a:cubicBezTo>
                    <a:pt x="11" y="0"/>
                    <a:pt x="11" y="0"/>
                    <a:pt x="11" y="0"/>
                  </a:cubicBezTo>
                  <a:cubicBezTo>
                    <a:pt x="5" y="0"/>
                    <a:pt x="0" y="5"/>
                    <a:pt x="0" y="11"/>
                  </a:cubicBezTo>
                  <a:cubicBezTo>
                    <a:pt x="0" y="11"/>
                    <a:pt x="0" y="11"/>
                    <a:pt x="0" y="11"/>
                  </a:cubicBezTo>
                  <a:cubicBezTo>
                    <a:pt x="0" y="34"/>
                    <a:pt x="0" y="34"/>
                    <a:pt x="0" y="34"/>
                  </a:cubicBezTo>
                  <a:cubicBezTo>
                    <a:pt x="0" y="36"/>
                    <a:pt x="1" y="38"/>
                    <a:pt x="3" y="38"/>
                  </a:cubicBezTo>
                  <a:cubicBezTo>
                    <a:pt x="5"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6"/>
                    <a:pt x="11" y="79"/>
                    <a:pt x="14" y="79"/>
                  </a:cubicBezTo>
                  <a:cubicBezTo>
                    <a:pt x="17" y="79"/>
                    <a:pt x="19" y="76"/>
                    <a:pt x="19" y="74"/>
                  </a:cubicBezTo>
                  <a:cubicBezTo>
                    <a:pt x="19" y="38"/>
                    <a:pt x="19" y="38"/>
                    <a:pt x="19" y="38"/>
                  </a:cubicBezTo>
                  <a:cubicBezTo>
                    <a:pt x="21" y="38"/>
                    <a:pt x="21" y="38"/>
                    <a:pt x="21" y="38"/>
                  </a:cubicBezTo>
                  <a:cubicBezTo>
                    <a:pt x="21" y="74"/>
                    <a:pt x="21" y="74"/>
                    <a:pt x="21" y="74"/>
                  </a:cubicBezTo>
                  <a:cubicBezTo>
                    <a:pt x="21" y="76"/>
                    <a:pt x="23" y="79"/>
                    <a:pt x="26" y="79"/>
                  </a:cubicBezTo>
                  <a:cubicBezTo>
                    <a:pt x="29" y="79"/>
                    <a:pt x="31" y="76"/>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4" y="38"/>
                    <a:pt x="36" y="38"/>
                  </a:cubicBezTo>
                  <a:cubicBezTo>
                    <a:pt x="39" y="38"/>
                    <a:pt x="40" y="36"/>
                    <a:pt x="40" y="34"/>
                  </a:cubicBezTo>
                  <a:cubicBezTo>
                    <a:pt x="40" y="11"/>
                    <a:pt x="40" y="11"/>
                    <a:pt x="40" y="11"/>
                  </a:cubicBezTo>
                  <a:cubicBezTo>
                    <a:pt x="40" y="11"/>
                    <a:pt x="40" y="11"/>
                    <a:pt x="40" y="11"/>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91" name="Oval 61"/>
            <p:cNvSpPr>
              <a:spLocks noChangeArrowheads="1"/>
            </p:cNvSpPr>
            <p:nvPr/>
          </p:nvSpPr>
          <p:spPr bwMode="auto">
            <a:xfrm>
              <a:off x="3664142" y="3572643"/>
              <a:ext cx="150284"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92" name="Freeform 62"/>
            <p:cNvSpPr/>
            <p:nvPr/>
          </p:nvSpPr>
          <p:spPr bwMode="auto">
            <a:xfrm>
              <a:off x="3577357" y="3746209"/>
              <a:ext cx="323851" cy="620184"/>
            </a:xfrm>
            <a:custGeom>
              <a:avLst/>
              <a:gdLst>
                <a:gd name="T0" fmla="*/ 41 w 41"/>
                <a:gd name="T1" fmla="*/ 11 h 79"/>
                <a:gd name="T2" fmla="*/ 29 w 41"/>
                <a:gd name="T3" fmla="*/ 0 h 79"/>
                <a:gd name="T4" fmla="*/ 17 w 41"/>
                <a:gd name="T5" fmla="*/ 0 h 79"/>
                <a:gd name="T6" fmla="*/ 16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7 w 41"/>
                <a:gd name="T19" fmla="*/ 34 h 79"/>
                <a:gd name="T20" fmla="*/ 7 w 41"/>
                <a:gd name="T21" fmla="*/ 21 h 79"/>
                <a:gd name="T22" fmla="*/ 7 w 41"/>
                <a:gd name="T23" fmla="*/ 13 h 79"/>
                <a:gd name="T24" fmla="*/ 9 w 41"/>
                <a:gd name="T25" fmla="*/ 13 h 79"/>
                <a:gd name="T26" fmla="*/ 9 w 41"/>
                <a:gd name="T27" fmla="*/ 21 h 79"/>
                <a:gd name="T28" fmla="*/ 9 w 41"/>
                <a:gd name="T29" fmla="*/ 36 h 79"/>
                <a:gd name="T30" fmla="*/ 9 w 41"/>
                <a:gd name="T31" fmla="*/ 38 h 79"/>
                <a:gd name="T32" fmla="*/ 9 w 41"/>
                <a:gd name="T33" fmla="*/ 74 h 79"/>
                <a:gd name="T34" fmla="*/ 14 w 41"/>
                <a:gd name="T35" fmla="*/ 79 h 79"/>
                <a:gd name="T36" fmla="*/ 19 w 41"/>
                <a:gd name="T37" fmla="*/ 74 h 79"/>
                <a:gd name="T38" fmla="*/ 19 w 41"/>
                <a:gd name="T39" fmla="*/ 38 h 79"/>
                <a:gd name="T40" fmla="*/ 21 w 41"/>
                <a:gd name="T41" fmla="*/ 38 h 79"/>
                <a:gd name="T42" fmla="*/ 21 w 41"/>
                <a:gd name="T43" fmla="*/ 74 h 79"/>
                <a:gd name="T44" fmla="*/ 26 w 41"/>
                <a:gd name="T45" fmla="*/ 79 h 79"/>
                <a:gd name="T46" fmla="*/ 31 w 41"/>
                <a:gd name="T47" fmla="*/ 74 h 79"/>
                <a:gd name="T48" fmla="*/ 31 w 41"/>
                <a:gd name="T49" fmla="*/ 38 h 79"/>
                <a:gd name="T50" fmla="*/ 31 w 41"/>
                <a:gd name="T51" fmla="*/ 36 h 79"/>
                <a:gd name="T52" fmla="*/ 31 w 41"/>
                <a:gd name="T53" fmla="*/ 21 h 79"/>
                <a:gd name="T54" fmla="*/ 31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5" y="0"/>
                    <a:pt x="29" y="0"/>
                  </a:cubicBezTo>
                  <a:cubicBezTo>
                    <a:pt x="17" y="0"/>
                    <a:pt x="17" y="0"/>
                    <a:pt x="17" y="0"/>
                  </a:cubicBezTo>
                  <a:cubicBezTo>
                    <a:pt x="16" y="0"/>
                    <a:pt x="16" y="0"/>
                    <a:pt x="16" y="0"/>
                  </a:cubicBezTo>
                  <a:cubicBezTo>
                    <a:pt x="12" y="0"/>
                    <a:pt x="12" y="0"/>
                    <a:pt x="12" y="0"/>
                  </a:cubicBezTo>
                  <a:cubicBezTo>
                    <a:pt x="5" y="0"/>
                    <a:pt x="0" y="5"/>
                    <a:pt x="0" y="11"/>
                  </a:cubicBezTo>
                  <a:cubicBezTo>
                    <a:pt x="0" y="11"/>
                    <a:pt x="0" y="11"/>
                    <a:pt x="0" y="11"/>
                  </a:cubicBezTo>
                  <a:cubicBezTo>
                    <a:pt x="0" y="34"/>
                    <a:pt x="0" y="34"/>
                    <a:pt x="0" y="34"/>
                  </a:cubicBezTo>
                  <a:cubicBezTo>
                    <a:pt x="0" y="36"/>
                    <a:pt x="2" y="38"/>
                    <a:pt x="4" y="38"/>
                  </a:cubicBezTo>
                  <a:cubicBezTo>
                    <a:pt x="6"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6"/>
                    <a:pt x="12" y="79"/>
                    <a:pt x="14" y="79"/>
                  </a:cubicBezTo>
                  <a:cubicBezTo>
                    <a:pt x="17" y="79"/>
                    <a:pt x="19" y="76"/>
                    <a:pt x="19" y="74"/>
                  </a:cubicBezTo>
                  <a:cubicBezTo>
                    <a:pt x="19" y="38"/>
                    <a:pt x="19" y="38"/>
                    <a:pt x="19" y="38"/>
                  </a:cubicBezTo>
                  <a:cubicBezTo>
                    <a:pt x="21" y="38"/>
                    <a:pt x="21" y="38"/>
                    <a:pt x="21" y="38"/>
                  </a:cubicBezTo>
                  <a:cubicBezTo>
                    <a:pt x="21" y="74"/>
                    <a:pt x="21" y="74"/>
                    <a:pt x="21" y="74"/>
                  </a:cubicBezTo>
                  <a:cubicBezTo>
                    <a:pt x="21" y="76"/>
                    <a:pt x="23" y="79"/>
                    <a:pt x="26" y="79"/>
                  </a:cubicBezTo>
                  <a:cubicBezTo>
                    <a:pt x="29" y="79"/>
                    <a:pt x="31" y="76"/>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93" name="Oval 63"/>
            <p:cNvSpPr>
              <a:spLocks noChangeArrowheads="1"/>
            </p:cNvSpPr>
            <p:nvPr/>
          </p:nvSpPr>
          <p:spPr bwMode="auto">
            <a:xfrm>
              <a:off x="4072658" y="3572643"/>
              <a:ext cx="150284" cy="150284"/>
            </a:xfrm>
            <a:prstGeom prst="ellipse">
              <a:avLst/>
            </a:pr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94" name="Freeform 64"/>
            <p:cNvSpPr/>
            <p:nvPr/>
          </p:nvSpPr>
          <p:spPr bwMode="auto">
            <a:xfrm>
              <a:off x="3985875" y="3746209"/>
              <a:ext cx="323851" cy="620184"/>
            </a:xfrm>
            <a:custGeom>
              <a:avLst/>
              <a:gdLst>
                <a:gd name="T0" fmla="*/ 41 w 41"/>
                <a:gd name="T1" fmla="*/ 11 h 79"/>
                <a:gd name="T2" fmla="*/ 29 w 41"/>
                <a:gd name="T3" fmla="*/ 0 h 79"/>
                <a:gd name="T4" fmla="*/ 18 w 41"/>
                <a:gd name="T5" fmla="*/ 0 h 79"/>
                <a:gd name="T6" fmla="*/ 17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8 w 41"/>
                <a:gd name="T19" fmla="*/ 34 h 79"/>
                <a:gd name="T20" fmla="*/ 8 w 41"/>
                <a:gd name="T21" fmla="*/ 21 h 79"/>
                <a:gd name="T22" fmla="*/ 8 w 41"/>
                <a:gd name="T23" fmla="*/ 13 h 79"/>
                <a:gd name="T24" fmla="*/ 10 w 41"/>
                <a:gd name="T25" fmla="*/ 13 h 79"/>
                <a:gd name="T26" fmla="*/ 10 w 41"/>
                <a:gd name="T27" fmla="*/ 21 h 79"/>
                <a:gd name="T28" fmla="*/ 10 w 41"/>
                <a:gd name="T29" fmla="*/ 36 h 79"/>
                <a:gd name="T30" fmla="*/ 10 w 41"/>
                <a:gd name="T31" fmla="*/ 38 h 79"/>
                <a:gd name="T32" fmla="*/ 10 w 41"/>
                <a:gd name="T33" fmla="*/ 74 h 79"/>
                <a:gd name="T34" fmla="*/ 15 w 41"/>
                <a:gd name="T35" fmla="*/ 79 h 79"/>
                <a:gd name="T36" fmla="*/ 20 w 41"/>
                <a:gd name="T37" fmla="*/ 74 h 79"/>
                <a:gd name="T38" fmla="*/ 20 w 41"/>
                <a:gd name="T39" fmla="*/ 38 h 79"/>
                <a:gd name="T40" fmla="*/ 22 w 41"/>
                <a:gd name="T41" fmla="*/ 38 h 79"/>
                <a:gd name="T42" fmla="*/ 22 w 41"/>
                <a:gd name="T43" fmla="*/ 74 h 79"/>
                <a:gd name="T44" fmla="*/ 27 w 41"/>
                <a:gd name="T45" fmla="*/ 79 h 79"/>
                <a:gd name="T46" fmla="*/ 32 w 41"/>
                <a:gd name="T47" fmla="*/ 74 h 79"/>
                <a:gd name="T48" fmla="*/ 32 w 41"/>
                <a:gd name="T49" fmla="*/ 38 h 79"/>
                <a:gd name="T50" fmla="*/ 32 w 41"/>
                <a:gd name="T51" fmla="*/ 36 h 79"/>
                <a:gd name="T52" fmla="*/ 32 w 41"/>
                <a:gd name="T53" fmla="*/ 21 h 79"/>
                <a:gd name="T54" fmla="*/ 32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6" y="0"/>
                    <a:pt x="29" y="0"/>
                  </a:cubicBezTo>
                  <a:cubicBezTo>
                    <a:pt x="18" y="0"/>
                    <a:pt x="18" y="0"/>
                    <a:pt x="18" y="0"/>
                  </a:cubicBezTo>
                  <a:cubicBezTo>
                    <a:pt x="17" y="0"/>
                    <a:pt x="17" y="0"/>
                    <a:pt x="17" y="0"/>
                  </a:cubicBezTo>
                  <a:cubicBezTo>
                    <a:pt x="12" y="0"/>
                    <a:pt x="12" y="0"/>
                    <a:pt x="12" y="0"/>
                  </a:cubicBezTo>
                  <a:cubicBezTo>
                    <a:pt x="6" y="0"/>
                    <a:pt x="0" y="5"/>
                    <a:pt x="0" y="11"/>
                  </a:cubicBezTo>
                  <a:cubicBezTo>
                    <a:pt x="0" y="11"/>
                    <a:pt x="0" y="11"/>
                    <a:pt x="0" y="11"/>
                  </a:cubicBezTo>
                  <a:cubicBezTo>
                    <a:pt x="0" y="34"/>
                    <a:pt x="0" y="34"/>
                    <a:pt x="0" y="34"/>
                  </a:cubicBezTo>
                  <a:cubicBezTo>
                    <a:pt x="0" y="36"/>
                    <a:pt x="2" y="38"/>
                    <a:pt x="4" y="38"/>
                  </a:cubicBezTo>
                  <a:cubicBezTo>
                    <a:pt x="6" y="38"/>
                    <a:pt x="8" y="36"/>
                    <a:pt x="8" y="34"/>
                  </a:cubicBezTo>
                  <a:cubicBezTo>
                    <a:pt x="8" y="21"/>
                    <a:pt x="8" y="21"/>
                    <a:pt x="8" y="21"/>
                  </a:cubicBezTo>
                  <a:cubicBezTo>
                    <a:pt x="8" y="13"/>
                    <a:pt x="8" y="13"/>
                    <a:pt x="8" y="13"/>
                  </a:cubicBezTo>
                  <a:cubicBezTo>
                    <a:pt x="10" y="13"/>
                    <a:pt x="10" y="13"/>
                    <a:pt x="10" y="13"/>
                  </a:cubicBezTo>
                  <a:cubicBezTo>
                    <a:pt x="10" y="21"/>
                    <a:pt x="10" y="21"/>
                    <a:pt x="10" y="21"/>
                  </a:cubicBezTo>
                  <a:cubicBezTo>
                    <a:pt x="10" y="36"/>
                    <a:pt x="10" y="36"/>
                    <a:pt x="10" y="36"/>
                  </a:cubicBezTo>
                  <a:cubicBezTo>
                    <a:pt x="10" y="38"/>
                    <a:pt x="10" y="38"/>
                    <a:pt x="10" y="38"/>
                  </a:cubicBezTo>
                  <a:cubicBezTo>
                    <a:pt x="10" y="74"/>
                    <a:pt x="10" y="74"/>
                    <a:pt x="10" y="74"/>
                  </a:cubicBezTo>
                  <a:cubicBezTo>
                    <a:pt x="10" y="76"/>
                    <a:pt x="12" y="79"/>
                    <a:pt x="15" y="79"/>
                  </a:cubicBezTo>
                  <a:cubicBezTo>
                    <a:pt x="17" y="79"/>
                    <a:pt x="20" y="76"/>
                    <a:pt x="20" y="74"/>
                  </a:cubicBezTo>
                  <a:cubicBezTo>
                    <a:pt x="20" y="38"/>
                    <a:pt x="20" y="38"/>
                    <a:pt x="20" y="38"/>
                  </a:cubicBezTo>
                  <a:cubicBezTo>
                    <a:pt x="22" y="38"/>
                    <a:pt x="22" y="38"/>
                    <a:pt x="22" y="38"/>
                  </a:cubicBezTo>
                  <a:cubicBezTo>
                    <a:pt x="22" y="74"/>
                    <a:pt x="22" y="74"/>
                    <a:pt x="22" y="74"/>
                  </a:cubicBezTo>
                  <a:cubicBezTo>
                    <a:pt x="22" y="76"/>
                    <a:pt x="24" y="79"/>
                    <a:pt x="27" y="79"/>
                  </a:cubicBezTo>
                  <a:cubicBezTo>
                    <a:pt x="29" y="79"/>
                    <a:pt x="32" y="76"/>
                    <a:pt x="32" y="74"/>
                  </a:cubicBezTo>
                  <a:cubicBezTo>
                    <a:pt x="32" y="38"/>
                    <a:pt x="32" y="38"/>
                    <a:pt x="32" y="38"/>
                  </a:cubicBezTo>
                  <a:cubicBezTo>
                    <a:pt x="32" y="36"/>
                    <a:pt x="32" y="36"/>
                    <a:pt x="32" y="36"/>
                  </a:cubicBezTo>
                  <a:cubicBezTo>
                    <a:pt x="32" y="21"/>
                    <a:pt x="32" y="21"/>
                    <a:pt x="32" y="21"/>
                  </a:cubicBezTo>
                  <a:cubicBezTo>
                    <a:pt x="32" y="13"/>
                    <a:pt x="32" y="13"/>
                    <a:pt x="32"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solidFill>
              <a:schemeClr val="accent2"/>
            </a:solid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grpSp>
      <p:grpSp>
        <p:nvGrpSpPr>
          <p:cNvPr id="95" name="组合 94"/>
          <p:cNvGrpSpPr/>
          <p:nvPr/>
        </p:nvGrpSpPr>
        <p:grpSpPr>
          <a:xfrm>
            <a:off x="1067948" y="2393157"/>
            <a:ext cx="3019427" cy="1257300"/>
            <a:chOff x="1109324" y="3572643"/>
            <a:chExt cx="4025902" cy="1676400"/>
          </a:xfrm>
          <a:solidFill>
            <a:schemeClr val="accent3"/>
          </a:solidFill>
        </p:grpSpPr>
        <p:sp>
          <p:nvSpPr>
            <p:cNvPr id="96" name="Oval 65"/>
            <p:cNvSpPr>
              <a:spLocks noChangeArrowheads="1"/>
            </p:cNvSpPr>
            <p:nvPr/>
          </p:nvSpPr>
          <p:spPr bwMode="auto">
            <a:xfrm>
              <a:off x="4481175" y="3572643"/>
              <a:ext cx="158751"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97" name="Freeform 66"/>
            <p:cNvSpPr/>
            <p:nvPr/>
          </p:nvSpPr>
          <p:spPr bwMode="auto">
            <a:xfrm>
              <a:off x="4402857" y="3746209"/>
              <a:ext cx="315384" cy="620184"/>
            </a:xfrm>
            <a:custGeom>
              <a:avLst/>
              <a:gdLst>
                <a:gd name="T0" fmla="*/ 40 w 40"/>
                <a:gd name="T1" fmla="*/ 11 h 79"/>
                <a:gd name="T2" fmla="*/ 29 w 40"/>
                <a:gd name="T3" fmla="*/ 0 h 79"/>
                <a:gd name="T4" fmla="*/ 17 w 40"/>
                <a:gd name="T5" fmla="*/ 0 h 79"/>
                <a:gd name="T6" fmla="*/ 16 w 40"/>
                <a:gd name="T7" fmla="*/ 0 h 79"/>
                <a:gd name="T8" fmla="*/ 11 w 40"/>
                <a:gd name="T9" fmla="*/ 0 h 79"/>
                <a:gd name="T10" fmla="*/ 0 w 40"/>
                <a:gd name="T11" fmla="*/ 11 h 79"/>
                <a:gd name="T12" fmla="*/ 0 w 40"/>
                <a:gd name="T13" fmla="*/ 11 h 79"/>
                <a:gd name="T14" fmla="*/ 0 w 40"/>
                <a:gd name="T15" fmla="*/ 34 h 79"/>
                <a:gd name="T16" fmla="*/ 3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7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9" y="0"/>
                  </a:cubicBezTo>
                  <a:cubicBezTo>
                    <a:pt x="17" y="0"/>
                    <a:pt x="17" y="0"/>
                    <a:pt x="17" y="0"/>
                  </a:cubicBezTo>
                  <a:cubicBezTo>
                    <a:pt x="16" y="0"/>
                    <a:pt x="16" y="0"/>
                    <a:pt x="16" y="0"/>
                  </a:cubicBezTo>
                  <a:cubicBezTo>
                    <a:pt x="11" y="0"/>
                    <a:pt x="11" y="0"/>
                    <a:pt x="11" y="0"/>
                  </a:cubicBezTo>
                  <a:cubicBezTo>
                    <a:pt x="5" y="0"/>
                    <a:pt x="0" y="5"/>
                    <a:pt x="0" y="11"/>
                  </a:cubicBezTo>
                  <a:cubicBezTo>
                    <a:pt x="0" y="11"/>
                    <a:pt x="0" y="11"/>
                    <a:pt x="0" y="11"/>
                  </a:cubicBezTo>
                  <a:cubicBezTo>
                    <a:pt x="0" y="34"/>
                    <a:pt x="0" y="34"/>
                    <a:pt x="0" y="34"/>
                  </a:cubicBezTo>
                  <a:cubicBezTo>
                    <a:pt x="0" y="36"/>
                    <a:pt x="1" y="38"/>
                    <a:pt x="3" y="38"/>
                  </a:cubicBezTo>
                  <a:cubicBezTo>
                    <a:pt x="6"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6"/>
                    <a:pt x="11" y="79"/>
                    <a:pt x="14" y="79"/>
                  </a:cubicBezTo>
                  <a:cubicBezTo>
                    <a:pt x="17" y="79"/>
                    <a:pt x="19" y="76"/>
                    <a:pt x="19" y="74"/>
                  </a:cubicBezTo>
                  <a:cubicBezTo>
                    <a:pt x="19" y="38"/>
                    <a:pt x="19" y="38"/>
                    <a:pt x="19" y="38"/>
                  </a:cubicBezTo>
                  <a:cubicBezTo>
                    <a:pt x="21" y="38"/>
                    <a:pt x="21" y="38"/>
                    <a:pt x="21" y="38"/>
                  </a:cubicBezTo>
                  <a:cubicBezTo>
                    <a:pt x="21" y="74"/>
                    <a:pt x="21" y="74"/>
                    <a:pt x="21" y="74"/>
                  </a:cubicBezTo>
                  <a:cubicBezTo>
                    <a:pt x="21" y="76"/>
                    <a:pt x="23" y="79"/>
                    <a:pt x="26" y="79"/>
                  </a:cubicBezTo>
                  <a:cubicBezTo>
                    <a:pt x="29" y="79"/>
                    <a:pt x="31" y="76"/>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0" y="36"/>
                    <a:pt x="40" y="34"/>
                  </a:cubicBezTo>
                  <a:cubicBezTo>
                    <a:pt x="40" y="11"/>
                    <a:pt x="40" y="11"/>
                    <a:pt x="40" y="11"/>
                  </a:cubicBezTo>
                  <a:cubicBezTo>
                    <a:pt x="40" y="11"/>
                    <a:pt x="40" y="11"/>
                    <a:pt x="40" y="11"/>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98" name="Oval 67"/>
            <p:cNvSpPr>
              <a:spLocks noChangeArrowheads="1"/>
            </p:cNvSpPr>
            <p:nvPr/>
          </p:nvSpPr>
          <p:spPr bwMode="auto">
            <a:xfrm>
              <a:off x="4898158" y="3572643"/>
              <a:ext cx="150284"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99" name="Freeform 68"/>
            <p:cNvSpPr/>
            <p:nvPr/>
          </p:nvSpPr>
          <p:spPr bwMode="auto">
            <a:xfrm>
              <a:off x="4811375" y="3746209"/>
              <a:ext cx="323851" cy="620184"/>
            </a:xfrm>
            <a:custGeom>
              <a:avLst/>
              <a:gdLst>
                <a:gd name="T0" fmla="*/ 41 w 41"/>
                <a:gd name="T1" fmla="*/ 11 h 79"/>
                <a:gd name="T2" fmla="*/ 29 w 41"/>
                <a:gd name="T3" fmla="*/ 0 h 79"/>
                <a:gd name="T4" fmla="*/ 17 w 41"/>
                <a:gd name="T5" fmla="*/ 0 h 79"/>
                <a:gd name="T6" fmla="*/ 17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8 w 41"/>
                <a:gd name="T19" fmla="*/ 34 h 79"/>
                <a:gd name="T20" fmla="*/ 8 w 41"/>
                <a:gd name="T21" fmla="*/ 21 h 79"/>
                <a:gd name="T22" fmla="*/ 8 w 41"/>
                <a:gd name="T23" fmla="*/ 13 h 79"/>
                <a:gd name="T24" fmla="*/ 9 w 41"/>
                <a:gd name="T25" fmla="*/ 13 h 79"/>
                <a:gd name="T26" fmla="*/ 9 w 41"/>
                <a:gd name="T27" fmla="*/ 21 h 79"/>
                <a:gd name="T28" fmla="*/ 9 w 41"/>
                <a:gd name="T29" fmla="*/ 36 h 79"/>
                <a:gd name="T30" fmla="*/ 9 w 41"/>
                <a:gd name="T31" fmla="*/ 38 h 79"/>
                <a:gd name="T32" fmla="*/ 9 w 41"/>
                <a:gd name="T33" fmla="*/ 74 h 79"/>
                <a:gd name="T34" fmla="*/ 14 w 41"/>
                <a:gd name="T35" fmla="*/ 79 h 79"/>
                <a:gd name="T36" fmla="*/ 19 w 41"/>
                <a:gd name="T37" fmla="*/ 74 h 79"/>
                <a:gd name="T38" fmla="*/ 19 w 41"/>
                <a:gd name="T39" fmla="*/ 38 h 79"/>
                <a:gd name="T40" fmla="*/ 21 w 41"/>
                <a:gd name="T41" fmla="*/ 38 h 79"/>
                <a:gd name="T42" fmla="*/ 21 w 41"/>
                <a:gd name="T43" fmla="*/ 74 h 79"/>
                <a:gd name="T44" fmla="*/ 26 w 41"/>
                <a:gd name="T45" fmla="*/ 79 h 79"/>
                <a:gd name="T46" fmla="*/ 31 w 41"/>
                <a:gd name="T47" fmla="*/ 74 h 79"/>
                <a:gd name="T48" fmla="*/ 31 w 41"/>
                <a:gd name="T49" fmla="*/ 38 h 79"/>
                <a:gd name="T50" fmla="*/ 31 w 41"/>
                <a:gd name="T51" fmla="*/ 36 h 79"/>
                <a:gd name="T52" fmla="*/ 31 w 41"/>
                <a:gd name="T53" fmla="*/ 21 h 79"/>
                <a:gd name="T54" fmla="*/ 31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5" y="0"/>
                    <a:pt x="29" y="0"/>
                  </a:cubicBezTo>
                  <a:cubicBezTo>
                    <a:pt x="17" y="0"/>
                    <a:pt x="17" y="0"/>
                    <a:pt x="17" y="0"/>
                  </a:cubicBezTo>
                  <a:cubicBezTo>
                    <a:pt x="17" y="0"/>
                    <a:pt x="17" y="0"/>
                    <a:pt x="17" y="0"/>
                  </a:cubicBezTo>
                  <a:cubicBezTo>
                    <a:pt x="12" y="0"/>
                    <a:pt x="12" y="0"/>
                    <a:pt x="12" y="0"/>
                  </a:cubicBezTo>
                  <a:cubicBezTo>
                    <a:pt x="5" y="0"/>
                    <a:pt x="0" y="5"/>
                    <a:pt x="0" y="11"/>
                  </a:cubicBezTo>
                  <a:cubicBezTo>
                    <a:pt x="0" y="11"/>
                    <a:pt x="0" y="11"/>
                    <a:pt x="0" y="11"/>
                  </a:cubicBezTo>
                  <a:cubicBezTo>
                    <a:pt x="0" y="34"/>
                    <a:pt x="0" y="34"/>
                    <a:pt x="0" y="34"/>
                  </a:cubicBezTo>
                  <a:cubicBezTo>
                    <a:pt x="0" y="36"/>
                    <a:pt x="2" y="38"/>
                    <a:pt x="4" y="38"/>
                  </a:cubicBezTo>
                  <a:cubicBezTo>
                    <a:pt x="6" y="38"/>
                    <a:pt x="8" y="36"/>
                    <a:pt x="8" y="34"/>
                  </a:cubicBezTo>
                  <a:cubicBezTo>
                    <a:pt x="8" y="21"/>
                    <a:pt x="8" y="21"/>
                    <a:pt x="8" y="21"/>
                  </a:cubicBezTo>
                  <a:cubicBezTo>
                    <a:pt x="8" y="13"/>
                    <a:pt x="8" y="13"/>
                    <a:pt x="8"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6"/>
                    <a:pt x="12" y="79"/>
                    <a:pt x="14" y="79"/>
                  </a:cubicBezTo>
                  <a:cubicBezTo>
                    <a:pt x="17" y="79"/>
                    <a:pt x="19" y="76"/>
                    <a:pt x="19" y="74"/>
                  </a:cubicBezTo>
                  <a:cubicBezTo>
                    <a:pt x="19" y="38"/>
                    <a:pt x="19" y="38"/>
                    <a:pt x="19" y="38"/>
                  </a:cubicBezTo>
                  <a:cubicBezTo>
                    <a:pt x="21" y="38"/>
                    <a:pt x="21" y="38"/>
                    <a:pt x="21" y="38"/>
                  </a:cubicBezTo>
                  <a:cubicBezTo>
                    <a:pt x="21" y="74"/>
                    <a:pt x="21" y="74"/>
                    <a:pt x="21" y="74"/>
                  </a:cubicBezTo>
                  <a:cubicBezTo>
                    <a:pt x="21" y="76"/>
                    <a:pt x="24" y="79"/>
                    <a:pt x="26" y="79"/>
                  </a:cubicBezTo>
                  <a:cubicBezTo>
                    <a:pt x="29" y="79"/>
                    <a:pt x="31" y="76"/>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0" name="Oval 69"/>
            <p:cNvSpPr>
              <a:spLocks noChangeArrowheads="1"/>
            </p:cNvSpPr>
            <p:nvPr/>
          </p:nvSpPr>
          <p:spPr bwMode="auto">
            <a:xfrm>
              <a:off x="1187642" y="4461643"/>
              <a:ext cx="156633"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1" name="Freeform 70"/>
            <p:cNvSpPr/>
            <p:nvPr/>
          </p:nvSpPr>
          <p:spPr bwMode="auto">
            <a:xfrm>
              <a:off x="1109324" y="4626743"/>
              <a:ext cx="315384" cy="622300"/>
            </a:xfrm>
            <a:custGeom>
              <a:avLst/>
              <a:gdLst>
                <a:gd name="T0" fmla="*/ 40 w 40"/>
                <a:gd name="T1" fmla="*/ 12 h 79"/>
                <a:gd name="T2" fmla="*/ 29 w 40"/>
                <a:gd name="T3" fmla="*/ 0 h 79"/>
                <a:gd name="T4" fmla="*/ 17 w 40"/>
                <a:gd name="T5" fmla="*/ 0 h 79"/>
                <a:gd name="T6" fmla="*/ 16 w 40"/>
                <a:gd name="T7" fmla="*/ 0 h 79"/>
                <a:gd name="T8" fmla="*/ 12 w 40"/>
                <a:gd name="T9" fmla="*/ 0 h 79"/>
                <a:gd name="T10" fmla="*/ 0 w 40"/>
                <a:gd name="T11" fmla="*/ 12 h 79"/>
                <a:gd name="T12" fmla="*/ 0 w 40"/>
                <a:gd name="T13" fmla="*/ 12 h 79"/>
                <a:gd name="T14" fmla="*/ 0 w 40"/>
                <a:gd name="T15" fmla="*/ 35 h 79"/>
                <a:gd name="T16" fmla="*/ 4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6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6 h 79"/>
                <a:gd name="T52" fmla="*/ 31 w 40"/>
                <a:gd name="T53" fmla="*/ 22 h 79"/>
                <a:gd name="T54" fmla="*/ 31 w 40"/>
                <a:gd name="T55" fmla="*/ 14 h 79"/>
                <a:gd name="T56" fmla="*/ 33 w 40"/>
                <a:gd name="T57" fmla="*/ 14 h 79"/>
                <a:gd name="T58" fmla="*/ 33 w 40"/>
                <a:gd name="T59" fmla="*/ 21 h 79"/>
                <a:gd name="T60" fmla="*/ 33 w 40"/>
                <a:gd name="T61" fmla="*/ 35 h 79"/>
                <a:gd name="T62" fmla="*/ 37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9" y="0"/>
                  </a:cubicBezTo>
                  <a:cubicBezTo>
                    <a:pt x="17" y="0"/>
                    <a:pt x="17" y="0"/>
                    <a:pt x="17" y="0"/>
                  </a:cubicBezTo>
                  <a:cubicBezTo>
                    <a:pt x="16" y="0"/>
                    <a:pt x="16" y="0"/>
                    <a:pt x="16" y="0"/>
                  </a:cubicBezTo>
                  <a:cubicBezTo>
                    <a:pt x="12" y="0"/>
                    <a:pt x="12" y="0"/>
                    <a:pt x="12" y="0"/>
                  </a:cubicBezTo>
                  <a:cubicBezTo>
                    <a:pt x="5" y="0"/>
                    <a:pt x="0" y="5"/>
                    <a:pt x="0" y="12"/>
                  </a:cubicBezTo>
                  <a:cubicBezTo>
                    <a:pt x="0" y="12"/>
                    <a:pt x="0" y="12"/>
                    <a:pt x="0" y="12"/>
                  </a:cubicBezTo>
                  <a:cubicBezTo>
                    <a:pt x="0" y="35"/>
                    <a:pt x="0" y="35"/>
                    <a:pt x="0" y="35"/>
                  </a:cubicBezTo>
                  <a:cubicBezTo>
                    <a:pt x="0" y="37"/>
                    <a:pt x="1" y="39"/>
                    <a:pt x="4" y="39"/>
                  </a:cubicBezTo>
                  <a:cubicBezTo>
                    <a:pt x="6"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6"/>
                    <a:pt x="9" y="36"/>
                    <a:pt x="9" y="36"/>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6"/>
                    <a:pt x="31" y="36"/>
                    <a:pt x="31" y="36"/>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0" y="37"/>
                    <a:pt x="40" y="35"/>
                  </a:cubicBezTo>
                  <a:cubicBezTo>
                    <a:pt x="40" y="12"/>
                    <a:pt x="40" y="12"/>
                    <a:pt x="40" y="12"/>
                  </a:cubicBezTo>
                  <a:cubicBezTo>
                    <a:pt x="40" y="12"/>
                    <a:pt x="40" y="12"/>
                    <a:pt x="40"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2" name="Oval 71"/>
            <p:cNvSpPr>
              <a:spLocks noChangeArrowheads="1"/>
            </p:cNvSpPr>
            <p:nvPr/>
          </p:nvSpPr>
          <p:spPr bwMode="auto">
            <a:xfrm>
              <a:off x="1604625" y="4461643"/>
              <a:ext cx="150284"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3" name="Freeform 72"/>
            <p:cNvSpPr/>
            <p:nvPr/>
          </p:nvSpPr>
          <p:spPr bwMode="auto">
            <a:xfrm>
              <a:off x="1517842" y="4626743"/>
              <a:ext cx="321733" cy="622300"/>
            </a:xfrm>
            <a:custGeom>
              <a:avLst/>
              <a:gdLst>
                <a:gd name="T0" fmla="*/ 41 w 41"/>
                <a:gd name="T1" fmla="*/ 12 h 79"/>
                <a:gd name="T2" fmla="*/ 29 w 41"/>
                <a:gd name="T3" fmla="*/ 0 h 79"/>
                <a:gd name="T4" fmla="*/ 17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8 w 41"/>
                <a:gd name="T19" fmla="*/ 35 h 79"/>
                <a:gd name="T20" fmla="*/ 8 w 41"/>
                <a:gd name="T21" fmla="*/ 21 h 79"/>
                <a:gd name="T22" fmla="*/ 8 w 41"/>
                <a:gd name="T23" fmla="*/ 14 h 79"/>
                <a:gd name="T24" fmla="*/ 9 w 41"/>
                <a:gd name="T25" fmla="*/ 14 h 79"/>
                <a:gd name="T26" fmla="*/ 9 w 41"/>
                <a:gd name="T27" fmla="*/ 22 h 79"/>
                <a:gd name="T28" fmla="*/ 9 w 41"/>
                <a:gd name="T29" fmla="*/ 36 h 79"/>
                <a:gd name="T30" fmla="*/ 9 w 41"/>
                <a:gd name="T31" fmla="*/ 39 h 79"/>
                <a:gd name="T32" fmla="*/ 9 w 41"/>
                <a:gd name="T33" fmla="*/ 74 h 79"/>
                <a:gd name="T34" fmla="*/ 14 w 41"/>
                <a:gd name="T35" fmla="*/ 79 h 79"/>
                <a:gd name="T36" fmla="*/ 19 w 41"/>
                <a:gd name="T37" fmla="*/ 74 h 79"/>
                <a:gd name="T38" fmla="*/ 19 w 41"/>
                <a:gd name="T39" fmla="*/ 39 h 79"/>
                <a:gd name="T40" fmla="*/ 21 w 41"/>
                <a:gd name="T41" fmla="*/ 39 h 79"/>
                <a:gd name="T42" fmla="*/ 21 w 41"/>
                <a:gd name="T43" fmla="*/ 74 h 79"/>
                <a:gd name="T44" fmla="*/ 26 w 41"/>
                <a:gd name="T45" fmla="*/ 79 h 79"/>
                <a:gd name="T46" fmla="*/ 31 w 41"/>
                <a:gd name="T47" fmla="*/ 74 h 79"/>
                <a:gd name="T48" fmla="*/ 31 w 41"/>
                <a:gd name="T49" fmla="*/ 39 h 79"/>
                <a:gd name="T50" fmla="*/ 31 w 41"/>
                <a:gd name="T51" fmla="*/ 36 h 79"/>
                <a:gd name="T52" fmla="*/ 31 w 41"/>
                <a:gd name="T53" fmla="*/ 22 h 79"/>
                <a:gd name="T54" fmla="*/ 31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5" y="0"/>
                    <a:pt x="29" y="0"/>
                  </a:cubicBezTo>
                  <a:cubicBezTo>
                    <a:pt x="17" y="0"/>
                    <a:pt x="17" y="0"/>
                    <a:pt x="17" y="0"/>
                  </a:cubicBezTo>
                  <a:cubicBezTo>
                    <a:pt x="17" y="0"/>
                    <a:pt x="17" y="0"/>
                    <a:pt x="17" y="0"/>
                  </a:cubicBezTo>
                  <a:cubicBezTo>
                    <a:pt x="12" y="0"/>
                    <a:pt x="12" y="0"/>
                    <a:pt x="12" y="0"/>
                  </a:cubicBezTo>
                  <a:cubicBezTo>
                    <a:pt x="5" y="0"/>
                    <a:pt x="0" y="5"/>
                    <a:pt x="0" y="12"/>
                  </a:cubicBezTo>
                  <a:cubicBezTo>
                    <a:pt x="0" y="12"/>
                    <a:pt x="0" y="12"/>
                    <a:pt x="0" y="12"/>
                  </a:cubicBezTo>
                  <a:cubicBezTo>
                    <a:pt x="0" y="35"/>
                    <a:pt x="0" y="35"/>
                    <a:pt x="0" y="35"/>
                  </a:cubicBezTo>
                  <a:cubicBezTo>
                    <a:pt x="0" y="37"/>
                    <a:pt x="2" y="39"/>
                    <a:pt x="4" y="39"/>
                  </a:cubicBezTo>
                  <a:cubicBezTo>
                    <a:pt x="6" y="39"/>
                    <a:pt x="8" y="37"/>
                    <a:pt x="8" y="35"/>
                  </a:cubicBezTo>
                  <a:cubicBezTo>
                    <a:pt x="8" y="21"/>
                    <a:pt x="8" y="21"/>
                    <a:pt x="8" y="21"/>
                  </a:cubicBezTo>
                  <a:cubicBezTo>
                    <a:pt x="8" y="14"/>
                    <a:pt x="8" y="14"/>
                    <a:pt x="8" y="14"/>
                  </a:cubicBezTo>
                  <a:cubicBezTo>
                    <a:pt x="9" y="14"/>
                    <a:pt x="9" y="14"/>
                    <a:pt x="9" y="14"/>
                  </a:cubicBezTo>
                  <a:cubicBezTo>
                    <a:pt x="9" y="22"/>
                    <a:pt x="9" y="22"/>
                    <a:pt x="9" y="22"/>
                  </a:cubicBezTo>
                  <a:cubicBezTo>
                    <a:pt x="9" y="36"/>
                    <a:pt x="9" y="36"/>
                    <a:pt x="9" y="36"/>
                  </a:cubicBezTo>
                  <a:cubicBezTo>
                    <a:pt x="9" y="39"/>
                    <a:pt x="9" y="39"/>
                    <a:pt x="9" y="39"/>
                  </a:cubicBezTo>
                  <a:cubicBezTo>
                    <a:pt x="9" y="74"/>
                    <a:pt x="9" y="74"/>
                    <a:pt x="9" y="74"/>
                  </a:cubicBezTo>
                  <a:cubicBezTo>
                    <a:pt x="9" y="77"/>
                    <a:pt x="12"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4" y="79"/>
                    <a:pt x="26" y="79"/>
                  </a:cubicBezTo>
                  <a:cubicBezTo>
                    <a:pt x="29" y="79"/>
                    <a:pt x="31" y="77"/>
                    <a:pt x="31" y="74"/>
                  </a:cubicBezTo>
                  <a:cubicBezTo>
                    <a:pt x="31" y="39"/>
                    <a:pt x="31" y="39"/>
                    <a:pt x="31" y="39"/>
                  </a:cubicBezTo>
                  <a:cubicBezTo>
                    <a:pt x="31" y="36"/>
                    <a:pt x="31" y="36"/>
                    <a:pt x="31" y="36"/>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4" name="Oval 73"/>
            <p:cNvSpPr>
              <a:spLocks noChangeArrowheads="1"/>
            </p:cNvSpPr>
            <p:nvPr/>
          </p:nvSpPr>
          <p:spPr bwMode="auto">
            <a:xfrm>
              <a:off x="2013142" y="4461643"/>
              <a:ext cx="150284"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5" name="Freeform 74"/>
            <p:cNvSpPr/>
            <p:nvPr/>
          </p:nvSpPr>
          <p:spPr bwMode="auto">
            <a:xfrm>
              <a:off x="1934824" y="4626743"/>
              <a:ext cx="315384" cy="622300"/>
            </a:xfrm>
            <a:custGeom>
              <a:avLst/>
              <a:gdLst>
                <a:gd name="T0" fmla="*/ 40 w 40"/>
                <a:gd name="T1" fmla="*/ 12 h 79"/>
                <a:gd name="T2" fmla="*/ 28 w 40"/>
                <a:gd name="T3" fmla="*/ 0 h 79"/>
                <a:gd name="T4" fmla="*/ 17 w 40"/>
                <a:gd name="T5" fmla="*/ 0 h 79"/>
                <a:gd name="T6" fmla="*/ 16 w 40"/>
                <a:gd name="T7" fmla="*/ 0 h 79"/>
                <a:gd name="T8" fmla="*/ 11 w 40"/>
                <a:gd name="T9" fmla="*/ 0 h 79"/>
                <a:gd name="T10" fmla="*/ 0 w 40"/>
                <a:gd name="T11" fmla="*/ 12 h 79"/>
                <a:gd name="T12" fmla="*/ 0 w 40"/>
                <a:gd name="T13" fmla="*/ 12 h 79"/>
                <a:gd name="T14" fmla="*/ 0 w 40"/>
                <a:gd name="T15" fmla="*/ 35 h 79"/>
                <a:gd name="T16" fmla="*/ 3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6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6 h 79"/>
                <a:gd name="T52" fmla="*/ 31 w 40"/>
                <a:gd name="T53" fmla="*/ 22 h 79"/>
                <a:gd name="T54" fmla="*/ 31 w 40"/>
                <a:gd name="T55" fmla="*/ 14 h 79"/>
                <a:gd name="T56" fmla="*/ 33 w 40"/>
                <a:gd name="T57" fmla="*/ 14 h 79"/>
                <a:gd name="T58" fmla="*/ 33 w 40"/>
                <a:gd name="T59" fmla="*/ 21 h 79"/>
                <a:gd name="T60" fmla="*/ 33 w 40"/>
                <a:gd name="T61" fmla="*/ 35 h 79"/>
                <a:gd name="T62" fmla="*/ 36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8" y="0"/>
                  </a:cubicBezTo>
                  <a:cubicBezTo>
                    <a:pt x="17" y="0"/>
                    <a:pt x="17" y="0"/>
                    <a:pt x="17" y="0"/>
                  </a:cubicBezTo>
                  <a:cubicBezTo>
                    <a:pt x="16" y="0"/>
                    <a:pt x="16" y="0"/>
                    <a:pt x="16" y="0"/>
                  </a:cubicBezTo>
                  <a:cubicBezTo>
                    <a:pt x="11" y="0"/>
                    <a:pt x="11" y="0"/>
                    <a:pt x="11" y="0"/>
                  </a:cubicBezTo>
                  <a:cubicBezTo>
                    <a:pt x="5" y="0"/>
                    <a:pt x="0" y="5"/>
                    <a:pt x="0" y="12"/>
                  </a:cubicBezTo>
                  <a:cubicBezTo>
                    <a:pt x="0" y="12"/>
                    <a:pt x="0" y="12"/>
                    <a:pt x="0" y="12"/>
                  </a:cubicBezTo>
                  <a:cubicBezTo>
                    <a:pt x="0" y="35"/>
                    <a:pt x="0" y="35"/>
                    <a:pt x="0" y="35"/>
                  </a:cubicBezTo>
                  <a:cubicBezTo>
                    <a:pt x="0" y="37"/>
                    <a:pt x="1" y="39"/>
                    <a:pt x="3" y="39"/>
                  </a:cubicBezTo>
                  <a:cubicBezTo>
                    <a:pt x="5"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6"/>
                    <a:pt x="9" y="36"/>
                    <a:pt x="9" y="36"/>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6"/>
                    <a:pt x="31" y="36"/>
                    <a:pt x="31" y="36"/>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4" y="39"/>
                    <a:pt x="36" y="39"/>
                  </a:cubicBezTo>
                  <a:cubicBezTo>
                    <a:pt x="38" y="39"/>
                    <a:pt x="40" y="37"/>
                    <a:pt x="40" y="35"/>
                  </a:cubicBezTo>
                  <a:cubicBezTo>
                    <a:pt x="40" y="12"/>
                    <a:pt x="40" y="12"/>
                    <a:pt x="40" y="12"/>
                  </a:cubicBezTo>
                  <a:cubicBezTo>
                    <a:pt x="40" y="12"/>
                    <a:pt x="40" y="12"/>
                    <a:pt x="40"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6" name="Oval 75"/>
            <p:cNvSpPr>
              <a:spLocks noChangeArrowheads="1"/>
            </p:cNvSpPr>
            <p:nvPr/>
          </p:nvSpPr>
          <p:spPr bwMode="auto">
            <a:xfrm>
              <a:off x="2430125" y="4461643"/>
              <a:ext cx="150284"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7" name="Freeform 76"/>
            <p:cNvSpPr/>
            <p:nvPr/>
          </p:nvSpPr>
          <p:spPr bwMode="auto">
            <a:xfrm>
              <a:off x="2343341" y="4626743"/>
              <a:ext cx="315384" cy="622300"/>
            </a:xfrm>
            <a:custGeom>
              <a:avLst/>
              <a:gdLst>
                <a:gd name="T0" fmla="*/ 40 w 40"/>
                <a:gd name="T1" fmla="*/ 12 h 79"/>
                <a:gd name="T2" fmla="*/ 29 w 40"/>
                <a:gd name="T3" fmla="*/ 0 h 79"/>
                <a:gd name="T4" fmla="*/ 17 w 40"/>
                <a:gd name="T5" fmla="*/ 0 h 79"/>
                <a:gd name="T6" fmla="*/ 16 w 40"/>
                <a:gd name="T7" fmla="*/ 0 h 79"/>
                <a:gd name="T8" fmla="*/ 12 w 40"/>
                <a:gd name="T9" fmla="*/ 0 h 79"/>
                <a:gd name="T10" fmla="*/ 0 w 40"/>
                <a:gd name="T11" fmla="*/ 12 h 79"/>
                <a:gd name="T12" fmla="*/ 0 w 40"/>
                <a:gd name="T13" fmla="*/ 12 h 79"/>
                <a:gd name="T14" fmla="*/ 0 w 40"/>
                <a:gd name="T15" fmla="*/ 35 h 79"/>
                <a:gd name="T16" fmla="*/ 4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6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6 h 79"/>
                <a:gd name="T52" fmla="*/ 31 w 40"/>
                <a:gd name="T53" fmla="*/ 22 h 79"/>
                <a:gd name="T54" fmla="*/ 31 w 40"/>
                <a:gd name="T55" fmla="*/ 14 h 79"/>
                <a:gd name="T56" fmla="*/ 33 w 40"/>
                <a:gd name="T57" fmla="*/ 14 h 79"/>
                <a:gd name="T58" fmla="*/ 33 w 40"/>
                <a:gd name="T59" fmla="*/ 21 h 79"/>
                <a:gd name="T60" fmla="*/ 33 w 40"/>
                <a:gd name="T61" fmla="*/ 35 h 79"/>
                <a:gd name="T62" fmla="*/ 37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9" y="0"/>
                  </a:cubicBezTo>
                  <a:cubicBezTo>
                    <a:pt x="17" y="0"/>
                    <a:pt x="17" y="0"/>
                    <a:pt x="17" y="0"/>
                  </a:cubicBezTo>
                  <a:cubicBezTo>
                    <a:pt x="16" y="0"/>
                    <a:pt x="16" y="0"/>
                    <a:pt x="16" y="0"/>
                  </a:cubicBezTo>
                  <a:cubicBezTo>
                    <a:pt x="12" y="0"/>
                    <a:pt x="12" y="0"/>
                    <a:pt x="12" y="0"/>
                  </a:cubicBezTo>
                  <a:cubicBezTo>
                    <a:pt x="5" y="0"/>
                    <a:pt x="0" y="5"/>
                    <a:pt x="0" y="12"/>
                  </a:cubicBezTo>
                  <a:cubicBezTo>
                    <a:pt x="0" y="12"/>
                    <a:pt x="0" y="12"/>
                    <a:pt x="0" y="12"/>
                  </a:cubicBezTo>
                  <a:cubicBezTo>
                    <a:pt x="0" y="35"/>
                    <a:pt x="0" y="35"/>
                    <a:pt x="0" y="35"/>
                  </a:cubicBezTo>
                  <a:cubicBezTo>
                    <a:pt x="0" y="37"/>
                    <a:pt x="2" y="39"/>
                    <a:pt x="4" y="39"/>
                  </a:cubicBezTo>
                  <a:cubicBezTo>
                    <a:pt x="6"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6"/>
                    <a:pt x="9" y="36"/>
                    <a:pt x="9" y="36"/>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6"/>
                    <a:pt x="31" y="36"/>
                    <a:pt x="31" y="36"/>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0" y="37"/>
                    <a:pt x="40" y="35"/>
                  </a:cubicBezTo>
                  <a:cubicBezTo>
                    <a:pt x="40" y="12"/>
                    <a:pt x="40" y="12"/>
                    <a:pt x="40" y="12"/>
                  </a:cubicBezTo>
                  <a:cubicBezTo>
                    <a:pt x="40" y="12"/>
                    <a:pt x="40" y="12"/>
                    <a:pt x="40"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8" name="Oval 77"/>
            <p:cNvSpPr>
              <a:spLocks noChangeArrowheads="1"/>
            </p:cNvSpPr>
            <p:nvPr/>
          </p:nvSpPr>
          <p:spPr bwMode="auto">
            <a:xfrm>
              <a:off x="2838642" y="4461643"/>
              <a:ext cx="150284"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09" name="Freeform 78"/>
            <p:cNvSpPr/>
            <p:nvPr/>
          </p:nvSpPr>
          <p:spPr bwMode="auto">
            <a:xfrm>
              <a:off x="2751857" y="4626743"/>
              <a:ext cx="323851" cy="622300"/>
            </a:xfrm>
            <a:custGeom>
              <a:avLst/>
              <a:gdLst>
                <a:gd name="T0" fmla="*/ 41 w 41"/>
                <a:gd name="T1" fmla="*/ 12 h 79"/>
                <a:gd name="T2" fmla="*/ 29 w 41"/>
                <a:gd name="T3" fmla="*/ 0 h 79"/>
                <a:gd name="T4" fmla="*/ 17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8 w 41"/>
                <a:gd name="T19" fmla="*/ 35 h 79"/>
                <a:gd name="T20" fmla="*/ 8 w 41"/>
                <a:gd name="T21" fmla="*/ 21 h 79"/>
                <a:gd name="T22" fmla="*/ 8 w 41"/>
                <a:gd name="T23" fmla="*/ 14 h 79"/>
                <a:gd name="T24" fmla="*/ 10 w 41"/>
                <a:gd name="T25" fmla="*/ 14 h 79"/>
                <a:gd name="T26" fmla="*/ 10 w 41"/>
                <a:gd name="T27" fmla="*/ 22 h 79"/>
                <a:gd name="T28" fmla="*/ 10 w 41"/>
                <a:gd name="T29" fmla="*/ 36 h 79"/>
                <a:gd name="T30" fmla="*/ 10 w 41"/>
                <a:gd name="T31" fmla="*/ 39 h 79"/>
                <a:gd name="T32" fmla="*/ 10 w 41"/>
                <a:gd name="T33" fmla="*/ 74 h 79"/>
                <a:gd name="T34" fmla="*/ 15 w 41"/>
                <a:gd name="T35" fmla="*/ 79 h 79"/>
                <a:gd name="T36" fmla="*/ 20 w 41"/>
                <a:gd name="T37" fmla="*/ 74 h 79"/>
                <a:gd name="T38" fmla="*/ 20 w 41"/>
                <a:gd name="T39" fmla="*/ 39 h 79"/>
                <a:gd name="T40" fmla="*/ 22 w 41"/>
                <a:gd name="T41" fmla="*/ 39 h 79"/>
                <a:gd name="T42" fmla="*/ 22 w 41"/>
                <a:gd name="T43" fmla="*/ 74 h 79"/>
                <a:gd name="T44" fmla="*/ 27 w 41"/>
                <a:gd name="T45" fmla="*/ 79 h 79"/>
                <a:gd name="T46" fmla="*/ 32 w 41"/>
                <a:gd name="T47" fmla="*/ 74 h 79"/>
                <a:gd name="T48" fmla="*/ 32 w 41"/>
                <a:gd name="T49" fmla="*/ 39 h 79"/>
                <a:gd name="T50" fmla="*/ 32 w 41"/>
                <a:gd name="T51" fmla="*/ 36 h 79"/>
                <a:gd name="T52" fmla="*/ 32 w 41"/>
                <a:gd name="T53" fmla="*/ 22 h 79"/>
                <a:gd name="T54" fmla="*/ 32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6" y="0"/>
                    <a:pt x="29" y="0"/>
                  </a:cubicBezTo>
                  <a:cubicBezTo>
                    <a:pt x="17" y="0"/>
                    <a:pt x="17" y="0"/>
                    <a:pt x="17" y="0"/>
                  </a:cubicBezTo>
                  <a:cubicBezTo>
                    <a:pt x="17" y="0"/>
                    <a:pt x="17" y="0"/>
                    <a:pt x="17" y="0"/>
                  </a:cubicBezTo>
                  <a:cubicBezTo>
                    <a:pt x="12" y="0"/>
                    <a:pt x="12" y="0"/>
                    <a:pt x="12" y="0"/>
                  </a:cubicBezTo>
                  <a:cubicBezTo>
                    <a:pt x="6" y="0"/>
                    <a:pt x="0" y="5"/>
                    <a:pt x="0" y="12"/>
                  </a:cubicBezTo>
                  <a:cubicBezTo>
                    <a:pt x="0" y="12"/>
                    <a:pt x="0" y="12"/>
                    <a:pt x="0" y="12"/>
                  </a:cubicBezTo>
                  <a:cubicBezTo>
                    <a:pt x="0" y="35"/>
                    <a:pt x="0" y="35"/>
                    <a:pt x="0" y="35"/>
                  </a:cubicBezTo>
                  <a:cubicBezTo>
                    <a:pt x="0" y="37"/>
                    <a:pt x="2" y="39"/>
                    <a:pt x="4" y="39"/>
                  </a:cubicBezTo>
                  <a:cubicBezTo>
                    <a:pt x="6" y="39"/>
                    <a:pt x="8" y="37"/>
                    <a:pt x="8" y="35"/>
                  </a:cubicBezTo>
                  <a:cubicBezTo>
                    <a:pt x="8" y="21"/>
                    <a:pt x="8" y="21"/>
                    <a:pt x="8" y="21"/>
                  </a:cubicBezTo>
                  <a:cubicBezTo>
                    <a:pt x="8" y="14"/>
                    <a:pt x="8" y="14"/>
                    <a:pt x="8" y="14"/>
                  </a:cubicBezTo>
                  <a:cubicBezTo>
                    <a:pt x="10" y="14"/>
                    <a:pt x="10" y="14"/>
                    <a:pt x="10" y="14"/>
                  </a:cubicBezTo>
                  <a:cubicBezTo>
                    <a:pt x="10" y="22"/>
                    <a:pt x="10" y="22"/>
                    <a:pt x="10" y="22"/>
                  </a:cubicBezTo>
                  <a:cubicBezTo>
                    <a:pt x="10" y="36"/>
                    <a:pt x="10" y="36"/>
                    <a:pt x="10" y="36"/>
                  </a:cubicBezTo>
                  <a:cubicBezTo>
                    <a:pt x="10" y="39"/>
                    <a:pt x="10" y="39"/>
                    <a:pt x="10" y="39"/>
                  </a:cubicBezTo>
                  <a:cubicBezTo>
                    <a:pt x="10" y="74"/>
                    <a:pt x="10" y="74"/>
                    <a:pt x="10" y="74"/>
                  </a:cubicBezTo>
                  <a:cubicBezTo>
                    <a:pt x="10" y="77"/>
                    <a:pt x="12" y="79"/>
                    <a:pt x="15" y="79"/>
                  </a:cubicBezTo>
                  <a:cubicBezTo>
                    <a:pt x="17" y="79"/>
                    <a:pt x="20" y="77"/>
                    <a:pt x="20" y="74"/>
                  </a:cubicBezTo>
                  <a:cubicBezTo>
                    <a:pt x="20" y="39"/>
                    <a:pt x="20" y="39"/>
                    <a:pt x="20" y="39"/>
                  </a:cubicBezTo>
                  <a:cubicBezTo>
                    <a:pt x="22" y="39"/>
                    <a:pt x="22" y="39"/>
                    <a:pt x="22" y="39"/>
                  </a:cubicBezTo>
                  <a:cubicBezTo>
                    <a:pt x="22" y="74"/>
                    <a:pt x="22" y="74"/>
                    <a:pt x="22" y="74"/>
                  </a:cubicBezTo>
                  <a:cubicBezTo>
                    <a:pt x="22" y="77"/>
                    <a:pt x="24" y="79"/>
                    <a:pt x="27" y="79"/>
                  </a:cubicBezTo>
                  <a:cubicBezTo>
                    <a:pt x="29" y="79"/>
                    <a:pt x="32" y="77"/>
                    <a:pt x="32" y="74"/>
                  </a:cubicBezTo>
                  <a:cubicBezTo>
                    <a:pt x="32" y="39"/>
                    <a:pt x="32" y="39"/>
                    <a:pt x="32" y="39"/>
                  </a:cubicBezTo>
                  <a:cubicBezTo>
                    <a:pt x="32" y="36"/>
                    <a:pt x="32" y="36"/>
                    <a:pt x="32" y="36"/>
                  </a:cubicBezTo>
                  <a:cubicBezTo>
                    <a:pt x="32" y="22"/>
                    <a:pt x="32" y="22"/>
                    <a:pt x="32" y="22"/>
                  </a:cubicBezTo>
                  <a:cubicBezTo>
                    <a:pt x="32" y="14"/>
                    <a:pt x="32" y="14"/>
                    <a:pt x="32"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grpSp>
      <p:grpSp>
        <p:nvGrpSpPr>
          <p:cNvPr id="110" name="组合 109"/>
          <p:cNvGrpSpPr/>
          <p:nvPr/>
        </p:nvGrpSpPr>
        <p:grpSpPr>
          <a:xfrm>
            <a:off x="1067948" y="3059907"/>
            <a:ext cx="3019427" cy="1257300"/>
            <a:chOff x="1109324" y="4461643"/>
            <a:chExt cx="4025902" cy="1676400"/>
          </a:xfrm>
          <a:solidFill>
            <a:schemeClr val="accent4"/>
          </a:solidFill>
        </p:grpSpPr>
        <p:sp>
          <p:nvSpPr>
            <p:cNvPr id="111" name="Oval 79"/>
            <p:cNvSpPr>
              <a:spLocks noChangeArrowheads="1"/>
            </p:cNvSpPr>
            <p:nvPr/>
          </p:nvSpPr>
          <p:spPr bwMode="auto">
            <a:xfrm>
              <a:off x="3247158" y="4461643"/>
              <a:ext cx="158751"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12" name="Freeform 80"/>
            <p:cNvSpPr/>
            <p:nvPr/>
          </p:nvSpPr>
          <p:spPr bwMode="auto">
            <a:xfrm>
              <a:off x="3168841" y="4626743"/>
              <a:ext cx="315384" cy="622300"/>
            </a:xfrm>
            <a:custGeom>
              <a:avLst/>
              <a:gdLst>
                <a:gd name="T0" fmla="*/ 40 w 40"/>
                <a:gd name="T1" fmla="*/ 12 h 79"/>
                <a:gd name="T2" fmla="*/ 28 w 40"/>
                <a:gd name="T3" fmla="*/ 0 h 79"/>
                <a:gd name="T4" fmla="*/ 17 w 40"/>
                <a:gd name="T5" fmla="*/ 0 h 79"/>
                <a:gd name="T6" fmla="*/ 16 w 40"/>
                <a:gd name="T7" fmla="*/ 0 h 79"/>
                <a:gd name="T8" fmla="*/ 11 w 40"/>
                <a:gd name="T9" fmla="*/ 0 h 79"/>
                <a:gd name="T10" fmla="*/ 0 w 40"/>
                <a:gd name="T11" fmla="*/ 12 h 79"/>
                <a:gd name="T12" fmla="*/ 0 w 40"/>
                <a:gd name="T13" fmla="*/ 12 h 79"/>
                <a:gd name="T14" fmla="*/ 0 w 40"/>
                <a:gd name="T15" fmla="*/ 35 h 79"/>
                <a:gd name="T16" fmla="*/ 3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6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6 h 79"/>
                <a:gd name="T52" fmla="*/ 31 w 40"/>
                <a:gd name="T53" fmla="*/ 22 h 79"/>
                <a:gd name="T54" fmla="*/ 31 w 40"/>
                <a:gd name="T55" fmla="*/ 14 h 79"/>
                <a:gd name="T56" fmla="*/ 33 w 40"/>
                <a:gd name="T57" fmla="*/ 14 h 79"/>
                <a:gd name="T58" fmla="*/ 33 w 40"/>
                <a:gd name="T59" fmla="*/ 21 h 79"/>
                <a:gd name="T60" fmla="*/ 33 w 40"/>
                <a:gd name="T61" fmla="*/ 35 h 79"/>
                <a:gd name="T62" fmla="*/ 36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8" y="0"/>
                  </a:cubicBezTo>
                  <a:cubicBezTo>
                    <a:pt x="17" y="0"/>
                    <a:pt x="17" y="0"/>
                    <a:pt x="17" y="0"/>
                  </a:cubicBezTo>
                  <a:cubicBezTo>
                    <a:pt x="16" y="0"/>
                    <a:pt x="16" y="0"/>
                    <a:pt x="16" y="0"/>
                  </a:cubicBezTo>
                  <a:cubicBezTo>
                    <a:pt x="11" y="0"/>
                    <a:pt x="11" y="0"/>
                    <a:pt x="11" y="0"/>
                  </a:cubicBezTo>
                  <a:cubicBezTo>
                    <a:pt x="5" y="0"/>
                    <a:pt x="0" y="5"/>
                    <a:pt x="0" y="12"/>
                  </a:cubicBezTo>
                  <a:cubicBezTo>
                    <a:pt x="0" y="12"/>
                    <a:pt x="0" y="12"/>
                    <a:pt x="0" y="12"/>
                  </a:cubicBezTo>
                  <a:cubicBezTo>
                    <a:pt x="0" y="35"/>
                    <a:pt x="0" y="35"/>
                    <a:pt x="0" y="35"/>
                  </a:cubicBezTo>
                  <a:cubicBezTo>
                    <a:pt x="0" y="37"/>
                    <a:pt x="1" y="39"/>
                    <a:pt x="3" y="39"/>
                  </a:cubicBezTo>
                  <a:cubicBezTo>
                    <a:pt x="5"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6"/>
                    <a:pt x="9" y="36"/>
                    <a:pt x="9" y="36"/>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6"/>
                    <a:pt x="31" y="36"/>
                    <a:pt x="31" y="36"/>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4" y="39"/>
                    <a:pt x="36" y="39"/>
                  </a:cubicBezTo>
                  <a:cubicBezTo>
                    <a:pt x="39" y="39"/>
                    <a:pt x="40" y="37"/>
                    <a:pt x="40" y="35"/>
                  </a:cubicBezTo>
                  <a:cubicBezTo>
                    <a:pt x="40" y="12"/>
                    <a:pt x="40" y="12"/>
                    <a:pt x="40" y="12"/>
                  </a:cubicBezTo>
                  <a:cubicBezTo>
                    <a:pt x="40" y="12"/>
                    <a:pt x="40" y="12"/>
                    <a:pt x="40"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13" name="Oval 81"/>
            <p:cNvSpPr>
              <a:spLocks noChangeArrowheads="1"/>
            </p:cNvSpPr>
            <p:nvPr/>
          </p:nvSpPr>
          <p:spPr bwMode="auto">
            <a:xfrm>
              <a:off x="3664142" y="4461643"/>
              <a:ext cx="150284"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14" name="Freeform 82"/>
            <p:cNvSpPr/>
            <p:nvPr/>
          </p:nvSpPr>
          <p:spPr bwMode="auto">
            <a:xfrm>
              <a:off x="3577357" y="4626743"/>
              <a:ext cx="323851" cy="622300"/>
            </a:xfrm>
            <a:custGeom>
              <a:avLst/>
              <a:gdLst>
                <a:gd name="T0" fmla="*/ 41 w 41"/>
                <a:gd name="T1" fmla="*/ 12 h 79"/>
                <a:gd name="T2" fmla="*/ 29 w 41"/>
                <a:gd name="T3" fmla="*/ 0 h 79"/>
                <a:gd name="T4" fmla="*/ 17 w 41"/>
                <a:gd name="T5" fmla="*/ 0 h 79"/>
                <a:gd name="T6" fmla="*/ 16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7 w 41"/>
                <a:gd name="T19" fmla="*/ 35 h 79"/>
                <a:gd name="T20" fmla="*/ 7 w 41"/>
                <a:gd name="T21" fmla="*/ 21 h 79"/>
                <a:gd name="T22" fmla="*/ 7 w 41"/>
                <a:gd name="T23" fmla="*/ 14 h 79"/>
                <a:gd name="T24" fmla="*/ 9 w 41"/>
                <a:gd name="T25" fmla="*/ 14 h 79"/>
                <a:gd name="T26" fmla="*/ 9 w 41"/>
                <a:gd name="T27" fmla="*/ 22 h 79"/>
                <a:gd name="T28" fmla="*/ 9 w 41"/>
                <a:gd name="T29" fmla="*/ 36 h 79"/>
                <a:gd name="T30" fmla="*/ 9 w 41"/>
                <a:gd name="T31" fmla="*/ 39 h 79"/>
                <a:gd name="T32" fmla="*/ 9 w 41"/>
                <a:gd name="T33" fmla="*/ 74 h 79"/>
                <a:gd name="T34" fmla="*/ 14 w 41"/>
                <a:gd name="T35" fmla="*/ 79 h 79"/>
                <a:gd name="T36" fmla="*/ 19 w 41"/>
                <a:gd name="T37" fmla="*/ 74 h 79"/>
                <a:gd name="T38" fmla="*/ 19 w 41"/>
                <a:gd name="T39" fmla="*/ 39 h 79"/>
                <a:gd name="T40" fmla="*/ 21 w 41"/>
                <a:gd name="T41" fmla="*/ 39 h 79"/>
                <a:gd name="T42" fmla="*/ 21 w 41"/>
                <a:gd name="T43" fmla="*/ 74 h 79"/>
                <a:gd name="T44" fmla="*/ 26 w 41"/>
                <a:gd name="T45" fmla="*/ 79 h 79"/>
                <a:gd name="T46" fmla="*/ 31 w 41"/>
                <a:gd name="T47" fmla="*/ 74 h 79"/>
                <a:gd name="T48" fmla="*/ 31 w 41"/>
                <a:gd name="T49" fmla="*/ 39 h 79"/>
                <a:gd name="T50" fmla="*/ 31 w 41"/>
                <a:gd name="T51" fmla="*/ 36 h 79"/>
                <a:gd name="T52" fmla="*/ 31 w 41"/>
                <a:gd name="T53" fmla="*/ 22 h 79"/>
                <a:gd name="T54" fmla="*/ 31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5" y="0"/>
                    <a:pt x="29" y="0"/>
                  </a:cubicBezTo>
                  <a:cubicBezTo>
                    <a:pt x="17" y="0"/>
                    <a:pt x="17" y="0"/>
                    <a:pt x="17" y="0"/>
                  </a:cubicBezTo>
                  <a:cubicBezTo>
                    <a:pt x="16" y="0"/>
                    <a:pt x="16" y="0"/>
                    <a:pt x="16" y="0"/>
                  </a:cubicBezTo>
                  <a:cubicBezTo>
                    <a:pt x="12" y="0"/>
                    <a:pt x="12" y="0"/>
                    <a:pt x="12" y="0"/>
                  </a:cubicBezTo>
                  <a:cubicBezTo>
                    <a:pt x="5" y="0"/>
                    <a:pt x="0" y="5"/>
                    <a:pt x="0" y="12"/>
                  </a:cubicBezTo>
                  <a:cubicBezTo>
                    <a:pt x="0" y="12"/>
                    <a:pt x="0" y="12"/>
                    <a:pt x="0" y="12"/>
                  </a:cubicBezTo>
                  <a:cubicBezTo>
                    <a:pt x="0" y="35"/>
                    <a:pt x="0" y="35"/>
                    <a:pt x="0" y="35"/>
                  </a:cubicBezTo>
                  <a:cubicBezTo>
                    <a:pt x="0" y="37"/>
                    <a:pt x="2" y="39"/>
                    <a:pt x="4" y="39"/>
                  </a:cubicBezTo>
                  <a:cubicBezTo>
                    <a:pt x="6"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6"/>
                    <a:pt x="9" y="36"/>
                    <a:pt x="9" y="36"/>
                  </a:cubicBezTo>
                  <a:cubicBezTo>
                    <a:pt x="9" y="39"/>
                    <a:pt x="9" y="39"/>
                    <a:pt x="9" y="39"/>
                  </a:cubicBezTo>
                  <a:cubicBezTo>
                    <a:pt x="9" y="74"/>
                    <a:pt x="9" y="74"/>
                    <a:pt x="9" y="74"/>
                  </a:cubicBezTo>
                  <a:cubicBezTo>
                    <a:pt x="9" y="77"/>
                    <a:pt x="12"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6"/>
                    <a:pt x="31" y="36"/>
                    <a:pt x="31" y="36"/>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15" name="Oval 83"/>
            <p:cNvSpPr>
              <a:spLocks noChangeArrowheads="1"/>
            </p:cNvSpPr>
            <p:nvPr/>
          </p:nvSpPr>
          <p:spPr bwMode="auto">
            <a:xfrm>
              <a:off x="4072658" y="4461643"/>
              <a:ext cx="150284"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16" name="Freeform 84"/>
            <p:cNvSpPr/>
            <p:nvPr/>
          </p:nvSpPr>
          <p:spPr bwMode="auto">
            <a:xfrm>
              <a:off x="3985875" y="4626743"/>
              <a:ext cx="323851" cy="622300"/>
            </a:xfrm>
            <a:custGeom>
              <a:avLst/>
              <a:gdLst>
                <a:gd name="T0" fmla="*/ 41 w 41"/>
                <a:gd name="T1" fmla="*/ 12 h 79"/>
                <a:gd name="T2" fmla="*/ 29 w 41"/>
                <a:gd name="T3" fmla="*/ 0 h 79"/>
                <a:gd name="T4" fmla="*/ 18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8 w 41"/>
                <a:gd name="T19" fmla="*/ 35 h 79"/>
                <a:gd name="T20" fmla="*/ 8 w 41"/>
                <a:gd name="T21" fmla="*/ 21 h 79"/>
                <a:gd name="T22" fmla="*/ 8 w 41"/>
                <a:gd name="T23" fmla="*/ 14 h 79"/>
                <a:gd name="T24" fmla="*/ 10 w 41"/>
                <a:gd name="T25" fmla="*/ 14 h 79"/>
                <a:gd name="T26" fmla="*/ 10 w 41"/>
                <a:gd name="T27" fmla="*/ 22 h 79"/>
                <a:gd name="T28" fmla="*/ 10 w 41"/>
                <a:gd name="T29" fmla="*/ 36 h 79"/>
                <a:gd name="T30" fmla="*/ 10 w 41"/>
                <a:gd name="T31" fmla="*/ 39 h 79"/>
                <a:gd name="T32" fmla="*/ 10 w 41"/>
                <a:gd name="T33" fmla="*/ 74 h 79"/>
                <a:gd name="T34" fmla="*/ 15 w 41"/>
                <a:gd name="T35" fmla="*/ 79 h 79"/>
                <a:gd name="T36" fmla="*/ 20 w 41"/>
                <a:gd name="T37" fmla="*/ 74 h 79"/>
                <a:gd name="T38" fmla="*/ 20 w 41"/>
                <a:gd name="T39" fmla="*/ 39 h 79"/>
                <a:gd name="T40" fmla="*/ 22 w 41"/>
                <a:gd name="T41" fmla="*/ 39 h 79"/>
                <a:gd name="T42" fmla="*/ 22 w 41"/>
                <a:gd name="T43" fmla="*/ 74 h 79"/>
                <a:gd name="T44" fmla="*/ 27 w 41"/>
                <a:gd name="T45" fmla="*/ 79 h 79"/>
                <a:gd name="T46" fmla="*/ 32 w 41"/>
                <a:gd name="T47" fmla="*/ 74 h 79"/>
                <a:gd name="T48" fmla="*/ 32 w 41"/>
                <a:gd name="T49" fmla="*/ 39 h 79"/>
                <a:gd name="T50" fmla="*/ 32 w 41"/>
                <a:gd name="T51" fmla="*/ 36 h 79"/>
                <a:gd name="T52" fmla="*/ 32 w 41"/>
                <a:gd name="T53" fmla="*/ 22 h 79"/>
                <a:gd name="T54" fmla="*/ 32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6" y="0"/>
                    <a:pt x="29" y="0"/>
                  </a:cubicBezTo>
                  <a:cubicBezTo>
                    <a:pt x="18" y="0"/>
                    <a:pt x="18" y="0"/>
                    <a:pt x="18" y="0"/>
                  </a:cubicBezTo>
                  <a:cubicBezTo>
                    <a:pt x="17" y="0"/>
                    <a:pt x="17" y="0"/>
                    <a:pt x="17" y="0"/>
                  </a:cubicBezTo>
                  <a:cubicBezTo>
                    <a:pt x="12" y="0"/>
                    <a:pt x="12" y="0"/>
                    <a:pt x="12" y="0"/>
                  </a:cubicBezTo>
                  <a:cubicBezTo>
                    <a:pt x="6" y="0"/>
                    <a:pt x="0" y="5"/>
                    <a:pt x="0" y="12"/>
                  </a:cubicBezTo>
                  <a:cubicBezTo>
                    <a:pt x="0" y="12"/>
                    <a:pt x="0" y="12"/>
                    <a:pt x="0" y="12"/>
                  </a:cubicBezTo>
                  <a:cubicBezTo>
                    <a:pt x="0" y="35"/>
                    <a:pt x="0" y="35"/>
                    <a:pt x="0" y="35"/>
                  </a:cubicBezTo>
                  <a:cubicBezTo>
                    <a:pt x="0" y="37"/>
                    <a:pt x="2" y="39"/>
                    <a:pt x="4" y="39"/>
                  </a:cubicBezTo>
                  <a:cubicBezTo>
                    <a:pt x="6" y="39"/>
                    <a:pt x="8" y="37"/>
                    <a:pt x="8" y="35"/>
                  </a:cubicBezTo>
                  <a:cubicBezTo>
                    <a:pt x="8" y="21"/>
                    <a:pt x="8" y="21"/>
                    <a:pt x="8" y="21"/>
                  </a:cubicBezTo>
                  <a:cubicBezTo>
                    <a:pt x="8" y="14"/>
                    <a:pt x="8" y="14"/>
                    <a:pt x="8" y="14"/>
                  </a:cubicBezTo>
                  <a:cubicBezTo>
                    <a:pt x="10" y="14"/>
                    <a:pt x="10" y="14"/>
                    <a:pt x="10" y="14"/>
                  </a:cubicBezTo>
                  <a:cubicBezTo>
                    <a:pt x="10" y="22"/>
                    <a:pt x="10" y="22"/>
                    <a:pt x="10" y="22"/>
                  </a:cubicBezTo>
                  <a:cubicBezTo>
                    <a:pt x="10" y="36"/>
                    <a:pt x="10" y="36"/>
                    <a:pt x="10" y="36"/>
                  </a:cubicBezTo>
                  <a:cubicBezTo>
                    <a:pt x="10" y="39"/>
                    <a:pt x="10" y="39"/>
                    <a:pt x="10" y="39"/>
                  </a:cubicBezTo>
                  <a:cubicBezTo>
                    <a:pt x="10" y="74"/>
                    <a:pt x="10" y="74"/>
                    <a:pt x="10" y="74"/>
                  </a:cubicBezTo>
                  <a:cubicBezTo>
                    <a:pt x="10" y="77"/>
                    <a:pt x="12" y="79"/>
                    <a:pt x="15" y="79"/>
                  </a:cubicBezTo>
                  <a:cubicBezTo>
                    <a:pt x="17" y="79"/>
                    <a:pt x="20" y="77"/>
                    <a:pt x="20" y="74"/>
                  </a:cubicBezTo>
                  <a:cubicBezTo>
                    <a:pt x="20" y="39"/>
                    <a:pt x="20" y="39"/>
                    <a:pt x="20" y="39"/>
                  </a:cubicBezTo>
                  <a:cubicBezTo>
                    <a:pt x="22" y="39"/>
                    <a:pt x="22" y="39"/>
                    <a:pt x="22" y="39"/>
                  </a:cubicBezTo>
                  <a:cubicBezTo>
                    <a:pt x="22" y="74"/>
                    <a:pt x="22" y="74"/>
                    <a:pt x="22" y="74"/>
                  </a:cubicBezTo>
                  <a:cubicBezTo>
                    <a:pt x="22" y="77"/>
                    <a:pt x="24" y="79"/>
                    <a:pt x="27" y="79"/>
                  </a:cubicBezTo>
                  <a:cubicBezTo>
                    <a:pt x="29" y="79"/>
                    <a:pt x="32" y="77"/>
                    <a:pt x="32" y="74"/>
                  </a:cubicBezTo>
                  <a:cubicBezTo>
                    <a:pt x="32" y="39"/>
                    <a:pt x="32" y="39"/>
                    <a:pt x="32" y="39"/>
                  </a:cubicBezTo>
                  <a:cubicBezTo>
                    <a:pt x="32" y="36"/>
                    <a:pt x="32" y="36"/>
                    <a:pt x="32" y="36"/>
                  </a:cubicBezTo>
                  <a:cubicBezTo>
                    <a:pt x="32" y="22"/>
                    <a:pt x="32" y="22"/>
                    <a:pt x="32" y="22"/>
                  </a:cubicBezTo>
                  <a:cubicBezTo>
                    <a:pt x="32" y="14"/>
                    <a:pt x="32" y="14"/>
                    <a:pt x="32"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17" name="Oval 85"/>
            <p:cNvSpPr>
              <a:spLocks noChangeArrowheads="1"/>
            </p:cNvSpPr>
            <p:nvPr/>
          </p:nvSpPr>
          <p:spPr bwMode="auto">
            <a:xfrm>
              <a:off x="4481175" y="4461643"/>
              <a:ext cx="158751"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18" name="Freeform 86"/>
            <p:cNvSpPr/>
            <p:nvPr/>
          </p:nvSpPr>
          <p:spPr bwMode="auto">
            <a:xfrm>
              <a:off x="4402857" y="4626743"/>
              <a:ext cx="315384" cy="622300"/>
            </a:xfrm>
            <a:custGeom>
              <a:avLst/>
              <a:gdLst>
                <a:gd name="T0" fmla="*/ 40 w 40"/>
                <a:gd name="T1" fmla="*/ 12 h 79"/>
                <a:gd name="T2" fmla="*/ 29 w 40"/>
                <a:gd name="T3" fmla="*/ 0 h 79"/>
                <a:gd name="T4" fmla="*/ 17 w 40"/>
                <a:gd name="T5" fmla="*/ 0 h 79"/>
                <a:gd name="T6" fmla="*/ 16 w 40"/>
                <a:gd name="T7" fmla="*/ 0 h 79"/>
                <a:gd name="T8" fmla="*/ 11 w 40"/>
                <a:gd name="T9" fmla="*/ 0 h 79"/>
                <a:gd name="T10" fmla="*/ 0 w 40"/>
                <a:gd name="T11" fmla="*/ 12 h 79"/>
                <a:gd name="T12" fmla="*/ 0 w 40"/>
                <a:gd name="T13" fmla="*/ 12 h 79"/>
                <a:gd name="T14" fmla="*/ 0 w 40"/>
                <a:gd name="T15" fmla="*/ 35 h 79"/>
                <a:gd name="T16" fmla="*/ 3 w 40"/>
                <a:gd name="T17" fmla="*/ 39 h 79"/>
                <a:gd name="T18" fmla="*/ 7 w 40"/>
                <a:gd name="T19" fmla="*/ 35 h 79"/>
                <a:gd name="T20" fmla="*/ 7 w 40"/>
                <a:gd name="T21" fmla="*/ 21 h 79"/>
                <a:gd name="T22" fmla="*/ 7 w 40"/>
                <a:gd name="T23" fmla="*/ 14 h 79"/>
                <a:gd name="T24" fmla="*/ 9 w 40"/>
                <a:gd name="T25" fmla="*/ 14 h 79"/>
                <a:gd name="T26" fmla="*/ 9 w 40"/>
                <a:gd name="T27" fmla="*/ 22 h 79"/>
                <a:gd name="T28" fmla="*/ 9 w 40"/>
                <a:gd name="T29" fmla="*/ 36 h 79"/>
                <a:gd name="T30" fmla="*/ 9 w 40"/>
                <a:gd name="T31" fmla="*/ 39 h 79"/>
                <a:gd name="T32" fmla="*/ 9 w 40"/>
                <a:gd name="T33" fmla="*/ 74 h 79"/>
                <a:gd name="T34" fmla="*/ 14 w 40"/>
                <a:gd name="T35" fmla="*/ 79 h 79"/>
                <a:gd name="T36" fmla="*/ 19 w 40"/>
                <a:gd name="T37" fmla="*/ 74 h 79"/>
                <a:gd name="T38" fmla="*/ 19 w 40"/>
                <a:gd name="T39" fmla="*/ 39 h 79"/>
                <a:gd name="T40" fmla="*/ 21 w 40"/>
                <a:gd name="T41" fmla="*/ 39 h 79"/>
                <a:gd name="T42" fmla="*/ 21 w 40"/>
                <a:gd name="T43" fmla="*/ 74 h 79"/>
                <a:gd name="T44" fmla="*/ 26 w 40"/>
                <a:gd name="T45" fmla="*/ 79 h 79"/>
                <a:gd name="T46" fmla="*/ 31 w 40"/>
                <a:gd name="T47" fmla="*/ 74 h 79"/>
                <a:gd name="T48" fmla="*/ 31 w 40"/>
                <a:gd name="T49" fmla="*/ 39 h 79"/>
                <a:gd name="T50" fmla="*/ 31 w 40"/>
                <a:gd name="T51" fmla="*/ 36 h 79"/>
                <a:gd name="T52" fmla="*/ 31 w 40"/>
                <a:gd name="T53" fmla="*/ 22 h 79"/>
                <a:gd name="T54" fmla="*/ 31 w 40"/>
                <a:gd name="T55" fmla="*/ 14 h 79"/>
                <a:gd name="T56" fmla="*/ 33 w 40"/>
                <a:gd name="T57" fmla="*/ 14 h 79"/>
                <a:gd name="T58" fmla="*/ 33 w 40"/>
                <a:gd name="T59" fmla="*/ 21 h 79"/>
                <a:gd name="T60" fmla="*/ 33 w 40"/>
                <a:gd name="T61" fmla="*/ 35 h 79"/>
                <a:gd name="T62" fmla="*/ 37 w 40"/>
                <a:gd name="T63" fmla="*/ 39 h 79"/>
                <a:gd name="T64" fmla="*/ 40 w 40"/>
                <a:gd name="T65" fmla="*/ 35 h 79"/>
                <a:gd name="T66" fmla="*/ 40 w 40"/>
                <a:gd name="T67" fmla="*/ 12 h 79"/>
                <a:gd name="T68" fmla="*/ 40 w 40"/>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2"/>
                  </a:moveTo>
                  <a:cubicBezTo>
                    <a:pt x="40" y="5"/>
                    <a:pt x="35" y="0"/>
                    <a:pt x="29" y="0"/>
                  </a:cubicBezTo>
                  <a:cubicBezTo>
                    <a:pt x="17" y="0"/>
                    <a:pt x="17" y="0"/>
                    <a:pt x="17" y="0"/>
                  </a:cubicBezTo>
                  <a:cubicBezTo>
                    <a:pt x="16" y="0"/>
                    <a:pt x="16" y="0"/>
                    <a:pt x="16" y="0"/>
                  </a:cubicBezTo>
                  <a:cubicBezTo>
                    <a:pt x="11" y="0"/>
                    <a:pt x="11" y="0"/>
                    <a:pt x="11" y="0"/>
                  </a:cubicBezTo>
                  <a:cubicBezTo>
                    <a:pt x="5" y="0"/>
                    <a:pt x="0" y="5"/>
                    <a:pt x="0" y="12"/>
                  </a:cubicBezTo>
                  <a:cubicBezTo>
                    <a:pt x="0" y="12"/>
                    <a:pt x="0" y="12"/>
                    <a:pt x="0" y="12"/>
                  </a:cubicBezTo>
                  <a:cubicBezTo>
                    <a:pt x="0" y="35"/>
                    <a:pt x="0" y="35"/>
                    <a:pt x="0" y="35"/>
                  </a:cubicBezTo>
                  <a:cubicBezTo>
                    <a:pt x="0" y="37"/>
                    <a:pt x="1" y="39"/>
                    <a:pt x="3" y="39"/>
                  </a:cubicBezTo>
                  <a:cubicBezTo>
                    <a:pt x="6" y="39"/>
                    <a:pt x="7" y="37"/>
                    <a:pt x="7" y="35"/>
                  </a:cubicBezTo>
                  <a:cubicBezTo>
                    <a:pt x="7" y="21"/>
                    <a:pt x="7" y="21"/>
                    <a:pt x="7" y="21"/>
                  </a:cubicBezTo>
                  <a:cubicBezTo>
                    <a:pt x="7" y="14"/>
                    <a:pt x="7" y="14"/>
                    <a:pt x="7" y="14"/>
                  </a:cubicBezTo>
                  <a:cubicBezTo>
                    <a:pt x="9" y="14"/>
                    <a:pt x="9" y="14"/>
                    <a:pt x="9" y="14"/>
                  </a:cubicBezTo>
                  <a:cubicBezTo>
                    <a:pt x="9" y="22"/>
                    <a:pt x="9" y="22"/>
                    <a:pt x="9" y="22"/>
                  </a:cubicBezTo>
                  <a:cubicBezTo>
                    <a:pt x="9" y="36"/>
                    <a:pt x="9" y="36"/>
                    <a:pt x="9" y="36"/>
                  </a:cubicBezTo>
                  <a:cubicBezTo>
                    <a:pt x="9" y="39"/>
                    <a:pt x="9" y="39"/>
                    <a:pt x="9" y="39"/>
                  </a:cubicBezTo>
                  <a:cubicBezTo>
                    <a:pt x="9" y="74"/>
                    <a:pt x="9" y="74"/>
                    <a:pt x="9" y="74"/>
                  </a:cubicBezTo>
                  <a:cubicBezTo>
                    <a:pt x="9" y="77"/>
                    <a:pt x="11"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3" y="79"/>
                    <a:pt x="26" y="79"/>
                  </a:cubicBezTo>
                  <a:cubicBezTo>
                    <a:pt x="29" y="79"/>
                    <a:pt x="31" y="77"/>
                    <a:pt x="31" y="74"/>
                  </a:cubicBezTo>
                  <a:cubicBezTo>
                    <a:pt x="31" y="39"/>
                    <a:pt x="31" y="39"/>
                    <a:pt x="31" y="39"/>
                  </a:cubicBezTo>
                  <a:cubicBezTo>
                    <a:pt x="31" y="36"/>
                    <a:pt x="31" y="36"/>
                    <a:pt x="31" y="36"/>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0" y="37"/>
                    <a:pt x="40" y="35"/>
                  </a:cubicBezTo>
                  <a:cubicBezTo>
                    <a:pt x="40" y="12"/>
                    <a:pt x="40" y="12"/>
                    <a:pt x="40" y="12"/>
                  </a:cubicBezTo>
                  <a:cubicBezTo>
                    <a:pt x="40" y="12"/>
                    <a:pt x="40" y="12"/>
                    <a:pt x="40"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19" name="Oval 87"/>
            <p:cNvSpPr>
              <a:spLocks noChangeArrowheads="1"/>
            </p:cNvSpPr>
            <p:nvPr/>
          </p:nvSpPr>
          <p:spPr bwMode="auto">
            <a:xfrm>
              <a:off x="4898158" y="4461643"/>
              <a:ext cx="150284" cy="150284"/>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20" name="Freeform 88"/>
            <p:cNvSpPr/>
            <p:nvPr/>
          </p:nvSpPr>
          <p:spPr bwMode="auto">
            <a:xfrm>
              <a:off x="4811375" y="4626743"/>
              <a:ext cx="323851" cy="622300"/>
            </a:xfrm>
            <a:custGeom>
              <a:avLst/>
              <a:gdLst>
                <a:gd name="T0" fmla="*/ 41 w 41"/>
                <a:gd name="T1" fmla="*/ 12 h 79"/>
                <a:gd name="T2" fmla="*/ 29 w 41"/>
                <a:gd name="T3" fmla="*/ 0 h 79"/>
                <a:gd name="T4" fmla="*/ 17 w 41"/>
                <a:gd name="T5" fmla="*/ 0 h 79"/>
                <a:gd name="T6" fmla="*/ 17 w 41"/>
                <a:gd name="T7" fmla="*/ 0 h 79"/>
                <a:gd name="T8" fmla="*/ 12 w 41"/>
                <a:gd name="T9" fmla="*/ 0 h 79"/>
                <a:gd name="T10" fmla="*/ 0 w 41"/>
                <a:gd name="T11" fmla="*/ 12 h 79"/>
                <a:gd name="T12" fmla="*/ 0 w 41"/>
                <a:gd name="T13" fmla="*/ 12 h 79"/>
                <a:gd name="T14" fmla="*/ 0 w 41"/>
                <a:gd name="T15" fmla="*/ 35 h 79"/>
                <a:gd name="T16" fmla="*/ 4 w 41"/>
                <a:gd name="T17" fmla="*/ 39 h 79"/>
                <a:gd name="T18" fmla="*/ 8 w 41"/>
                <a:gd name="T19" fmla="*/ 35 h 79"/>
                <a:gd name="T20" fmla="*/ 8 w 41"/>
                <a:gd name="T21" fmla="*/ 21 h 79"/>
                <a:gd name="T22" fmla="*/ 8 w 41"/>
                <a:gd name="T23" fmla="*/ 14 h 79"/>
                <a:gd name="T24" fmla="*/ 9 w 41"/>
                <a:gd name="T25" fmla="*/ 14 h 79"/>
                <a:gd name="T26" fmla="*/ 9 w 41"/>
                <a:gd name="T27" fmla="*/ 22 h 79"/>
                <a:gd name="T28" fmla="*/ 9 w 41"/>
                <a:gd name="T29" fmla="*/ 36 h 79"/>
                <a:gd name="T30" fmla="*/ 9 w 41"/>
                <a:gd name="T31" fmla="*/ 39 h 79"/>
                <a:gd name="T32" fmla="*/ 9 w 41"/>
                <a:gd name="T33" fmla="*/ 74 h 79"/>
                <a:gd name="T34" fmla="*/ 14 w 41"/>
                <a:gd name="T35" fmla="*/ 79 h 79"/>
                <a:gd name="T36" fmla="*/ 19 w 41"/>
                <a:gd name="T37" fmla="*/ 74 h 79"/>
                <a:gd name="T38" fmla="*/ 19 w 41"/>
                <a:gd name="T39" fmla="*/ 39 h 79"/>
                <a:gd name="T40" fmla="*/ 21 w 41"/>
                <a:gd name="T41" fmla="*/ 39 h 79"/>
                <a:gd name="T42" fmla="*/ 21 w 41"/>
                <a:gd name="T43" fmla="*/ 74 h 79"/>
                <a:gd name="T44" fmla="*/ 26 w 41"/>
                <a:gd name="T45" fmla="*/ 79 h 79"/>
                <a:gd name="T46" fmla="*/ 31 w 41"/>
                <a:gd name="T47" fmla="*/ 74 h 79"/>
                <a:gd name="T48" fmla="*/ 31 w 41"/>
                <a:gd name="T49" fmla="*/ 39 h 79"/>
                <a:gd name="T50" fmla="*/ 31 w 41"/>
                <a:gd name="T51" fmla="*/ 36 h 79"/>
                <a:gd name="T52" fmla="*/ 31 w 41"/>
                <a:gd name="T53" fmla="*/ 22 h 79"/>
                <a:gd name="T54" fmla="*/ 31 w 41"/>
                <a:gd name="T55" fmla="*/ 14 h 79"/>
                <a:gd name="T56" fmla="*/ 33 w 41"/>
                <a:gd name="T57" fmla="*/ 14 h 79"/>
                <a:gd name="T58" fmla="*/ 33 w 41"/>
                <a:gd name="T59" fmla="*/ 21 h 79"/>
                <a:gd name="T60" fmla="*/ 33 w 41"/>
                <a:gd name="T61" fmla="*/ 35 h 79"/>
                <a:gd name="T62" fmla="*/ 37 w 41"/>
                <a:gd name="T63" fmla="*/ 39 h 79"/>
                <a:gd name="T64" fmla="*/ 41 w 41"/>
                <a:gd name="T65" fmla="*/ 35 h 79"/>
                <a:gd name="T66" fmla="*/ 41 w 41"/>
                <a:gd name="T67" fmla="*/ 12 h 79"/>
                <a:gd name="T68" fmla="*/ 41 w 41"/>
                <a:gd name="T69" fmla="*/ 1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2"/>
                  </a:moveTo>
                  <a:cubicBezTo>
                    <a:pt x="41" y="5"/>
                    <a:pt x="35" y="0"/>
                    <a:pt x="29" y="0"/>
                  </a:cubicBezTo>
                  <a:cubicBezTo>
                    <a:pt x="17" y="0"/>
                    <a:pt x="17" y="0"/>
                    <a:pt x="17" y="0"/>
                  </a:cubicBezTo>
                  <a:cubicBezTo>
                    <a:pt x="17" y="0"/>
                    <a:pt x="17" y="0"/>
                    <a:pt x="17" y="0"/>
                  </a:cubicBezTo>
                  <a:cubicBezTo>
                    <a:pt x="12" y="0"/>
                    <a:pt x="12" y="0"/>
                    <a:pt x="12" y="0"/>
                  </a:cubicBezTo>
                  <a:cubicBezTo>
                    <a:pt x="5" y="0"/>
                    <a:pt x="0" y="5"/>
                    <a:pt x="0" y="12"/>
                  </a:cubicBezTo>
                  <a:cubicBezTo>
                    <a:pt x="0" y="12"/>
                    <a:pt x="0" y="12"/>
                    <a:pt x="0" y="12"/>
                  </a:cubicBezTo>
                  <a:cubicBezTo>
                    <a:pt x="0" y="35"/>
                    <a:pt x="0" y="35"/>
                    <a:pt x="0" y="35"/>
                  </a:cubicBezTo>
                  <a:cubicBezTo>
                    <a:pt x="0" y="37"/>
                    <a:pt x="2" y="39"/>
                    <a:pt x="4" y="39"/>
                  </a:cubicBezTo>
                  <a:cubicBezTo>
                    <a:pt x="6" y="39"/>
                    <a:pt x="8" y="37"/>
                    <a:pt x="8" y="35"/>
                  </a:cubicBezTo>
                  <a:cubicBezTo>
                    <a:pt x="8" y="21"/>
                    <a:pt x="8" y="21"/>
                    <a:pt x="8" y="21"/>
                  </a:cubicBezTo>
                  <a:cubicBezTo>
                    <a:pt x="8" y="14"/>
                    <a:pt x="8" y="14"/>
                    <a:pt x="8" y="14"/>
                  </a:cubicBezTo>
                  <a:cubicBezTo>
                    <a:pt x="9" y="14"/>
                    <a:pt x="9" y="14"/>
                    <a:pt x="9" y="14"/>
                  </a:cubicBezTo>
                  <a:cubicBezTo>
                    <a:pt x="9" y="22"/>
                    <a:pt x="9" y="22"/>
                    <a:pt x="9" y="22"/>
                  </a:cubicBezTo>
                  <a:cubicBezTo>
                    <a:pt x="9" y="36"/>
                    <a:pt x="9" y="36"/>
                    <a:pt x="9" y="36"/>
                  </a:cubicBezTo>
                  <a:cubicBezTo>
                    <a:pt x="9" y="39"/>
                    <a:pt x="9" y="39"/>
                    <a:pt x="9" y="39"/>
                  </a:cubicBezTo>
                  <a:cubicBezTo>
                    <a:pt x="9" y="74"/>
                    <a:pt x="9" y="74"/>
                    <a:pt x="9" y="74"/>
                  </a:cubicBezTo>
                  <a:cubicBezTo>
                    <a:pt x="9" y="77"/>
                    <a:pt x="12" y="79"/>
                    <a:pt x="14" y="79"/>
                  </a:cubicBezTo>
                  <a:cubicBezTo>
                    <a:pt x="17" y="79"/>
                    <a:pt x="19" y="77"/>
                    <a:pt x="19" y="74"/>
                  </a:cubicBezTo>
                  <a:cubicBezTo>
                    <a:pt x="19" y="39"/>
                    <a:pt x="19" y="39"/>
                    <a:pt x="19" y="39"/>
                  </a:cubicBezTo>
                  <a:cubicBezTo>
                    <a:pt x="21" y="39"/>
                    <a:pt x="21" y="39"/>
                    <a:pt x="21" y="39"/>
                  </a:cubicBezTo>
                  <a:cubicBezTo>
                    <a:pt x="21" y="74"/>
                    <a:pt x="21" y="74"/>
                    <a:pt x="21" y="74"/>
                  </a:cubicBezTo>
                  <a:cubicBezTo>
                    <a:pt x="21" y="77"/>
                    <a:pt x="24" y="79"/>
                    <a:pt x="26" y="79"/>
                  </a:cubicBezTo>
                  <a:cubicBezTo>
                    <a:pt x="29" y="79"/>
                    <a:pt x="31" y="77"/>
                    <a:pt x="31" y="74"/>
                  </a:cubicBezTo>
                  <a:cubicBezTo>
                    <a:pt x="31" y="39"/>
                    <a:pt x="31" y="39"/>
                    <a:pt x="31" y="39"/>
                  </a:cubicBezTo>
                  <a:cubicBezTo>
                    <a:pt x="31" y="36"/>
                    <a:pt x="31" y="36"/>
                    <a:pt x="31" y="36"/>
                  </a:cubicBezTo>
                  <a:cubicBezTo>
                    <a:pt x="31" y="22"/>
                    <a:pt x="31" y="22"/>
                    <a:pt x="31" y="22"/>
                  </a:cubicBezTo>
                  <a:cubicBezTo>
                    <a:pt x="31" y="14"/>
                    <a:pt x="31" y="14"/>
                    <a:pt x="31" y="14"/>
                  </a:cubicBezTo>
                  <a:cubicBezTo>
                    <a:pt x="33" y="14"/>
                    <a:pt x="33" y="14"/>
                    <a:pt x="33" y="14"/>
                  </a:cubicBezTo>
                  <a:cubicBezTo>
                    <a:pt x="33" y="21"/>
                    <a:pt x="33" y="21"/>
                    <a:pt x="33" y="21"/>
                  </a:cubicBezTo>
                  <a:cubicBezTo>
                    <a:pt x="33" y="35"/>
                    <a:pt x="33" y="35"/>
                    <a:pt x="33" y="35"/>
                  </a:cubicBezTo>
                  <a:cubicBezTo>
                    <a:pt x="33" y="37"/>
                    <a:pt x="35" y="39"/>
                    <a:pt x="37" y="39"/>
                  </a:cubicBezTo>
                  <a:cubicBezTo>
                    <a:pt x="39" y="39"/>
                    <a:pt x="41" y="37"/>
                    <a:pt x="41" y="35"/>
                  </a:cubicBezTo>
                  <a:cubicBezTo>
                    <a:pt x="41" y="12"/>
                    <a:pt x="41" y="12"/>
                    <a:pt x="41" y="12"/>
                  </a:cubicBezTo>
                  <a:cubicBezTo>
                    <a:pt x="41" y="12"/>
                    <a:pt x="41" y="12"/>
                    <a:pt x="41" y="12"/>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21" name="Oval 89"/>
            <p:cNvSpPr>
              <a:spLocks noChangeArrowheads="1"/>
            </p:cNvSpPr>
            <p:nvPr/>
          </p:nvSpPr>
          <p:spPr bwMode="auto">
            <a:xfrm>
              <a:off x="1187642" y="5342177"/>
              <a:ext cx="156633" cy="158751"/>
            </a:xfrm>
            <a:prstGeom prst="ellipse">
              <a:avLst/>
            </a:pr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sp>
          <p:nvSpPr>
            <p:cNvPr id="122" name="Freeform 90"/>
            <p:cNvSpPr/>
            <p:nvPr/>
          </p:nvSpPr>
          <p:spPr bwMode="auto">
            <a:xfrm>
              <a:off x="1109324" y="5515743"/>
              <a:ext cx="315384" cy="622300"/>
            </a:xfrm>
            <a:custGeom>
              <a:avLst/>
              <a:gdLst>
                <a:gd name="T0" fmla="*/ 40 w 40"/>
                <a:gd name="T1" fmla="*/ 11 h 79"/>
                <a:gd name="T2" fmla="*/ 29 w 40"/>
                <a:gd name="T3" fmla="*/ 0 h 79"/>
                <a:gd name="T4" fmla="*/ 17 w 40"/>
                <a:gd name="T5" fmla="*/ 0 h 79"/>
                <a:gd name="T6" fmla="*/ 16 w 40"/>
                <a:gd name="T7" fmla="*/ 0 h 79"/>
                <a:gd name="T8" fmla="*/ 12 w 40"/>
                <a:gd name="T9" fmla="*/ 0 h 79"/>
                <a:gd name="T10" fmla="*/ 0 w 40"/>
                <a:gd name="T11" fmla="*/ 11 h 79"/>
                <a:gd name="T12" fmla="*/ 0 w 40"/>
                <a:gd name="T13" fmla="*/ 11 h 79"/>
                <a:gd name="T14" fmla="*/ 0 w 40"/>
                <a:gd name="T15" fmla="*/ 34 h 79"/>
                <a:gd name="T16" fmla="*/ 4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7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9" y="0"/>
                  </a:cubicBezTo>
                  <a:cubicBezTo>
                    <a:pt x="17" y="0"/>
                    <a:pt x="17" y="0"/>
                    <a:pt x="17" y="0"/>
                  </a:cubicBezTo>
                  <a:cubicBezTo>
                    <a:pt x="16" y="0"/>
                    <a:pt x="16" y="0"/>
                    <a:pt x="16" y="0"/>
                  </a:cubicBezTo>
                  <a:cubicBezTo>
                    <a:pt x="12" y="0"/>
                    <a:pt x="12" y="0"/>
                    <a:pt x="12" y="0"/>
                  </a:cubicBezTo>
                  <a:cubicBezTo>
                    <a:pt x="5" y="0"/>
                    <a:pt x="0" y="5"/>
                    <a:pt x="0" y="11"/>
                  </a:cubicBezTo>
                  <a:cubicBezTo>
                    <a:pt x="0" y="11"/>
                    <a:pt x="0" y="11"/>
                    <a:pt x="0" y="11"/>
                  </a:cubicBezTo>
                  <a:cubicBezTo>
                    <a:pt x="0" y="34"/>
                    <a:pt x="0" y="34"/>
                    <a:pt x="0" y="34"/>
                  </a:cubicBezTo>
                  <a:cubicBezTo>
                    <a:pt x="0" y="36"/>
                    <a:pt x="1" y="38"/>
                    <a:pt x="4" y="38"/>
                  </a:cubicBezTo>
                  <a:cubicBezTo>
                    <a:pt x="6"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0" y="36"/>
                    <a:pt x="40" y="34"/>
                  </a:cubicBezTo>
                  <a:cubicBezTo>
                    <a:pt x="40" y="11"/>
                    <a:pt x="40" y="11"/>
                    <a:pt x="40" y="11"/>
                  </a:cubicBezTo>
                  <a:cubicBezTo>
                    <a:pt x="40" y="11"/>
                    <a:pt x="40" y="11"/>
                    <a:pt x="40" y="11"/>
                  </a:cubicBezTo>
                  <a:close/>
                </a:path>
              </a:pathLst>
            </a:custGeom>
            <a:grpFill/>
            <a:ln>
              <a:noFill/>
            </a:ln>
          </p:spPr>
          <p:txBody>
            <a:bodyPr vert="horz" wrap="square" lIns="121920" tIns="60960" rIns="121920" bIns="60960" numCol="1" anchor="t" anchorCtr="0" compatLnSpc="1"/>
            <a:lstStyle/>
            <a:p>
              <a:pPr defTabSz="685165" fontAlgn="base">
                <a:spcBef>
                  <a:spcPct val="0"/>
                </a:spcBef>
                <a:spcAft>
                  <a:spcPct val="0"/>
                </a:spcAft>
              </a:pPr>
              <a:endParaRPr lang="zh-CN" altLang="en-US">
                <a:solidFill>
                  <a:prstClr val="black"/>
                </a:solidFill>
              </a:endParaRPr>
            </a:p>
          </p:txBody>
        </p:sp>
      </p:grpSp>
      <p:sp>
        <p:nvSpPr>
          <p:cNvPr id="123" name="Oval 91"/>
          <p:cNvSpPr>
            <a:spLocks noChangeArrowheads="1"/>
          </p:cNvSpPr>
          <p:nvPr/>
        </p:nvSpPr>
        <p:spPr bwMode="auto">
          <a:xfrm>
            <a:off x="1439415" y="3720317"/>
            <a:ext cx="112713" cy="119063"/>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24" name="Freeform 92"/>
          <p:cNvSpPr/>
          <p:nvPr/>
        </p:nvSpPr>
        <p:spPr bwMode="auto">
          <a:xfrm>
            <a:off x="1374336" y="3850483"/>
            <a:ext cx="241300" cy="466725"/>
          </a:xfrm>
          <a:custGeom>
            <a:avLst/>
            <a:gdLst>
              <a:gd name="T0" fmla="*/ 41 w 41"/>
              <a:gd name="T1" fmla="*/ 11 h 79"/>
              <a:gd name="T2" fmla="*/ 29 w 41"/>
              <a:gd name="T3" fmla="*/ 0 h 79"/>
              <a:gd name="T4" fmla="*/ 17 w 41"/>
              <a:gd name="T5" fmla="*/ 0 h 79"/>
              <a:gd name="T6" fmla="*/ 17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8 w 41"/>
              <a:gd name="T19" fmla="*/ 34 h 79"/>
              <a:gd name="T20" fmla="*/ 8 w 41"/>
              <a:gd name="T21" fmla="*/ 21 h 79"/>
              <a:gd name="T22" fmla="*/ 8 w 41"/>
              <a:gd name="T23" fmla="*/ 13 h 79"/>
              <a:gd name="T24" fmla="*/ 9 w 41"/>
              <a:gd name="T25" fmla="*/ 13 h 79"/>
              <a:gd name="T26" fmla="*/ 9 w 41"/>
              <a:gd name="T27" fmla="*/ 21 h 79"/>
              <a:gd name="T28" fmla="*/ 9 w 41"/>
              <a:gd name="T29" fmla="*/ 36 h 79"/>
              <a:gd name="T30" fmla="*/ 9 w 41"/>
              <a:gd name="T31" fmla="*/ 38 h 79"/>
              <a:gd name="T32" fmla="*/ 9 w 41"/>
              <a:gd name="T33" fmla="*/ 74 h 79"/>
              <a:gd name="T34" fmla="*/ 14 w 41"/>
              <a:gd name="T35" fmla="*/ 79 h 79"/>
              <a:gd name="T36" fmla="*/ 19 w 41"/>
              <a:gd name="T37" fmla="*/ 74 h 79"/>
              <a:gd name="T38" fmla="*/ 19 w 41"/>
              <a:gd name="T39" fmla="*/ 38 h 79"/>
              <a:gd name="T40" fmla="*/ 21 w 41"/>
              <a:gd name="T41" fmla="*/ 38 h 79"/>
              <a:gd name="T42" fmla="*/ 21 w 41"/>
              <a:gd name="T43" fmla="*/ 74 h 79"/>
              <a:gd name="T44" fmla="*/ 26 w 41"/>
              <a:gd name="T45" fmla="*/ 79 h 79"/>
              <a:gd name="T46" fmla="*/ 31 w 41"/>
              <a:gd name="T47" fmla="*/ 74 h 79"/>
              <a:gd name="T48" fmla="*/ 31 w 41"/>
              <a:gd name="T49" fmla="*/ 38 h 79"/>
              <a:gd name="T50" fmla="*/ 31 w 41"/>
              <a:gd name="T51" fmla="*/ 36 h 79"/>
              <a:gd name="T52" fmla="*/ 31 w 41"/>
              <a:gd name="T53" fmla="*/ 21 h 79"/>
              <a:gd name="T54" fmla="*/ 31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5" y="0"/>
                  <a:pt x="29" y="0"/>
                </a:cubicBezTo>
                <a:cubicBezTo>
                  <a:pt x="17" y="0"/>
                  <a:pt x="17" y="0"/>
                  <a:pt x="17" y="0"/>
                </a:cubicBezTo>
                <a:cubicBezTo>
                  <a:pt x="17" y="0"/>
                  <a:pt x="17" y="0"/>
                  <a:pt x="17" y="0"/>
                </a:cubicBezTo>
                <a:cubicBezTo>
                  <a:pt x="12" y="0"/>
                  <a:pt x="12" y="0"/>
                  <a:pt x="12" y="0"/>
                </a:cubicBezTo>
                <a:cubicBezTo>
                  <a:pt x="5" y="0"/>
                  <a:pt x="0" y="5"/>
                  <a:pt x="0" y="11"/>
                </a:cubicBezTo>
                <a:cubicBezTo>
                  <a:pt x="0" y="11"/>
                  <a:pt x="0" y="11"/>
                  <a:pt x="0" y="11"/>
                </a:cubicBezTo>
                <a:cubicBezTo>
                  <a:pt x="0" y="34"/>
                  <a:pt x="0" y="34"/>
                  <a:pt x="0" y="34"/>
                </a:cubicBezTo>
                <a:cubicBezTo>
                  <a:pt x="0" y="36"/>
                  <a:pt x="2" y="38"/>
                  <a:pt x="4" y="38"/>
                </a:cubicBezTo>
                <a:cubicBezTo>
                  <a:pt x="6" y="38"/>
                  <a:pt x="8" y="36"/>
                  <a:pt x="8" y="34"/>
                </a:cubicBezTo>
                <a:cubicBezTo>
                  <a:pt x="8" y="21"/>
                  <a:pt x="8" y="21"/>
                  <a:pt x="8" y="21"/>
                </a:cubicBezTo>
                <a:cubicBezTo>
                  <a:pt x="8" y="13"/>
                  <a:pt x="8" y="13"/>
                  <a:pt x="8"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7"/>
                  <a:pt x="12"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4" y="79"/>
                  <a:pt x="26" y="79"/>
                </a:cubicBezTo>
                <a:cubicBezTo>
                  <a:pt x="29" y="79"/>
                  <a:pt x="31" y="77"/>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25" name="Oval 93"/>
          <p:cNvSpPr>
            <a:spLocks noChangeArrowheads="1"/>
          </p:cNvSpPr>
          <p:nvPr/>
        </p:nvSpPr>
        <p:spPr bwMode="auto">
          <a:xfrm>
            <a:off x="1745804" y="3720317"/>
            <a:ext cx="112713" cy="119063"/>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26" name="Freeform 94"/>
          <p:cNvSpPr/>
          <p:nvPr/>
        </p:nvSpPr>
        <p:spPr bwMode="auto">
          <a:xfrm>
            <a:off x="1687064" y="3850483"/>
            <a:ext cx="236538" cy="466725"/>
          </a:xfrm>
          <a:custGeom>
            <a:avLst/>
            <a:gdLst>
              <a:gd name="T0" fmla="*/ 40 w 40"/>
              <a:gd name="T1" fmla="*/ 11 h 79"/>
              <a:gd name="T2" fmla="*/ 28 w 40"/>
              <a:gd name="T3" fmla="*/ 0 h 79"/>
              <a:gd name="T4" fmla="*/ 17 w 40"/>
              <a:gd name="T5" fmla="*/ 0 h 79"/>
              <a:gd name="T6" fmla="*/ 16 w 40"/>
              <a:gd name="T7" fmla="*/ 0 h 79"/>
              <a:gd name="T8" fmla="*/ 11 w 40"/>
              <a:gd name="T9" fmla="*/ 0 h 79"/>
              <a:gd name="T10" fmla="*/ 0 w 40"/>
              <a:gd name="T11" fmla="*/ 11 h 79"/>
              <a:gd name="T12" fmla="*/ 0 w 40"/>
              <a:gd name="T13" fmla="*/ 11 h 79"/>
              <a:gd name="T14" fmla="*/ 0 w 40"/>
              <a:gd name="T15" fmla="*/ 34 h 79"/>
              <a:gd name="T16" fmla="*/ 3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6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8" y="0"/>
                </a:cubicBezTo>
                <a:cubicBezTo>
                  <a:pt x="17" y="0"/>
                  <a:pt x="17" y="0"/>
                  <a:pt x="17" y="0"/>
                </a:cubicBezTo>
                <a:cubicBezTo>
                  <a:pt x="16" y="0"/>
                  <a:pt x="16" y="0"/>
                  <a:pt x="16" y="0"/>
                </a:cubicBezTo>
                <a:cubicBezTo>
                  <a:pt x="11" y="0"/>
                  <a:pt x="11" y="0"/>
                  <a:pt x="11" y="0"/>
                </a:cubicBezTo>
                <a:cubicBezTo>
                  <a:pt x="5" y="0"/>
                  <a:pt x="0" y="5"/>
                  <a:pt x="0" y="11"/>
                </a:cubicBezTo>
                <a:cubicBezTo>
                  <a:pt x="0" y="11"/>
                  <a:pt x="0" y="11"/>
                  <a:pt x="0" y="11"/>
                </a:cubicBezTo>
                <a:cubicBezTo>
                  <a:pt x="0" y="34"/>
                  <a:pt x="0" y="34"/>
                  <a:pt x="0" y="34"/>
                </a:cubicBezTo>
                <a:cubicBezTo>
                  <a:pt x="0" y="36"/>
                  <a:pt x="1" y="38"/>
                  <a:pt x="3" y="38"/>
                </a:cubicBezTo>
                <a:cubicBezTo>
                  <a:pt x="5"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4" y="38"/>
                  <a:pt x="36" y="38"/>
                </a:cubicBezTo>
                <a:cubicBezTo>
                  <a:pt x="38" y="38"/>
                  <a:pt x="40" y="36"/>
                  <a:pt x="40" y="34"/>
                </a:cubicBezTo>
                <a:cubicBezTo>
                  <a:pt x="40" y="11"/>
                  <a:pt x="40" y="11"/>
                  <a:pt x="40" y="11"/>
                </a:cubicBezTo>
                <a:cubicBezTo>
                  <a:pt x="40" y="11"/>
                  <a:pt x="40" y="11"/>
                  <a:pt x="40" y="11"/>
                </a:cubicBezTo>
                <a:close/>
              </a:path>
            </a:pathLst>
          </a:cu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27" name="Oval 95"/>
          <p:cNvSpPr>
            <a:spLocks noChangeArrowheads="1"/>
          </p:cNvSpPr>
          <p:nvPr/>
        </p:nvSpPr>
        <p:spPr bwMode="auto">
          <a:xfrm>
            <a:off x="2058541" y="3720317"/>
            <a:ext cx="112713" cy="119063"/>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28" name="Freeform 96"/>
          <p:cNvSpPr/>
          <p:nvPr/>
        </p:nvSpPr>
        <p:spPr bwMode="auto">
          <a:xfrm>
            <a:off x="1993460" y="3850483"/>
            <a:ext cx="236538" cy="466725"/>
          </a:xfrm>
          <a:custGeom>
            <a:avLst/>
            <a:gdLst>
              <a:gd name="T0" fmla="*/ 40 w 40"/>
              <a:gd name="T1" fmla="*/ 11 h 79"/>
              <a:gd name="T2" fmla="*/ 29 w 40"/>
              <a:gd name="T3" fmla="*/ 0 h 79"/>
              <a:gd name="T4" fmla="*/ 17 w 40"/>
              <a:gd name="T5" fmla="*/ 0 h 79"/>
              <a:gd name="T6" fmla="*/ 16 w 40"/>
              <a:gd name="T7" fmla="*/ 0 h 79"/>
              <a:gd name="T8" fmla="*/ 12 w 40"/>
              <a:gd name="T9" fmla="*/ 0 h 79"/>
              <a:gd name="T10" fmla="*/ 0 w 40"/>
              <a:gd name="T11" fmla="*/ 11 h 79"/>
              <a:gd name="T12" fmla="*/ 0 w 40"/>
              <a:gd name="T13" fmla="*/ 11 h 79"/>
              <a:gd name="T14" fmla="*/ 0 w 40"/>
              <a:gd name="T15" fmla="*/ 34 h 79"/>
              <a:gd name="T16" fmla="*/ 4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7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9" y="0"/>
                </a:cubicBezTo>
                <a:cubicBezTo>
                  <a:pt x="17" y="0"/>
                  <a:pt x="17" y="0"/>
                  <a:pt x="17" y="0"/>
                </a:cubicBezTo>
                <a:cubicBezTo>
                  <a:pt x="16" y="0"/>
                  <a:pt x="16" y="0"/>
                  <a:pt x="16" y="0"/>
                </a:cubicBezTo>
                <a:cubicBezTo>
                  <a:pt x="12" y="0"/>
                  <a:pt x="12" y="0"/>
                  <a:pt x="12" y="0"/>
                </a:cubicBezTo>
                <a:cubicBezTo>
                  <a:pt x="5" y="0"/>
                  <a:pt x="0" y="5"/>
                  <a:pt x="0" y="11"/>
                </a:cubicBezTo>
                <a:cubicBezTo>
                  <a:pt x="0" y="11"/>
                  <a:pt x="0" y="11"/>
                  <a:pt x="0" y="11"/>
                </a:cubicBezTo>
                <a:cubicBezTo>
                  <a:pt x="0" y="34"/>
                  <a:pt x="0" y="34"/>
                  <a:pt x="0" y="34"/>
                </a:cubicBezTo>
                <a:cubicBezTo>
                  <a:pt x="0" y="36"/>
                  <a:pt x="2" y="38"/>
                  <a:pt x="4" y="38"/>
                </a:cubicBezTo>
                <a:cubicBezTo>
                  <a:pt x="6"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0" y="36"/>
                  <a:pt x="40" y="34"/>
                </a:cubicBezTo>
                <a:cubicBezTo>
                  <a:pt x="40" y="11"/>
                  <a:pt x="40" y="11"/>
                  <a:pt x="40" y="11"/>
                </a:cubicBezTo>
                <a:cubicBezTo>
                  <a:pt x="40" y="11"/>
                  <a:pt x="40" y="11"/>
                  <a:pt x="40" y="11"/>
                </a:cubicBezTo>
                <a:close/>
              </a:path>
            </a:pathLst>
          </a:cu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29" name="Oval 97"/>
          <p:cNvSpPr>
            <a:spLocks noChangeArrowheads="1"/>
          </p:cNvSpPr>
          <p:nvPr/>
        </p:nvSpPr>
        <p:spPr bwMode="auto">
          <a:xfrm>
            <a:off x="2364928" y="3720317"/>
            <a:ext cx="112713" cy="119063"/>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0" name="Freeform 98"/>
          <p:cNvSpPr/>
          <p:nvPr/>
        </p:nvSpPr>
        <p:spPr bwMode="auto">
          <a:xfrm>
            <a:off x="2299848" y="3850483"/>
            <a:ext cx="242888" cy="466725"/>
          </a:xfrm>
          <a:custGeom>
            <a:avLst/>
            <a:gdLst>
              <a:gd name="T0" fmla="*/ 41 w 41"/>
              <a:gd name="T1" fmla="*/ 11 h 79"/>
              <a:gd name="T2" fmla="*/ 29 w 41"/>
              <a:gd name="T3" fmla="*/ 0 h 79"/>
              <a:gd name="T4" fmla="*/ 17 w 41"/>
              <a:gd name="T5" fmla="*/ 0 h 79"/>
              <a:gd name="T6" fmla="*/ 17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8 w 41"/>
              <a:gd name="T19" fmla="*/ 34 h 79"/>
              <a:gd name="T20" fmla="*/ 8 w 41"/>
              <a:gd name="T21" fmla="*/ 21 h 79"/>
              <a:gd name="T22" fmla="*/ 8 w 41"/>
              <a:gd name="T23" fmla="*/ 13 h 79"/>
              <a:gd name="T24" fmla="*/ 10 w 41"/>
              <a:gd name="T25" fmla="*/ 13 h 79"/>
              <a:gd name="T26" fmla="*/ 10 w 41"/>
              <a:gd name="T27" fmla="*/ 21 h 79"/>
              <a:gd name="T28" fmla="*/ 10 w 41"/>
              <a:gd name="T29" fmla="*/ 36 h 79"/>
              <a:gd name="T30" fmla="*/ 10 w 41"/>
              <a:gd name="T31" fmla="*/ 38 h 79"/>
              <a:gd name="T32" fmla="*/ 10 w 41"/>
              <a:gd name="T33" fmla="*/ 74 h 79"/>
              <a:gd name="T34" fmla="*/ 15 w 41"/>
              <a:gd name="T35" fmla="*/ 79 h 79"/>
              <a:gd name="T36" fmla="*/ 20 w 41"/>
              <a:gd name="T37" fmla="*/ 74 h 79"/>
              <a:gd name="T38" fmla="*/ 20 w 41"/>
              <a:gd name="T39" fmla="*/ 38 h 79"/>
              <a:gd name="T40" fmla="*/ 22 w 41"/>
              <a:gd name="T41" fmla="*/ 38 h 79"/>
              <a:gd name="T42" fmla="*/ 22 w 41"/>
              <a:gd name="T43" fmla="*/ 74 h 79"/>
              <a:gd name="T44" fmla="*/ 27 w 41"/>
              <a:gd name="T45" fmla="*/ 79 h 79"/>
              <a:gd name="T46" fmla="*/ 32 w 41"/>
              <a:gd name="T47" fmla="*/ 74 h 79"/>
              <a:gd name="T48" fmla="*/ 32 w 41"/>
              <a:gd name="T49" fmla="*/ 38 h 79"/>
              <a:gd name="T50" fmla="*/ 32 w 41"/>
              <a:gd name="T51" fmla="*/ 36 h 79"/>
              <a:gd name="T52" fmla="*/ 32 w 41"/>
              <a:gd name="T53" fmla="*/ 21 h 79"/>
              <a:gd name="T54" fmla="*/ 32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6" y="0"/>
                  <a:pt x="29" y="0"/>
                </a:cubicBezTo>
                <a:cubicBezTo>
                  <a:pt x="17" y="0"/>
                  <a:pt x="17" y="0"/>
                  <a:pt x="17" y="0"/>
                </a:cubicBezTo>
                <a:cubicBezTo>
                  <a:pt x="17" y="0"/>
                  <a:pt x="17" y="0"/>
                  <a:pt x="17" y="0"/>
                </a:cubicBezTo>
                <a:cubicBezTo>
                  <a:pt x="12" y="0"/>
                  <a:pt x="12" y="0"/>
                  <a:pt x="12" y="0"/>
                </a:cubicBezTo>
                <a:cubicBezTo>
                  <a:pt x="6" y="0"/>
                  <a:pt x="0" y="5"/>
                  <a:pt x="0" y="11"/>
                </a:cubicBezTo>
                <a:cubicBezTo>
                  <a:pt x="0" y="11"/>
                  <a:pt x="0" y="11"/>
                  <a:pt x="0" y="11"/>
                </a:cubicBezTo>
                <a:cubicBezTo>
                  <a:pt x="0" y="34"/>
                  <a:pt x="0" y="34"/>
                  <a:pt x="0" y="34"/>
                </a:cubicBezTo>
                <a:cubicBezTo>
                  <a:pt x="0" y="36"/>
                  <a:pt x="2" y="38"/>
                  <a:pt x="4" y="38"/>
                </a:cubicBezTo>
                <a:cubicBezTo>
                  <a:pt x="6" y="38"/>
                  <a:pt x="8" y="36"/>
                  <a:pt x="8" y="34"/>
                </a:cubicBezTo>
                <a:cubicBezTo>
                  <a:pt x="8" y="21"/>
                  <a:pt x="8" y="21"/>
                  <a:pt x="8" y="21"/>
                </a:cubicBezTo>
                <a:cubicBezTo>
                  <a:pt x="8" y="13"/>
                  <a:pt x="8" y="13"/>
                  <a:pt x="8" y="13"/>
                </a:cubicBezTo>
                <a:cubicBezTo>
                  <a:pt x="10" y="13"/>
                  <a:pt x="10" y="13"/>
                  <a:pt x="10" y="13"/>
                </a:cubicBezTo>
                <a:cubicBezTo>
                  <a:pt x="10" y="21"/>
                  <a:pt x="10" y="21"/>
                  <a:pt x="10" y="21"/>
                </a:cubicBezTo>
                <a:cubicBezTo>
                  <a:pt x="10" y="36"/>
                  <a:pt x="10" y="36"/>
                  <a:pt x="10" y="36"/>
                </a:cubicBezTo>
                <a:cubicBezTo>
                  <a:pt x="10" y="38"/>
                  <a:pt x="10" y="38"/>
                  <a:pt x="10" y="38"/>
                </a:cubicBezTo>
                <a:cubicBezTo>
                  <a:pt x="10" y="74"/>
                  <a:pt x="10" y="74"/>
                  <a:pt x="10" y="74"/>
                </a:cubicBezTo>
                <a:cubicBezTo>
                  <a:pt x="10" y="77"/>
                  <a:pt x="12" y="79"/>
                  <a:pt x="15" y="79"/>
                </a:cubicBezTo>
                <a:cubicBezTo>
                  <a:pt x="17" y="79"/>
                  <a:pt x="20" y="77"/>
                  <a:pt x="20" y="74"/>
                </a:cubicBezTo>
                <a:cubicBezTo>
                  <a:pt x="20" y="38"/>
                  <a:pt x="20" y="38"/>
                  <a:pt x="20" y="38"/>
                </a:cubicBezTo>
                <a:cubicBezTo>
                  <a:pt x="22" y="38"/>
                  <a:pt x="22" y="38"/>
                  <a:pt x="22" y="38"/>
                </a:cubicBezTo>
                <a:cubicBezTo>
                  <a:pt x="22" y="74"/>
                  <a:pt x="22" y="74"/>
                  <a:pt x="22" y="74"/>
                </a:cubicBezTo>
                <a:cubicBezTo>
                  <a:pt x="22" y="77"/>
                  <a:pt x="24" y="79"/>
                  <a:pt x="27" y="79"/>
                </a:cubicBezTo>
                <a:cubicBezTo>
                  <a:pt x="29" y="79"/>
                  <a:pt x="32" y="77"/>
                  <a:pt x="32" y="74"/>
                </a:cubicBezTo>
                <a:cubicBezTo>
                  <a:pt x="32" y="38"/>
                  <a:pt x="32" y="38"/>
                  <a:pt x="32" y="38"/>
                </a:cubicBezTo>
                <a:cubicBezTo>
                  <a:pt x="32" y="36"/>
                  <a:pt x="32" y="36"/>
                  <a:pt x="32" y="36"/>
                </a:cubicBezTo>
                <a:cubicBezTo>
                  <a:pt x="32" y="21"/>
                  <a:pt x="32" y="21"/>
                  <a:pt x="32" y="21"/>
                </a:cubicBezTo>
                <a:cubicBezTo>
                  <a:pt x="32" y="13"/>
                  <a:pt x="32" y="13"/>
                  <a:pt x="32"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1" name="Oval 99"/>
          <p:cNvSpPr>
            <a:spLocks noChangeArrowheads="1"/>
          </p:cNvSpPr>
          <p:nvPr/>
        </p:nvSpPr>
        <p:spPr bwMode="auto">
          <a:xfrm>
            <a:off x="2671324" y="3720317"/>
            <a:ext cx="119063" cy="119063"/>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2" name="Freeform 100"/>
          <p:cNvSpPr/>
          <p:nvPr/>
        </p:nvSpPr>
        <p:spPr bwMode="auto">
          <a:xfrm>
            <a:off x="2612578" y="3850483"/>
            <a:ext cx="236538" cy="466725"/>
          </a:xfrm>
          <a:custGeom>
            <a:avLst/>
            <a:gdLst>
              <a:gd name="T0" fmla="*/ 40 w 40"/>
              <a:gd name="T1" fmla="*/ 11 h 79"/>
              <a:gd name="T2" fmla="*/ 28 w 40"/>
              <a:gd name="T3" fmla="*/ 0 h 79"/>
              <a:gd name="T4" fmla="*/ 17 w 40"/>
              <a:gd name="T5" fmla="*/ 0 h 79"/>
              <a:gd name="T6" fmla="*/ 16 w 40"/>
              <a:gd name="T7" fmla="*/ 0 h 79"/>
              <a:gd name="T8" fmla="*/ 11 w 40"/>
              <a:gd name="T9" fmla="*/ 0 h 79"/>
              <a:gd name="T10" fmla="*/ 0 w 40"/>
              <a:gd name="T11" fmla="*/ 11 h 79"/>
              <a:gd name="T12" fmla="*/ 0 w 40"/>
              <a:gd name="T13" fmla="*/ 11 h 79"/>
              <a:gd name="T14" fmla="*/ 0 w 40"/>
              <a:gd name="T15" fmla="*/ 34 h 79"/>
              <a:gd name="T16" fmla="*/ 3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6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8" y="0"/>
                </a:cubicBezTo>
                <a:cubicBezTo>
                  <a:pt x="17" y="0"/>
                  <a:pt x="17" y="0"/>
                  <a:pt x="17" y="0"/>
                </a:cubicBezTo>
                <a:cubicBezTo>
                  <a:pt x="16" y="0"/>
                  <a:pt x="16" y="0"/>
                  <a:pt x="16" y="0"/>
                </a:cubicBezTo>
                <a:cubicBezTo>
                  <a:pt x="11" y="0"/>
                  <a:pt x="11" y="0"/>
                  <a:pt x="11" y="0"/>
                </a:cubicBezTo>
                <a:cubicBezTo>
                  <a:pt x="5" y="0"/>
                  <a:pt x="0" y="5"/>
                  <a:pt x="0" y="11"/>
                </a:cubicBezTo>
                <a:cubicBezTo>
                  <a:pt x="0" y="11"/>
                  <a:pt x="0" y="11"/>
                  <a:pt x="0" y="11"/>
                </a:cubicBezTo>
                <a:cubicBezTo>
                  <a:pt x="0" y="34"/>
                  <a:pt x="0" y="34"/>
                  <a:pt x="0" y="34"/>
                </a:cubicBezTo>
                <a:cubicBezTo>
                  <a:pt x="0" y="36"/>
                  <a:pt x="1" y="38"/>
                  <a:pt x="3" y="38"/>
                </a:cubicBezTo>
                <a:cubicBezTo>
                  <a:pt x="5"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4" y="38"/>
                  <a:pt x="36" y="38"/>
                </a:cubicBezTo>
                <a:cubicBezTo>
                  <a:pt x="39" y="38"/>
                  <a:pt x="40" y="36"/>
                  <a:pt x="40" y="34"/>
                </a:cubicBezTo>
                <a:cubicBezTo>
                  <a:pt x="40" y="11"/>
                  <a:pt x="40" y="11"/>
                  <a:pt x="40" y="11"/>
                </a:cubicBezTo>
                <a:cubicBezTo>
                  <a:pt x="40" y="11"/>
                  <a:pt x="40" y="11"/>
                  <a:pt x="40" y="11"/>
                </a:cubicBezTo>
                <a:close/>
              </a:path>
            </a:pathLst>
          </a:cu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3" name="Oval 101"/>
          <p:cNvSpPr>
            <a:spLocks noChangeArrowheads="1"/>
          </p:cNvSpPr>
          <p:nvPr/>
        </p:nvSpPr>
        <p:spPr bwMode="auto">
          <a:xfrm>
            <a:off x="2984054" y="3720317"/>
            <a:ext cx="112713" cy="119063"/>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4" name="Freeform 102"/>
          <p:cNvSpPr/>
          <p:nvPr/>
        </p:nvSpPr>
        <p:spPr bwMode="auto">
          <a:xfrm>
            <a:off x="2918972" y="3850483"/>
            <a:ext cx="242888" cy="466725"/>
          </a:xfrm>
          <a:custGeom>
            <a:avLst/>
            <a:gdLst>
              <a:gd name="T0" fmla="*/ 41 w 41"/>
              <a:gd name="T1" fmla="*/ 11 h 79"/>
              <a:gd name="T2" fmla="*/ 29 w 41"/>
              <a:gd name="T3" fmla="*/ 0 h 79"/>
              <a:gd name="T4" fmla="*/ 17 w 41"/>
              <a:gd name="T5" fmla="*/ 0 h 79"/>
              <a:gd name="T6" fmla="*/ 16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7 w 41"/>
              <a:gd name="T19" fmla="*/ 34 h 79"/>
              <a:gd name="T20" fmla="*/ 7 w 41"/>
              <a:gd name="T21" fmla="*/ 21 h 79"/>
              <a:gd name="T22" fmla="*/ 7 w 41"/>
              <a:gd name="T23" fmla="*/ 13 h 79"/>
              <a:gd name="T24" fmla="*/ 9 w 41"/>
              <a:gd name="T25" fmla="*/ 13 h 79"/>
              <a:gd name="T26" fmla="*/ 9 w 41"/>
              <a:gd name="T27" fmla="*/ 21 h 79"/>
              <a:gd name="T28" fmla="*/ 9 w 41"/>
              <a:gd name="T29" fmla="*/ 36 h 79"/>
              <a:gd name="T30" fmla="*/ 9 w 41"/>
              <a:gd name="T31" fmla="*/ 38 h 79"/>
              <a:gd name="T32" fmla="*/ 9 w 41"/>
              <a:gd name="T33" fmla="*/ 74 h 79"/>
              <a:gd name="T34" fmla="*/ 14 w 41"/>
              <a:gd name="T35" fmla="*/ 79 h 79"/>
              <a:gd name="T36" fmla="*/ 19 w 41"/>
              <a:gd name="T37" fmla="*/ 74 h 79"/>
              <a:gd name="T38" fmla="*/ 19 w 41"/>
              <a:gd name="T39" fmla="*/ 38 h 79"/>
              <a:gd name="T40" fmla="*/ 21 w 41"/>
              <a:gd name="T41" fmla="*/ 38 h 79"/>
              <a:gd name="T42" fmla="*/ 21 w 41"/>
              <a:gd name="T43" fmla="*/ 74 h 79"/>
              <a:gd name="T44" fmla="*/ 26 w 41"/>
              <a:gd name="T45" fmla="*/ 79 h 79"/>
              <a:gd name="T46" fmla="*/ 31 w 41"/>
              <a:gd name="T47" fmla="*/ 74 h 79"/>
              <a:gd name="T48" fmla="*/ 31 w 41"/>
              <a:gd name="T49" fmla="*/ 38 h 79"/>
              <a:gd name="T50" fmla="*/ 31 w 41"/>
              <a:gd name="T51" fmla="*/ 36 h 79"/>
              <a:gd name="T52" fmla="*/ 31 w 41"/>
              <a:gd name="T53" fmla="*/ 21 h 79"/>
              <a:gd name="T54" fmla="*/ 31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5" y="0"/>
                  <a:pt x="29" y="0"/>
                </a:cubicBezTo>
                <a:cubicBezTo>
                  <a:pt x="17" y="0"/>
                  <a:pt x="17" y="0"/>
                  <a:pt x="17" y="0"/>
                </a:cubicBezTo>
                <a:cubicBezTo>
                  <a:pt x="16" y="0"/>
                  <a:pt x="16" y="0"/>
                  <a:pt x="16" y="0"/>
                </a:cubicBezTo>
                <a:cubicBezTo>
                  <a:pt x="12" y="0"/>
                  <a:pt x="12" y="0"/>
                  <a:pt x="12" y="0"/>
                </a:cubicBezTo>
                <a:cubicBezTo>
                  <a:pt x="5" y="0"/>
                  <a:pt x="0" y="5"/>
                  <a:pt x="0" y="11"/>
                </a:cubicBezTo>
                <a:cubicBezTo>
                  <a:pt x="0" y="11"/>
                  <a:pt x="0" y="11"/>
                  <a:pt x="0" y="11"/>
                </a:cubicBezTo>
                <a:cubicBezTo>
                  <a:pt x="0" y="34"/>
                  <a:pt x="0" y="34"/>
                  <a:pt x="0" y="34"/>
                </a:cubicBezTo>
                <a:cubicBezTo>
                  <a:pt x="0" y="36"/>
                  <a:pt x="2" y="38"/>
                  <a:pt x="4" y="38"/>
                </a:cubicBezTo>
                <a:cubicBezTo>
                  <a:pt x="6"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7"/>
                  <a:pt x="12"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5" name="Oval 103"/>
          <p:cNvSpPr>
            <a:spLocks noChangeArrowheads="1"/>
          </p:cNvSpPr>
          <p:nvPr/>
        </p:nvSpPr>
        <p:spPr bwMode="auto">
          <a:xfrm>
            <a:off x="3290440" y="3720317"/>
            <a:ext cx="112713" cy="119063"/>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6" name="Freeform 104"/>
          <p:cNvSpPr/>
          <p:nvPr/>
        </p:nvSpPr>
        <p:spPr bwMode="auto">
          <a:xfrm>
            <a:off x="3225362" y="3850483"/>
            <a:ext cx="242888" cy="466725"/>
          </a:xfrm>
          <a:custGeom>
            <a:avLst/>
            <a:gdLst>
              <a:gd name="T0" fmla="*/ 41 w 41"/>
              <a:gd name="T1" fmla="*/ 11 h 79"/>
              <a:gd name="T2" fmla="*/ 29 w 41"/>
              <a:gd name="T3" fmla="*/ 0 h 79"/>
              <a:gd name="T4" fmla="*/ 18 w 41"/>
              <a:gd name="T5" fmla="*/ 0 h 79"/>
              <a:gd name="T6" fmla="*/ 17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8 w 41"/>
              <a:gd name="T19" fmla="*/ 34 h 79"/>
              <a:gd name="T20" fmla="*/ 8 w 41"/>
              <a:gd name="T21" fmla="*/ 21 h 79"/>
              <a:gd name="T22" fmla="*/ 8 w 41"/>
              <a:gd name="T23" fmla="*/ 13 h 79"/>
              <a:gd name="T24" fmla="*/ 10 w 41"/>
              <a:gd name="T25" fmla="*/ 13 h 79"/>
              <a:gd name="T26" fmla="*/ 10 w 41"/>
              <a:gd name="T27" fmla="*/ 21 h 79"/>
              <a:gd name="T28" fmla="*/ 10 w 41"/>
              <a:gd name="T29" fmla="*/ 36 h 79"/>
              <a:gd name="T30" fmla="*/ 10 w 41"/>
              <a:gd name="T31" fmla="*/ 38 h 79"/>
              <a:gd name="T32" fmla="*/ 10 w 41"/>
              <a:gd name="T33" fmla="*/ 74 h 79"/>
              <a:gd name="T34" fmla="*/ 15 w 41"/>
              <a:gd name="T35" fmla="*/ 79 h 79"/>
              <a:gd name="T36" fmla="*/ 20 w 41"/>
              <a:gd name="T37" fmla="*/ 74 h 79"/>
              <a:gd name="T38" fmla="*/ 20 w 41"/>
              <a:gd name="T39" fmla="*/ 38 h 79"/>
              <a:gd name="T40" fmla="*/ 22 w 41"/>
              <a:gd name="T41" fmla="*/ 38 h 79"/>
              <a:gd name="T42" fmla="*/ 22 w 41"/>
              <a:gd name="T43" fmla="*/ 74 h 79"/>
              <a:gd name="T44" fmla="*/ 27 w 41"/>
              <a:gd name="T45" fmla="*/ 79 h 79"/>
              <a:gd name="T46" fmla="*/ 32 w 41"/>
              <a:gd name="T47" fmla="*/ 74 h 79"/>
              <a:gd name="T48" fmla="*/ 32 w 41"/>
              <a:gd name="T49" fmla="*/ 38 h 79"/>
              <a:gd name="T50" fmla="*/ 32 w 41"/>
              <a:gd name="T51" fmla="*/ 36 h 79"/>
              <a:gd name="T52" fmla="*/ 32 w 41"/>
              <a:gd name="T53" fmla="*/ 21 h 79"/>
              <a:gd name="T54" fmla="*/ 32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6" y="0"/>
                  <a:pt x="29" y="0"/>
                </a:cubicBezTo>
                <a:cubicBezTo>
                  <a:pt x="18" y="0"/>
                  <a:pt x="18" y="0"/>
                  <a:pt x="18" y="0"/>
                </a:cubicBezTo>
                <a:cubicBezTo>
                  <a:pt x="17" y="0"/>
                  <a:pt x="17" y="0"/>
                  <a:pt x="17" y="0"/>
                </a:cubicBezTo>
                <a:cubicBezTo>
                  <a:pt x="12" y="0"/>
                  <a:pt x="12" y="0"/>
                  <a:pt x="12" y="0"/>
                </a:cubicBezTo>
                <a:cubicBezTo>
                  <a:pt x="6" y="0"/>
                  <a:pt x="0" y="5"/>
                  <a:pt x="0" y="11"/>
                </a:cubicBezTo>
                <a:cubicBezTo>
                  <a:pt x="0" y="11"/>
                  <a:pt x="0" y="11"/>
                  <a:pt x="0" y="11"/>
                </a:cubicBezTo>
                <a:cubicBezTo>
                  <a:pt x="0" y="34"/>
                  <a:pt x="0" y="34"/>
                  <a:pt x="0" y="34"/>
                </a:cubicBezTo>
                <a:cubicBezTo>
                  <a:pt x="0" y="36"/>
                  <a:pt x="2" y="38"/>
                  <a:pt x="4" y="38"/>
                </a:cubicBezTo>
                <a:cubicBezTo>
                  <a:pt x="6" y="38"/>
                  <a:pt x="8" y="36"/>
                  <a:pt x="8" y="34"/>
                </a:cubicBezTo>
                <a:cubicBezTo>
                  <a:pt x="8" y="21"/>
                  <a:pt x="8" y="21"/>
                  <a:pt x="8" y="21"/>
                </a:cubicBezTo>
                <a:cubicBezTo>
                  <a:pt x="8" y="13"/>
                  <a:pt x="8" y="13"/>
                  <a:pt x="8" y="13"/>
                </a:cubicBezTo>
                <a:cubicBezTo>
                  <a:pt x="10" y="13"/>
                  <a:pt x="10" y="13"/>
                  <a:pt x="10" y="13"/>
                </a:cubicBezTo>
                <a:cubicBezTo>
                  <a:pt x="10" y="21"/>
                  <a:pt x="10" y="21"/>
                  <a:pt x="10" y="21"/>
                </a:cubicBezTo>
                <a:cubicBezTo>
                  <a:pt x="10" y="36"/>
                  <a:pt x="10" y="36"/>
                  <a:pt x="10" y="36"/>
                </a:cubicBezTo>
                <a:cubicBezTo>
                  <a:pt x="10" y="38"/>
                  <a:pt x="10" y="38"/>
                  <a:pt x="10" y="38"/>
                </a:cubicBezTo>
                <a:cubicBezTo>
                  <a:pt x="10" y="74"/>
                  <a:pt x="10" y="74"/>
                  <a:pt x="10" y="74"/>
                </a:cubicBezTo>
                <a:cubicBezTo>
                  <a:pt x="10" y="77"/>
                  <a:pt x="12" y="79"/>
                  <a:pt x="15" y="79"/>
                </a:cubicBezTo>
                <a:cubicBezTo>
                  <a:pt x="17" y="79"/>
                  <a:pt x="20" y="77"/>
                  <a:pt x="20" y="74"/>
                </a:cubicBezTo>
                <a:cubicBezTo>
                  <a:pt x="20" y="38"/>
                  <a:pt x="20" y="38"/>
                  <a:pt x="20" y="38"/>
                </a:cubicBezTo>
                <a:cubicBezTo>
                  <a:pt x="22" y="38"/>
                  <a:pt x="22" y="38"/>
                  <a:pt x="22" y="38"/>
                </a:cubicBezTo>
                <a:cubicBezTo>
                  <a:pt x="22" y="74"/>
                  <a:pt x="22" y="74"/>
                  <a:pt x="22" y="74"/>
                </a:cubicBezTo>
                <a:cubicBezTo>
                  <a:pt x="22" y="77"/>
                  <a:pt x="24" y="79"/>
                  <a:pt x="27" y="79"/>
                </a:cubicBezTo>
                <a:cubicBezTo>
                  <a:pt x="29" y="79"/>
                  <a:pt x="32" y="77"/>
                  <a:pt x="32" y="74"/>
                </a:cubicBezTo>
                <a:cubicBezTo>
                  <a:pt x="32" y="38"/>
                  <a:pt x="32" y="38"/>
                  <a:pt x="32" y="38"/>
                </a:cubicBezTo>
                <a:cubicBezTo>
                  <a:pt x="32" y="36"/>
                  <a:pt x="32" y="36"/>
                  <a:pt x="32" y="36"/>
                </a:cubicBezTo>
                <a:cubicBezTo>
                  <a:pt x="32" y="21"/>
                  <a:pt x="32" y="21"/>
                  <a:pt x="32" y="21"/>
                </a:cubicBezTo>
                <a:cubicBezTo>
                  <a:pt x="32" y="13"/>
                  <a:pt x="32" y="13"/>
                  <a:pt x="32"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7" name="Oval 105"/>
          <p:cNvSpPr>
            <a:spLocks noChangeArrowheads="1"/>
          </p:cNvSpPr>
          <p:nvPr/>
        </p:nvSpPr>
        <p:spPr bwMode="auto">
          <a:xfrm>
            <a:off x="3596828" y="3720317"/>
            <a:ext cx="119063" cy="119063"/>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8" name="Freeform 106"/>
          <p:cNvSpPr/>
          <p:nvPr/>
        </p:nvSpPr>
        <p:spPr bwMode="auto">
          <a:xfrm>
            <a:off x="3538097" y="3850483"/>
            <a:ext cx="236538" cy="466725"/>
          </a:xfrm>
          <a:custGeom>
            <a:avLst/>
            <a:gdLst>
              <a:gd name="T0" fmla="*/ 40 w 40"/>
              <a:gd name="T1" fmla="*/ 11 h 79"/>
              <a:gd name="T2" fmla="*/ 29 w 40"/>
              <a:gd name="T3" fmla="*/ 0 h 79"/>
              <a:gd name="T4" fmla="*/ 17 w 40"/>
              <a:gd name="T5" fmla="*/ 0 h 79"/>
              <a:gd name="T6" fmla="*/ 16 w 40"/>
              <a:gd name="T7" fmla="*/ 0 h 79"/>
              <a:gd name="T8" fmla="*/ 11 w 40"/>
              <a:gd name="T9" fmla="*/ 0 h 79"/>
              <a:gd name="T10" fmla="*/ 0 w 40"/>
              <a:gd name="T11" fmla="*/ 11 h 79"/>
              <a:gd name="T12" fmla="*/ 0 w 40"/>
              <a:gd name="T13" fmla="*/ 11 h 79"/>
              <a:gd name="T14" fmla="*/ 0 w 40"/>
              <a:gd name="T15" fmla="*/ 34 h 79"/>
              <a:gd name="T16" fmla="*/ 3 w 40"/>
              <a:gd name="T17" fmla="*/ 38 h 79"/>
              <a:gd name="T18" fmla="*/ 7 w 40"/>
              <a:gd name="T19" fmla="*/ 34 h 79"/>
              <a:gd name="T20" fmla="*/ 7 w 40"/>
              <a:gd name="T21" fmla="*/ 21 h 79"/>
              <a:gd name="T22" fmla="*/ 7 w 40"/>
              <a:gd name="T23" fmla="*/ 13 h 79"/>
              <a:gd name="T24" fmla="*/ 9 w 40"/>
              <a:gd name="T25" fmla="*/ 13 h 79"/>
              <a:gd name="T26" fmla="*/ 9 w 40"/>
              <a:gd name="T27" fmla="*/ 21 h 79"/>
              <a:gd name="T28" fmla="*/ 9 w 40"/>
              <a:gd name="T29" fmla="*/ 36 h 79"/>
              <a:gd name="T30" fmla="*/ 9 w 40"/>
              <a:gd name="T31" fmla="*/ 38 h 79"/>
              <a:gd name="T32" fmla="*/ 9 w 40"/>
              <a:gd name="T33" fmla="*/ 74 h 79"/>
              <a:gd name="T34" fmla="*/ 14 w 40"/>
              <a:gd name="T35" fmla="*/ 79 h 79"/>
              <a:gd name="T36" fmla="*/ 19 w 40"/>
              <a:gd name="T37" fmla="*/ 74 h 79"/>
              <a:gd name="T38" fmla="*/ 19 w 40"/>
              <a:gd name="T39" fmla="*/ 38 h 79"/>
              <a:gd name="T40" fmla="*/ 21 w 40"/>
              <a:gd name="T41" fmla="*/ 38 h 79"/>
              <a:gd name="T42" fmla="*/ 21 w 40"/>
              <a:gd name="T43" fmla="*/ 74 h 79"/>
              <a:gd name="T44" fmla="*/ 26 w 40"/>
              <a:gd name="T45" fmla="*/ 79 h 79"/>
              <a:gd name="T46" fmla="*/ 31 w 40"/>
              <a:gd name="T47" fmla="*/ 74 h 79"/>
              <a:gd name="T48" fmla="*/ 31 w 40"/>
              <a:gd name="T49" fmla="*/ 38 h 79"/>
              <a:gd name="T50" fmla="*/ 31 w 40"/>
              <a:gd name="T51" fmla="*/ 36 h 79"/>
              <a:gd name="T52" fmla="*/ 31 w 40"/>
              <a:gd name="T53" fmla="*/ 21 h 79"/>
              <a:gd name="T54" fmla="*/ 31 w 40"/>
              <a:gd name="T55" fmla="*/ 13 h 79"/>
              <a:gd name="T56" fmla="*/ 33 w 40"/>
              <a:gd name="T57" fmla="*/ 13 h 79"/>
              <a:gd name="T58" fmla="*/ 33 w 40"/>
              <a:gd name="T59" fmla="*/ 21 h 79"/>
              <a:gd name="T60" fmla="*/ 33 w 40"/>
              <a:gd name="T61" fmla="*/ 34 h 79"/>
              <a:gd name="T62" fmla="*/ 37 w 40"/>
              <a:gd name="T63" fmla="*/ 38 h 79"/>
              <a:gd name="T64" fmla="*/ 40 w 40"/>
              <a:gd name="T65" fmla="*/ 34 h 79"/>
              <a:gd name="T66" fmla="*/ 40 w 40"/>
              <a:gd name="T67" fmla="*/ 11 h 79"/>
              <a:gd name="T68" fmla="*/ 40 w 40"/>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79">
                <a:moveTo>
                  <a:pt x="40" y="11"/>
                </a:moveTo>
                <a:cubicBezTo>
                  <a:pt x="40" y="5"/>
                  <a:pt x="35" y="0"/>
                  <a:pt x="29" y="0"/>
                </a:cubicBezTo>
                <a:cubicBezTo>
                  <a:pt x="17" y="0"/>
                  <a:pt x="17" y="0"/>
                  <a:pt x="17" y="0"/>
                </a:cubicBezTo>
                <a:cubicBezTo>
                  <a:pt x="16" y="0"/>
                  <a:pt x="16" y="0"/>
                  <a:pt x="16" y="0"/>
                </a:cubicBezTo>
                <a:cubicBezTo>
                  <a:pt x="11" y="0"/>
                  <a:pt x="11" y="0"/>
                  <a:pt x="11" y="0"/>
                </a:cubicBezTo>
                <a:cubicBezTo>
                  <a:pt x="5" y="0"/>
                  <a:pt x="0" y="5"/>
                  <a:pt x="0" y="11"/>
                </a:cubicBezTo>
                <a:cubicBezTo>
                  <a:pt x="0" y="11"/>
                  <a:pt x="0" y="11"/>
                  <a:pt x="0" y="11"/>
                </a:cubicBezTo>
                <a:cubicBezTo>
                  <a:pt x="0" y="34"/>
                  <a:pt x="0" y="34"/>
                  <a:pt x="0" y="34"/>
                </a:cubicBezTo>
                <a:cubicBezTo>
                  <a:pt x="0" y="36"/>
                  <a:pt x="1" y="38"/>
                  <a:pt x="3" y="38"/>
                </a:cubicBezTo>
                <a:cubicBezTo>
                  <a:pt x="6" y="38"/>
                  <a:pt x="7" y="36"/>
                  <a:pt x="7" y="34"/>
                </a:cubicBezTo>
                <a:cubicBezTo>
                  <a:pt x="7" y="21"/>
                  <a:pt x="7" y="21"/>
                  <a:pt x="7" y="21"/>
                </a:cubicBezTo>
                <a:cubicBezTo>
                  <a:pt x="7" y="13"/>
                  <a:pt x="7" y="13"/>
                  <a:pt x="7"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7"/>
                  <a:pt x="11"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3" y="79"/>
                  <a:pt x="26" y="79"/>
                </a:cubicBezTo>
                <a:cubicBezTo>
                  <a:pt x="29" y="79"/>
                  <a:pt x="31" y="77"/>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0" y="36"/>
                  <a:pt x="40" y="34"/>
                </a:cubicBezTo>
                <a:cubicBezTo>
                  <a:pt x="40" y="11"/>
                  <a:pt x="40" y="11"/>
                  <a:pt x="40" y="11"/>
                </a:cubicBezTo>
                <a:cubicBezTo>
                  <a:pt x="40" y="11"/>
                  <a:pt x="40" y="11"/>
                  <a:pt x="40" y="11"/>
                </a:cubicBezTo>
                <a:close/>
              </a:path>
            </a:pathLst>
          </a:cu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39" name="Oval 107"/>
          <p:cNvSpPr>
            <a:spLocks noChangeArrowheads="1"/>
          </p:cNvSpPr>
          <p:nvPr/>
        </p:nvSpPr>
        <p:spPr bwMode="auto">
          <a:xfrm>
            <a:off x="3909566" y="3720317"/>
            <a:ext cx="112713" cy="119063"/>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40" name="Freeform 108"/>
          <p:cNvSpPr/>
          <p:nvPr/>
        </p:nvSpPr>
        <p:spPr bwMode="auto">
          <a:xfrm>
            <a:off x="3844486" y="3850483"/>
            <a:ext cx="242888" cy="466725"/>
          </a:xfrm>
          <a:custGeom>
            <a:avLst/>
            <a:gdLst>
              <a:gd name="T0" fmla="*/ 41 w 41"/>
              <a:gd name="T1" fmla="*/ 11 h 79"/>
              <a:gd name="T2" fmla="*/ 29 w 41"/>
              <a:gd name="T3" fmla="*/ 0 h 79"/>
              <a:gd name="T4" fmla="*/ 17 w 41"/>
              <a:gd name="T5" fmla="*/ 0 h 79"/>
              <a:gd name="T6" fmla="*/ 17 w 41"/>
              <a:gd name="T7" fmla="*/ 0 h 79"/>
              <a:gd name="T8" fmla="*/ 12 w 41"/>
              <a:gd name="T9" fmla="*/ 0 h 79"/>
              <a:gd name="T10" fmla="*/ 0 w 41"/>
              <a:gd name="T11" fmla="*/ 11 h 79"/>
              <a:gd name="T12" fmla="*/ 0 w 41"/>
              <a:gd name="T13" fmla="*/ 11 h 79"/>
              <a:gd name="T14" fmla="*/ 0 w 41"/>
              <a:gd name="T15" fmla="*/ 34 h 79"/>
              <a:gd name="T16" fmla="*/ 4 w 41"/>
              <a:gd name="T17" fmla="*/ 38 h 79"/>
              <a:gd name="T18" fmla="*/ 8 w 41"/>
              <a:gd name="T19" fmla="*/ 34 h 79"/>
              <a:gd name="T20" fmla="*/ 8 w 41"/>
              <a:gd name="T21" fmla="*/ 21 h 79"/>
              <a:gd name="T22" fmla="*/ 8 w 41"/>
              <a:gd name="T23" fmla="*/ 13 h 79"/>
              <a:gd name="T24" fmla="*/ 9 w 41"/>
              <a:gd name="T25" fmla="*/ 13 h 79"/>
              <a:gd name="T26" fmla="*/ 9 w 41"/>
              <a:gd name="T27" fmla="*/ 21 h 79"/>
              <a:gd name="T28" fmla="*/ 9 w 41"/>
              <a:gd name="T29" fmla="*/ 36 h 79"/>
              <a:gd name="T30" fmla="*/ 9 w 41"/>
              <a:gd name="T31" fmla="*/ 38 h 79"/>
              <a:gd name="T32" fmla="*/ 9 w 41"/>
              <a:gd name="T33" fmla="*/ 74 h 79"/>
              <a:gd name="T34" fmla="*/ 14 w 41"/>
              <a:gd name="T35" fmla="*/ 79 h 79"/>
              <a:gd name="T36" fmla="*/ 19 w 41"/>
              <a:gd name="T37" fmla="*/ 74 h 79"/>
              <a:gd name="T38" fmla="*/ 19 w 41"/>
              <a:gd name="T39" fmla="*/ 38 h 79"/>
              <a:gd name="T40" fmla="*/ 21 w 41"/>
              <a:gd name="T41" fmla="*/ 38 h 79"/>
              <a:gd name="T42" fmla="*/ 21 w 41"/>
              <a:gd name="T43" fmla="*/ 74 h 79"/>
              <a:gd name="T44" fmla="*/ 26 w 41"/>
              <a:gd name="T45" fmla="*/ 79 h 79"/>
              <a:gd name="T46" fmla="*/ 31 w 41"/>
              <a:gd name="T47" fmla="*/ 74 h 79"/>
              <a:gd name="T48" fmla="*/ 31 w 41"/>
              <a:gd name="T49" fmla="*/ 38 h 79"/>
              <a:gd name="T50" fmla="*/ 31 w 41"/>
              <a:gd name="T51" fmla="*/ 36 h 79"/>
              <a:gd name="T52" fmla="*/ 31 w 41"/>
              <a:gd name="T53" fmla="*/ 21 h 79"/>
              <a:gd name="T54" fmla="*/ 31 w 41"/>
              <a:gd name="T55" fmla="*/ 13 h 79"/>
              <a:gd name="T56" fmla="*/ 33 w 41"/>
              <a:gd name="T57" fmla="*/ 13 h 79"/>
              <a:gd name="T58" fmla="*/ 33 w 41"/>
              <a:gd name="T59" fmla="*/ 21 h 79"/>
              <a:gd name="T60" fmla="*/ 33 w 41"/>
              <a:gd name="T61" fmla="*/ 34 h 79"/>
              <a:gd name="T62" fmla="*/ 37 w 41"/>
              <a:gd name="T63" fmla="*/ 38 h 79"/>
              <a:gd name="T64" fmla="*/ 41 w 41"/>
              <a:gd name="T65" fmla="*/ 34 h 79"/>
              <a:gd name="T66" fmla="*/ 41 w 41"/>
              <a:gd name="T67" fmla="*/ 11 h 79"/>
              <a:gd name="T68" fmla="*/ 41 w 41"/>
              <a:gd name="T69" fmla="*/ 1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79">
                <a:moveTo>
                  <a:pt x="41" y="11"/>
                </a:moveTo>
                <a:cubicBezTo>
                  <a:pt x="41" y="5"/>
                  <a:pt x="35" y="0"/>
                  <a:pt x="29" y="0"/>
                </a:cubicBezTo>
                <a:cubicBezTo>
                  <a:pt x="17" y="0"/>
                  <a:pt x="17" y="0"/>
                  <a:pt x="17" y="0"/>
                </a:cubicBezTo>
                <a:cubicBezTo>
                  <a:pt x="17" y="0"/>
                  <a:pt x="17" y="0"/>
                  <a:pt x="17" y="0"/>
                </a:cubicBezTo>
                <a:cubicBezTo>
                  <a:pt x="12" y="0"/>
                  <a:pt x="12" y="0"/>
                  <a:pt x="12" y="0"/>
                </a:cubicBezTo>
                <a:cubicBezTo>
                  <a:pt x="5" y="0"/>
                  <a:pt x="0" y="5"/>
                  <a:pt x="0" y="11"/>
                </a:cubicBezTo>
                <a:cubicBezTo>
                  <a:pt x="0" y="11"/>
                  <a:pt x="0" y="11"/>
                  <a:pt x="0" y="11"/>
                </a:cubicBezTo>
                <a:cubicBezTo>
                  <a:pt x="0" y="34"/>
                  <a:pt x="0" y="34"/>
                  <a:pt x="0" y="34"/>
                </a:cubicBezTo>
                <a:cubicBezTo>
                  <a:pt x="0" y="36"/>
                  <a:pt x="2" y="38"/>
                  <a:pt x="4" y="38"/>
                </a:cubicBezTo>
                <a:cubicBezTo>
                  <a:pt x="6" y="38"/>
                  <a:pt x="8" y="36"/>
                  <a:pt x="8" y="34"/>
                </a:cubicBezTo>
                <a:cubicBezTo>
                  <a:pt x="8" y="21"/>
                  <a:pt x="8" y="21"/>
                  <a:pt x="8" y="21"/>
                </a:cubicBezTo>
                <a:cubicBezTo>
                  <a:pt x="8" y="13"/>
                  <a:pt x="8" y="13"/>
                  <a:pt x="8" y="13"/>
                </a:cubicBezTo>
                <a:cubicBezTo>
                  <a:pt x="9" y="13"/>
                  <a:pt x="9" y="13"/>
                  <a:pt x="9" y="13"/>
                </a:cubicBezTo>
                <a:cubicBezTo>
                  <a:pt x="9" y="21"/>
                  <a:pt x="9" y="21"/>
                  <a:pt x="9" y="21"/>
                </a:cubicBezTo>
                <a:cubicBezTo>
                  <a:pt x="9" y="36"/>
                  <a:pt x="9" y="36"/>
                  <a:pt x="9" y="36"/>
                </a:cubicBezTo>
                <a:cubicBezTo>
                  <a:pt x="9" y="38"/>
                  <a:pt x="9" y="38"/>
                  <a:pt x="9" y="38"/>
                </a:cubicBezTo>
                <a:cubicBezTo>
                  <a:pt x="9" y="74"/>
                  <a:pt x="9" y="74"/>
                  <a:pt x="9" y="74"/>
                </a:cubicBezTo>
                <a:cubicBezTo>
                  <a:pt x="9" y="77"/>
                  <a:pt x="12" y="79"/>
                  <a:pt x="14" y="79"/>
                </a:cubicBezTo>
                <a:cubicBezTo>
                  <a:pt x="17" y="79"/>
                  <a:pt x="19" y="77"/>
                  <a:pt x="19" y="74"/>
                </a:cubicBezTo>
                <a:cubicBezTo>
                  <a:pt x="19" y="38"/>
                  <a:pt x="19" y="38"/>
                  <a:pt x="19" y="38"/>
                </a:cubicBezTo>
                <a:cubicBezTo>
                  <a:pt x="21" y="38"/>
                  <a:pt x="21" y="38"/>
                  <a:pt x="21" y="38"/>
                </a:cubicBezTo>
                <a:cubicBezTo>
                  <a:pt x="21" y="74"/>
                  <a:pt x="21" y="74"/>
                  <a:pt x="21" y="74"/>
                </a:cubicBezTo>
                <a:cubicBezTo>
                  <a:pt x="21" y="77"/>
                  <a:pt x="24" y="79"/>
                  <a:pt x="26" y="79"/>
                </a:cubicBezTo>
                <a:cubicBezTo>
                  <a:pt x="29" y="79"/>
                  <a:pt x="31" y="77"/>
                  <a:pt x="31" y="74"/>
                </a:cubicBezTo>
                <a:cubicBezTo>
                  <a:pt x="31" y="38"/>
                  <a:pt x="31" y="38"/>
                  <a:pt x="31" y="38"/>
                </a:cubicBezTo>
                <a:cubicBezTo>
                  <a:pt x="31" y="36"/>
                  <a:pt x="31" y="36"/>
                  <a:pt x="31" y="36"/>
                </a:cubicBezTo>
                <a:cubicBezTo>
                  <a:pt x="31" y="21"/>
                  <a:pt x="31" y="21"/>
                  <a:pt x="31" y="21"/>
                </a:cubicBezTo>
                <a:cubicBezTo>
                  <a:pt x="31" y="13"/>
                  <a:pt x="31" y="13"/>
                  <a:pt x="31" y="13"/>
                </a:cubicBezTo>
                <a:cubicBezTo>
                  <a:pt x="33" y="13"/>
                  <a:pt x="33" y="13"/>
                  <a:pt x="33" y="13"/>
                </a:cubicBezTo>
                <a:cubicBezTo>
                  <a:pt x="33" y="21"/>
                  <a:pt x="33" y="21"/>
                  <a:pt x="33" y="21"/>
                </a:cubicBezTo>
                <a:cubicBezTo>
                  <a:pt x="33" y="34"/>
                  <a:pt x="33" y="34"/>
                  <a:pt x="33" y="34"/>
                </a:cubicBezTo>
                <a:cubicBezTo>
                  <a:pt x="33" y="36"/>
                  <a:pt x="35" y="38"/>
                  <a:pt x="37" y="38"/>
                </a:cubicBezTo>
                <a:cubicBezTo>
                  <a:pt x="39" y="38"/>
                  <a:pt x="41" y="36"/>
                  <a:pt x="41" y="34"/>
                </a:cubicBezTo>
                <a:cubicBezTo>
                  <a:pt x="41" y="11"/>
                  <a:pt x="41" y="11"/>
                  <a:pt x="41" y="11"/>
                </a:cubicBezTo>
                <a:cubicBezTo>
                  <a:pt x="41" y="11"/>
                  <a:pt x="41" y="11"/>
                  <a:pt x="41" y="11"/>
                </a:cubicBezTo>
                <a:close/>
              </a:path>
            </a:pathLst>
          </a:cu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41" name="Oval 132"/>
          <p:cNvSpPr>
            <a:spLocks noChangeArrowheads="1"/>
          </p:cNvSpPr>
          <p:nvPr/>
        </p:nvSpPr>
        <p:spPr bwMode="auto">
          <a:xfrm>
            <a:off x="4600136" y="1254919"/>
            <a:ext cx="230188" cy="230188"/>
          </a:xfrm>
          <a:prstGeom prst="ellipse">
            <a:avLst/>
          </a:prstGeom>
          <a:solidFill>
            <a:schemeClr val="accent1"/>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srgbClr val="FF0000"/>
              </a:solidFill>
            </a:endParaRPr>
          </a:p>
        </p:txBody>
      </p:sp>
      <p:sp>
        <p:nvSpPr>
          <p:cNvPr id="142" name="Oval 156"/>
          <p:cNvSpPr>
            <a:spLocks noChangeArrowheads="1"/>
          </p:cNvSpPr>
          <p:nvPr/>
        </p:nvSpPr>
        <p:spPr bwMode="auto">
          <a:xfrm>
            <a:off x="4600136" y="1797849"/>
            <a:ext cx="230188" cy="230188"/>
          </a:xfrm>
          <a:prstGeom prst="ellipse">
            <a:avLst/>
          </a:prstGeom>
          <a:solidFill>
            <a:schemeClr val="accent2"/>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43" name="Oval 180"/>
          <p:cNvSpPr>
            <a:spLocks noChangeArrowheads="1"/>
          </p:cNvSpPr>
          <p:nvPr/>
        </p:nvSpPr>
        <p:spPr bwMode="auto">
          <a:xfrm>
            <a:off x="4600136" y="2340777"/>
            <a:ext cx="230188" cy="230188"/>
          </a:xfrm>
          <a:prstGeom prst="ellipse">
            <a:avLst/>
          </a:prstGeom>
          <a:solidFill>
            <a:schemeClr val="accent3"/>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44" name="Oval 204"/>
          <p:cNvSpPr>
            <a:spLocks noChangeArrowheads="1"/>
          </p:cNvSpPr>
          <p:nvPr/>
        </p:nvSpPr>
        <p:spPr bwMode="auto">
          <a:xfrm>
            <a:off x="4600136" y="2883694"/>
            <a:ext cx="230188" cy="228600"/>
          </a:xfrm>
          <a:prstGeom prst="ellipse">
            <a:avLst/>
          </a:prstGeom>
          <a:solidFill>
            <a:schemeClr val="accent4"/>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45" name="Oval 229"/>
          <p:cNvSpPr>
            <a:spLocks noChangeArrowheads="1"/>
          </p:cNvSpPr>
          <p:nvPr/>
        </p:nvSpPr>
        <p:spPr bwMode="auto">
          <a:xfrm>
            <a:off x="4600136" y="3425032"/>
            <a:ext cx="230188" cy="230188"/>
          </a:xfrm>
          <a:prstGeom prst="ellipse">
            <a:avLst/>
          </a:prstGeom>
          <a:solidFill>
            <a:schemeClr val="accent5"/>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46" name="Oval 253"/>
          <p:cNvSpPr>
            <a:spLocks noChangeArrowheads="1"/>
          </p:cNvSpPr>
          <p:nvPr/>
        </p:nvSpPr>
        <p:spPr bwMode="auto">
          <a:xfrm>
            <a:off x="4600136" y="3967965"/>
            <a:ext cx="230188" cy="230188"/>
          </a:xfrm>
          <a:prstGeom prst="ellipse">
            <a:avLst/>
          </a:prstGeom>
          <a:solidFill>
            <a:schemeClr val="accent6"/>
          </a:solidFill>
          <a:ln>
            <a:noFill/>
          </a:ln>
        </p:spPr>
        <p:txBody>
          <a:bodyPr vert="horz" wrap="square" lIns="91426" tIns="45712" rIns="91426" bIns="45712" numCol="1" anchor="t" anchorCtr="0" compatLnSpc="1"/>
          <a:lstStyle/>
          <a:p>
            <a:pPr defTabSz="685165" fontAlgn="base">
              <a:spcBef>
                <a:spcPct val="0"/>
              </a:spcBef>
              <a:spcAft>
                <a:spcPct val="0"/>
              </a:spcAft>
            </a:pPr>
            <a:endParaRPr lang="zh-CN" altLang="en-US">
              <a:solidFill>
                <a:prstClr val="black"/>
              </a:solidFill>
            </a:endParaRPr>
          </a:p>
        </p:txBody>
      </p:sp>
      <p:sp>
        <p:nvSpPr>
          <p:cNvPr id="147" name="TextBox 126119"/>
          <p:cNvSpPr txBox="1"/>
          <p:nvPr/>
        </p:nvSpPr>
        <p:spPr>
          <a:xfrm>
            <a:off x="4896853" y="1145341"/>
            <a:ext cx="619378" cy="500127"/>
          </a:xfrm>
          <a:prstGeom prst="rect">
            <a:avLst/>
          </a:prstGeom>
          <a:noFill/>
        </p:spPr>
        <p:txBody>
          <a:bodyPr wrap="none" lIns="68569" tIns="34285" rIns="68569" bIns="34285" rtlCol="0">
            <a:spAutoFit/>
          </a:bodyPr>
          <a:lstStyle/>
          <a:p>
            <a:pPr defTabSz="685165" fontAlgn="base">
              <a:spcBef>
                <a:spcPct val="0"/>
              </a:spcBef>
              <a:spcAft>
                <a:spcPct val="0"/>
              </a:spcAft>
            </a:pPr>
            <a:r>
              <a:rPr lang="en-US" altLang="zh-CN" sz="2800" dirty="0"/>
              <a:t>16</a:t>
            </a:r>
            <a:r>
              <a:rPr lang="en-US" altLang="zh-CN" sz="1600" dirty="0"/>
              <a:t>%</a:t>
            </a:r>
            <a:endParaRPr lang="zh-CN" altLang="en-US" dirty="0"/>
          </a:p>
        </p:txBody>
      </p:sp>
      <p:sp>
        <p:nvSpPr>
          <p:cNvPr id="148" name="TextBox 296"/>
          <p:cNvSpPr txBox="1"/>
          <p:nvPr/>
        </p:nvSpPr>
        <p:spPr>
          <a:xfrm>
            <a:off x="4896853" y="1668562"/>
            <a:ext cx="619378" cy="500127"/>
          </a:xfrm>
          <a:prstGeom prst="rect">
            <a:avLst/>
          </a:prstGeom>
          <a:noFill/>
        </p:spPr>
        <p:txBody>
          <a:bodyPr wrap="none" lIns="68569" tIns="34285" rIns="68569" bIns="34285" rtlCol="0">
            <a:spAutoFit/>
          </a:bodyPr>
          <a:lstStyle/>
          <a:p>
            <a:pPr defTabSz="685165" fontAlgn="base">
              <a:spcBef>
                <a:spcPct val="0"/>
              </a:spcBef>
              <a:spcAft>
                <a:spcPct val="0"/>
              </a:spcAft>
            </a:pPr>
            <a:r>
              <a:rPr lang="en-US" altLang="zh-CN" sz="2800" dirty="0"/>
              <a:t>32</a:t>
            </a:r>
            <a:r>
              <a:rPr lang="en-US" altLang="zh-CN" sz="1600" dirty="0"/>
              <a:t>%</a:t>
            </a:r>
            <a:endParaRPr lang="zh-CN" altLang="en-US" dirty="0"/>
          </a:p>
        </p:txBody>
      </p:sp>
      <p:sp>
        <p:nvSpPr>
          <p:cNvPr id="149" name="TextBox 297"/>
          <p:cNvSpPr txBox="1"/>
          <p:nvPr/>
        </p:nvSpPr>
        <p:spPr>
          <a:xfrm>
            <a:off x="4896853" y="2244624"/>
            <a:ext cx="619378" cy="500127"/>
          </a:xfrm>
          <a:prstGeom prst="rect">
            <a:avLst/>
          </a:prstGeom>
          <a:noFill/>
        </p:spPr>
        <p:txBody>
          <a:bodyPr wrap="none" lIns="68569" tIns="34285" rIns="68569" bIns="34285" rtlCol="0">
            <a:spAutoFit/>
          </a:bodyPr>
          <a:lstStyle/>
          <a:p>
            <a:pPr defTabSz="685165" fontAlgn="base">
              <a:spcBef>
                <a:spcPct val="0"/>
              </a:spcBef>
              <a:spcAft>
                <a:spcPct val="0"/>
              </a:spcAft>
            </a:pPr>
            <a:r>
              <a:rPr lang="en-US" altLang="zh-CN" sz="2800" dirty="0"/>
              <a:t>34</a:t>
            </a:r>
            <a:r>
              <a:rPr lang="en-US" altLang="zh-CN" sz="1600" dirty="0"/>
              <a:t>%</a:t>
            </a:r>
            <a:endParaRPr lang="zh-CN" altLang="en-US" dirty="0"/>
          </a:p>
        </p:txBody>
      </p:sp>
      <p:sp>
        <p:nvSpPr>
          <p:cNvPr id="150" name="TextBox 298"/>
          <p:cNvSpPr txBox="1"/>
          <p:nvPr/>
        </p:nvSpPr>
        <p:spPr>
          <a:xfrm>
            <a:off x="4896853" y="2739013"/>
            <a:ext cx="619378" cy="500127"/>
          </a:xfrm>
          <a:prstGeom prst="rect">
            <a:avLst/>
          </a:prstGeom>
          <a:noFill/>
        </p:spPr>
        <p:txBody>
          <a:bodyPr wrap="none" lIns="68569" tIns="34285" rIns="68569" bIns="34285" rtlCol="0">
            <a:spAutoFit/>
          </a:bodyPr>
          <a:lstStyle/>
          <a:p>
            <a:pPr defTabSz="685165" fontAlgn="base">
              <a:spcBef>
                <a:spcPct val="0"/>
              </a:spcBef>
              <a:spcAft>
                <a:spcPct val="0"/>
              </a:spcAft>
            </a:pPr>
            <a:r>
              <a:rPr lang="en-US" altLang="zh-CN" sz="2800" dirty="0"/>
              <a:t>14</a:t>
            </a:r>
            <a:r>
              <a:rPr lang="en-US" altLang="zh-CN" sz="1600" dirty="0"/>
              <a:t>%</a:t>
            </a:r>
            <a:endParaRPr lang="zh-CN" altLang="en-US" dirty="0"/>
          </a:p>
        </p:txBody>
      </p:sp>
      <p:sp>
        <p:nvSpPr>
          <p:cNvPr id="151" name="TextBox 299"/>
          <p:cNvSpPr txBox="1"/>
          <p:nvPr/>
        </p:nvSpPr>
        <p:spPr>
          <a:xfrm>
            <a:off x="4896853" y="3272413"/>
            <a:ext cx="619378" cy="500127"/>
          </a:xfrm>
          <a:prstGeom prst="rect">
            <a:avLst/>
          </a:prstGeom>
          <a:noFill/>
        </p:spPr>
        <p:txBody>
          <a:bodyPr wrap="none" lIns="68569" tIns="34285" rIns="68569" bIns="34285" rtlCol="0">
            <a:spAutoFit/>
          </a:bodyPr>
          <a:lstStyle/>
          <a:p>
            <a:pPr defTabSz="685165" fontAlgn="base">
              <a:spcBef>
                <a:spcPct val="0"/>
              </a:spcBef>
              <a:spcAft>
                <a:spcPct val="0"/>
              </a:spcAft>
            </a:pPr>
            <a:r>
              <a:rPr lang="en-US" altLang="zh-CN" sz="2800" dirty="0"/>
              <a:t>12</a:t>
            </a:r>
            <a:r>
              <a:rPr lang="en-US" altLang="zh-CN" sz="1600" dirty="0"/>
              <a:t>%</a:t>
            </a:r>
            <a:endParaRPr lang="zh-CN" altLang="en-US" dirty="0"/>
          </a:p>
        </p:txBody>
      </p:sp>
      <p:sp>
        <p:nvSpPr>
          <p:cNvPr id="152" name="TextBox 300"/>
          <p:cNvSpPr txBox="1"/>
          <p:nvPr/>
        </p:nvSpPr>
        <p:spPr>
          <a:xfrm>
            <a:off x="4896853" y="3844736"/>
            <a:ext cx="619378" cy="500127"/>
          </a:xfrm>
          <a:prstGeom prst="rect">
            <a:avLst/>
          </a:prstGeom>
          <a:noFill/>
        </p:spPr>
        <p:txBody>
          <a:bodyPr wrap="none" lIns="68569" tIns="34285" rIns="68569" bIns="34285" rtlCol="0">
            <a:spAutoFit/>
          </a:bodyPr>
          <a:lstStyle/>
          <a:p>
            <a:pPr defTabSz="685165" fontAlgn="base">
              <a:spcBef>
                <a:spcPct val="0"/>
              </a:spcBef>
              <a:spcAft>
                <a:spcPct val="0"/>
              </a:spcAft>
            </a:pPr>
            <a:r>
              <a:rPr lang="en-US" altLang="zh-CN" sz="2800" dirty="0"/>
              <a:t>18</a:t>
            </a:r>
            <a:r>
              <a:rPr lang="en-US" altLang="zh-CN" sz="1600" dirty="0"/>
              <a:t>%</a:t>
            </a:r>
            <a:endParaRPr lang="zh-CN" altLang="en-US" dirty="0"/>
          </a:p>
        </p:txBody>
      </p:sp>
    </p:spTree>
    <p:extLst>
      <p:ext uri="{BB962C8B-B14F-4D97-AF65-F5344CB8AC3E}">
        <p14:creationId xmlns:p14="http://schemas.microsoft.com/office/powerpoint/2010/main" val="1162545803"/>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gtEl>
                                        <p:attrNameLst>
                                          <p:attrName>style.visibility</p:attrName>
                                        </p:attrNameLst>
                                      </p:cBhvr>
                                      <p:to>
                                        <p:strVal val="visible"/>
                                      </p:to>
                                    </p:set>
                                    <p:animEffect transition="in" filter="fade">
                                      <p:cBhvr>
                                        <p:cTn id="13" dur="500"/>
                                        <p:tgtEl>
                                          <p:spTgt spid="95"/>
                                        </p:tgtEl>
                                      </p:cBhvr>
                                    </p:animEffect>
                                  </p:childTnLst>
                                </p:cTn>
                              </p:par>
                              <p:par>
                                <p:cTn id="14" presetID="10" presetClass="entr" presetSubtype="0" fill="hold" nodeType="withEffect">
                                  <p:stCondLst>
                                    <p:cond delay="0"/>
                                  </p:stCondLst>
                                  <p:childTnLst>
                                    <p:set>
                                      <p:cBhvr>
                                        <p:cTn id="15" dur="1" fill="hold">
                                          <p:stCondLst>
                                            <p:cond delay="0"/>
                                          </p:stCondLst>
                                        </p:cTn>
                                        <p:tgtEl>
                                          <p:spTgt spid="110"/>
                                        </p:tgtEl>
                                        <p:attrNameLst>
                                          <p:attrName>style.visibility</p:attrName>
                                        </p:attrNameLst>
                                      </p:cBhvr>
                                      <p:to>
                                        <p:strVal val="visible"/>
                                      </p:to>
                                    </p:set>
                                    <p:animEffect transition="in" filter="fade">
                                      <p:cBhvr>
                                        <p:cTn id="16" dur="500"/>
                                        <p:tgtEl>
                                          <p:spTgt spid="1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3"/>
                                        </p:tgtEl>
                                        <p:attrNameLst>
                                          <p:attrName>style.visibility</p:attrName>
                                        </p:attrNameLst>
                                      </p:cBhvr>
                                      <p:to>
                                        <p:strVal val="visible"/>
                                      </p:to>
                                    </p:set>
                                    <p:animEffect transition="in" filter="fade">
                                      <p:cBhvr>
                                        <p:cTn id="19" dur="500"/>
                                        <p:tgtEl>
                                          <p:spTgt spid="1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4"/>
                                        </p:tgtEl>
                                        <p:attrNameLst>
                                          <p:attrName>style.visibility</p:attrName>
                                        </p:attrNameLst>
                                      </p:cBhvr>
                                      <p:to>
                                        <p:strVal val="visible"/>
                                      </p:to>
                                    </p:set>
                                    <p:animEffect transition="in" filter="fade">
                                      <p:cBhvr>
                                        <p:cTn id="22" dur="500"/>
                                        <p:tgtEl>
                                          <p:spTgt spid="1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5"/>
                                        </p:tgtEl>
                                        <p:attrNameLst>
                                          <p:attrName>style.visibility</p:attrName>
                                        </p:attrNameLst>
                                      </p:cBhvr>
                                      <p:to>
                                        <p:strVal val="visible"/>
                                      </p:to>
                                    </p:set>
                                    <p:animEffect transition="in" filter="fade">
                                      <p:cBhvr>
                                        <p:cTn id="25" dur="500"/>
                                        <p:tgtEl>
                                          <p:spTgt spid="1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6"/>
                                        </p:tgtEl>
                                        <p:attrNameLst>
                                          <p:attrName>style.visibility</p:attrName>
                                        </p:attrNameLst>
                                      </p:cBhvr>
                                      <p:to>
                                        <p:strVal val="visible"/>
                                      </p:to>
                                    </p:set>
                                    <p:animEffect transition="in" filter="fade">
                                      <p:cBhvr>
                                        <p:cTn id="28" dur="500"/>
                                        <p:tgtEl>
                                          <p:spTgt spid="1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7"/>
                                        </p:tgtEl>
                                        <p:attrNameLst>
                                          <p:attrName>style.visibility</p:attrName>
                                        </p:attrNameLst>
                                      </p:cBhvr>
                                      <p:to>
                                        <p:strVal val="visible"/>
                                      </p:to>
                                    </p:set>
                                    <p:animEffect transition="in" filter="fade">
                                      <p:cBhvr>
                                        <p:cTn id="31" dur="500"/>
                                        <p:tgtEl>
                                          <p:spTgt spid="1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8"/>
                                        </p:tgtEl>
                                        <p:attrNameLst>
                                          <p:attrName>style.visibility</p:attrName>
                                        </p:attrNameLst>
                                      </p:cBhvr>
                                      <p:to>
                                        <p:strVal val="visible"/>
                                      </p:to>
                                    </p:set>
                                    <p:animEffect transition="in" filter="fade">
                                      <p:cBhvr>
                                        <p:cTn id="34" dur="500"/>
                                        <p:tgtEl>
                                          <p:spTgt spid="1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9"/>
                                        </p:tgtEl>
                                        <p:attrNameLst>
                                          <p:attrName>style.visibility</p:attrName>
                                        </p:attrNameLst>
                                      </p:cBhvr>
                                      <p:to>
                                        <p:strVal val="visible"/>
                                      </p:to>
                                    </p:set>
                                    <p:animEffect transition="in" filter="fade">
                                      <p:cBhvr>
                                        <p:cTn id="37" dur="500"/>
                                        <p:tgtEl>
                                          <p:spTgt spid="1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0"/>
                                        </p:tgtEl>
                                        <p:attrNameLst>
                                          <p:attrName>style.visibility</p:attrName>
                                        </p:attrNameLst>
                                      </p:cBhvr>
                                      <p:to>
                                        <p:strVal val="visible"/>
                                      </p:to>
                                    </p:set>
                                    <p:animEffect transition="in" filter="fade">
                                      <p:cBhvr>
                                        <p:cTn id="40" dur="500"/>
                                        <p:tgtEl>
                                          <p:spTgt spid="1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1"/>
                                        </p:tgtEl>
                                        <p:attrNameLst>
                                          <p:attrName>style.visibility</p:attrName>
                                        </p:attrNameLst>
                                      </p:cBhvr>
                                      <p:to>
                                        <p:strVal val="visible"/>
                                      </p:to>
                                    </p:set>
                                    <p:animEffect transition="in" filter="fade">
                                      <p:cBhvr>
                                        <p:cTn id="43" dur="500"/>
                                        <p:tgtEl>
                                          <p:spTgt spid="1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2"/>
                                        </p:tgtEl>
                                        <p:attrNameLst>
                                          <p:attrName>style.visibility</p:attrName>
                                        </p:attrNameLst>
                                      </p:cBhvr>
                                      <p:to>
                                        <p:strVal val="visible"/>
                                      </p:to>
                                    </p:set>
                                    <p:animEffect transition="in" filter="fade">
                                      <p:cBhvr>
                                        <p:cTn id="46" dur="500"/>
                                        <p:tgtEl>
                                          <p:spTgt spid="1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3"/>
                                        </p:tgtEl>
                                        <p:attrNameLst>
                                          <p:attrName>style.visibility</p:attrName>
                                        </p:attrNameLst>
                                      </p:cBhvr>
                                      <p:to>
                                        <p:strVal val="visible"/>
                                      </p:to>
                                    </p:set>
                                    <p:animEffect transition="in" filter="fade">
                                      <p:cBhvr>
                                        <p:cTn id="49" dur="500"/>
                                        <p:tgtEl>
                                          <p:spTgt spid="1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4"/>
                                        </p:tgtEl>
                                        <p:attrNameLst>
                                          <p:attrName>style.visibility</p:attrName>
                                        </p:attrNameLst>
                                      </p:cBhvr>
                                      <p:to>
                                        <p:strVal val="visible"/>
                                      </p:to>
                                    </p:set>
                                    <p:animEffect transition="in" filter="fade">
                                      <p:cBhvr>
                                        <p:cTn id="52" dur="500"/>
                                        <p:tgtEl>
                                          <p:spTgt spid="1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35"/>
                                        </p:tgtEl>
                                        <p:attrNameLst>
                                          <p:attrName>style.visibility</p:attrName>
                                        </p:attrNameLst>
                                      </p:cBhvr>
                                      <p:to>
                                        <p:strVal val="visible"/>
                                      </p:to>
                                    </p:set>
                                    <p:animEffect transition="in" filter="fade">
                                      <p:cBhvr>
                                        <p:cTn id="55" dur="500"/>
                                        <p:tgtEl>
                                          <p:spTgt spid="1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36"/>
                                        </p:tgtEl>
                                        <p:attrNameLst>
                                          <p:attrName>style.visibility</p:attrName>
                                        </p:attrNameLst>
                                      </p:cBhvr>
                                      <p:to>
                                        <p:strVal val="visible"/>
                                      </p:to>
                                    </p:set>
                                    <p:animEffect transition="in" filter="fade">
                                      <p:cBhvr>
                                        <p:cTn id="58" dur="500"/>
                                        <p:tgtEl>
                                          <p:spTgt spid="13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37"/>
                                        </p:tgtEl>
                                        <p:attrNameLst>
                                          <p:attrName>style.visibility</p:attrName>
                                        </p:attrNameLst>
                                      </p:cBhvr>
                                      <p:to>
                                        <p:strVal val="visible"/>
                                      </p:to>
                                    </p:set>
                                    <p:animEffect transition="in" filter="fade">
                                      <p:cBhvr>
                                        <p:cTn id="61" dur="500"/>
                                        <p:tgtEl>
                                          <p:spTgt spid="13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38"/>
                                        </p:tgtEl>
                                        <p:attrNameLst>
                                          <p:attrName>style.visibility</p:attrName>
                                        </p:attrNameLst>
                                      </p:cBhvr>
                                      <p:to>
                                        <p:strVal val="visible"/>
                                      </p:to>
                                    </p:set>
                                    <p:animEffect transition="in" filter="fade">
                                      <p:cBhvr>
                                        <p:cTn id="64" dur="500"/>
                                        <p:tgtEl>
                                          <p:spTgt spid="1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39"/>
                                        </p:tgtEl>
                                        <p:attrNameLst>
                                          <p:attrName>style.visibility</p:attrName>
                                        </p:attrNameLst>
                                      </p:cBhvr>
                                      <p:to>
                                        <p:strVal val="visible"/>
                                      </p:to>
                                    </p:set>
                                    <p:animEffect transition="in" filter="fade">
                                      <p:cBhvr>
                                        <p:cTn id="67" dur="500"/>
                                        <p:tgtEl>
                                          <p:spTgt spid="13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40"/>
                                        </p:tgtEl>
                                        <p:attrNameLst>
                                          <p:attrName>style.visibility</p:attrName>
                                        </p:attrNameLst>
                                      </p:cBhvr>
                                      <p:to>
                                        <p:strVal val="visible"/>
                                      </p:to>
                                    </p:set>
                                    <p:animEffect transition="in" filter="fade">
                                      <p:cBhvr>
                                        <p:cTn id="70" dur="500"/>
                                        <p:tgtEl>
                                          <p:spTgt spid="140"/>
                                        </p:tgtEl>
                                      </p:cBhvr>
                                    </p:animEffect>
                                  </p:childTnLst>
                                </p:cTn>
                              </p:par>
                            </p:childTnLst>
                          </p:cTn>
                        </p:par>
                        <p:par>
                          <p:cTn id="71" fill="hold">
                            <p:stCondLst>
                              <p:cond delay="500"/>
                            </p:stCondLst>
                            <p:childTnLst>
                              <p:par>
                                <p:cTn id="72" presetID="49" presetClass="entr" presetSubtype="0" decel="100000" fill="hold" grpId="0" nodeType="afterEffect">
                                  <p:stCondLst>
                                    <p:cond delay="0"/>
                                  </p:stCondLst>
                                  <p:childTnLst>
                                    <p:set>
                                      <p:cBhvr>
                                        <p:cTn id="73" dur="1" fill="hold">
                                          <p:stCondLst>
                                            <p:cond delay="0"/>
                                          </p:stCondLst>
                                        </p:cTn>
                                        <p:tgtEl>
                                          <p:spTgt spid="141"/>
                                        </p:tgtEl>
                                        <p:attrNameLst>
                                          <p:attrName>style.visibility</p:attrName>
                                        </p:attrNameLst>
                                      </p:cBhvr>
                                      <p:to>
                                        <p:strVal val="visible"/>
                                      </p:to>
                                    </p:set>
                                    <p:anim calcmode="lin" valueType="num">
                                      <p:cBhvr>
                                        <p:cTn id="74" dur="500" fill="hold"/>
                                        <p:tgtEl>
                                          <p:spTgt spid="141"/>
                                        </p:tgtEl>
                                        <p:attrNameLst>
                                          <p:attrName>ppt_w</p:attrName>
                                        </p:attrNameLst>
                                      </p:cBhvr>
                                      <p:tavLst>
                                        <p:tav tm="0">
                                          <p:val>
                                            <p:fltVal val="0"/>
                                          </p:val>
                                        </p:tav>
                                        <p:tav tm="100000">
                                          <p:val>
                                            <p:strVal val="#ppt_w"/>
                                          </p:val>
                                        </p:tav>
                                      </p:tavLst>
                                    </p:anim>
                                    <p:anim calcmode="lin" valueType="num">
                                      <p:cBhvr>
                                        <p:cTn id="75" dur="500" fill="hold"/>
                                        <p:tgtEl>
                                          <p:spTgt spid="141"/>
                                        </p:tgtEl>
                                        <p:attrNameLst>
                                          <p:attrName>ppt_h</p:attrName>
                                        </p:attrNameLst>
                                      </p:cBhvr>
                                      <p:tavLst>
                                        <p:tav tm="0">
                                          <p:val>
                                            <p:fltVal val="0"/>
                                          </p:val>
                                        </p:tav>
                                        <p:tav tm="100000">
                                          <p:val>
                                            <p:strVal val="#ppt_h"/>
                                          </p:val>
                                        </p:tav>
                                      </p:tavLst>
                                    </p:anim>
                                    <p:anim calcmode="lin" valueType="num">
                                      <p:cBhvr>
                                        <p:cTn id="76" dur="500" fill="hold"/>
                                        <p:tgtEl>
                                          <p:spTgt spid="141"/>
                                        </p:tgtEl>
                                        <p:attrNameLst>
                                          <p:attrName>style.rotation</p:attrName>
                                        </p:attrNameLst>
                                      </p:cBhvr>
                                      <p:tavLst>
                                        <p:tav tm="0">
                                          <p:val>
                                            <p:fltVal val="360"/>
                                          </p:val>
                                        </p:tav>
                                        <p:tav tm="100000">
                                          <p:val>
                                            <p:fltVal val="0"/>
                                          </p:val>
                                        </p:tav>
                                      </p:tavLst>
                                    </p:anim>
                                    <p:animEffect transition="in" filter="fade">
                                      <p:cBhvr>
                                        <p:cTn id="77" dur="500"/>
                                        <p:tgtEl>
                                          <p:spTgt spid="141"/>
                                        </p:tgtEl>
                                      </p:cBhvr>
                                    </p:animEffect>
                                  </p:childTnLst>
                                </p:cTn>
                              </p:par>
                              <p:par>
                                <p:cTn id="78" presetID="49" presetClass="entr" presetSubtype="0" decel="100000" fill="hold" grpId="0" nodeType="withEffect">
                                  <p:stCondLst>
                                    <p:cond delay="0"/>
                                  </p:stCondLst>
                                  <p:childTnLst>
                                    <p:set>
                                      <p:cBhvr>
                                        <p:cTn id="79" dur="1" fill="hold">
                                          <p:stCondLst>
                                            <p:cond delay="0"/>
                                          </p:stCondLst>
                                        </p:cTn>
                                        <p:tgtEl>
                                          <p:spTgt spid="142"/>
                                        </p:tgtEl>
                                        <p:attrNameLst>
                                          <p:attrName>style.visibility</p:attrName>
                                        </p:attrNameLst>
                                      </p:cBhvr>
                                      <p:to>
                                        <p:strVal val="visible"/>
                                      </p:to>
                                    </p:set>
                                    <p:anim calcmode="lin" valueType="num">
                                      <p:cBhvr>
                                        <p:cTn id="80" dur="500" fill="hold"/>
                                        <p:tgtEl>
                                          <p:spTgt spid="142"/>
                                        </p:tgtEl>
                                        <p:attrNameLst>
                                          <p:attrName>ppt_w</p:attrName>
                                        </p:attrNameLst>
                                      </p:cBhvr>
                                      <p:tavLst>
                                        <p:tav tm="0">
                                          <p:val>
                                            <p:fltVal val="0"/>
                                          </p:val>
                                        </p:tav>
                                        <p:tav tm="100000">
                                          <p:val>
                                            <p:strVal val="#ppt_w"/>
                                          </p:val>
                                        </p:tav>
                                      </p:tavLst>
                                    </p:anim>
                                    <p:anim calcmode="lin" valueType="num">
                                      <p:cBhvr>
                                        <p:cTn id="81" dur="500" fill="hold"/>
                                        <p:tgtEl>
                                          <p:spTgt spid="142"/>
                                        </p:tgtEl>
                                        <p:attrNameLst>
                                          <p:attrName>ppt_h</p:attrName>
                                        </p:attrNameLst>
                                      </p:cBhvr>
                                      <p:tavLst>
                                        <p:tav tm="0">
                                          <p:val>
                                            <p:fltVal val="0"/>
                                          </p:val>
                                        </p:tav>
                                        <p:tav tm="100000">
                                          <p:val>
                                            <p:strVal val="#ppt_h"/>
                                          </p:val>
                                        </p:tav>
                                      </p:tavLst>
                                    </p:anim>
                                    <p:anim calcmode="lin" valueType="num">
                                      <p:cBhvr>
                                        <p:cTn id="82" dur="500" fill="hold"/>
                                        <p:tgtEl>
                                          <p:spTgt spid="142"/>
                                        </p:tgtEl>
                                        <p:attrNameLst>
                                          <p:attrName>style.rotation</p:attrName>
                                        </p:attrNameLst>
                                      </p:cBhvr>
                                      <p:tavLst>
                                        <p:tav tm="0">
                                          <p:val>
                                            <p:fltVal val="360"/>
                                          </p:val>
                                        </p:tav>
                                        <p:tav tm="100000">
                                          <p:val>
                                            <p:fltVal val="0"/>
                                          </p:val>
                                        </p:tav>
                                      </p:tavLst>
                                    </p:anim>
                                    <p:animEffect transition="in" filter="fade">
                                      <p:cBhvr>
                                        <p:cTn id="83" dur="500"/>
                                        <p:tgtEl>
                                          <p:spTgt spid="142"/>
                                        </p:tgtEl>
                                      </p:cBhvr>
                                    </p:animEffect>
                                  </p:childTnLst>
                                </p:cTn>
                              </p:par>
                              <p:par>
                                <p:cTn id="84" presetID="49" presetClass="entr" presetSubtype="0" decel="100000" fill="hold" grpId="0" nodeType="withEffect">
                                  <p:stCondLst>
                                    <p:cond delay="0"/>
                                  </p:stCondLst>
                                  <p:childTnLst>
                                    <p:set>
                                      <p:cBhvr>
                                        <p:cTn id="85" dur="1" fill="hold">
                                          <p:stCondLst>
                                            <p:cond delay="0"/>
                                          </p:stCondLst>
                                        </p:cTn>
                                        <p:tgtEl>
                                          <p:spTgt spid="143"/>
                                        </p:tgtEl>
                                        <p:attrNameLst>
                                          <p:attrName>style.visibility</p:attrName>
                                        </p:attrNameLst>
                                      </p:cBhvr>
                                      <p:to>
                                        <p:strVal val="visible"/>
                                      </p:to>
                                    </p:set>
                                    <p:anim calcmode="lin" valueType="num">
                                      <p:cBhvr>
                                        <p:cTn id="86" dur="500" fill="hold"/>
                                        <p:tgtEl>
                                          <p:spTgt spid="143"/>
                                        </p:tgtEl>
                                        <p:attrNameLst>
                                          <p:attrName>ppt_w</p:attrName>
                                        </p:attrNameLst>
                                      </p:cBhvr>
                                      <p:tavLst>
                                        <p:tav tm="0">
                                          <p:val>
                                            <p:fltVal val="0"/>
                                          </p:val>
                                        </p:tav>
                                        <p:tav tm="100000">
                                          <p:val>
                                            <p:strVal val="#ppt_w"/>
                                          </p:val>
                                        </p:tav>
                                      </p:tavLst>
                                    </p:anim>
                                    <p:anim calcmode="lin" valueType="num">
                                      <p:cBhvr>
                                        <p:cTn id="87" dur="500" fill="hold"/>
                                        <p:tgtEl>
                                          <p:spTgt spid="143"/>
                                        </p:tgtEl>
                                        <p:attrNameLst>
                                          <p:attrName>ppt_h</p:attrName>
                                        </p:attrNameLst>
                                      </p:cBhvr>
                                      <p:tavLst>
                                        <p:tav tm="0">
                                          <p:val>
                                            <p:fltVal val="0"/>
                                          </p:val>
                                        </p:tav>
                                        <p:tav tm="100000">
                                          <p:val>
                                            <p:strVal val="#ppt_h"/>
                                          </p:val>
                                        </p:tav>
                                      </p:tavLst>
                                    </p:anim>
                                    <p:anim calcmode="lin" valueType="num">
                                      <p:cBhvr>
                                        <p:cTn id="88" dur="500" fill="hold"/>
                                        <p:tgtEl>
                                          <p:spTgt spid="143"/>
                                        </p:tgtEl>
                                        <p:attrNameLst>
                                          <p:attrName>style.rotation</p:attrName>
                                        </p:attrNameLst>
                                      </p:cBhvr>
                                      <p:tavLst>
                                        <p:tav tm="0">
                                          <p:val>
                                            <p:fltVal val="360"/>
                                          </p:val>
                                        </p:tav>
                                        <p:tav tm="100000">
                                          <p:val>
                                            <p:fltVal val="0"/>
                                          </p:val>
                                        </p:tav>
                                      </p:tavLst>
                                    </p:anim>
                                    <p:animEffect transition="in" filter="fade">
                                      <p:cBhvr>
                                        <p:cTn id="89" dur="500"/>
                                        <p:tgtEl>
                                          <p:spTgt spid="143"/>
                                        </p:tgtEl>
                                      </p:cBhvr>
                                    </p:animEffect>
                                  </p:childTnLst>
                                </p:cTn>
                              </p:par>
                              <p:par>
                                <p:cTn id="90" presetID="49" presetClass="entr" presetSubtype="0" decel="100000" fill="hold" grpId="0" nodeType="withEffect">
                                  <p:stCondLst>
                                    <p:cond delay="0"/>
                                  </p:stCondLst>
                                  <p:childTnLst>
                                    <p:set>
                                      <p:cBhvr>
                                        <p:cTn id="91" dur="1" fill="hold">
                                          <p:stCondLst>
                                            <p:cond delay="0"/>
                                          </p:stCondLst>
                                        </p:cTn>
                                        <p:tgtEl>
                                          <p:spTgt spid="144"/>
                                        </p:tgtEl>
                                        <p:attrNameLst>
                                          <p:attrName>style.visibility</p:attrName>
                                        </p:attrNameLst>
                                      </p:cBhvr>
                                      <p:to>
                                        <p:strVal val="visible"/>
                                      </p:to>
                                    </p:set>
                                    <p:anim calcmode="lin" valueType="num">
                                      <p:cBhvr>
                                        <p:cTn id="92" dur="500" fill="hold"/>
                                        <p:tgtEl>
                                          <p:spTgt spid="144"/>
                                        </p:tgtEl>
                                        <p:attrNameLst>
                                          <p:attrName>ppt_w</p:attrName>
                                        </p:attrNameLst>
                                      </p:cBhvr>
                                      <p:tavLst>
                                        <p:tav tm="0">
                                          <p:val>
                                            <p:fltVal val="0"/>
                                          </p:val>
                                        </p:tav>
                                        <p:tav tm="100000">
                                          <p:val>
                                            <p:strVal val="#ppt_w"/>
                                          </p:val>
                                        </p:tav>
                                      </p:tavLst>
                                    </p:anim>
                                    <p:anim calcmode="lin" valueType="num">
                                      <p:cBhvr>
                                        <p:cTn id="93" dur="500" fill="hold"/>
                                        <p:tgtEl>
                                          <p:spTgt spid="144"/>
                                        </p:tgtEl>
                                        <p:attrNameLst>
                                          <p:attrName>ppt_h</p:attrName>
                                        </p:attrNameLst>
                                      </p:cBhvr>
                                      <p:tavLst>
                                        <p:tav tm="0">
                                          <p:val>
                                            <p:fltVal val="0"/>
                                          </p:val>
                                        </p:tav>
                                        <p:tav tm="100000">
                                          <p:val>
                                            <p:strVal val="#ppt_h"/>
                                          </p:val>
                                        </p:tav>
                                      </p:tavLst>
                                    </p:anim>
                                    <p:anim calcmode="lin" valueType="num">
                                      <p:cBhvr>
                                        <p:cTn id="94" dur="500" fill="hold"/>
                                        <p:tgtEl>
                                          <p:spTgt spid="144"/>
                                        </p:tgtEl>
                                        <p:attrNameLst>
                                          <p:attrName>style.rotation</p:attrName>
                                        </p:attrNameLst>
                                      </p:cBhvr>
                                      <p:tavLst>
                                        <p:tav tm="0">
                                          <p:val>
                                            <p:fltVal val="360"/>
                                          </p:val>
                                        </p:tav>
                                        <p:tav tm="100000">
                                          <p:val>
                                            <p:fltVal val="0"/>
                                          </p:val>
                                        </p:tav>
                                      </p:tavLst>
                                    </p:anim>
                                    <p:animEffect transition="in" filter="fade">
                                      <p:cBhvr>
                                        <p:cTn id="95" dur="500"/>
                                        <p:tgtEl>
                                          <p:spTgt spid="144"/>
                                        </p:tgtEl>
                                      </p:cBhvr>
                                    </p:animEffect>
                                  </p:childTnLst>
                                </p:cTn>
                              </p:par>
                              <p:par>
                                <p:cTn id="96" presetID="49" presetClass="entr" presetSubtype="0" decel="100000" fill="hold" grpId="0" nodeType="withEffect">
                                  <p:stCondLst>
                                    <p:cond delay="0"/>
                                  </p:stCondLst>
                                  <p:childTnLst>
                                    <p:set>
                                      <p:cBhvr>
                                        <p:cTn id="97" dur="1" fill="hold">
                                          <p:stCondLst>
                                            <p:cond delay="0"/>
                                          </p:stCondLst>
                                        </p:cTn>
                                        <p:tgtEl>
                                          <p:spTgt spid="145"/>
                                        </p:tgtEl>
                                        <p:attrNameLst>
                                          <p:attrName>style.visibility</p:attrName>
                                        </p:attrNameLst>
                                      </p:cBhvr>
                                      <p:to>
                                        <p:strVal val="visible"/>
                                      </p:to>
                                    </p:set>
                                    <p:anim calcmode="lin" valueType="num">
                                      <p:cBhvr>
                                        <p:cTn id="98" dur="500" fill="hold"/>
                                        <p:tgtEl>
                                          <p:spTgt spid="145"/>
                                        </p:tgtEl>
                                        <p:attrNameLst>
                                          <p:attrName>ppt_w</p:attrName>
                                        </p:attrNameLst>
                                      </p:cBhvr>
                                      <p:tavLst>
                                        <p:tav tm="0">
                                          <p:val>
                                            <p:fltVal val="0"/>
                                          </p:val>
                                        </p:tav>
                                        <p:tav tm="100000">
                                          <p:val>
                                            <p:strVal val="#ppt_w"/>
                                          </p:val>
                                        </p:tav>
                                      </p:tavLst>
                                    </p:anim>
                                    <p:anim calcmode="lin" valueType="num">
                                      <p:cBhvr>
                                        <p:cTn id="99" dur="500" fill="hold"/>
                                        <p:tgtEl>
                                          <p:spTgt spid="145"/>
                                        </p:tgtEl>
                                        <p:attrNameLst>
                                          <p:attrName>ppt_h</p:attrName>
                                        </p:attrNameLst>
                                      </p:cBhvr>
                                      <p:tavLst>
                                        <p:tav tm="0">
                                          <p:val>
                                            <p:fltVal val="0"/>
                                          </p:val>
                                        </p:tav>
                                        <p:tav tm="100000">
                                          <p:val>
                                            <p:strVal val="#ppt_h"/>
                                          </p:val>
                                        </p:tav>
                                      </p:tavLst>
                                    </p:anim>
                                    <p:anim calcmode="lin" valueType="num">
                                      <p:cBhvr>
                                        <p:cTn id="100" dur="500" fill="hold"/>
                                        <p:tgtEl>
                                          <p:spTgt spid="145"/>
                                        </p:tgtEl>
                                        <p:attrNameLst>
                                          <p:attrName>style.rotation</p:attrName>
                                        </p:attrNameLst>
                                      </p:cBhvr>
                                      <p:tavLst>
                                        <p:tav tm="0">
                                          <p:val>
                                            <p:fltVal val="360"/>
                                          </p:val>
                                        </p:tav>
                                        <p:tav tm="100000">
                                          <p:val>
                                            <p:fltVal val="0"/>
                                          </p:val>
                                        </p:tav>
                                      </p:tavLst>
                                    </p:anim>
                                    <p:animEffect transition="in" filter="fade">
                                      <p:cBhvr>
                                        <p:cTn id="101" dur="500"/>
                                        <p:tgtEl>
                                          <p:spTgt spid="145"/>
                                        </p:tgtEl>
                                      </p:cBhvr>
                                    </p:animEffect>
                                  </p:childTnLst>
                                </p:cTn>
                              </p:par>
                              <p:par>
                                <p:cTn id="102" presetID="49" presetClass="entr" presetSubtype="0" decel="100000" fill="hold" grpId="0" nodeType="withEffect">
                                  <p:stCondLst>
                                    <p:cond delay="0"/>
                                  </p:stCondLst>
                                  <p:childTnLst>
                                    <p:set>
                                      <p:cBhvr>
                                        <p:cTn id="103" dur="1" fill="hold">
                                          <p:stCondLst>
                                            <p:cond delay="0"/>
                                          </p:stCondLst>
                                        </p:cTn>
                                        <p:tgtEl>
                                          <p:spTgt spid="146"/>
                                        </p:tgtEl>
                                        <p:attrNameLst>
                                          <p:attrName>style.visibility</p:attrName>
                                        </p:attrNameLst>
                                      </p:cBhvr>
                                      <p:to>
                                        <p:strVal val="visible"/>
                                      </p:to>
                                    </p:set>
                                    <p:anim calcmode="lin" valueType="num">
                                      <p:cBhvr>
                                        <p:cTn id="104" dur="500" fill="hold"/>
                                        <p:tgtEl>
                                          <p:spTgt spid="146"/>
                                        </p:tgtEl>
                                        <p:attrNameLst>
                                          <p:attrName>ppt_w</p:attrName>
                                        </p:attrNameLst>
                                      </p:cBhvr>
                                      <p:tavLst>
                                        <p:tav tm="0">
                                          <p:val>
                                            <p:fltVal val="0"/>
                                          </p:val>
                                        </p:tav>
                                        <p:tav tm="100000">
                                          <p:val>
                                            <p:strVal val="#ppt_w"/>
                                          </p:val>
                                        </p:tav>
                                      </p:tavLst>
                                    </p:anim>
                                    <p:anim calcmode="lin" valueType="num">
                                      <p:cBhvr>
                                        <p:cTn id="105" dur="500" fill="hold"/>
                                        <p:tgtEl>
                                          <p:spTgt spid="146"/>
                                        </p:tgtEl>
                                        <p:attrNameLst>
                                          <p:attrName>ppt_h</p:attrName>
                                        </p:attrNameLst>
                                      </p:cBhvr>
                                      <p:tavLst>
                                        <p:tav tm="0">
                                          <p:val>
                                            <p:fltVal val="0"/>
                                          </p:val>
                                        </p:tav>
                                        <p:tav tm="100000">
                                          <p:val>
                                            <p:strVal val="#ppt_h"/>
                                          </p:val>
                                        </p:tav>
                                      </p:tavLst>
                                    </p:anim>
                                    <p:anim calcmode="lin" valueType="num">
                                      <p:cBhvr>
                                        <p:cTn id="106" dur="500" fill="hold"/>
                                        <p:tgtEl>
                                          <p:spTgt spid="146"/>
                                        </p:tgtEl>
                                        <p:attrNameLst>
                                          <p:attrName>style.rotation</p:attrName>
                                        </p:attrNameLst>
                                      </p:cBhvr>
                                      <p:tavLst>
                                        <p:tav tm="0">
                                          <p:val>
                                            <p:fltVal val="360"/>
                                          </p:val>
                                        </p:tav>
                                        <p:tav tm="100000">
                                          <p:val>
                                            <p:fltVal val="0"/>
                                          </p:val>
                                        </p:tav>
                                      </p:tavLst>
                                    </p:anim>
                                    <p:animEffect transition="in" filter="fade">
                                      <p:cBhvr>
                                        <p:cTn id="107" dur="500"/>
                                        <p:tgtEl>
                                          <p:spTgt spid="146"/>
                                        </p:tgtEl>
                                      </p:cBhvr>
                                    </p:animEffect>
                                  </p:childTnLst>
                                </p:cTn>
                              </p:par>
                              <p:par>
                                <p:cTn id="108" presetID="49" presetClass="entr" presetSubtype="0" decel="100000" fill="hold" grpId="0" nodeType="withEffect">
                                  <p:stCondLst>
                                    <p:cond delay="0"/>
                                  </p:stCondLst>
                                  <p:childTnLst>
                                    <p:set>
                                      <p:cBhvr>
                                        <p:cTn id="109" dur="1" fill="hold">
                                          <p:stCondLst>
                                            <p:cond delay="0"/>
                                          </p:stCondLst>
                                        </p:cTn>
                                        <p:tgtEl>
                                          <p:spTgt spid="147"/>
                                        </p:tgtEl>
                                        <p:attrNameLst>
                                          <p:attrName>style.visibility</p:attrName>
                                        </p:attrNameLst>
                                      </p:cBhvr>
                                      <p:to>
                                        <p:strVal val="visible"/>
                                      </p:to>
                                    </p:set>
                                    <p:anim calcmode="lin" valueType="num">
                                      <p:cBhvr>
                                        <p:cTn id="110" dur="500" fill="hold"/>
                                        <p:tgtEl>
                                          <p:spTgt spid="147"/>
                                        </p:tgtEl>
                                        <p:attrNameLst>
                                          <p:attrName>ppt_w</p:attrName>
                                        </p:attrNameLst>
                                      </p:cBhvr>
                                      <p:tavLst>
                                        <p:tav tm="0">
                                          <p:val>
                                            <p:fltVal val="0"/>
                                          </p:val>
                                        </p:tav>
                                        <p:tav tm="100000">
                                          <p:val>
                                            <p:strVal val="#ppt_w"/>
                                          </p:val>
                                        </p:tav>
                                      </p:tavLst>
                                    </p:anim>
                                    <p:anim calcmode="lin" valueType="num">
                                      <p:cBhvr>
                                        <p:cTn id="111" dur="500" fill="hold"/>
                                        <p:tgtEl>
                                          <p:spTgt spid="147"/>
                                        </p:tgtEl>
                                        <p:attrNameLst>
                                          <p:attrName>ppt_h</p:attrName>
                                        </p:attrNameLst>
                                      </p:cBhvr>
                                      <p:tavLst>
                                        <p:tav tm="0">
                                          <p:val>
                                            <p:fltVal val="0"/>
                                          </p:val>
                                        </p:tav>
                                        <p:tav tm="100000">
                                          <p:val>
                                            <p:strVal val="#ppt_h"/>
                                          </p:val>
                                        </p:tav>
                                      </p:tavLst>
                                    </p:anim>
                                    <p:anim calcmode="lin" valueType="num">
                                      <p:cBhvr>
                                        <p:cTn id="112" dur="500" fill="hold"/>
                                        <p:tgtEl>
                                          <p:spTgt spid="147"/>
                                        </p:tgtEl>
                                        <p:attrNameLst>
                                          <p:attrName>style.rotation</p:attrName>
                                        </p:attrNameLst>
                                      </p:cBhvr>
                                      <p:tavLst>
                                        <p:tav tm="0">
                                          <p:val>
                                            <p:fltVal val="360"/>
                                          </p:val>
                                        </p:tav>
                                        <p:tav tm="100000">
                                          <p:val>
                                            <p:fltVal val="0"/>
                                          </p:val>
                                        </p:tav>
                                      </p:tavLst>
                                    </p:anim>
                                    <p:animEffect transition="in" filter="fade">
                                      <p:cBhvr>
                                        <p:cTn id="113" dur="500"/>
                                        <p:tgtEl>
                                          <p:spTgt spid="147"/>
                                        </p:tgtEl>
                                      </p:cBhvr>
                                    </p:animEffect>
                                  </p:childTnLst>
                                </p:cTn>
                              </p:par>
                              <p:par>
                                <p:cTn id="114" presetID="49" presetClass="entr" presetSubtype="0" decel="100000" fill="hold" grpId="0" nodeType="withEffect">
                                  <p:stCondLst>
                                    <p:cond delay="0"/>
                                  </p:stCondLst>
                                  <p:childTnLst>
                                    <p:set>
                                      <p:cBhvr>
                                        <p:cTn id="115" dur="1" fill="hold">
                                          <p:stCondLst>
                                            <p:cond delay="0"/>
                                          </p:stCondLst>
                                        </p:cTn>
                                        <p:tgtEl>
                                          <p:spTgt spid="148"/>
                                        </p:tgtEl>
                                        <p:attrNameLst>
                                          <p:attrName>style.visibility</p:attrName>
                                        </p:attrNameLst>
                                      </p:cBhvr>
                                      <p:to>
                                        <p:strVal val="visible"/>
                                      </p:to>
                                    </p:set>
                                    <p:anim calcmode="lin" valueType="num">
                                      <p:cBhvr>
                                        <p:cTn id="116" dur="500" fill="hold"/>
                                        <p:tgtEl>
                                          <p:spTgt spid="148"/>
                                        </p:tgtEl>
                                        <p:attrNameLst>
                                          <p:attrName>ppt_w</p:attrName>
                                        </p:attrNameLst>
                                      </p:cBhvr>
                                      <p:tavLst>
                                        <p:tav tm="0">
                                          <p:val>
                                            <p:fltVal val="0"/>
                                          </p:val>
                                        </p:tav>
                                        <p:tav tm="100000">
                                          <p:val>
                                            <p:strVal val="#ppt_w"/>
                                          </p:val>
                                        </p:tav>
                                      </p:tavLst>
                                    </p:anim>
                                    <p:anim calcmode="lin" valueType="num">
                                      <p:cBhvr>
                                        <p:cTn id="117" dur="500" fill="hold"/>
                                        <p:tgtEl>
                                          <p:spTgt spid="148"/>
                                        </p:tgtEl>
                                        <p:attrNameLst>
                                          <p:attrName>ppt_h</p:attrName>
                                        </p:attrNameLst>
                                      </p:cBhvr>
                                      <p:tavLst>
                                        <p:tav tm="0">
                                          <p:val>
                                            <p:fltVal val="0"/>
                                          </p:val>
                                        </p:tav>
                                        <p:tav tm="100000">
                                          <p:val>
                                            <p:strVal val="#ppt_h"/>
                                          </p:val>
                                        </p:tav>
                                      </p:tavLst>
                                    </p:anim>
                                    <p:anim calcmode="lin" valueType="num">
                                      <p:cBhvr>
                                        <p:cTn id="118" dur="500" fill="hold"/>
                                        <p:tgtEl>
                                          <p:spTgt spid="148"/>
                                        </p:tgtEl>
                                        <p:attrNameLst>
                                          <p:attrName>style.rotation</p:attrName>
                                        </p:attrNameLst>
                                      </p:cBhvr>
                                      <p:tavLst>
                                        <p:tav tm="0">
                                          <p:val>
                                            <p:fltVal val="360"/>
                                          </p:val>
                                        </p:tav>
                                        <p:tav tm="100000">
                                          <p:val>
                                            <p:fltVal val="0"/>
                                          </p:val>
                                        </p:tav>
                                      </p:tavLst>
                                    </p:anim>
                                    <p:animEffect transition="in" filter="fade">
                                      <p:cBhvr>
                                        <p:cTn id="119" dur="500"/>
                                        <p:tgtEl>
                                          <p:spTgt spid="148"/>
                                        </p:tgtEl>
                                      </p:cBhvr>
                                    </p:animEffect>
                                  </p:childTnLst>
                                </p:cTn>
                              </p:par>
                              <p:par>
                                <p:cTn id="120" presetID="49" presetClass="entr" presetSubtype="0" decel="100000" fill="hold" grpId="0" nodeType="withEffect">
                                  <p:stCondLst>
                                    <p:cond delay="0"/>
                                  </p:stCondLst>
                                  <p:childTnLst>
                                    <p:set>
                                      <p:cBhvr>
                                        <p:cTn id="121" dur="1" fill="hold">
                                          <p:stCondLst>
                                            <p:cond delay="0"/>
                                          </p:stCondLst>
                                        </p:cTn>
                                        <p:tgtEl>
                                          <p:spTgt spid="149"/>
                                        </p:tgtEl>
                                        <p:attrNameLst>
                                          <p:attrName>style.visibility</p:attrName>
                                        </p:attrNameLst>
                                      </p:cBhvr>
                                      <p:to>
                                        <p:strVal val="visible"/>
                                      </p:to>
                                    </p:set>
                                    <p:anim calcmode="lin" valueType="num">
                                      <p:cBhvr>
                                        <p:cTn id="122" dur="500" fill="hold"/>
                                        <p:tgtEl>
                                          <p:spTgt spid="149"/>
                                        </p:tgtEl>
                                        <p:attrNameLst>
                                          <p:attrName>ppt_w</p:attrName>
                                        </p:attrNameLst>
                                      </p:cBhvr>
                                      <p:tavLst>
                                        <p:tav tm="0">
                                          <p:val>
                                            <p:fltVal val="0"/>
                                          </p:val>
                                        </p:tav>
                                        <p:tav tm="100000">
                                          <p:val>
                                            <p:strVal val="#ppt_w"/>
                                          </p:val>
                                        </p:tav>
                                      </p:tavLst>
                                    </p:anim>
                                    <p:anim calcmode="lin" valueType="num">
                                      <p:cBhvr>
                                        <p:cTn id="123" dur="500" fill="hold"/>
                                        <p:tgtEl>
                                          <p:spTgt spid="149"/>
                                        </p:tgtEl>
                                        <p:attrNameLst>
                                          <p:attrName>ppt_h</p:attrName>
                                        </p:attrNameLst>
                                      </p:cBhvr>
                                      <p:tavLst>
                                        <p:tav tm="0">
                                          <p:val>
                                            <p:fltVal val="0"/>
                                          </p:val>
                                        </p:tav>
                                        <p:tav tm="100000">
                                          <p:val>
                                            <p:strVal val="#ppt_h"/>
                                          </p:val>
                                        </p:tav>
                                      </p:tavLst>
                                    </p:anim>
                                    <p:anim calcmode="lin" valueType="num">
                                      <p:cBhvr>
                                        <p:cTn id="124" dur="500" fill="hold"/>
                                        <p:tgtEl>
                                          <p:spTgt spid="149"/>
                                        </p:tgtEl>
                                        <p:attrNameLst>
                                          <p:attrName>style.rotation</p:attrName>
                                        </p:attrNameLst>
                                      </p:cBhvr>
                                      <p:tavLst>
                                        <p:tav tm="0">
                                          <p:val>
                                            <p:fltVal val="360"/>
                                          </p:val>
                                        </p:tav>
                                        <p:tav tm="100000">
                                          <p:val>
                                            <p:fltVal val="0"/>
                                          </p:val>
                                        </p:tav>
                                      </p:tavLst>
                                    </p:anim>
                                    <p:animEffect transition="in" filter="fade">
                                      <p:cBhvr>
                                        <p:cTn id="125" dur="500"/>
                                        <p:tgtEl>
                                          <p:spTgt spid="149"/>
                                        </p:tgtEl>
                                      </p:cBhvr>
                                    </p:animEffect>
                                  </p:childTnLst>
                                </p:cTn>
                              </p:par>
                              <p:par>
                                <p:cTn id="126" presetID="49" presetClass="entr" presetSubtype="0" decel="100000" fill="hold" grpId="0" nodeType="withEffect">
                                  <p:stCondLst>
                                    <p:cond delay="0"/>
                                  </p:stCondLst>
                                  <p:childTnLst>
                                    <p:set>
                                      <p:cBhvr>
                                        <p:cTn id="127" dur="1" fill="hold">
                                          <p:stCondLst>
                                            <p:cond delay="0"/>
                                          </p:stCondLst>
                                        </p:cTn>
                                        <p:tgtEl>
                                          <p:spTgt spid="150"/>
                                        </p:tgtEl>
                                        <p:attrNameLst>
                                          <p:attrName>style.visibility</p:attrName>
                                        </p:attrNameLst>
                                      </p:cBhvr>
                                      <p:to>
                                        <p:strVal val="visible"/>
                                      </p:to>
                                    </p:set>
                                    <p:anim calcmode="lin" valueType="num">
                                      <p:cBhvr>
                                        <p:cTn id="128" dur="500" fill="hold"/>
                                        <p:tgtEl>
                                          <p:spTgt spid="150"/>
                                        </p:tgtEl>
                                        <p:attrNameLst>
                                          <p:attrName>ppt_w</p:attrName>
                                        </p:attrNameLst>
                                      </p:cBhvr>
                                      <p:tavLst>
                                        <p:tav tm="0">
                                          <p:val>
                                            <p:fltVal val="0"/>
                                          </p:val>
                                        </p:tav>
                                        <p:tav tm="100000">
                                          <p:val>
                                            <p:strVal val="#ppt_w"/>
                                          </p:val>
                                        </p:tav>
                                      </p:tavLst>
                                    </p:anim>
                                    <p:anim calcmode="lin" valueType="num">
                                      <p:cBhvr>
                                        <p:cTn id="129" dur="500" fill="hold"/>
                                        <p:tgtEl>
                                          <p:spTgt spid="150"/>
                                        </p:tgtEl>
                                        <p:attrNameLst>
                                          <p:attrName>ppt_h</p:attrName>
                                        </p:attrNameLst>
                                      </p:cBhvr>
                                      <p:tavLst>
                                        <p:tav tm="0">
                                          <p:val>
                                            <p:fltVal val="0"/>
                                          </p:val>
                                        </p:tav>
                                        <p:tav tm="100000">
                                          <p:val>
                                            <p:strVal val="#ppt_h"/>
                                          </p:val>
                                        </p:tav>
                                      </p:tavLst>
                                    </p:anim>
                                    <p:anim calcmode="lin" valueType="num">
                                      <p:cBhvr>
                                        <p:cTn id="130" dur="500" fill="hold"/>
                                        <p:tgtEl>
                                          <p:spTgt spid="150"/>
                                        </p:tgtEl>
                                        <p:attrNameLst>
                                          <p:attrName>style.rotation</p:attrName>
                                        </p:attrNameLst>
                                      </p:cBhvr>
                                      <p:tavLst>
                                        <p:tav tm="0">
                                          <p:val>
                                            <p:fltVal val="360"/>
                                          </p:val>
                                        </p:tav>
                                        <p:tav tm="100000">
                                          <p:val>
                                            <p:fltVal val="0"/>
                                          </p:val>
                                        </p:tav>
                                      </p:tavLst>
                                    </p:anim>
                                    <p:animEffect transition="in" filter="fade">
                                      <p:cBhvr>
                                        <p:cTn id="131" dur="500"/>
                                        <p:tgtEl>
                                          <p:spTgt spid="150"/>
                                        </p:tgtEl>
                                      </p:cBhvr>
                                    </p:animEffect>
                                  </p:childTnLst>
                                </p:cTn>
                              </p:par>
                              <p:par>
                                <p:cTn id="132" presetID="49" presetClass="entr" presetSubtype="0" decel="100000" fill="hold" grpId="0" nodeType="withEffect">
                                  <p:stCondLst>
                                    <p:cond delay="0"/>
                                  </p:stCondLst>
                                  <p:childTnLst>
                                    <p:set>
                                      <p:cBhvr>
                                        <p:cTn id="133" dur="1" fill="hold">
                                          <p:stCondLst>
                                            <p:cond delay="0"/>
                                          </p:stCondLst>
                                        </p:cTn>
                                        <p:tgtEl>
                                          <p:spTgt spid="151"/>
                                        </p:tgtEl>
                                        <p:attrNameLst>
                                          <p:attrName>style.visibility</p:attrName>
                                        </p:attrNameLst>
                                      </p:cBhvr>
                                      <p:to>
                                        <p:strVal val="visible"/>
                                      </p:to>
                                    </p:set>
                                    <p:anim calcmode="lin" valueType="num">
                                      <p:cBhvr>
                                        <p:cTn id="134" dur="500" fill="hold"/>
                                        <p:tgtEl>
                                          <p:spTgt spid="151"/>
                                        </p:tgtEl>
                                        <p:attrNameLst>
                                          <p:attrName>ppt_w</p:attrName>
                                        </p:attrNameLst>
                                      </p:cBhvr>
                                      <p:tavLst>
                                        <p:tav tm="0">
                                          <p:val>
                                            <p:fltVal val="0"/>
                                          </p:val>
                                        </p:tav>
                                        <p:tav tm="100000">
                                          <p:val>
                                            <p:strVal val="#ppt_w"/>
                                          </p:val>
                                        </p:tav>
                                      </p:tavLst>
                                    </p:anim>
                                    <p:anim calcmode="lin" valueType="num">
                                      <p:cBhvr>
                                        <p:cTn id="135" dur="500" fill="hold"/>
                                        <p:tgtEl>
                                          <p:spTgt spid="151"/>
                                        </p:tgtEl>
                                        <p:attrNameLst>
                                          <p:attrName>ppt_h</p:attrName>
                                        </p:attrNameLst>
                                      </p:cBhvr>
                                      <p:tavLst>
                                        <p:tav tm="0">
                                          <p:val>
                                            <p:fltVal val="0"/>
                                          </p:val>
                                        </p:tav>
                                        <p:tav tm="100000">
                                          <p:val>
                                            <p:strVal val="#ppt_h"/>
                                          </p:val>
                                        </p:tav>
                                      </p:tavLst>
                                    </p:anim>
                                    <p:anim calcmode="lin" valueType="num">
                                      <p:cBhvr>
                                        <p:cTn id="136" dur="500" fill="hold"/>
                                        <p:tgtEl>
                                          <p:spTgt spid="151"/>
                                        </p:tgtEl>
                                        <p:attrNameLst>
                                          <p:attrName>style.rotation</p:attrName>
                                        </p:attrNameLst>
                                      </p:cBhvr>
                                      <p:tavLst>
                                        <p:tav tm="0">
                                          <p:val>
                                            <p:fltVal val="360"/>
                                          </p:val>
                                        </p:tav>
                                        <p:tav tm="100000">
                                          <p:val>
                                            <p:fltVal val="0"/>
                                          </p:val>
                                        </p:tav>
                                      </p:tavLst>
                                    </p:anim>
                                    <p:animEffect transition="in" filter="fade">
                                      <p:cBhvr>
                                        <p:cTn id="137" dur="500"/>
                                        <p:tgtEl>
                                          <p:spTgt spid="151"/>
                                        </p:tgtEl>
                                      </p:cBhvr>
                                    </p:animEffect>
                                  </p:childTnLst>
                                </p:cTn>
                              </p:par>
                              <p:par>
                                <p:cTn id="138" presetID="49" presetClass="entr" presetSubtype="0" decel="100000" fill="hold" grpId="0" nodeType="withEffect">
                                  <p:stCondLst>
                                    <p:cond delay="0"/>
                                  </p:stCondLst>
                                  <p:childTnLst>
                                    <p:set>
                                      <p:cBhvr>
                                        <p:cTn id="139" dur="1" fill="hold">
                                          <p:stCondLst>
                                            <p:cond delay="0"/>
                                          </p:stCondLst>
                                        </p:cTn>
                                        <p:tgtEl>
                                          <p:spTgt spid="152"/>
                                        </p:tgtEl>
                                        <p:attrNameLst>
                                          <p:attrName>style.visibility</p:attrName>
                                        </p:attrNameLst>
                                      </p:cBhvr>
                                      <p:to>
                                        <p:strVal val="visible"/>
                                      </p:to>
                                    </p:set>
                                    <p:anim calcmode="lin" valueType="num">
                                      <p:cBhvr>
                                        <p:cTn id="140" dur="500" fill="hold"/>
                                        <p:tgtEl>
                                          <p:spTgt spid="152"/>
                                        </p:tgtEl>
                                        <p:attrNameLst>
                                          <p:attrName>ppt_w</p:attrName>
                                        </p:attrNameLst>
                                      </p:cBhvr>
                                      <p:tavLst>
                                        <p:tav tm="0">
                                          <p:val>
                                            <p:fltVal val="0"/>
                                          </p:val>
                                        </p:tav>
                                        <p:tav tm="100000">
                                          <p:val>
                                            <p:strVal val="#ppt_w"/>
                                          </p:val>
                                        </p:tav>
                                      </p:tavLst>
                                    </p:anim>
                                    <p:anim calcmode="lin" valueType="num">
                                      <p:cBhvr>
                                        <p:cTn id="141" dur="500" fill="hold"/>
                                        <p:tgtEl>
                                          <p:spTgt spid="152"/>
                                        </p:tgtEl>
                                        <p:attrNameLst>
                                          <p:attrName>ppt_h</p:attrName>
                                        </p:attrNameLst>
                                      </p:cBhvr>
                                      <p:tavLst>
                                        <p:tav tm="0">
                                          <p:val>
                                            <p:fltVal val="0"/>
                                          </p:val>
                                        </p:tav>
                                        <p:tav tm="100000">
                                          <p:val>
                                            <p:strVal val="#ppt_h"/>
                                          </p:val>
                                        </p:tav>
                                      </p:tavLst>
                                    </p:anim>
                                    <p:anim calcmode="lin" valueType="num">
                                      <p:cBhvr>
                                        <p:cTn id="142" dur="500" fill="hold"/>
                                        <p:tgtEl>
                                          <p:spTgt spid="152"/>
                                        </p:tgtEl>
                                        <p:attrNameLst>
                                          <p:attrName>style.rotation</p:attrName>
                                        </p:attrNameLst>
                                      </p:cBhvr>
                                      <p:tavLst>
                                        <p:tav tm="0">
                                          <p:val>
                                            <p:fltVal val="360"/>
                                          </p:val>
                                        </p:tav>
                                        <p:tav tm="100000">
                                          <p:val>
                                            <p:fltVal val="0"/>
                                          </p:val>
                                        </p:tav>
                                      </p:tavLst>
                                    </p:anim>
                                    <p:animEffect transition="in" filter="fade">
                                      <p:cBhvr>
                                        <p:cTn id="143" dur="500"/>
                                        <p:tgtEl>
                                          <p:spTgt spid="152"/>
                                        </p:tgtEl>
                                      </p:cBhvr>
                                    </p:animEffect>
                                  </p:childTnLst>
                                </p:cTn>
                              </p:par>
                            </p:childTnLst>
                          </p:cTn>
                        </p:par>
                        <p:par>
                          <p:cTn id="144" fill="hold">
                            <p:stCondLst>
                              <p:cond delay="1000"/>
                            </p:stCondLst>
                            <p:childTnLst>
                              <p:par>
                                <p:cTn id="145" presetID="16" presetClass="entr" presetSubtype="42" fill="hold" grpId="0" nodeType="afterEffect">
                                  <p:stCondLst>
                                    <p:cond delay="0"/>
                                  </p:stCondLst>
                                  <p:childTnLst>
                                    <p:set>
                                      <p:cBhvr>
                                        <p:cTn id="146" dur="1" fill="hold">
                                          <p:stCondLst>
                                            <p:cond delay="0"/>
                                          </p:stCondLst>
                                        </p:cTn>
                                        <p:tgtEl>
                                          <p:spTgt spid="47124"/>
                                        </p:tgtEl>
                                        <p:attrNameLst>
                                          <p:attrName>style.visibility</p:attrName>
                                        </p:attrNameLst>
                                      </p:cBhvr>
                                      <p:to>
                                        <p:strVal val="visible"/>
                                      </p:to>
                                    </p:set>
                                    <p:animEffect transition="in" filter="barn(outHorizontal)">
                                      <p:cBhvr>
                                        <p:cTn id="147" dur="500"/>
                                        <p:tgtEl>
                                          <p:spTgt spid="47124"/>
                                        </p:tgtEl>
                                      </p:cBhvr>
                                    </p:animEffect>
                                  </p:childTnLst>
                                </p:cTn>
                              </p:par>
                            </p:childTnLst>
                          </p:cTn>
                        </p:par>
                        <p:par>
                          <p:cTn id="148" fill="hold">
                            <p:stCondLst>
                              <p:cond delay="1500"/>
                            </p:stCondLst>
                            <p:childTnLst>
                              <p:par>
                                <p:cTn id="149" presetID="45" presetClass="entr" presetSubtype="0" fill="hold" grpId="0" nodeType="afterEffect">
                                  <p:stCondLst>
                                    <p:cond delay="0"/>
                                  </p:stCondLst>
                                  <p:childTnLst>
                                    <p:set>
                                      <p:cBhvr>
                                        <p:cTn id="150" dur="1" fill="hold">
                                          <p:stCondLst>
                                            <p:cond delay="0"/>
                                          </p:stCondLst>
                                        </p:cTn>
                                        <p:tgtEl>
                                          <p:spTgt spid="69"/>
                                        </p:tgtEl>
                                        <p:attrNameLst>
                                          <p:attrName>style.visibility</p:attrName>
                                        </p:attrNameLst>
                                      </p:cBhvr>
                                      <p:to>
                                        <p:strVal val="visible"/>
                                      </p:to>
                                    </p:set>
                                    <p:animEffect transition="in" filter="fade">
                                      <p:cBhvr>
                                        <p:cTn id="151" dur="2000"/>
                                        <p:tgtEl>
                                          <p:spTgt spid="69"/>
                                        </p:tgtEl>
                                      </p:cBhvr>
                                    </p:animEffect>
                                    <p:anim calcmode="lin" valueType="num">
                                      <p:cBhvr>
                                        <p:cTn id="152" dur="2000" fill="hold"/>
                                        <p:tgtEl>
                                          <p:spTgt spid="69"/>
                                        </p:tgtEl>
                                        <p:attrNameLst>
                                          <p:attrName>ppt_w</p:attrName>
                                        </p:attrNameLst>
                                      </p:cBhvr>
                                      <p:tavLst>
                                        <p:tav tm="0" fmla="#ppt_w*sin(2.5*pi*$)">
                                          <p:val>
                                            <p:fltVal val="0"/>
                                          </p:val>
                                        </p:tav>
                                        <p:tav tm="100000">
                                          <p:val>
                                            <p:fltVal val="1"/>
                                          </p:val>
                                        </p:tav>
                                      </p:tavLst>
                                    </p:anim>
                                    <p:anim calcmode="lin" valueType="num">
                                      <p:cBhvr>
                                        <p:cTn id="153" dur="2000" fill="hold"/>
                                        <p:tgtEl>
                                          <p:spTgt spid="69"/>
                                        </p:tgtEl>
                                        <p:attrNameLst>
                                          <p:attrName>ppt_h</p:attrName>
                                        </p:attrNameLst>
                                      </p:cBhvr>
                                      <p:tavLst>
                                        <p:tav tm="0">
                                          <p:val>
                                            <p:strVal val="#ppt_h"/>
                                          </p:val>
                                        </p:tav>
                                        <p:tav tm="100000">
                                          <p:val>
                                            <p:strVal val="#ppt_h"/>
                                          </p:val>
                                        </p:tav>
                                      </p:tavLst>
                                    </p:anim>
                                  </p:childTnLst>
                                </p:cTn>
                              </p:par>
                            </p:childTnLst>
                          </p:cTn>
                        </p:par>
                        <p:par>
                          <p:cTn id="154" fill="hold">
                            <p:stCondLst>
                              <p:cond delay="3500"/>
                            </p:stCondLst>
                            <p:childTnLst>
                              <p:par>
                                <p:cTn id="155" presetID="22" presetClass="entr" presetSubtype="4" fill="hold" grpId="0" nodeType="afterEffect">
                                  <p:stCondLst>
                                    <p:cond delay="0"/>
                                  </p:stCondLst>
                                  <p:childTnLst>
                                    <p:set>
                                      <p:cBhvr>
                                        <p:cTn id="156" dur="1" fill="hold">
                                          <p:stCondLst>
                                            <p:cond delay="0"/>
                                          </p:stCondLst>
                                        </p:cTn>
                                        <p:tgtEl>
                                          <p:spTgt spid="73"/>
                                        </p:tgtEl>
                                        <p:attrNameLst>
                                          <p:attrName>style.visibility</p:attrName>
                                        </p:attrNameLst>
                                      </p:cBhvr>
                                      <p:to>
                                        <p:strVal val="visible"/>
                                      </p:to>
                                    </p:set>
                                    <p:animEffect transition="in" filter="wipe(down)">
                                      <p:cBhvr>
                                        <p:cTn id="15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24" grpId="0" animBg="1"/>
      <p:bldP spid="69" grpId="0"/>
      <p:bldP spid="73" grpId="0"/>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p:bldP spid="148" grpId="0"/>
      <p:bldP spid="149" grpId="0"/>
      <p:bldP spid="150" grpId="0"/>
      <p:bldP spid="151" grpId="0"/>
      <p:bldP spid="1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十角星 31"/>
          <p:cNvSpPr/>
          <p:nvPr/>
        </p:nvSpPr>
        <p:spPr>
          <a:xfrm>
            <a:off x="1081008" y="1326180"/>
            <a:ext cx="1778431" cy="1778431"/>
          </a:xfrm>
          <a:prstGeom prst="star10">
            <a:avLst>
              <a:gd name="adj" fmla="val 45147"/>
              <a:gd name="hf" fmla="val 105146"/>
            </a:avLst>
          </a:prstGeom>
          <a:solidFill>
            <a:schemeClr val="accent1"/>
          </a:solidFill>
          <a:ln w="12700" cap="flat" cmpd="sng" algn="ctr">
            <a:noFill/>
            <a:prstDash val="solid"/>
            <a:miter lim="800000"/>
          </a:ln>
          <a:effectLst/>
        </p:spPr>
        <p:txBody>
          <a:bodyPr lIns="68568" tIns="34284" rIns="68568" bIns="34284" rtlCol="0" anchor="ctr"/>
          <a:lstStyle/>
          <a:p>
            <a:pPr algn="ctr" defTabSz="685165">
              <a:defRPr/>
            </a:pPr>
            <a:endParaRPr lang="zh-CN" altLang="en-US" sz="1400" kern="0">
              <a:solidFill>
                <a:sysClr val="window" lastClr="FFFFFF"/>
              </a:solidFill>
              <a:cs typeface="+mn-ea"/>
              <a:sym typeface="+mn-lt"/>
            </a:endParaRPr>
          </a:p>
        </p:txBody>
      </p:sp>
      <p:sp>
        <p:nvSpPr>
          <p:cNvPr id="33" name="十角星 32"/>
          <p:cNvSpPr/>
          <p:nvPr/>
        </p:nvSpPr>
        <p:spPr>
          <a:xfrm>
            <a:off x="3694410" y="1326180"/>
            <a:ext cx="1778431" cy="1778431"/>
          </a:xfrm>
          <a:prstGeom prst="star10">
            <a:avLst>
              <a:gd name="adj" fmla="val 45147"/>
              <a:gd name="hf" fmla="val 105146"/>
            </a:avLst>
          </a:prstGeom>
          <a:solidFill>
            <a:schemeClr val="accent2"/>
          </a:solidFill>
          <a:ln w="12700" cap="flat" cmpd="sng" algn="ctr">
            <a:noFill/>
            <a:prstDash val="solid"/>
            <a:miter lim="800000"/>
          </a:ln>
          <a:effectLst/>
        </p:spPr>
        <p:txBody>
          <a:bodyPr lIns="68568" tIns="34284" rIns="68568" bIns="34284" rtlCol="0" anchor="ctr"/>
          <a:lstStyle/>
          <a:p>
            <a:pPr algn="ctr" defTabSz="685165">
              <a:defRPr/>
            </a:pPr>
            <a:endParaRPr lang="zh-CN" altLang="en-US" sz="1400" kern="0">
              <a:solidFill>
                <a:sysClr val="window" lastClr="FFFFFF"/>
              </a:solidFill>
              <a:cs typeface="+mn-ea"/>
              <a:sym typeface="+mn-lt"/>
            </a:endParaRPr>
          </a:p>
        </p:txBody>
      </p:sp>
      <p:sp>
        <p:nvSpPr>
          <p:cNvPr id="34" name="十角星 33"/>
          <p:cNvSpPr/>
          <p:nvPr/>
        </p:nvSpPr>
        <p:spPr>
          <a:xfrm>
            <a:off x="6307812" y="1326180"/>
            <a:ext cx="1778431" cy="1778431"/>
          </a:xfrm>
          <a:prstGeom prst="star10">
            <a:avLst>
              <a:gd name="adj" fmla="val 45147"/>
              <a:gd name="hf" fmla="val 105146"/>
            </a:avLst>
          </a:prstGeom>
          <a:solidFill>
            <a:schemeClr val="accent3"/>
          </a:solidFill>
          <a:ln w="12700" cap="flat" cmpd="sng" algn="ctr">
            <a:noFill/>
            <a:prstDash val="solid"/>
            <a:miter lim="800000"/>
          </a:ln>
          <a:effectLst/>
        </p:spPr>
        <p:txBody>
          <a:bodyPr lIns="68568" tIns="34284" rIns="68568" bIns="34284" rtlCol="0" anchor="ctr"/>
          <a:lstStyle/>
          <a:p>
            <a:pPr algn="ctr" defTabSz="685165">
              <a:defRPr/>
            </a:pPr>
            <a:endParaRPr lang="zh-CN" altLang="en-US" sz="1400" kern="0">
              <a:solidFill>
                <a:sysClr val="window" lastClr="FFFFFF"/>
              </a:solidFill>
              <a:cs typeface="+mn-ea"/>
              <a:sym typeface="+mn-lt"/>
            </a:endParaRPr>
          </a:p>
        </p:txBody>
      </p:sp>
      <p:sp>
        <p:nvSpPr>
          <p:cNvPr id="35" name="文本框 11"/>
          <p:cNvSpPr txBox="1"/>
          <p:nvPr/>
        </p:nvSpPr>
        <p:spPr>
          <a:xfrm>
            <a:off x="1306699" y="1678621"/>
            <a:ext cx="1308638" cy="842537"/>
          </a:xfrm>
          <a:prstGeom prst="rect">
            <a:avLst/>
          </a:prstGeom>
          <a:noFill/>
        </p:spPr>
        <p:txBody>
          <a:bodyPr wrap="square" lIns="68568" tIns="34284" rIns="68568" bIns="34284" rtlCol="0">
            <a:spAutoFit/>
          </a:bodyPr>
          <a:lstStyle/>
          <a:p>
            <a:pPr algn="ctr" defTabSz="685165">
              <a:defRPr/>
            </a:pPr>
            <a:r>
              <a:rPr lang="en-US" altLang="zh-CN" sz="5000" b="1" kern="0" dirty="0">
                <a:solidFill>
                  <a:sysClr val="window" lastClr="FFFFFF"/>
                </a:solidFill>
                <a:cs typeface="+mn-ea"/>
                <a:sym typeface="+mn-lt"/>
              </a:rPr>
              <a:t>10%</a:t>
            </a:r>
            <a:endParaRPr lang="zh-CN" altLang="en-US" sz="5000" b="1" kern="0" dirty="0">
              <a:solidFill>
                <a:sysClr val="window" lastClr="FFFFFF"/>
              </a:solidFill>
              <a:cs typeface="+mn-ea"/>
              <a:sym typeface="+mn-lt"/>
            </a:endParaRPr>
          </a:p>
        </p:txBody>
      </p:sp>
      <p:sp>
        <p:nvSpPr>
          <p:cNvPr id="36" name="文本框 12"/>
          <p:cNvSpPr txBox="1"/>
          <p:nvPr/>
        </p:nvSpPr>
        <p:spPr>
          <a:xfrm>
            <a:off x="1496070" y="2290327"/>
            <a:ext cx="929899" cy="438581"/>
          </a:xfrm>
          <a:prstGeom prst="rect">
            <a:avLst/>
          </a:prstGeom>
          <a:noFill/>
        </p:spPr>
        <p:txBody>
          <a:bodyPr wrap="square" lIns="68568" tIns="34284" rIns="68568" bIns="34284" rtlCol="0">
            <a:spAutoFit/>
          </a:bodyPr>
          <a:lstStyle/>
          <a:p>
            <a:pPr algn="ctr" defTabSz="685165">
              <a:defRPr/>
            </a:pPr>
            <a:r>
              <a:rPr lang="zh-CN" altLang="en-US" sz="2400" b="1" kern="0" dirty="0">
                <a:solidFill>
                  <a:sysClr val="window" lastClr="FFFFFF"/>
                </a:solidFill>
                <a:cs typeface="+mn-ea"/>
                <a:sym typeface="+mn-lt"/>
              </a:rPr>
              <a:t>标题</a:t>
            </a:r>
          </a:p>
        </p:txBody>
      </p:sp>
      <p:sp>
        <p:nvSpPr>
          <p:cNvPr id="37" name="文本框 13"/>
          <p:cNvSpPr txBox="1"/>
          <p:nvPr/>
        </p:nvSpPr>
        <p:spPr>
          <a:xfrm>
            <a:off x="3929305" y="1678621"/>
            <a:ext cx="1308638" cy="842537"/>
          </a:xfrm>
          <a:prstGeom prst="rect">
            <a:avLst/>
          </a:prstGeom>
          <a:noFill/>
        </p:spPr>
        <p:txBody>
          <a:bodyPr wrap="square" lIns="68568" tIns="34284" rIns="68568" bIns="34284" rtlCol="0">
            <a:spAutoFit/>
          </a:bodyPr>
          <a:lstStyle/>
          <a:p>
            <a:pPr algn="ctr" defTabSz="685165">
              <a:defRPr/>
            </a:pPr>
            <a:r>
              <a:rPr lang="en-US" altLang="zh-CN" sz="5000" b="1" kern="0" dirty="0">
                <a:solidFill>
                  <a:sysClr val="window" lastClr="FFFFFF"/>
                </a:solidFill>
                <a:cs typeface="+mn-ea"/>
                <a:sym typeface="+mn-lt"/>
              </a:rPr>
              <a:t>25%</a:t>
            </a:r>
            <a:endParaRPr lang="zh-CN" altLang="en-US" sz="5000" b="1" kern="0" dirty="0">
              <a:solidFill>
                <a:sysClr val="window" lastClr="FFFFFF"/>
              </a:solidFill>
              <a:cs typeface="+mn-ea"/>
              <a:sym typeface="+mn-lt"/>
            </a:endParaRPr>
          </a:p>
        </p:txBody>
      </p:sp>
      <p:sp>
        <p:nvSpPr>
          <p:cNvPr id="38" name="文本框 14"/>
          <p:cNvSpPr txBox="1"/>
          <p:nvPr/>
        </p:nvSpPr>
        <p:spPr>
          <a:xfrm>
            <a:off x="4002679" y="2290327"/>
            <a:ext cx="1161889" cy="438581"/>
          </a:xfrm>
          <a:prstGeom prst="rect">
            <a:avLst/>
          </a:prstGeom>
          <a:noFill/>
        </p:spPr>
        <p:txBody>
          <a:bodyPr wrap="square" lIns="68568" tIns="34284" rIns="68568" bIns="34284" rtlCol="0">
            <a:spAutoFit/>
          </a:bodyPr>
          <a:lstStyle/>
          <a:p>
            <a:pPr algn="ctr" defTabSz="685165">
              <a:defRPr/>
            </a:pPr>
            <a:r>
              <a:rPr lang="zh-CN" altLang="en-US" sz="2400" b="1" kern="0" dirty="0">
                <a:solidFill>
                  <a:sysClr val="window" lastClr="FFFFFF"/>
                </a:solidFill>
                <a:cs typeface="+mn-ea"/>
                <a:sym typeface="+mn-lt"/>
              </a:rPr>
              <a:t>标题</a:t>
            </a:r>
          </a:p>
        </p:txBody>
      </p:sp>
      <p:sp>
        <p:nvSpPr>
          <p:cNvPr id="39" name="文本框 15"/>
          <p:cNvSpPr txBox="1"/>
          <p:nvPr/>
        </p:nvSpPr>
        <p:spPr>
          <a:xfrm>
            <a:off x="6565954" y="1600984"/>
            <a:ext cx="1308638" cy="842537"/>
          </a:xfrm>
          <a:prstGeom prst="rect">
            <a:avLst/>
          </a:prstGeom>
          <a:noFill/>
        </p:spPr>
        <p:txBody>
          <a:bodyPr wrap="square" lIns="68568" tIns="34284" rIns="68568" bIns="34284" rtlCol="0">
            <a:spAutoFit/>
          </a:bodyPr>
          <a:lstStyle/>
          <a:p>
            <a:pPr algn="ctr" defTabSz="685165">
              <a:defRPr/>
            </a:pPr>
            <a:r>
              <a:rPr lang="en-US" altLang="zh-CN" sz="5000" b="1" kern="0" dirty="0">
                <a:solidFill>
                  <a:sysClr val="window" lastClr="FFFFFF"/>
                </a:solidFill>
                <a:cs typeface="+mn-ea"/>
                <a:sym typeface="+mn-lt"/>
              </a:rPr>
              <a:t>45%</a:t>
            </a:r>
            <a:endParaRPr lang="zh-CN" altLang="en-US" sz="5000" b="1" kern="0" dirty="0">
              <a:solidFill>
                <a:sysClr val="window" lastClr="FFFFFF"/>
              </a:solidFill>
              <a:cs typeface="+mn-ea"/>
              <a:sym typeface="+mn-lt"/>
            </a:endParaRPr>
          </a:p>
        </p:txBody>
      </p:sp>
      <p:sp>
        <p:nvSpPr>
          <p:cNvPr id="40" name="文本框 16"/>
          <p:cNvSpPr txBox="1"/>
          <p:nvPr/>
        </p:nvSpPr>
        <p:spPr>
          <a:xfrm>
            <a:off x="6639329" y="2212690"/>
            <a:ext cx="1161889" cy="438581"/>
          </a:xfrm>
          <a:prstGeom prst="rect">
            <a:avLst/>
          </a:prstGeom>
          <a:noFill/>
        </p:spPr>
        <p:txBody>
          <a:bodyPr wrap="square" lIns="68568" tIns="34284" rIns="68568" bIns="34284" rtlCol="0">
            <a:spAutoFit/>
          </a:bodyPr>
          <a:lstStyle/>
          <a:p>
            <a:pPr algn="ctr" defTabSz="685165">
              <a:defRPr/>
            </a:pPr>
            <a:r>
              <a:rPr lang="zh-CN" altLang="en-US" sz="2400" b="1" kern="0" dirty="0">
                <a:solidFill>
                  <a:sysClr val="window" lastClr="FFFFFF"/>
                </a:solidFill>
                <a:cs typeface="+mn-ea"/>
                <a:sym typeface="+mn-lt"/>
              </a:rPr>
              <a:t>标题</a:t>
            </a:r>
          </a:p>
        </p:txBody>
      </p:sp>
      <p:sp>
        <p:nvSpPr>
          <p:cNvPr id="41" name="TextBox 634"/>
          <p:cNvSpPr txBox="1"/>
          <p:nvPr/>
        </p:nvSpPr>
        <p:spPr>
          <a:xfrm>
            <a:off x="1020117" y="3379414"/>
            <a:ext cx="7103769" cy="1038736"/>
          </a:xfrm>
          <a:prstGeom prst="rect">
            <a:avLst/>
          </a:prstGeom>
          <a:noFill/>
        </p:spPr>
        <p:txBody>
          <a:bodyPr wrap="square" lIns="68569" tIns="34285" rIns="68569" bIns="34285" rtlCol="0">
            <a:spAutoFit/>
          </a:bodyPr>
          <a:lstStyle/>
          <a:p>
            <a:pPr algn="ctr" defTabSz="685165">
              <a:lnSpc>
                <a:spcPct val="150000"/>
              </a:lnSpc>
              <a:defRPr/>
            </a:pPr>
            <a:r>
              <a:rPr lang="zh-CN" altLang="en-US" sz="1400" kern="0" dirty="0">
                <a:solidFill>
                  <a:sysClr val="windowText" lastClr="000000">
                    <a:lumMod val="75000"/>
                    <a:lumOff val="25000"/>
                  </a:sysClr>
                </a:solidFill>
                <a:cs typeface="+mn-ea"/>
                <a:sym typeface="+mn-lt"/>
              </a:rPr>
              <a:t>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a:t>
            </a:r>
            <a:endParaRPr lang="zh-CN" altLang="zh-CN" sz="1400" kern="0" dirty="0">
              <a:solidFill>
                <a:sysClr val="windowText" lastClr="000000">
                  <a:lumMod val="75000"/>
                  <a:lumOff val="25000"/>
                </a:sysClr>
              </a:solidFill>
              <a:cs typeface="+mn-ea"/>
              <a:sym typeface="+mn-lt"/>
            </a:endParaRPr>
          </a:p>
        </p:txBody>
      </p:sp>
    </p:spTree>
    <p:extLst>
      <p:ext uri="{BB962C8B-B14F-4D97-AF65-F5344CB8AC3E}">
        <p14:creationId xmlns:p14="http://schemas.microsoft.com/office/powerpoint/2010/main" val="2652518883"/>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1000" fill="hold"/>
                                        <p:tgtEl>
                                          <p:spTgt spid="32"/>
                                        </p:tgtEl>
                                        <p:attrNameLst>
                                          <p:attrName>ppt_w</p:attrName>
                                        </p:attrNameLst>
                                      </p:cBhvr>
                                      <p:tavLst>
                                        <p:tav tm="0">
                                          <p:val>
                                            <p:fltVal val="0"/>
                                          </p:val>
                                        </p:tav>
                                        <p:tav tm="100000">
                                          <p:val>
                                            <p:strVal val="#ppt_w"/>
                                          </p:val>
                                        </p:tav>
                                      </p:tavLst>
                                    </p:anim>
                                    <p:anim calcmode="lin" valueType="num">
                                      <p:cBhvr>
                                        <p:cTn id="8" dur="1000" fill="hold"/>
                                        <p:tgtEl>
                                          <p:spTgt spid="32"/>
                                        </p:tgtEl>
                                        <p:attrNameLst>
                                          <p:attrName>ppt_h</p:attrName>
                                        </p:attrNameLst>
                                      </p:cBhvr>
                                      <p:tavLst>
                                        <p:tav tm="0">
                                          <p:val>
                                            <p:fltVal val="0"/>
                                          </p:val>
                                        </p:tav>
                                        <p:tav tm="100000">
                                          <p:val>
                                            <p:strVal val="#ppt_h"/>
                                          </p:val>
                                        </p:tav>
                                      </p:tavLst>
                                    </p:anim>
                                    <p:anim calcmode="lin" valueType="num">
                                      <p:cBhvr>
                                        <p:cTn id="9" dur="1000" fill="hold"/>
                                        <p:tgtEl>
                                          <p:spTgt spid="32"/>
                                        </p:tgtEl>
                                        <p:attrNameLst>
                                          <p:attrName>style.rotation</p:attrName>
                                        </p:attrNameLst>
                                      </p:cBhvr>
                                      <p:tavLst>
                                        <p:tav tm="0">
                                          <p:val>
                                            <p:fltVal val="90"/>
                                          </p:val>
                                        </p:tav>
                                        <p:tav tm="100000">
                                          <p:val>
                                            <p:fltVal val="0"/>
                                          </p:val>
                                        </p:tav>
                                      </p:tavLst>
                                    </p:anim>
                                    <p:animEffect transition="in" filter="fade">
                                      <p:cBhvr>
                                        <p:cTn id="10" dur="1000"/>
                                        <p:tgtEl>
                                          <p:spTgt spid="32"/>
                                        </p:tgtEl>
                                      </p:cBhvr>
                                    </p:animEffect>
                                  </p:childTnLst>
                                </p:cTn>
                              </p:par>
                            </p:childTnLst>
                          </p:cTn>
                        </p:par>
                        <p:par>
                          <p:cTn id="11" fill="hold">
                            <p:stCondLst>
                              <p:cond delay="1000"/>
                            </p:stCondLst>
                            <p:childTnLst>
                              <p:par>
                                <p:cTn id="12" presetID="53" presetClass="entr" presetSubtype="16" fill="hold" grpId="0" nodeType="afterEffect">
                                  <p:stCondLst>
                                    <p:cond delay="0"/>
                                  </p:stCondLst>
                                  <p:childTnLst>
                                    <p:set>
                                      <p:cBhvr>
                                        <p:cTn id="13" dur="1" fill="hold">
                                          <p:stCondLst>
                                            <p:cond delay="0"/>
                                          </p:stCondLst>
                                        </p:cTn>
                                        <p:tgtEl>
                                          <p:spTgt spid="35"/>
                                        </p:tgtEl>
                                        <p:attrNameLst>
                                          <p:attrName>style.visibility</p:attrName>
                                        </p:attrNameLst>
                                      </p:cBhvr>
                                      <p:to>
                                        <p:strVal val="visible"/>
                                      </p:to>
                                    </p:set>
                                    <p:anim calcmode="lin" valueType="num">
                                      <p:cBhvr>
                                        <p:cTn id="14" dur="500" fill="hold"/>
                                        <p:tgtEl>
                                          <p:spTgt spid="35"/>
                                        </p:tgtEl>
                                        <p:attrNameLst>
                                          <p:attrName>ppt_w</p:attrName>
                                        </p:attrNameLst>
                                      </p:cBhvr>
                                      <p:tavLst>
                                        <p:tav tm="0">
                                          <p:val>
                                            <p:fltVal val="0"/>
                                          </p:val>
                                        </p:tav>
                                        <p:tav tm="100000">
                                          <p:val>
                                            <p:strVal val="#ppt_w"/>
                                          </p:val>
                                        </p:tav>
                                      </p:tavLst>
                                    </p:anim>
                                    <p:anim calcmode="lin" valueType="num">
                                      <p:cBhvr>
                                        <p:cTn id="15" dur="500" fill="hold"/>
                                        <p:tgtEl>
                                          <p:spTgt spid="35"/>
                                        </p:tgtEl>
                                        <p:attrNameLst>
                                          <p:attrName>ppt_h</p:attrName>
                                        </p:attrNameLst>
                                      </p:cBhvr>
                                      <p:tavLst>
                                        <p:tav tm="0">
                                          <p:val>
                                            <p:fltVal val="0"/>
                                          </p:val>
                                        </p:tav>
                                        <p:tav tm="100000">
                                          <p:val>
                                            <p:strVal val="#ppt_h"/>
                                          </p:val>
                                        </p:tav>
                                      </p:tavLst>
                                    </p:anim>
                                    <p:animEffect transition="in" filter="fade">
                                      <p:cBhvr>
                                        <p:cTn id="16" dur="500"/>
                                        <p:tgtEl>
                                          <p:spTgt spid="35"/>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p:cTn id="19" dur="500" fill="hold"/>
                                        <p:tgtEl>
                                          <p:spTgt spid="36"/>
                                        </p:tgtEl>
                                        <p:attrNameLst>
                                          <p:attrName>ppt_w</p:attrName>
                                        </p:attrNameLst>
                                      </p:cBhvr>
                                      <p:tavLst>
                                        <p:tav tm="0">
                                          <p:val>
                                            <p:fltVal val="0"/>
                                          </p:val>
                                        </p:tav>
                                        <p:tav tm="100000">
                                          <p:val>
                                            <p:strVal val="#ppt_w"/>
                                          </p:val>
                                        </p:tav>
                                      </p:tavLst>
                                    </p:anim>
                                    <p:anim calcmode="lin" valueType="num">
                                      <p:cBhvr>
                                        <p:cTn id="20" dur="500" fill="hold"/>
                                        <p:tgtEl>
                                          <p:spTgt spid="36"/>
                                        </p:tgtEl>
                                        <p:attrNameLst>
                                          <p:attrName>ppt_h</p:attrName>
                                        </p:attrNameLst>
                                      </p:cBhvr>
                                      <p:tavLst>
                                        <p:tav tm="0">
                                          <p:val>
                                            <p:fltVal val="0"/>
                                          </p:val>
                                        </p:tav>
                                        <p:tav tm="100000">
                                          <p:val>
                                            <p:strVal val="#ppt_h"/>
                                          </p:val>
                                        </p:tav>
                                      </p:tavLst>
                                    </p:anim>
                                    <p:animEffect transition="in" filter="fade">
                                      <p:cBhvr>
                                        <p:cTn id="21" dur="500"/>
                                        <p:tgtEl>
                                          <p:spTgt spid="36"/>
                                        </p:tgtEl>
                                      </p:cBhvr>
                                    </p:animEffect>
                                  </p:childTnLst>
                                </p:cTn>
                              </p:par>
                              <p:par>
                                <p:cTn id="22" presetID="31"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p:cTn id="24" dur="1000" fill="hold"/>
                                        <p:tgtEl>
                                          <p:spTgt spid="33"/>
                                        </p:tgtEl>
                                        <p:attrNameLst>
                                          <p:attrName>ppt_w</p:attrName>
                                        </p:attrNameLst>
                                      </p:cBhvr>
                                      <p:tavLst>
                                        <p:tav tm="0">
                                          <p:val>
                                            <p:fltVal val="0"/>
                                          </p:val>
                                        </p:tav>
                                        <p:tav tm="100000">
                                          <p:val>
                                            <p:strVal val="#ppt_w"/>
                                          </p:val>
                                        </p:tav>
                                      </p:tavLst>
                                    </p:anim>
                                    <p:anim calcmode="lin" valueType="num">
                                      <p:cBhvr>
                                        <p:cTn id="25" dur="1000" fill="hold"/>
                                        <p:tgtEl>
                                          <p:spTgt spid="33"/>
                                        </p:tgtEl>
                                        <p:attrNameLst>
                                          <p:attrName>ppt_h</p:attrName>
                                        </p:attrNameLst>
                                      </p:cBhvr>
                                      <p:tavLst>
                                        <p:tav tm="0">
                                          <p:val>
                                            <p:fltVal val="0"/>
                                          </p:val>
                                        </p:tav>
                                        <p:tav tm="100000">
                                          <p:val>
                                            <p:strVal val="#ppt_h"/>
                                          </p:val>
                                        </p:tav>
                                      </p:tavLst>
                                    </p:anim>
                                    <p:anim calcmode="lin" valueType="num">
                                      <p:cBhvr>
                                        <p:cTn id="26" dur="1000" fill="hold"/>
                                        <p:tgtEl>
                                          <p:spTgt spid="33"/>
                                        </p:tgtEl>
                                        <p:attrNameLst>
                                          <p:attrName>style.rotation</p:attrName>
                                        </p:attrNameLst>
                                      </p:cBhvr>
                                      <p:tavLst>
                                        <p:tav tm="0">
                                          <p:val>
                                            <p:fltVal val="90"/>
                                          </p:val>
                                        </p:tav>
                                        <p:tav tm="100000">
                                          <p:val>
                                            <p:fltVal val="0"/>
                                          </p:val>
                                        </p:tav>
                                      </p:tavLst>
                                    </p:anim>
                                    <p:animEffect transition="in" filter="fade">
                                      <p:cBhvr>
                                        <p:cTn id="27" dur="1000"/>
                                        <p:tgtEl>
                                          <p:spTgt spid="33"/>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p:cTn id="31" dur="500" fill="hold"/>
                                        <p:tgtEl>
                                          <p:spTgt spid="37"/>
                                        </p:tgtEl>
                                        <p:attrNameLst>
                                          <p:attrName>ppt_w</p:attrName>
                                        </p:attrNameLst>
                                      </p:cBhvr>
                                      <p:tavLst>
                                        <p:tav tm="0">
                                          <p:val>
                                            <p:fltVal val="0"/>
                                          </p:val>
                                        </p:tav>
                                        <p:tav tm="100000">
                                          <p:val>
                                            <p:strVal val="#ppt_w"/>
                                          </p:val>
                                        </p:tav>
                                      </p:tavLst>
                                    </p:anim>
                                    <p:anim calcmode="lin" valueType="num">
                                      <p:cBhvr>
                                        <p:cTn id="32" dur="500" fill="hold"/>
                                        <p:tgtEl>
                                          <p:spTgt spid="37"/>
                                        </p:tgtEl>
                                        <p:attrNameLst>
                                          <p:attrName>ppt_h</p:attrName>
                                        </p:attrNameLst>
                                      </p:cBhvr>
                                      <p:tavLst>
                                        <p:tav tm="0">
                                          <p:val>
                                            <p:fltVal val="0"/>
                                          </p:val>
                                        </p:tav>
                                        <p:tav tm="100000">
                                          <p:val>
                                            <p:strVal val="#ppt_h"/>
                                          </p:val>
                                        </p:tav>
                                      </p:tavLst>
                                    </p:anim>
                                    <p:animEffect transition="in" filter="fade">
                                      <p:cBhvr>
                                        <p:cTn id="33" dur="500"/>
                                        <p:tgtEl>
                                          <p:spTgt spid="3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 calcmode="lin" valueType="num">
                                      <p:cBhvr>
                                        <p:cTn id="36" dur="500" fill="hold"/>
                                        <p:tgtEl>
                                          <p:spTgt spid="38"/>
                                        </p:tgtEl>
                                        <p:attrNameLst>
                                          <p:attrName>ppt_w</p:attrName>
                                        </p:attrNameLst>
                                      </p:cBhvr>
                                      <p:tavLst>
                                        <p:tav tm="0">
                                          <p:val>
                                            <p:fltVal val="0"/>
                                          </p:val>
                                        </p:tav>
                                        <p:tav tm="100000">
                                          <p:val>
                                            <p:strVal val="#ppt_w"/>
                                          </p:val>
                                        </p:tav>
                                      </p:tavLst>
                                    </p:anim>
                                    <p:anim calcmode="lin" valueType="num">
                                      <p:cBhvr>
                                        <p:cTn id="37" dur="500" fill="hold"/>
                                        <p:tgtEl>
                                          <p:spTgt spid="38"/>
                                        </p:tgtEl>
                                        <p:attrNameLst>
                                          <p:attrName>ppt_h</p:attrName>
                                        </p:attrNameLst>
                                      </p:cBhvr>
                                      <p:tavLst>
                                        <p:tav tm="0">
                                          <p:val>
                                            <p:fltVal val="0"/>
                                          </p:val>
                                        </p:tav>
                                        <p:tav tm="100000">
                                          <p:val>
                                            <p:strVal val="#ppt_h"/>
                                          </p:val>
                                        </p:tav>
                                      </p:tavLst>
                                    </p:anim>
                                    <p:animEffect transition="in" filter="fade">
                                      <p:cBhvr>
                                        <p:cTn id="38" dur="500"/>
                                        <p:tgtEl>
                                          <p:spTgt spid="38"/>
                                        </p:tgtEl>
                                      </p:cBhvr>
                                    </p:animEffect>
                                  </p:childTnLst>
                                </p:cTn>
                              </p:par>
                              <p:par>
                                <p:cTn id="39" presetID="3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 calcmode="lin" valueType="num">
                                      <p:cBhvr>
                                        <p:cTn id="41" dur="1000" fill="hold"/>
                                        <p:tgtEl>
                                          <p:spTgt spid="34"/>
                                        </p:tgtEl>
                                        <p:attrNameLst>
                                          <p:attrName>ppt_w</p:attrName>
                                        </p:attrNameLst>
                                      </p:cBhvr>
                                      <p:tavLst>
                                        <p:tav tm="0">
                                          <p:val>
                                            <p:fltVal val="0"/>
                                          </p:val>
                                        </p:tav>
                                        <p:tav tm="100000">
                                          <p:val>
                                            <p:strVal val="#ppt_w"/>
                                          </p:val>
                                        </p:tav>
                                      </p:tavLst>
                                    </p:anim>
                                    <p:anim calcmode="lin" valueType="num">
                                      <p:cBhvr>
                                        <p:cTn id="42" dur="1000" fill="hold"/>
                                        <p:tgtEl>
                                          <p:spTgt spid="34"/>
                                        </p:tgtEl>
                                        <p:attrNameLst>
                                          <p:attrName>ppt_h</p:attrName>
                                        </p:attrNameLst>
                                      </p:cBhvr>
                                      <p:tavLst>
                                        <p:tav tm="0">
                                          <p:val>
                                            <p:fltVal val="0"/>
                                          </p:val>
                                        </p:tav>
                                        <p:tav tm="100000">
                                          <p:val>
                                            <p:strVal val="#ppt_h"/>
                                          </p:val>
                                        </p:tav>
                                      </p:tavLst>
                                    </p:anim>
                                    <p:anim calcmode="lin" valueType="num">
                                      <p:cBhvr>
                                        <p:cTn id="43" dur="1000" fill="hold"/>
                                        <p:tgtEl>
                                          <p:spTgt spid="34"/>
                                        </p:tgtEl>
                                        <p:attrNameLst>
                                          <p:attrName>style.rotation</p:attrName>
                                        </p:attrNameLst>
                                      </p:cBhvr>
                                      <p:tavLst>
                                        <p:tav tm="0">
                                          <p:val>
                                            <p:fltVal val="90"/>
                                          </p:val>
                                        </p:tav>
                                        <p:tav tm="100000">
                                          <p:val>
                                            <p:fltVal val="0"/>
                                          </p:val>
                                        </p:tav>
                                      </p:tavLst>
                                    </p:anim>
                                    <p:animEffect transition="in" filter="fade">
                                      <p:cBhvr>
                                        <p:cTn id="44" dur="1000"/>
                                        <p:tgtEl>
                                          <p:spTgt spid="34"/>
                                        </p:tgtEl>
                                      </p:cBhvr>
                                    </p:animEffect>
                                  </p:childTnLst>
                                </p:cTn>
                              </p:par>
                            </p:childTnLst>
                          </p:cTn>
                        </p:par>
                        <p:par>
                          <p:cTn id="45" fill="hold">
                            <p:stCondLst>
                              <p:cond delay="3000"/>
                            </p:stCondLst>
                            <p:childTnLst>
                              <p:par>
                                <p:cTn id="46" presetID="53" presetClass="entr" presetSubtype="16" fill="hold" grpId="0" nodeType="afterEffect">
                                  <p:stCondLst>
                                    <p:cond delay="0"/>
                                  </p:stCondLst>
                                  <p:childTnLst>
                                    <p:set>
                                      <p:cBhvr>
                                        <p:cTn id="47" dur="1" fill="hold">
                                          <p:stCondLst>
                                            <p:cond delay="0"/>
                                          </p:stCondLst>
                                        </p:cTn>
                                        <p:tgtEl>
                                          <p:spTgt spid="39"/>
                                        </p:tgtEl>
                                        <p:attrNameLst>
                                          <p:attrName>style.visibility</p:attrName>
                                        </p:attrNameLst>
                                      </p:cBhvr>
                                      <p:to>
                                        <p:strVal val="visible"/>
                                      </p:to>
                                    </p:set>
                                    <p:anim calcmode="lin" valueType="num">
                                      <p:cBhvr>
                                        <p:cTn id="48" dur="500" fill="hold"/>
                                        <p:tgtEl>
                                          <p:spTgt spid="39"/>
                                        </p:tgtEl>
                                        <p:attrNameLst>
                                          <p:attrName>ppt_w</p:attrName>
                                        </p:attrNameLst>
                                      </p:cBhvr>
                                      <p:tavLst>
                                        <p:tav tm="0">
                                          <p:val>
                                            <p:fltVal val="0"/>
                                          </p:val>
                                        </p:tav>
                                        <p:tav tm="100000">
                                          <p:val>
                                            <p:strVal val="#ppt_w"/>
                                          </p:val>
                                        </p:tav>
                                      </p:tavLst>
                                    </p:anim>
                                    <p:anim calcmode="lin" valueType="num">
                                      <p:cBhvr>
                                        <p:cTn id="49" dur="500" fill="hold"/>
                                        <p:tgtEl>
                                          <p:spTgt spid="39"/>
                                        </p:tgtEl>
                                        <p:attrNameLst>
                                          <p:attrName>ppt_h</p:attrName>
                                        </p:attrNameLst>
                                      </p:cBhvr>
                                      <p:tavLst>
                                        <p:tav tm="0">
                                          <p:val>
                                            <p:fltVal val="0"/>
                                          </p:val>
                                        </p:tav>
                                        <p:tav tm="100000">
                                          <p:val>
                                            <p:strVal val="#ppt_h"/>
                                          </p:val>
                                        </p:tav>
                                      </p:tavLst>
                                    </p:anim>
                                    <p:animEffect transition="in" filter="fade">
                                      <p:cBhvr>
                                        <p:cTn id="50" dur="500"/>
                                        <p:tgtEl>
                                          <p:spTgt spid="39"/>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p:cTn id="53" dur="500" fill="hold"/>
                                        <p:tgtEl>
                                          <p:spTgt spid="40"/>
                                        </p:tgtEl>
                                        <p:attrNameLst>
                                          <p:attrName>ppt_w</p:attrName>
                                        </p:attrNameLst>
                                      </p:cBhvr>
                                      <p:tavLst>
                                        <p:tav tm="0">
                                          <p:val>
                                            <p:fltVal val="0"/>
                                          </p:val>
                                        </p:tav>
                                        <p:tav tm="100000">
                                          <p:val>
                                            <p:strVal val="#ppt_w"/>
                                          </p:val>
                                        </p:tav>
                                      </p:tavLst>
                                    </p:anim>
                                    <p:anim calcmode="lin" valueType="num">
                                      <p:cBhvr>
                                        <p:cTn id="54" dur="500" fill="hold"/>
                                        <p:tgtEl>
                                          <p:spTgt spid="40"/>
                                        </p:tgtEl>
                                        <p:attrNameLst>
                                          <p:attrName>ppt_h</p:attrName>
                                        </p:attrNameLst>
                                      </p:cBhvr>
                                      <p:tavLst>
                                        <p:tav tm="0">
                                          <p:val>
                                            <p:fltVal val="0"/>
                                          </p:val>
                                        </p:tav>
                                        <p:tav tm="100000">
                                          <p:val>
                                            <p:strVal val="#ppt_h"/>
                                          </p:val>
                                        </p:tav>
                                      </p:tavLst>
                                    </p:anim>
                                    <p:animEffect transition="in" filter="fade">
                                      <p:cBhvr>
                                        <p:cTn id="55" dur="500"/>
                                        <p:tgtEl>
                                          <p:spTgt spid="40"/>
                                        </p:tgtEl>
                                      </p:cBhvr>
                                    </p:animEffect>
                                  </p:childTnLst>
                                </p:cTn>
                              </p:par>
                            </p:childTnLst>
                          </p:cTn>
                        </p:par>
                        <p:par>
                          <p:cTn id="56" fill="hold">
                            <p:stCondLst>
                              <p:cond delay="3500"/>
                            </p:stCondLst>
                            <p:childTnLst>
                              <p:par>
                                <p:cTn id="57" presetID="16" presetClass="entr" presetSubtype="21" fill="hold" grpId="0" nodeType="after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barn(inVertical)">
                                      <p:cBhvr>
                                        <p:cTn id="59" dur="7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p:bldP spid="36" grpId="0"/>
      <p:bldP spid="37" grpId="0"/>
      <p:bldP spid="38" grpId="0"/>
      <p:bldP spid="39" grpId="0"/>
      <p:bldP spid="40" grpId="0"/>
      <p:bldP spid="4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组合 76"/>
          <p:cNvGrpSpPr/>
          <p:nvPr/>
        </p:nvGrpSpPr>
        <p:grpSpPr>
          <a:xfrm>
            <a:off x="3694017" y="1058679"/>
            <a:ext cx="1049084" cy="979427"/>
            <a:chOff x="3083145" y="1672281"/>
            <a:chExt cx="1398778" cy="1305903"/>
          </a:xfrm>
          <a:solidFill>
            <a:srgbClr val="C00000"/>
          </a:solidFill>
        </p:grpSpPr>
        <p:sp>
          <p:nvSpPr>
            <p:cNvPr id="78" name="Freeform 132"/>
            <p:cNvSpPr>
              <a:spLocks/>
            </p:cNvSpPr>
            <p:nvPr/>
          </p:nvSpPr>
          <p:spPr bwMode="auto">
            <a:xfrm>
              <a:off x="3719674" y="1672281"/>
              <a:ext cx="762249" cy="1305903"/>
            </a:xfrm>
            <a:custGeom>
              <a:avLst/>
              <a:gdLst>
                <a:gd name="T0" fmla="*/ 0 w 673"/>
                <a:gd name="T1" fmla="*/ 1153 h 1153"/>
                <a:gd name="T2" fmla="*/ 0 w 673"/>
                <a:gd name="T3" fmla="*/ 0 h 1153"/>
                <a:gd name="T4" fmla="*/ 673 w 673"/>
                <a:gd name="T5" fmla="*/ 761 h 1153"/>
                <a:gd name="T6" fmla="*/ 0 w 673"/>
                <a:gd name="T7" fmla="*/ 1153 h 1153"/>
              </a:gdLst>
              <a:ahLst/>
              <a:cxnLst>
                <a:cxn ang="0">
                  <a:pos x="T0" y="T1"/>
                </a:cxn>
                <a:cxn ang="0">
                  <a:pos x="T2" y="T3"/>
                </a:cxn>
                <a:cxn ang="0">
                  <a:pos x="T4" y="T5"/>
                </a:cxn>
                <a:cxn ang="0">
                  <a:pos x="T6" y="T7"/>
                </a:cxn>
              </a:cxnLst>
              <a:rect l="0" t="0" r="r" b="b"/>
              <a:pathLst>
                <a:path w="673" h="1153">
                  <a:moveTo>
                    <a:pt x="0" y="1153"/>
                  </a:moveTo>
                  <a:lnTo>
                    <a:pt x="0" y="0"/>
                  </a:lnTo>
                  <a:lnTo>
                    <a:pt x="673" y="761"/>
                  </a:lnTo>
                  <a:lnTo>
                    <a:pt x="0" y="1153"/>
                  </a:lnTo>
                  <a:close/>
                </a:path>
              </a:pathLst>
            </a:custGeom>
            <a:grpFill/>
            <a:ln w="9525">
              <a:solidFill>
                <a:schemeClr val="bg1"/>
              </a:solidFill>
              <a:round/>
              <a:headEnd/>
              <a:tailEnd/>
            </a:ln>
          </p:spPr>
          <p:txBody>
            <a:bodyPr vert="horz" wrap="square" lIns="68580" tIns="34290" rIns="68580" bIns="34290" numCol="1" anchor="t" anchorCtr="0" compatLnSpc="1">
              <a:prstTxWarp prst="textNoShape">
                <a:avLst/>
              </a:prstTxWarp>
            </a:bodyPr>
            <a:lstStyle/>
            <a:p>
              <a:endParaRPr lang="zh-CN" altLang="en-US" sz="1013"/>
            </a:p>
          </p:txBody>
        </p:sp>
        <p:sp>
          <p:nvSpPr>
            <p:cNvPr id="79" name="Freeform 133"/>
            <p:cNvSpPr>
              <a:spLocks/>
            </p:cNvSpPr>
            <p:nvPr/>
          </p:nvSpPr>
          <p:spPr bwMode="auto">
            <a:xfrm>
              <a:off x="3083145" y="1672281"/>
              <a:ext cx="636529" cy="1305903"/>
            </a:xfrm>
            <a:custGeom>
              <a:avLst/>
              <a:gdLst>
                <a:gd name="T0" fmla="*/ 562 w 562"/>
                <a:gd name="T1" fmla="*/ 0 h 1153"/>
                <a:gd name="T2" fmla="*/ 0 w 562"/>
                <a:gd name="T3" fmla="*/ 777 h 1153"/>
                <a:gd name="T4" fmla="*/ 562 w 562"/>
                <a:gd name="T5" fmla="*/ 1153 h 1153"/>
                <a:gd name="T6" fmla="*/ 562 w 562"/>
                <a:gd name="T7" fmla="*/ 0 h 1153"/>
              </a:gdLst>
              <a:ahLst/>
              <a:cxnLst>
                <a:cxn ang="0">
                  <a:pos x="T0" y="T1"/>
                </a:cxn>
                <a:cxn ang="0">
                  <a:pos x="T2" y="T3"/>
                </a:cxn>
                <a:cxn ang="0">
                  <a:pos x="T4" y="T5"/>
                </a:cxn>
                <a:cxn ang="0">
                  <a:pos x="T6" y="T7"/>
                </a:cxn>
              </a:cxnLst>
              <a:rect l="0" t="0" r="r" b="b"/>
              <a:pathLst>
                <a:path w="562" h="1153">
                  <a:moveTo>
                    <a:pt x="562" y="0"/>
                  </a:moveTo>
                  <a:lnTo>
                    <a:pt x="0" y="777"/>
                  </a:lnTo>
                  <a:lnTo>
                    <a:pt x="562" y="1153"/>
                  </a:lnTo>
                  <a:lnTo>
                    <a:pt x="562" y="0"/>
                  </a:lnTo>
                  <a:close/>
                </a:path>
              </a:pathLst>
            </a:custGeom>
            <a:grpFill/>
            <a:ln w="9525">
              <a:solidFill>
                <a:schemeClr val="bg1"/>
              </a:solidFill>
              <a:round/>
              <a:headEnd/>
              <a:tailEnd/>
            </a:ln>
          </p:spPr>
          <p:txBody>
            <a:bodyPr vert="horz" wrap="square" lIns="68580" tIns="34290" rIns="68580" bIns="34290" numCol="1" anchor="t" anchorCtr="0" compatLnSpc="1">
              <a:prstTxWarp prst="textNoShape">
                <a:avLst/>
              </a:prstTxWarp>
            </a:bodyPr>
            <a:lstStyle/>
            <a:p>
              <a:endParaRPr lang="zh-CN" altLang="en-US" sz="1013"/>
            </a:p>
          </p:txBody>
        </p:sp>
      </p:grpSp>
      <p:grpSp>
        <p:nvGrpSpPr>
          <p:cNvPr id="80" name="组合 79"/>
          <p:cNvGrpSpPr/>
          <p:nvPr/>
        </p:nvGrpSpPr>
        <p:grpSpPr>
          <a:xfrm>
            <a:off x="2819924" y="2484072"/>
            <a:ext cx="2967162" cy="1322609"/>
            <a:chOff x="1917687" y="3572806"/>
            <a:chExt cx="3956216" cy="1763479"/>
          </a:xfrm>
          <a:solidFill>
            <a:srgbClr val="C00000"/>
          </a:solidFill>
        </p:grpSpPr>
        <p:sp>
          <p:nvSpPr>
            <p:cNvPr id="81" name="Freeform 134"/>
            <p:cNvSpPr>
              <a:spLocks/>
            </p:cNvSpPr>
            <p:nvPr/>
          </p:nvSpPr>
          <p:spPr bwMode="auto">
            <a:xfrm>
              <a:off x="1917687" y="3613580"/>
              <a:ext cx="1788396" cy="1722705"/>
            </a:xfrm>
            <a:custGeom>
              <a:avLst/>
              <a:gdLst>
                <a:gd name="T0" fmla="*/ 340 w 1579"/>
                <a:gd name="T1" fmla="*/ 0 h 1521"/>
                <a:gd name="T2" fmla="*/ 0 w 1579"/>
                <a:gd name="T3" fmla="*/ 466 h 1521"/>
                <a:gd name="T4" fmla="*/ 1579 w 1579"/>
                <a:gd name="T5" fmla="*/ 1521 h 1521"/>
                <a:gd name="T6" fmla="*/ 1579 w 1579"/>
                <a:gd name="T7" fmla="*/ 829 h 1521"/>
                <a:gd name="T8" fmla="*/ 340 w 1579"/>
                <a:gd name="T9" fmla="*/ 0 h 1521"/>
              </a:gdLst>
              <a:ahLst/>
              <a:cxnLst>
                <a:cxn ang="0">
                  <a:pos x="T0" y="T1"/>
                </a:cxn>
                <a:cxn ang="0">
                  <a:pos x="T2" y="T3"/>
                </a:cxn>
                <a:cxn ang="0">
                  <a:pos x="T4" y="T5"/>
                </a:cxn>
                <a:cxn ang="0">
                  <a:pos x="T6" y="T7"/>
                </a:cxn>
                <a:cxn ang="0">
                  <a:pos x="T8" y="T9"/>
                </a:cxn>
              </a:cxnLst>
              <a:rect l="0" t="0" r="r" b="b"/>
              <a:pathLst>
                <a:path w="1579" h="1521">
                  <a:moveTo>
                    <a:pt x="340" y="0"/>
                  </a:moveTo>
                  <a:lnTo>
                    <a:pt x="0" y="466"/>
                  </a:lnTo>
                  <a:lnTo>
                    <a:pt x="1579" y="1521"/>
                  </a:lnTo>
                  <a:lnTo>
                    <a:pt x="1579" y="829"/>
                  </a:lnTo>
                  <a:lnTo>
                    <a:pt x="340" y="0"/>
                  </a:lnTo>
                  <a:close/>
                </a:path>
              </a:pathLst>
            </a:custGeom>
            <a:grpFill/>
            <a:ln w="9525">
              <a:solidFill>
                <a:schemeClr val="bg1"/>
              </a:solidFill>
              <a:round/>
              <a:headEnd/>
              <a:tailEnd/>
            </a:ln>
          </p:spPr>
          <p:txBody>
            <a:bodyPr vert="horz" wrap="square" lIns="68580" tIns="34290" rIns="68580" bIns="34290" numCol="1" anchor="t" anchorCtr="0" compatLnSpc="1">
              <a:prstTxWarp prst="textNoShape">
                <a:avLst/>
              </a:prstTxWarp>
            </a:bodyPr>
            <a:lstStyle/>
            <a:p>
              <a:endParaRPr lang="zh-CN" altLang="en-US" sz="1013"/>
            </a:p>
          </p:txBody>
        </p:sp>
        <p:sp>
          <p:nvSpPr>
            <p:cNvPr id="82" name="Freeform 135"/>
            <p:cNvSpPr>
              <a:spLocks/>
            </p:cNvSpPr>
            <p:nvPr/>
          </p:nvSpPr>
          <p:spPr bwMode="auto">
            <a:xfrm>
              <a:off x="3706082" y="3572806"/>
              <a:ext cx="2167821" cy="1763479"/>
            </a:xfrm>
            <a:custGeom>
              <a:avLst/>
              <a:gdLst>
                <a:gd name="T0" fmla="*/ 0 w 1914"/>
                <a:gd name="T1" fmla="*/ 865 h 1557"/>
                <a:gd name="T2" fmla="*/ 0 w 1914"/>
                <a:gd name="T3" fmla="*/ 1557 h 1557"/>
                <a:gd name="T4" fmla="*/ 1914 w 1914"/>
                <a:gd name="T5" fmla="*/ 478 h 1557"/>
                <a:gd name="T6" fmla="*/ 1486 w 1914"/>
                <a:gd name="T7" fmla="*/ 0 h 1557"/>
                <a:gd name="T8" fmla="*/ 0 w 1914"/>
                <a:gd name="T9" fmla="*/ 865 h 1557"/>
              </a:gdLst>
              <a:ahLst/>
              <a:cxnLst>
                <a:cxn ang="0">
                  <a:pos x="T0" y="T1"/>
                </a:cxn>
                <a:cxn ang="0">
                  <a:pos x="T2" y="T3"/>
                </a:cxn>
                <a:cxn ang="0">
                  <a:pos x="T4" y="T5"/>
                </a:cxn>
                <a:cxn ang="0">
                  <a:pos x="T6" y="T7"/>
                </a:cxn>
                <a:cxn ang="0">
                  <a:pos x="T8" y="T9"/>
                </a:cxn>
              </a:cxnLst>
              <a:rect l="0" t="0" r="r" b="b"/>
              <a:pathLst>
                <a:path w="1914" h="1557">
                  <a:moveTo>
                    <a:pt x="0" y="865"/>
                  </a:moveTo>
                  <a:lnTo>
                    <a:pt x="0" y="1557"/>
                  </a:lnTo>
                  <a:lnTo>
                    <a:pt x="1914" y="478"/>
                  </a:lnTo>
                  <a:lnTo>
                    <a:pt x="1486" y="0"/>
                  </a:lnTo>
                  <a:lnTo>
                    <a:pt x="0" y="865"/>
                  </a:lnTo>
                  <a:close/>
                </a:path>
              </a:pathLst>
            </a:custGeom>
            <a:grpFill/>
            <a:ln w="9525">
              <a:solidFill>
                <a:schemeClr val="bg1"/>
              </a:solidFill>
              <a:round/>
              <a:headEnd/>
              <a:tailEnd/>
            </a:ln>
          </p:spPr>
          <p:txBody>
            <a:bodyPr vert="horz" wrap="square" lIns="68580" tIns="34290" rIns="68580" bIns="34290" numCol="1" anchor="t" anchorCtr="0" compatLnSpc="1">
              <a:prstTxWarp prst="textNoShape">
                <a:avLst/>
              </a:prstTxWarp>
            </a:bodyPr>
            <a:lstStyle/>
            <a:p>
              <a:endParaRPr lang="zh-CN" altLang="en-US" sz="1013"/>
            </a:p>
          </p:txBody>
        </p:sp>
      </p:grpSp>
      <p:grpSp>
        <p:nvGrpSpPr>
          <p:cNvPr id="83" name="组合 82"/>
          <p:cNvGrpSpPr/>
          <p:nvPr/>
        </p:nvGrpSpPr>
        <p:grpSpPr>
          <a:xfrm>
            <a:off x="3176696" y="2100965"/>
            <a:ext cx="2183961" cy="977729"/>
            <a:chOff x="2393384" y="3061997"/>
            <a:chExt cx="2911948" cy="1303638"/>
          </a:xfrm>
          <a:solidFill>
            <a:srgbClr val="C00000"/>
          </a:solidFill>
        </p:grpSpPr>
        <p:sp>
          <p:nvSpPr>
            <p:cNvPr id="104" name="Freeform 136"/>
            <p:cNvSpPr>
              <a:spLocks/>
            </p:cNvSpPr>
            <p:nvPr/>
          </p:nvSpPr>
          <p:spPr bwMode="auto">
            <a:xfrm>
              <a:off x="2393384" y="3093710"/>
              <a:ext cx="1317229" cy="1271925"/>
            </a:xfrm>
            <a:custGeom>
              <a:avLst/>
              <a:gdLst>
                <a:gd name="T0" fmla="*/ 254 w 1163"/>
                <a:gd name="T1" fmla="*/ 0 h 1123"/>
                <a:gd name="T2" fmla="*/ 0 w 1163"/>
                <a:gd name="T3" fmla="*/ 347 h 1123"/>
                <a:gd name="T4" fmla="*/ 1163 w 1163"/>
                <a:gd name="T5" fmla="*/ 1123 h 1123"/>
                <a:gd name="T6" fmla="*/ 1163 w 1163"/>
                <a:gd name="T7" fmla="*/ 609 h 1123"/>
                <a:gd name="T8" fmla="*/ 254 w 1163"/>
                <a:gd name="T9" fmla="*/ 0 h 1123"/>
              </a:gdLst>
              <a:ahLst/>
              <a:cxnLst>
                <a:cxn ang="0">
                  <a:pos x="T0" y="T1"/>
                </a:cxn>
                <a:cxn ang="0">
                  <a:pos x="T2" y="T3"/>
                </a:cxn>
                <a:cxn ang="0">
                  <a:pos x="T4" y="T5"/>
                </a:cxn>
                <a:cxn ang="0">
                  <a:pos x="T6" y="T7"/>
                </a:cxn>
                <a:cxn ang="0">
                  <a:pos x="T8" y="T9"/>
                </a:cxn>
              </a:cxnLst>
              <a:rect l="0" t="0" r="r" b="b"/>
              <a:pathLst>
                <a:path w="1163" h="1123">
                  <a:moveTo>
                    <a:pt x="254" y="0"/>
                  </a:moveTo>
                  <a:lnTo>
                    <a:pt x="0" y="347"/>
                  </a:lnTo>
                  <a:lnTo>
                    <a:pt x="1163" y="1123"/>
                  </a:lnTo>
                  <a:lnTo>
                    <a:pt x="1163" y="609"/>
                  </a:lnTo>
                  <a:lnTo>
                    <a:pt x="254" y="0"/>
                  </a:lnTo>
                  <a:close/>
                </a:path>
              </a:pathLst>
            </a:custGeom>
            <a:grp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a:p>
          </p:txBody>
        </p:sp>
        <p:sp>
          <p:nvSpPr>
            <p:cNvPr id="105" name="Freeform 137"/>
            <p:cNvSpPr>
              <a:spLocks/>
            </p:cNvSpPr>
            <p:nvPr/>
          </p:nvSpPr>
          <p:spPr bwMode="auto">
            <a:xfrm>
              <a:off x="3715143" y="3061997"/>
              <a:ext cx="1590189" cy="1299108"/>
            </a:xfrm>
            <a:custGeom>
              <a:avLst/>
              <a:gdLst>
                <a:gd name="T0" fmla="*/ 0 w 1404"/>
                <a:gd name="T1" fmla="*/ 633 h 1147"/>
                <a:gd name="T2" fmla="*/ 0 w 1404"/>
                <a:gd name="T3" fmla="*/ 1147 h 1147"/>
                <a:gd name="T4" fmla="*/ 1404 w 1404"/>
                <a:gd name="T5" fmla="*/ 357 h 1147"/>
                <a:gd name="T6" fmla="*/ 1083 w 1404"/>
                <a:gd name="T7" fmla="*/ 0 h 1147"/>
                <a:gd name="T8" fmla="*/ 0 w 1404"/>
                <a:gd name="T9" fmla="*/ 633 h 1147"/>
              </a:gdLst>
              <a:ahLst/>
              <a:cxnLst>
                <a:cxn ang="0">
                  <a:pos x="T0" y="T1"/>
                </a:cxn>
                <a:cxn ang="0">
                  <a:pos x="T2" y="T3"/>
                </a:cxn>
                <a:cxn ang="0">
                  <a:pos x="T4" y="T5"/>
                </a:cxn>
                <a:cxn ang="0">
                  <a:pos x="T6" y="T7"/>
                </a:cxn>
                <a:cxn ang="0">
                  <a:pos x="T8" y="T9"/>
                </a:cxn>
              </a:cxnLst>
              <a:rect l="0" t="0" r="r" b="b"/>
              <a:pathLst>
                <a:path w="1404" h="1147">
                  <a:moveTo>
                    <a:pt x="0" y="633"/>
                  </a:moveTo>
                  <a:lnTo>
                    <a:pt x="0" y="1147"/>
                  </a:lnTo>
                  <a:lnTo>
                    <a:pt x="1404" y="357"/>
                  </a:lnTo>
                  <a:lnTo>
                    <a:pt x="1083" y="0"/>
                  </a:lnTo>
                  <a:lnTo>
                    <a:pt x="0" y="633"/>
                  </a:lnTo>
                  <a:close/>
                </a:path>
              </a:pathLst>
            </a:custGeom>
            <a:grpFill/>
            <a:ln w="285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a:p>
          </p:txBody>
        </p:sp>
      </p:grpSp>
      <p:grpSp>
        <p:nvGrpSpPr>
          <p:cNvPr id="106" name="组合 105"/>
          <p:cNvGrpSpPr/>
          <p:nvPr/>
        </p:nvGrpSpPr>
        <p:grpSpPr>
          <a:xfrm>
            <a:off x="3465513" y="1796858"/>
            <a:ext cx="1549415" cy="692310"/>
            <a:chOff x="2778473" y="2656521"/>
            <a:chExt cx="2065886" cy="923080"/>
          </a:xfrm>
          <a:solidFill>
            <a:srgbClr val="C00000"/>
          </a:solidFill>
        </p:grpSpPr>
        <p:sp>
          <p:nvSpPr>
            <p:cNvPr id="107" name="Freeform 138"/>
            <p:cNvSpPr>
              <a:spLocks/>
            </p:cNvSpPr>
            <p:nvPr/>
          </p:nvSpPr>
          <p:spPr bwMode="auto">
            <a:xfrm>
              <a:off x="2778473" y="2674643"/>
              <a:ext cx="938937" cy="904958"/>
            </a:xfrm>
            <a:custGeom>
              <a:avLst/>
              <a:gdLst>
                <a:gd name="T0" fmla="*/ 183 w 829"/>
                <a:gd name="T1" fmla="*/ 0 h 799"/>
                <a:gd name="T2" fmla="*/ 0 w 829"/>
                <a:gd name="T3" fmla="*/ 248 h 799"/>
                <a:gd name="T4" fmla="*/ 829 w 829"/>
                <a:gd name="T5" fmla="*/ 799 h 799"/>
                <a:gd name="T6" fmla="*/ 829 w 829"/>
                <a:gd name="T7" fmla="*/ 432 h 799"/>
                <a:gd name="T8" fmla="*/ 183 w 829"/>
                <a:gd name="T9" fmla="*/ 0 h 799"/>
              </a:gdLst>
              <a:ahLst/>
              <a:cxnLst>
                <a:cxn ang="0">
                  <a:pos x="T0" y="T1"/>
                </a:cxn>
                <a:cxn ang="0">
                  <a:pos x="T2" y="T3"/>
                </a:cxn>
                <a:cxn ang="0">
                  <a:pos x="T4" y="T5"/>
                </a:cxn>
                <a:cxn ang="0">
                  <a:pos x="T6" y="T7"/>
                </a:cxn>
                <a:cxn ang="0">
                  <a:pos x="T8" y="T9"/>
                </a:cxn>
              </a:cxnLst>
              <a:rect l="0" t="0" r="r" b="b"/>
              <a:pathLst>
                <a:path w="829" h="799">
                  <a:moveTo>
                    <a:pt x="183" y="0"/>
                  </a:moveTo>
                  <a:lnTo>
                    <a:pt x="0" y="248"/>
                  </a:lnTo>
                  <a:lnTo>
                    <a:pt x="829" y="799"/>
                  </a:lnTo>
                  <a:lnTo>
                    <a:pt x="829" y="432"/>
                  </a:lnTo>
                  <a:lnTo>
                    <a:pt x="183" y="0"/>
                  </a:lnTo>
                  <a:close/>
                </a:path>
              </a:pathLst>
            </a:custGeom>
            <a:grpFill/>
            <a:ln w="9525">
              <a:solidFill>
                <a:schemeClr val="bg1"/>
              </a:solidFill>
              <a:round/>
              <a:headEnd/>
              <a:tailEnd/>
            </a:ln>
          </p:spPr>
          <p:txBody>
            <a:bodyPr vert="horz" wrap="square" lIns="68580" tIns="34290" rIns="68580" bIns="34290" numCol="1" anchor="t" anchorCtr="0" compatLnSpc="1">
              <a:prstTxWarp prst="textNoShape">
                <a:avLst/>
              </a:prstTxWarp>
            </a:bodyPr>
            <a:lstStyle/>
            <a:p>
              <a:endParaRPr lang="zh-CN" altLang="en-US" sz="1013"/>
            </a:p>
          </p:txBody>
        </p:sp>
        <p:sp>
          <p:nvSpPr>
            <p:cNvPr id="108" name="Freeform 139"/>
            <p:cNvSpPr>
              <a:spLocks/>
            </p:cNvSpPr>
            <p:nvPr/>
          </p:nvSpPr>
          <p:spPr bwMode="auto">
            <a:xfrm>
              <a:off x="3717409" y="2656521"/>
              <a:ext cx="1126950" cy="923080"/>
            </a:xfrm>
            <a:custGeom>
              <a:avLst/>
              <a:gdLst>
                <a:gd name="T0" fmla="*/ 0 w 995"/>
                <a:gd name="T1" fmla="*/ 448 h 815"/>
                <a:gd name="T2" fmla="*/ 0 w 995"/>
                <a:gd name="T3" fmla="*/ 815 h 815"/>
                <a:gd name="T4" fmla="*/ 995 w 995"/>
                <a:gd name="T5" fmla="*/ 256 h 815"/>
                <a:gd name="T6" fmla="*/ 767 w 995"/>
                <a:gd name="T7" fmla="*/ 0 h 815"/>
                <a:gd name="T8" fmla="*/ 0 w 995"/>
                <a:gd name="T9" fmla="*/ 448 h 815"/>
              </a:gdLst>
              <a:ahLst/>
              <a:cxnLst>
                <a:cxn ang="0">
                  <a:pos x="T0" y="T1"/>
                </a:cxn>
                <a:cxn ang="0">
                  <a:pos x="T2" y="T3"/>
                </a:cxn>
                <a:cxn ang="0">
                  <a:pos x="T4" y="T5"/>
                </a:cxn>
                <a:cxn ang="0">
                  <a:pos x="T6" y="T7"/>
                </a:cxn>
                <a:cxn ang="0">
                  <a:pos x="T8" y="T9"/>
                </a:cxn>
              </a:cxnLst>
              <a:rect l="0" t="0" r="r" b="b"/>
              <a:pathLst>
                <a:path w="995" h="815">
                  <a:moveTo>
                    <a:pt x="0" y="448"/>
                  </a:moveTo>
                  <a:lnTo>
                    <a:pt x="0" y="815"/>
                  </a:lnTo>
                  <a:lnTo>
                    <a:pt x="995" y="256"/>
                  </a:lnTo>
                  <a:lnTo>
                    <a:pt x="767" y="0"/>
                  </a:lnTo>
                  <a:lnTo>
                    <a:pt x="0" y="448"/>
                  </a:lnTo>
                  <a:close/>
                </a:path>
              </a:pathLst>
            </a:custGeom>
            <a:grpFill/>
            <a:ln w="9525">
              <a:solidFill>
                <a:schemeClr val="bg1"/>
              </a:solidFill>
              <a:round/>
              <a:headEnd/>
              <a:tailEnd/>
            </a:ln>
          </p:spPr>
          <p:txBody>
            <a:bodyPr vert="horz" wrap="square" lIns="68580" tIns="34290" rIns="68580" bIns="34290" numCol="1" anchor="t" anchorCtr="0" compatLnSpc="1">
              <a:prstTxWarp prst="textNoShape">
                <a:avLst/>
              </a:prstTxWarp>
            </a:bodyPr>
            <a:lstStyle/>
            <a:p>
              <a:endParaRPr lang="zh-CN" altLang="en-US" sz="1013"/>
            </a:p>
          </p:txBody>
        </p:sp>
      </p:grpSp>
      <p:grpSp>
        <p:nvGrpSpPr>
          <p:cNvPr id="109" name="组合 108"/>
          <p:cNvGrpSpPr/>
          <p:nvPr/>
        </p:nvGrpSpPr>
        <p:grpSpPr>
          <a:xfrm>
            <a:off x="2368860" y="2980157"/>
            <a:ext cx="3964429" cy="1744790"/>
            <a:chOff x="1316269" y="4234252"/>
            <a:chExt cx="5285905" cy="2326387"/>
          </a:xfrm>
          <a:solidFill>
            <a:srgbClr val="C00000"/>
          </a:solidFill>
        </p:grpSpPr>
        <p:sp>
          <p:nvSpPr>
            <p:cNvPr id="110" name="Freeform 140"/>
            <p:cNvSpPr>
              <a:spLocks/>
            </p:cNvSpPr>
            <p:nvPr/>
          </p:nvSpPr>
          <p:spPr bwMode="auto">
            <a:xfrm>
              <a:off x="1316269" y="4284087"/>
              <a:ext cx="2394344" cy="2276552"/>
            </a:xfrm>
            <a:custGeom>
              <a:avLst/>
              <a:gdLst>
                <a:gd name="T0" fmla="*/ 437 w 2114"/>
                <a:gd name="T1" fmla="*/ 0 h 2010"/>
                <a:gd name="T2" fmla="*/ 0 w 2114"/>
                <a:gd name="T3" fmla="*/ 599 h 2010"/>
                <a:gd name="T4" fmla="*/ 2114 w 2114"/>
                <a:gd name="T5" fmla="*/ 2010 h 2010"/>
                <a:gd name="T6" fmla="*/ 2114 w 2114"/>
                <a:gd name="T7" fmla="*/ 1125 h 2010"/>
                <a:gd name="T8" fmla="*/ 437 w 2114"/>
                <a:gd name="T9" fmla="*/ 0 h 2010"/>
              </a:gdLst>
              <a:ahLst/>
              <a:cxnLst>
                <a:cxn ang="0">
                  <a:pos x="T0" y="T1"/>
                </a:cxn>
                <a:cxn ang="0">
                  <a:pos x="T2" y="T3"/>
                </a:cxn>
                <a:cxn ang="0">
                  <a:pos x="T4" y="T5"/>
                </a:cxn>
                <a:cxn ang="0">
                  <a:pos x="T6" y="T7"/>
                </a:cxn>
                <a:cxn ang="0">
                  <a:pos x="T8" y="T9"/>
                </a:cxn>
              </a:cxnLst>
              <a:rect l="0" t="0" r="r" b="b"/>
              <a:pathLst>
                <a:path w="2114" h="2010">
                  <a:moveTo>
                    <a:pt x="437" y="0"/>
                  </a:moveTo>
                  <a:lnTo>
                    <a:pt x="0" y="599"/>
                  </a:lnTo>
                  <a:lnTo>
                    <a:pt x="2114" y="2010"/>
                  </a:lnTo>
                  <a:lnTo>
                    <a:pt x="2114" y="1125"/>
                  </a:lnTo>
                  <a:lnTo>
                    <a:pt x="437" y="0"/>
                  </a:lnTo>
                  <a:close/>
                </a:path>
              </a:pathLst>
            </a:custGeom>
            <a:grpFill/>
            <a:ln w="9525">
              <a:solidFill>
                <a:schemeClr val="bg1"/>
              </a:solidFill>
              <a:round/>
              <a:headEnd/>
              <a:tailEnd/>
            </a:ln>
          </p:spPr>
          <p:txBody>
            <a:bodyPr vert="horz" wrap="square" lIns="68580" tIns="34290" rIns="68580" bIns="34290" numCol="1" anchor="t" anchorCtr="0" compatLnSpc="1">
              <a:prstTxWarp prst="textNoShape">
                <a:avLst/>
              </a:prstTxWarp>
            </a:bodyPr>
            <a:lstStyle/>
            <a:p>
              <a:endParaRPr lang="zh-CN" altLang="en-US" sz="1013"/>
            </a:p>
          </p:txBody>
        </p:sp>
        <p:sp>
          <p:nvSpPr>
            <p:cNvPr id="111" name="Freeform 141"/>
            <p:cNvSpPr>
              <a:spLocks/>
            </p:cNvSpPr>
            <p:nvPr/>
          </p:nvSpPr>
          <p:spPr bwMode="auto">
            <a:xfrm>
              <a:off x="3710613" y="4234252"/>
              <a:ext cx="2891561" cy="2326387"/>
            </a:xfrm>
            <a:custGeom>
              <a:avLst/>
              <a:gdLst>
                <a:gd name="T0" fmla="*/ 0 w 2553"/>
                <a:gd name="T1" fmla="*/ 1169 h 2054"/>
                <a:gd name="T2" fmla="*/ 0 w 2553"/>
                <a:gd name="T3" fmla="*/ 2054 h 2054"/>
                <a:gd name="T4" fmla="*/ 2553 w 2553"/>
                <a:gd name="T5" fmla="*/ 617 h 2054"/>
                <a:gd name="T6" fmla="*/ 2004 w 2553"/>
                <a:gd name="T7" fmla="*/ 0 h 2054"/>
                <a:gd name="T8" fmla="*/ 0 w 2553"/>
                <a:gd name="T9" fmla="*/ 1169 h 2054"/>
              </a:gdLst>
              <a:ahLst/>
              <a:cxnLst>
                <a:cxn ang="0">
                  <a:pos x="T0" y="T1"/>
                </a:cxn>
                <a:cxn ang="0">
                  <a:pos x="T2" y="T3"/>
                </a:cxn>
                <a:cxn ang="0">
                  <a:pos x="T4" y="T5"/>
                </a:cxn>
                <a:cxn ang="0">
                  <a:pos x="T6" y="T7"/>
                </a:cxn>
                <a:cxn ang="0">
                  <a:pos x="T8" y="T9"/>
                </a:cxn>
              </a:cxnLst>
              <a:rect l="0" t="0" r="r" b="b"/>
              <a:pathLst>
                <a:path w="2553" h="2054">
                  <a:moveTo>
                    <a:pt x="0" y="1169"/>
                  </a:moveTo>
                  <a:lnTo>
                    <a:pt x="0" y="2054"/>
                  </a:lnTo>
                  <a:lnTo>
                    <a:pt x="2553" y="617"/>
                  </a:lnTo>
                  <a:lnTo>
                    <a:pt x="2004" y="0"/>
                  </a:lnTo>
                  <a:lnTo>
                    <a:pt x="0" y="1169"/>
                  </a:lnTo>
                  <a:close/>
                </a:path>
              </a:pathLst>
            </a:custGeom>
            <a:grpFill/>
            <a:ln w="9525">
              <a:solidFill>
                <a:schemeClr val="bg1"/>
              </a:solidFill>
              <a:round/>
              <a:headEnd/>
              <a:tailEnd/>
            </a:ln>
          </p:spPr>
          <p:txBody>
            <a:bodyPr vert="horz" wrap="square" lIns="68580" tIns="34290" rIns="68580" bIns="34290" numCol="1" anchor="t" anchorCtr="0" compatLnSpc="1">
              <a:prstTxWarp prst="textNoShape">
                <a:avLst/>
              </a:prstTxWarp>
            </a:bodyPr>
            <a:lstStyle/>
            <a:p>
              <a:endParaRPr lang="zh-CN" altLang="en-US" sz="1013"/>
            </a:p>
          </p:txBody>
        </p:sp>
      </p:grpSp>
      <p:cxnSp>
        <p:nvCxnSpPr>
          <p:cNvPr id="112" name="直接连接符 111"/>
          <p:cNvCxnSpPr/>
          <p:nvPr/>
        </p:nvCxnSpPr>
        <p:spPr>
          <a:xfrm flipH="1">
            <a:off x="4638716" y="1594058"/>
            <a:ext cx="2556381"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3" name="文本框 112"/>
          <p:cNvSpPr txBox="1"/>
          <p:nvPr/>
        </p:nvSpPr>
        <p:spPr>
          <a:xfrm>
            <a:off x="5110254" y="1058678"/>
            <a:ext cx="2170568"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cxnSp>
        <p:nvCxnSpPr>
          <p:cNvPr id="114" name="直接连接符 113"/>
          <p:cNvCxnSpPr/>
          <p:nvPr/>
        </p:nvCxnSpPr>
        <p:spPr>
          <a:xfrm flipH="1">
            <a:off x="1365797" y="1928446"/>
            <a:ext cx="2192763"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5" name="文本框 114"/>
          <p:cNvSpPr txBox="1"/>
          <p:nvPr/>
        </p:nvSpPr>
        <p:spPr>
          <a:xfrm>
            <a:off x="1464476" y="1398699"/>
            <a:ext cx="2173340"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cxnSp>
        <p:nvCxnSpPr>
          <p:cNvPr id="116" name="直接连接符 115"/>
          <p:cNvCxnSpPr/>
          <p:nvPr/>
        </p:nvCxnSpPr>
        <p:spPr>
          <a:xfrm flipH="1">
            <a:off x="5197121" y="2296895"/>
            <a:ext cx="2331351"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7" name="文本框 116"/>
          <p:cNvSpPr txBox="1"/>
          <p:nvPr/>
        </p:nvSpPr>
        <p:spPr>
          <a:xfrm>
            <a:off x="5463403" y="1760926"/>
            <a:ext cx="2141269"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cxnSp>
        <p:nvCxnSpPr>
          <p:cNvPr id="118" name="直接连接符 117"/>
          <p:cNvCxnSpPr/>
          <p:nvPr/>
        </p:nvCxnSpPr>
        <p:spPr>
          <a:xfrm flipH="1">
            <a:off x="913436" y="2758533"/>
            <a:ext cx="2060285"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9" name="文本框 118"/>
          <p:cNvSpPr txBox="1"/>
          <p:nvPr/>
        </p:nvSpPr>
        <p:spPr>
          <a:xfrm>
            <a:off x="913435" y="2228785"/>
            <a:ext cx="2139542"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cxnSp>
        <p:nvCxnSpPr>
          <p:cNvPr id="120" name="直接连接符 119"/>
          <p:cNvCxnSpPr/>
          <p:nvPr/>
        </p:nvCxnSpPr>
        <p:spPr>
          <a:xfrm flipH="1">
            <a:off x="6096926" y="3170139"/>
            <a:ext cx="2117346"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a:xfrm>
            <a:off x="6126544" y="2642192"/>
            <a:ext cx="2087729" cy="590931"/>
          </a:xfrm>
          <a:prstGeom prst="rect">
            <a:avLst/>
          </a:prstGeom>
          <a:noFill/>
        </p:spPr>
        <p:txBody>
          <a:bodyPr wrap="square" rtlCol="0">
            <a:spAutoFit/>
          </a:bodyPr>
          <a:lstStyle/>
          <a:p>
            <a:pPr>
              <a:lnSpc>
                <a:spcPct val="120000"/>
              </a:lnSpc>
            </a:pPr>
            <a:r>
              <a:rPr lang="zh-CN" altLang="en-US" sz="900" dirty="0">
                <a:solidFill>
                  <a:schemeClr val="tx1">
                    <a:lumMod val="65000"/>
                    <a:lumOff val="35000"/>
                  </a:schemeClr>
                </a:solidFill>
              </a:rPr>
              <a:t>此处填写具体条目内容，此处填写具体条目内容，此处填写具体条目内容。此处填写具体条目内容</a:t>
            </a:r>
          </a:p>
        </p:txBody>
      </p:sp>
    </p:spTree>
    <p:extLst>
      <p:ext uri="{BB962C8B-B14F-4D97-AF65-F5344CB8AC3E}">
        <p14:creationId xmlns:p14="http://schemas.microsoft.com/office/powerpoint/2010/main" val="3821124244"/>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250" fill="hold"/>
                                        <p:tgtEl>
                                          <p:spTgt spid="109"/>
                                        </p:tgtEl>
                                        <p:attrNameLst>
                                          <p:attrName>ppt_x</p:attrName>
                                        </p:attrNameLst>
                                      </p:cBhvr>
                                      <p:tavLst>
                                        <p:tav tm="0">
                                          <p:val>
                                            <p:strVal val="#ppt_x"/>
                                          </p:val>
                                        </p:tav>
                                        <p:tav tm="100000">
                                          <p:val>
                                            <p:strVal val="#ppt_x"/>
                                          </p:val>
                                        </p:tav>
                                      </p:tavLst>
                                    </p:anim>
                                    <p:anim calcmode="lin" valueType="num">
                                      <p:cBhvr additive="base">
                                        <p:cTn id="8" dur="250" fill="hold"/>
                                        <p:tgtEl>
                                          <p:spTgt spid="109"/>
                                        </p:tgtEl>
                                        <p:attrNameLst>
                                          <p:attrName>ppt_y</p:attrName>
                                        </p:attrNameLst>
                                      </p:cBhvr>
                                      <p:tavLst>
                                        <p:tav tm="0">
                                          <p:val>
                                            <p:strVal val="0-#ppt_h/2"/>
                                          </p:val>
                                        </p:tav>
                                        <p:tav tm="100000">
                                          <p:val>
                                            <p:strVal val="#ppt_y"/>
                                          </p:val>
                                        </p:tav>
                                      </p:tavLst>
                                    </p:anim>
                                  </p:childTnLst>
                                </p:cTn>
                              </p:par>
                            </p:childTnLst>
                          </p:cTn>
                        </p:par>
                        <p:par>
                          <p:cTn id="9" fill="hold">
                            <p:stCondLst>
                              <p:cond delay="250"/>
                            </p:stCondLst>
                            <p:childTnLst>
                              <p:par>
                                <p:cTn id="10" presetID="2" presetClass="entr" presetSubtype="1" fill="hold" nodeType="afterEffect">
                                  <p:stCondLst>
                                    <p:cond delay="0"/>
                                  </p:stCondLst>
                                  <p:childTnLst>
                                    <p:set>
                                      <p:cBhvr>
                                        <p:cTn id="11" dur="1" fill="hold">
                                          <p:stCondLst>
                                            <p:cond delay="0"/>
                                          </p:stCondLst>
                                        </p:cTn>
                                        <p:tgtEl>
                                          <p:spTgt spid="80"/>
                                        </p:tgtEl>
                                        <p:attrNameLst>
                                          <p:attrName>style.visibility</p:attrName>
                                        </p:attrNameLst>
                                      </p:cBhvr>
                                      <p:to>
                                        <p:strVal val="visible"/>
                                      </p:to>
                                    </p:set>
                                    <p:anim calcmode="lin" valueType="num">
                                      <p:cBhvr additive="base">
                                        <p:cTn id="12" dur="250" fill="hold"/>
                                        <p:tgtEl>
                                          <p:spTgt spid="80"/>
                                        </p:tgtEl>
                                        <p:attrNameLst>
                                          <p:attrName>ppt_x</p:attrName>
                                        </p:attrNameLst>
                                      </p:cBhvr>
                                      <p:tavLst>
                                        <p:tav tm="0">
                                          <p:val>
                                            <p:strVal val="#ppt_x"/>
                                          </p:val>
                                        </p:tav>
                                        <p:tav tm="100000">
                                          <p:val>
                                            <p:strVal val="#ppt_x"/>
                                          </p:val>
                                        </p:tav>
                                      </p:tavLst>
                                    </p:anim>
                                    <p:anim calcmode="lin" valueType="num">
                                      <p:cBhvr additive="base">
                                        <p:cTn id="13" dur="250" fill="hold"/>
                                        <p:tgtEl>
                                          <p:spTgt spid="80"/>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1" fill="hold" nodeType="afterEffect">
                                  <p:stCondLst>
                                    <p:cond delay="0"/>
                                  </p:stCondLst>
                                  <p:childTnLst>
                                    <p:set>
                                      <p:cBhvr>
                                        <p:cTn id="16" dur="1" fill="hold">
                                          <p:stCondLst>
                                            <p:cond delay="0"/>
                                          </p:stCondLst>
                                        </p:cTn>
                                        <p:tgtEl>
                                          <p:spTgt spid="83"/>
                                        </p:tgtEl>
                                        <p:attrNameLst>
                                          <p:attrName>style.visibility</p:attrName>
                                        </p:attrNameLst>
                                      </p:cBhvr>
                                      <p:to>
                                        <p:strVal val="visible"/>
                                      </p:to>
                                    </p:set>
                                    <p:anim calcmode="lin" valueType="num">
                                      <p:cBhvr additive="base">
                                        <p:cTn id="17" dur="250" fill="hold"/>
                                        <p:tgtEl>
                                          <p:spTgt spid="83"/>
                                        </p:tgtEl>
                                        <p:attrNameLst>
                                          <p:attrName>ppt_x</p:attrName>
                                        </p:attrNameLst>
                                      </p:cBhvr>
                                      <p:tavLst>
                                        <p:tav tm="0">
                                          <p:val>
                                            <p:strVal val="#ppt_x"/>
                                          </p:val>
                                        </p:tav>
                                        <p:tav tm="100000">
                                          <p:val>
                                            <p:strVal val="#ppt_x"/>
                                          </p:val>
                                        </p:tav>
                                      </p:tavLst>
                                    </p:anim>
                                    <p:anim calcmode="lin" valueType="num">
                                      <p:cBhvr additive="base">
                                        <p:cTn id="18" dur="250" fill="hold"/>
                                        <p:tgtEl>
                                          <p:spTgt spid="83"/>
                                        </p:tgtEl>
                                        <p:attrNameLst>
                                          <p:attrName>ppt_y</p:attrName>
                                        </p:attrNameLst>
                                      </p:cBhvr>
                                      <p:tavLst>
                                        <p:tav tm="0">
                                          <p:val>
                                            <p:strVal val="0-#ppt_h/2"/>
                                          </p:val>
                                        </p:tav>
                                        <p:tav tm="100000">
                                          <p:val>
                                            <p:strVal val="#ppt_y"/>
                                          </p:val>
                                        </p:tav>
                                      </p:tavLst>
                                    </p:anim>
                                  </p:childTnLst>
                                </p:cTn>
                              </p:par>
                            </p:childTnLst>
                          </p:cTn>
                        </p:par>
                        <p:par>
                          <p:cTn id="19" fill="hold">
                            <p:stCondLst>
                              <p:cond delay="750"/>
                            </p:stCondLst>
                            <p:childTnLst>
                              <p:par>
                                <p:cTn id="20" presetID="2" presetClass="entr" presetSubtype="1" fill="hold" nodeType="afterEffect">
                                  <p:stCondLst>
                                    <p:cond delay="0"/>
                                  </p:stCondLst>
                                  <p:childTnLst>
                                    <p:set>
                                      <p:cBhvr>
                                        <p:cTn id="21" dur="1" fill="hold">
                                          <p:stCondLst>
                                            <p:cond delay="0"/>
                                          </p:stCondLst>
                                        </p:cTn>
                                        <p:tgtEl>
                                          <p:spTgt spid="106"/>
                                        </p:tgtEl>
                                        <p:attrNameLst>
                                          <p:attrName>style.visibility</p:attrName>
                                        </p:attrNameLst>
                                      </p:cBhvr>
                                      <p:to>
                                        <p:strVal val="visible"/>
                                      </p:to>
                                    </p:set>
                                    <p:anim calcmode="lin" valueType="num">
                                      <p:cBhvr additive="base">
                                        <p:cTn id="22" dur="250" fill="hold"/>
                                        <p:tgtEl>
                                          <p:spTgt spid="106"/>
                                        </p:tgtEl>
                                        <p:attrNameLst>
                                          <p:attrName>ppt_x</p:attrName>
                                        </p:attrNameLst>
                                      </p:cBhvr>
                                      <p:tavLst>
                                        <p:tav tm="0">
                                          <p:val>
                                            <p:strVal val="#ppt_x"/>
                                          </p:val>
                                        </p:tav>
                                        <p:tav tm="100000">
                                          <p:val>
                                            <p:strVal val="#ppt_x"/>
                                          </p:val>
                                        </p:tav>
                                      </p:tavLst>
                                    </p:anim>
                                    <p:anim calcmode="lin" valueType="num">
                                      <p:cBhvr additive="base">
                                        <p:cTn id="23" dur="250" fill="hold"/>
                                        <p:tgtEl>
                                          <p:spTgt spid="106"/>
                                        </p:tgtEl>
                                        <p:attrNameLst>
                                          <p:attrName>ppt_y</p:attrName>
                                        </p:attrNameLst>
                                      </p:cBhvr>
                                      <p:tavLst>
                                        <p:tav tm="0">
                                          <p:val>
                                            <p:strVal val="0-#ppt_h/2"/>
                                          </p:val>
                                        </p:tav>
                                        <p:tav tm="100000">
                                          <p:val>
                                            <p:strVal val="#ppt_y"/>
                                          </p:val>
                                        </p:tav>
                                      </p:tavLst>
                                    </p:anim>
                                  </p:childTnLst>
                                </p:cTn>
                              </p:par>
                            </p:childTnLst>
                          </p:cTn>
                        </p:par>
                        <p:par>
                          <p:cTn id="24" fill="hold">
                            <p:stCondLst>
                              <p:cond delay="1000"/>
                            </p:stCondLst>
                            <p:childTnLst>
                              <p:par>
                                <p:cTn id="25" presetID="2" presetClass="entr" presetSubtype="1" fill="hold" nodeType="afterEffect">
                                  <p:stCondLst>
                                    <p:cond delay="0"/>
                                  </p:stCondLst>
                                  <p:childTnLst>
                                    <p:set>
                                      <p:cBhvr>
                                        <p:cTn id="26" dur="1" fill="hold">
                                          <p:stCondLst>
                                            <p:cond delay="0"/>
                                          </p:stCondLst>
                                        </p:cTn>
                                        <p:tgtEl>
                                          <p:spTgt spid="77"/>
                                        </p:tgtEl>
                                        <p:attrNameLst>
                                          <p:attrName>style.visibility</p:attrName>
                                        </p:attrNameLst>
                                      </p:cBhvr>
                                      <p:to>
                                        <p:strVal val="visible"/>
                                      </p:to>
                                    </p:set>
                                    <p:anim calcmode="lin" valueType="num">
                                      <p:cBhvr additive="base">
                                        <p:cTn id="27" dur="250" fill="hold"/>
                                        <p:tgtEl>
                                          <p:spTgt spid="77"/>
                                        </p:tgtEl>
                                        <p:attrNameLst>
                                          <p:attrName>ppt_x</p:attrName>
                                        </p:attrNameLst>
                                      </p:cBhvr>
                                      <p:tavLst>
                                        <p:tav tm="0">
                                          <p:val>
                                            <p:strVal val="#ppt_x"/>
                                          </p:val>
                                        </p:tav>
                                        <p:tav tm="100000">
                                          <p:val>
                                            <p:strVal val="#ppt_x"/>
                                          </p:val>
                                        </p:tav>
                                      </p:tavLst>
                                    </p:anim>
                                    <p:anim calcmode="lin" valueType="num">
                                      <p:cBhvr additive="base">
                                        <p:cTn id="28" dur="250" fill="hold"/>
                                        <p:tgtEl>
                                          <p:spTgt spid="77"/>
                                        </p:tgtEl>
                                        <p:attrNameLst>
                                          <p:attrName>ppt_y</p:attrName>
                                        </p:attrNameLst>
                                      </p:cBhvr>
                                      <p:tavLst>
                                        <p:tav tm="0">
                                          <p:val>
                                            <p:strVal val="0-#ppt_h/2"/>
                                          </p:val>
                                        </p:tav>
                                        <p:tav tm="100000">
                                          <p:val>
                                            <p:strVal val="#ppt_y"/>
                                          </p:val>
                                        </p:tav>
                                      </p:tavLst>
                                    </p:anim>
                                  </p:childTnLst>
                                </p:cTn>
                              </p:par>
                            </p:childTnLst>
                          </p:cTn>
                        </p:par>
                        <p:par>
                          <p:cTn id="29" fill="hold">
                            <p:stCondLst>
                              <p:cond delay="1250"/>
                            </p:stCondLst>
                            <p:childTnLst>
                              <p:par>
                                <p:cTn id="30" presetID="22" presetClass="entr" presetSubtype="8" fill="hold" nodeType="afterEffect">
                                  <p:stCondLst>
                                    <p:cond delay="0"/>
                                  </p:stCondLst>
                                  <p:childTnLst>
                                    <p:set>
                                      <p:cBhvr>
                                        <p:cTn id="31" dur="1" fill="hold">
                                          <p:stCondLst>
                                            <p:cond delay="0"/>
                                          </p:stCondLst>
                                        </p:cTn>
                                        <p:tgtEl>
                                          <p:spTgt spid="112"/>
                                        </p:tgtEl>
                                        <p:attrNameLst>
                                          <p:attrName>style.visibility</p:attrName>
                                        </p:attrNameLst>
                                      </p:cBhvr>
                                      <p:to>
                                        <p:strVal val="visible"/>
                                      </p:to>
                                    </p:set>
                                    <p:animEffect transition="in" filter="wipe(left)">
                                      <p:cBhvr>
                                        <p:cTn id="32" dur="500"/>
                                        <p:tgtEl>
                                          <p:spTgt spid="112"/>
                                        </p:tgtEl>
                                      </p:cBhvr>
                                    </p:animEffect>
                                  </p:childTnLst>
                                </p:cTn>
                              </p:par>
                            </p:childTnLst>
                          </p:cTn>
                        </p:par>
                        <p:par>
                          <p:cTn id="33" fill="hold">
                            <p:stCondLst>
                              <p:cond delay="1750"/>
                            </p:stCondLst>
                            <p:childTnLst>
                              <p:par>
                                <p:cTn id="34" presetID="12" presetClass="entr" presetSubtype="1" fill="hold" grpId="0" nodeType="afterEffect">
                                  <p:stCondLst>
                                    <p:cond delay="0"/>
                                  </p:stCondLst>
                                  <p:childTnLst>
                                    <p:set>
                                      <p:cBhvr>
                                        <p:cTn id="35" dur="1" fill="hold">
                                          <p:stCondLst>
                                            <p:cond delay="0"/>
                                          </p:stCondLst>
                                        </p:cTn>
                                        <p:tgtEl>
                                          <p:spTgt spid="113"/>
                                        </p:tgtEl>
                                        <p:attrNameLst>
                                          <p:attrName>style.visibility</p:attrName>
                                        </p:attrNameLst>
                                      </p:cBhvr>
                                      <p:to>
                                        <p:strVal val="visible"/>
                                      </p:to>
                                    </p:set>
                                    <p:anim calcmode="lin" valueType="num">
                                      <p:cBhvr additive="base">
                                        <p:cTn id="36" dur="250"/>
                                        <p:tgtEl>
                                          <p:spTgt spid="113"/>
                                        </p:tgtEl>
                                        <p:attrNameLst>
                                          <p:attrName>ppt_y</p:attrName>
                                        </p:attrNameLst>
                                      </p:cBhvr>
                                      <p:tavLst>
                                        <p:tav tm="0">
                                          <p:val>
                                            <p:strVal val="#ppt_y-#ppt_h*1.125000"/>
                                          </p:val>
                                        </p:tav>
                                        <p:tav tm="100000">
                                          <p:val>
                                            <p:strVal val="#ppt_y"/>
                                          </p:val>
                                        </p:tav>
                                      </p:tavLst>
                                    </p:anim>
                                    <p:animEffect transition="in" filter="wipe(down)">
                                      <p:cBhvr>
                                        <p:cTn id="37" dur="250"/>
                                        <p:tgtEl>
                                          <p:spTgt spid="113"/>
                                        </p:tgtEl>
                                      </p:cBhvr>
                                    </p:animEffect>
                                  </p:childTnLst>
                                </p:cTn>
                              </p:par>
                            </p:childTnLst>
                          </p:cTn>
                        </p:par>
                        <p:par>
                          <p:cTn id="38" fill="hold">
                            <p:stCondLst>
                              <p:cond delay="2000"/>
                            </p:stCondLst>
                            <p:childTnLst>
                              <p:par>
                                <p:cTn id="39" presetID="22" presetClass="entr" presetSubtype="2" fill="hold" nodeType="afterEffect">
                                  <p:stCondLst>
                                    <p:cond delay="0"/>
                                  </p:stCondLst>
                                  <p:childTnLst>
                                    <p:set>
                                      <p:cBhvr>
                                        <p:cTn id="40" dur="1" fill="hold">
                                          <p:stCondLst>
                                            <p:cond delay="0"/>
                                          </p:stCondLst>
                                        </p:cTn>
                                        <p:tgtEl>
                                          <p:spTgt spid="114"/>
                                        </p:tgtEl>
                                        <p:attrNameLst>
                                          <p:attrName>style.visibility</p:attrName>
                                        </p:attrNameLst>
                                      </p:cBhvr>
                                      <p:to>
                                        <p:strVal val="visible"/>
                                      </p:to>
                                    </p:set>
                                    <p:animEffect transition="in" filter="wipe(right)">
                                      <p:cBhvr>
                                        <p:cTn id="41" dur="500"/>
                                        <p:tgtEl>
                                          <p:spTgt spid="114"/>
                                        </p:tgtEl>
                                      </p:cBhvr>
                                    </p:animEffect>
                                  </p:childTnLst>
                                </p:cTn>
                              </p:par>
                            </p:childTnLst>
                          </p:cTn>
                        </p:par>
                        <p:par>
                          <p:cTn id="42" fill="hold">
                            <p:stCondLst>
                              <p:cond delay="2500"/>
                            </p:stCondLst>
                            <p:childTnLst>
                              <p:par>
                                <p:cTn id="43" presetID="12" presetClass="entr" presetSubtype="1" fill="hold" grpId="0" nodeType="afterEffect">
                                  <p:stCondLst>
                                    <p:cond delay="0"/>
                                  </p:stCondLst>
                                  <p:childTnLst>
                                    <p:set>
                                      <p:cBhvr>
                                        <p:cTn id="44" dur="1" fill="hold">
                                          <p:stCondLst>
                                            <p:cond delay="0"/>
                                          </p:stCondLst>
                                        </p:cTn>
                                        <p:tgtEl>
                                          <p:spTgt spid="115"/>
                                        </p:tgtEl>
                                        <p:attrNameLst>
                                          <p:attrName>style.visibility</p:attrName>
                                        </p:attrNameLst>
                                      </p:cBhvr>
                                      <p:to>
                                        <p:strVal val="visible"/>
                                      </p:to>
                                    </p:set>
                                    <p:anim calcmode="lin" valueType="num">
                                      <p:cBhvr additive="base">
                                        <p:cTn id="45" dur="250"/>
                                        <p:tgtEl>
                                          <p:spTgt spid="115"/>
                                        </p:tgtEl>
                                        <p:attrNameLst>
                                          <p:attrName>ppt_y</p:attrName>
                                        </p:attrNameLst>
                                      </p:cBhvr>
                                      <p:tavLst>
                                        <p:tav tm="0">
                                          <p:val>
                                            <p:strVal val="#ppt_y-#ppt_h*1.125000"/>
                                          </p:val>
                                        </p:tav>
                                        <p:tav tm="100000">
                                          <p:val>
                                            <p:strVal val="#ppt_y"/>
                                          </p:val>
                                        </p:tav>
                                      </p:tavLst>
                                    </p:anim>
                                    <p:animEffect transition="in" filter="wipe(down)">
                                      <p:cBhvr>
                                        <p:cTn id="46" dur="250"/>
                                        <p:tgtEl>
                                          <p:spTgt spid="115"/>
                                        </p:tgtEl>
                                      </p:cBhvr>
                                    </p:animEffect>
                                  </p:childTnLst>
                                </p:cTn>
                              </p:par>
                            </p:childTnLst>
                          </p:cTn>
                        </p:par>
                        <p:par>
                          <p:cTn id="47" fill="hold">
                            <p:stCondLst>
                              <p:cond delay="2750"/>
                            </p:stCondLst>
                            <p:childTnLst>
                              <p:par>
                                <p:cTn id="48" presetID="22" presetClass="entr" presetSubtype="8" fill="hold" nodeType="afterEffect">
                                  <p:stCondLst>
                                    <p:cond delay="0"/>
                                  </p:stCondLst>
                                  <p:childTnLst>
                                    <p:set>
                                      <p:cBhvr>
                                        <p:cTn id="49" dur="1" fill="hold">
                                          <p:stCondLst>
                                            <p:cond delay="0"/>
                                          </p:stCondLst>
                                        </p:cTn>
                                        <p:tgtEl>
                                          <p:spTgt spid="116"/>
                                        </p:tgtEl>
                                        <p:attrNameLst>
                                          <p:attrName>style.visibility</p:attrName>
                                        </p:attrNameLst>
                                      </p:cBhvr>
                                      <p:to>
                                        <p:strVal val="visible"/>
                                      </p:to>
                                    </p:set>
                                    <p:animEffect transition="in" filter="wipe(left)">
                                      <p:cBhvr>
                                        <p:cTn id="50" dur="500"/>
                                        <p:tgtEl>
                                          <p:spTgt spid="116"/>
                                        </p:tgtEl>
                                      </p:cBhvr>
                                    </p:animEffect>
                                  </p:childTnLst>
                                </p:cTn>
                              </p:par>
                            </p:childTnLst>
                          </p:cTn>
                        </p:par>
                        <p:par>
                          <p:cTn id="51" fill="hold">
                            <p:stCondLst>
                              <p:cond delay="3250"/>
                            </p:stCondLst>
                            <p:childTnLst>
                              <p:par>
                                <p:cTn id="52" presetID="12" presetClass="entr" presetSubtype="1" fill="hold" grpId="0" nodeType="afterEffect">
                                  <p:stCondLst>
                                    <p:cond delay="0"/>
                                  </p:stCondLst>
                                  <p:childTnLst>
                                    <p:set>
                                      <p:cBhvr>
                                        <p:cTn id="53" dur="1" fill="hold">
                                          <p:stCondLst>
                                            <p:cond delay="0"/>
                                          </p:stCondLst>
                                        </p:cTn>
                                        <p:tgtEl>
                                          <p:spTgt spid="117"/>
                                        </p:tgtEl>
                                        <p:attrNameLst>
                                          <p:attrName>style.visibility</p:attrName>
                                        </p:attrNameLst>
                                      </p:cBhvr>
                                      <p:to>
                                        <p:strVal val="visible"/>
                                      </p:to>
                                    </p:set>
                                    <p:anim calcmode="lin" valueType="num">
                                      <p:cBhvr additive="base">
                                        <p:cTn id="54" dur="250"/>
                                        <p:tgtEl>
                                          <p:spTgt spid="117"/>
                                        </p:tgtEl>
                                        <p:attrNameLst>
                                          <p:attrName>ppt_y</p:attrName>
                                        </p:attrNameLst>
                                      </p:cBhvr>
                                      <p:tavLst>
                                        <p:tav tm="0">
                                          <p:val>
                                            <p:strVal val="#ppt_y-#ppt_h*1.125000"/>
                                          </p:val>
                                        </p:tav>
                                        <p:tav tm="100000">
                                          <p:val>
                                            <p:strVal val="#ppt_y"/>
                                          </p:val>
                                        </p:tav>
                                      </p:tavLst>
                                    </p:anim>
                                    <p:animEffect transition="in" filter="wipe(down)">
                                      <p:cBhvr>
                                        <p:cTn id="55" dur="250"/>
                                        <p:tgtEl>
                                          <p:spTgt spid="117"/>
                                        </p:tgtEl>
                                      </p:cBhvr>
                                    </p:animEffect>
                                  </p:childTnLst>
                                </p:cTn>
                              </p:par>
                            </p:childTnLst>
                          </p:cTn>
                        </p:par>
                        <p:par>
                          <p:cTn id="56" fill="hold">
                            <p:stCondLst>
                              <p:cond delay="3500"/>
                            </p:stCondLst>
                            <p:childTnLst>
                              <p:par>
                                <p:cTn id="57" presetID="22" presetClass="entr" presetSubtype="2" fill="hold" nodeType="afterEffect">
                                  <p:stCondLst>
                                    <p:cond delay="0"/>
                                  </p:stCondLst>
                                  <p:childTnLst>
                                    <p:set>
                                      <p:cBhvr>
                                        <p:cTn id="58" dur="1" fill="hold">
                                          <p:stCondLst>
                                            <p:cond delay="0"/>
                                          </p:stCondLst>
                                        </p:cTn>
                                        <p:tgtEl>
                                          <p:spTgt spid="118"/>
                                        </p:tgtEl>
                                        <p:attrNameLst>
                                          <p:attrName>style.visibility</p:attrName>
                                        </p:attrNameLst>
                                      </p:cBhvr>
                                      <p:to>
                                        <p:strVal val="visible"/>
                                      </p:to>
                                    </p:set>
                                    <p:animEffect transition="in" filter="wipe(right)">
                                      <p:cBhvr>
                                        <p:cTn id="59" dur="500"/>
                                        <p:tgtEl>
                                          <p:spTgt spid="118"/>
                                        </p:tgtEl>
                                      </p:cBhvr>
                                    </p:animEffect>
                                  </p:childTnLst>
                                </p:cTn>
                              </p:par>
                            </p:childTnLst>
                          </p:cTn>
                        </p:par>
                        <p:par>
                          <p:cTn id="60" fill="hold">
                            <p:stCondLst>
                              <p:cond delay="4000"/>
                            </p:stCondLst>
                            <p:childTnLst>
                              <p:par>
                                <p:cTn id="61" presetID="12" presetClass="entr" presetSubtype="1" fill="hold" grpId="0" nodeType="afterEffect">
                                  <p:stCondLst>
                                    <p:cond delay="0"/>
                                  </p:stCondLst>
                                  <p:childTnLst>
                                    <p:set>
                                      <p:cBhvr>
                                        <p:cTn id="62" dur="1" fill="hold">
                                          <p:stCondLst>
                                            <p:cond delay="0"/>
                                          </p:stCondLst>
                                        </p:cTn>
                                        <p:tgtEl>
                                          <p:spTgt spid="119"/>
                                        </p:tgtEl>
                                        <p:attrNameLst>
                                          <p:attrName>style.visibility</p:attrName>
                                        </p:attrNameLst>
                                      </p:cBhvr>
                                      <p:to>
                                        <p:strVal val="visible"/>
                                      </p:to>
                                    </p:set>
                                    <p:anim calcmode="lin" valueType="num">
                                      <p:cBhvr additive="base">
                                        <p:cTn id="63" dur="250"/>
                                        <p:tgtEl>
                                          <p:spTgt spid="119"/>
                                        </p:tgtEl>
                                        <p:attrNameLst>
                                          <p:attrName>ppt_y</p:attrName>
                                        </p:attrNameLst>
                                      </p:cBhvr>
                                      <p:tavLst>
                                        <p:tav tm="0">
                                          <p:val>
                                            <p:strVal val="#ppt_y-#ppt_h*1.125000"/>
                                          </p:val>
                                        </p:tav>
                                        <p:tav tm="100000">
                                          <p:val>
                                            <p:strVal val="#ppt_y"/>
                                          </p:val>
                                        </p:tav>
                                      </p:tavLst>
                                    </p:anim>
                                    <p:animEffect transition="in" filter="wipe(down)">
                                      <p:cBhvr>
                                        <p:cTn id="64" dur="250"/>
                                        <p:tgtEl>
                                          <p:spTgt spid="119"/>
                                        </p:tgtEl>
                                      </p:cBhvr>
                                    </p:animEffect>
                                  </p:childTnLst>
                                </p:cTn>
                              </p:par>
                            </p:childTnLst>
                          </p:cTn>
                        </p:par>
                        <p:par>
                          <p:cTn id="65" fill="hold">
                            <p:stCondLst>
                              <p:cond delay="4250"/>
                            </p:stCondLst>
                            <p:childTnLst>
                              <p:par>
                                <p:cTn id="66" presetID="22" presetClass="entr" presetSubtype="2" fill="hold" nodeType="afterEffect">
                                  <p:stCondLst>
                                    <p:cond delay="0"/>
                                  </p:stCondLst>
                                  <p:childTnLst>
                                    <p:set>
                                      <p:cBhvr>
                                        <p:cTn id="67" dur="1" fill="hold">
                                          <p:stCondLst>
                                            <p:cond delay="0"/>
                                          </p:stCondLst>
                                        </p:cTn>
                                        <p:tgtEl>
                                          <p:spTgt spid="120"/>
                                        </p:tgtEl>
                                        <p:attrNameLst>
                                          <p:attrName>style.visibility</p:attrName>
                                        </p:attrNameLst>
                                      </p:cBhvr>
                                      <p:to>
                                        <p:strVal val="visible"/>
                                      </p:to>
                                    </p:set>
                                    <p:animEffect transition="in" filter="wipe(right)">
                                      <p:cBhvr>
                                        <p:cTn id="68" dur="500"/>
                                        <p:tgtEl>
                                          <p:spTgt spid="120"/>
                                        </p:tgtEl>
                                      </p:cBhvr>
                                    </p:animEffect>
                                  </p:childTnLst>
                                </p:cTn>
                              </p:par>
                            </p:childTnLst>
                          </p:cTn>
                        </p:par>
                        <p:par>
                          <p:cTn id="69" fill="hold">
                            <p:stCondLst>
                              <p:cond delay="4750"/>
                            </p:stCondLst>
                            <p:childTnLst>
                              <p:par>
                                <p:cTn id="70" presetID="12" presetClass="entr" presetSubtype="1" fill="hold" grpId="0" nodeType="afterEffect">
                                  <p:stCondLst>
                                    <p:cond delay="0"/>
                                  </p:stCondLst>
                                  <p:childTnLst>
                                    <p:set>
                                      <p:cBhvr>
                                        <p:cTn id="71" dur="1" fill="hold">
                                          <p:stCondLst>
                                            <p:cond delay="0"/>
                                          </p:stCondLst>
                                        </p:cTn>
                                        <p:tgtEl>
                                          <p:spTgt spid="121"/>
                                        </p:tgtEl>
                                        <p:attrNameLst>
                                          <p:attrName>style.visibility</p:attrName>
                                        </p:attrNameLst>
                                      </p:cBhvr>
                                      <p:to>
                                        <p:strVal val="visible"/>
                                      </p:to>
                                    </p:set>
                                    <p:anim calcmode="lin" valueType="num">
                                      <p:cBhvr additive="base">
                                        <p:cTn id="72" dur="250"/>
                                        <p:tgtEl>
                                          <p:spTgt spid="121"/>
                                        </p:tgtEl>
                                        <p:attrNameLst>
                                          <p:attrName>ppt_y</p:attrName>
                                        </p:attrNameLst>
                                      </p:cBhvr>
                                      <p:tavLst>
                                        <p:tav tm="0">
                                          <p:val>
                                            <p:strVal val="#ppt_y-#ppt_h*1.125000"/>
                                          </p:val>
                                        </p:tav>
                                        <p:tav tm="100000">
                                          <p:val>
                                            <p:strVal val="#ppt_y"/>
                                          </p:val>
                                        </p:tav>
                                      </p:tavLst>
                                    </p:anim>
                                    <p:animEffect transition="in" filter="wipe(down)">
                                      <p:cBhvr>
                                        <p:cTn id="73" dur="25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p:bldP spid="115" grpId="0"/>
      <p:bldP spid="117" grpId="0"/>
      <p:bldP spid="119" grpId="0"/>
      <p:bldP spid="1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1293735" y="2844068"/>
            <a:ext cx="1443962" cy="2299432"/>
          </a:xfrm>
          <a:prstGeom prst="rect">
            <a:avLst/>
          </a:prstGeom>
          <a:solidFill>
            <a:schemeClr val="accent1"/>
          </a:solidFill>
          <a:ln>
            <a:noFill/>
          </a:ln>
        </p:spPr>
        <p:txBody>
          <a:bodyPr lIns="68571" tIns="34285" rIns="68571" bIns="34285"/>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2100" b="0" i="0" u="none" strike="noStrike" kern="1200" cap="none" spc="0" normalizeH="0" baseline="0" noProof="0">
              <a:ln>
                <a:noFill/>
              </a:ln>
              <a:solidFill>
                <a:prstClr val="black"/>
              </a:solidFill>
              <a:effectLst/>
              <a:uLnTx/>
              <a:uFillTx/>
              <a:latin typeface="微软雅黑" pitchFamily="34" charset="-122"/>
              <a:ea typeface="微软雅黑" pitchFamily="34" charset="-122"/>
              <a:cs typeface="+mn-cs"/>
            </a:endParaRPr>
          </a:p>
        </p:txBody>
      </p:sp>
      <p:sp>
        <p:nvSpPr>
          <p:cNvPr id="3" name="Rectangle 6"/>
          <p:cNvSpPr>
            <a:spLocks noChangeArrowheads="1"/>
          </p:cNvSpPr>
          <p:nvPr/>
        </p:nvSpPr>
        <p:spPr bwMode="auto">
          <a:xfrm>
            <a:off x="2982399" y="3362247"/>
            <a:ext cx="1459487" cy="1781254"/>
          </a:xfrm>
          <a:prstGeom prst="rect">
            <a:avLst/>
          </a:prstGeom>
          <a:solidFill>
            <a:schemeClr val="accent2"/>
          </a:solidFill>
          <a:ln>
            <a:noFill/>
          </a:ln>
        </p:spPr>
        <p:txBody>
          <a:bodyPr lIns="68571" tIns="34285" rIns="68571" bIns="34285"/>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2100" b="0" i="0" u="none" strike="noStrike" kern="1200" cap="none" spc="0" normalizeH="0" baseline="0" noProof="0">
              <a:ln>
                <a:noFill/>
              </a:ln>
              <a:solidFill>
                <a:prstClr val="black"/>
              </a:solidFill>
              <a:effectLst/>
              <a:uLnTx/>
              <a:uFillTx/>
              <a:latin typeface="微软雅黑" pitchFamily="34" charset="-122"/>
              <a:ea typeface="微软雅黑" pitchFamily="34" charset="-122"/>
              <a:cs typeface="+mn-cs"/>
            </a:endParaRPr>
          </a:p>
        </p:txBody>
      </p:sp>
      <p:sp>
        <p:nvSpPr>
          <p:cNvPr id="4" name="Rectangle 7"/>
          <p:cNvSpPr>
            <a:spLocks noChangeArrowheads="1"/>
          </p:cNvSpPr>
          <p:nvPr/>
        </p:nvSpPr>
        <p:spPr bwMode="auto">
          <a:xfrm>
            <a:off x="4686588" y="3892520"/>
            <a:ext cx="1459487" cy="1250982"/>
          </a:xfrm>
          <a:prstGeom prst="rect">
            <a:avLst/>
          </a:prstGeom>
          <a:solidFill>
            <a:schemeClr val="accent3"/>
          </a:solidFill>
          <a:ln>
            <a:noFill/>
          </a:ln>
        </p:spPr>
        <p:txBody>
          <a:bodyPr lIns="68571" tIns="34285" rIns="68571" bIns="34285"/>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2100" b="0" i="0" u="none" strike="noStrike" kern="1200" cap="none" spc="0" normalizeH="0" baseline="0" noProof="0">
              <a:ln>
                <a:noFill/>
              </a:ln>
              <a:solidFill>
                <a:prstClr val="black"/>
              </a:solidFill>
              <a:effectLst/>
              <a:uLnTx/>
              <a:uFillTx/>
              <a:latin typeface="微软雅黑" pitchFamily="34" charset="-122"/>
              <a:ea typeface="微软雅黑" pitchFamily="34" charset="-122"/>
              <a:cs typeface="+mn-cs"/>
            </a:endParaRPr>
          </a:p>
        </p:txBody>
      </p:sp>
      <p:sp>
        <p:nvSpPr>
          <p:cNvPr id="5" name="Rectangle 8"/>
          <p:cNvSpPr>
            <a:spLocks noChangeArrowheads="1"/>
          </p:cNvSpPr>
          <p:nvPr/>
        </p:nvSpPr>
        <p:spPr bwMode="auto">
          <a:xfrm>
            <a:off x="6390778" y="2153052"/>
            <a:ext cx="1459487" cy="2990450"/>
          </a:xfrm>
          <a:prstGeom prst="rect">
            <a:avLst/>
          </a:prstGeom>
          <a:solidFill>
            <a:schemeClr val="accent4"/>
          </a:solidFill>
          <a:ln>
            <a:noFill/>
          </a:ln>
        </p:spPr>
        <p:txBody>
          <a:bodyPr lIns="68571" tIns="34285" rIns="68571" bIns="34285"/>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2100" b="0" i="0" u="none" strike="noStrike" kern="1200" cap="none" spc="0" normalizeH="0" baseline="0" noProof="0">
              <a:ln>
                <a:noFill/>
              </a:ln>
              <a:solidFill>
                <a:prstClr val="black"/>
              </a:solidFill>
              <a:effectLst/>
              <a:uLnTx/>
              <a:uFillTx/>
              <a:latin typeface="微软雅黑" pitchFamily="34" charset="-122"/>
              <a:ea typeface="微软雅黑" pitchFamily="34" charset="-122"/>
              <a:cs typeface="+mn-cs"/>
            </a:endParaRPr>
          </a:p>
        </p:txBody>
      </p:sp>
      <p:sp>
        <p:nvSpPr>
          <p:cNvPr id="6" name="TextBox 682"/>
          <p:cNvSpPr txBox="1"/>
          <p:nvPr/>
        </p:nvSpPr>
        <p:spPr>
          <a:xfrm>
            <a:off x="1549365" y="2988229"/>
            <a:ext cx="932702" cy="530792"/>
          </a:xfrm>
          <a:prstGeom prst="rect">
            <a:avLst/>
          </a:prstGeom>
          <a:noFill/>
        </p:spPr>
        <p:txBody>
          <a:bodyPr wrap="none" lIns="68571" tIns="34285" rIns="68571" bIns="34285">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marL="0" marR="0" lvl="0" indent="0" algn="l" defTabSz="816337" rtl="0" eaLnBrk="1" fontAlgn="base" latinLnBrk="0" hangingPunct="1">
              <a:lnSpc>
                <a:spcPct val="100000"/>
              </a:lnSpc>
              <a:spcBef>
                <a:spcPct val="0"/>
              </a:spcBef>
              <a:spcAft>
                <a:spcPct val="0"/>
              </a:spcAft>
              <a:buClrTx/>
              <a:buSzTx/>
              <a:buFontTx/>
              <a:buNone/>
              <a:tabLst/>
              <a:defRPr/>
            </a:pPr>
            <a:r>
              <a:rPr kumimoji="0" lang="en-US" altLang="zh-CN" sz="3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itchFamily="34" charset="0"/>
              </a:rPr>
              <a:t>52%</a:t>
            </a:r>
            <a:endParaRPr kumimoji="0" lang="zh-CN" altLang="en-US" sz="3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itchFamily="34" charset="0"/>
            </a:endParaRPr>
          </a:p>
        </p:txBody>
      </p:sp>
      <p:sp>
        <p:nvSpPr>
          <p:cNvPr id="7" name="TextBox 682"/>
          <p:cNvSpPr txBox="1"/>
          <p:nvPr/>
        </p:nvSpPr>
        <p:spPr>
          <a:xfrm>
            <a:off x="3113109" y="3495465"/>
            <a:ext cx="1198067" cy="684793"/>
          </a:xfrm>
          <a:prstGeom prst="rect">
            <a:avLst/>
          </a:prstGeom>
          <a:noFill/>
        </p:spPr>
        <p:txBody>
          <a:bodyPr wrap="none" lIns="68571" tIns="34285" rIns="68571" bIns="34285">
            <a:spAutoFit/>
          </a:bodyPr>
          <a:lstStyle>
            <a:defPPr>
              <a:defRPr lang="zh-CN"/>
            </a:defPPr>
            <a:lvl1pPr fontAlgn="base">
              <a:spcBef>
                <a:spcPct val="0"/>
              </a:spcBef>
              <a:spcAft>
                <a:spcPct val="0"/>
              </a:spcAft>
              <a:defRPr sz="40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Arial" pitchFamily="34" charset="0"/>
              </a:defRPr>
            </a:lvl1pPr>
            <a:lvl2pPr fontAlgn="base">
              <a:spcBef>
                <a:spcPct val="0"/>
              </a:spcBef>
              <a:spcAft>
                <a:spcPct val="0"/>
              </a:spcAft>
              <a:defRPr>
                <a:latin typeface="Calibri" pitchFamily="34" charset="0"/>
                <a:ea typeface="宋体" pitchFamily="2" charset="-122"/>
              </a:defRPr>
            </a:lvl2pPr>
            <a:lvl3pPr fontAlgn="base">
              <a:spcBef>
                <a:spcPct val="0"/>
              </a:spcBef>
              <a:spcAft>
                <a:spcPct val="0"/>
              </a:spcAft>
              <a:defRPr>
                <a:latin typeface="Calibri" pitchFamily="34" charset="0"/>
                <a:ea typeface="宋体" pitchFamily="2" charset="-122"/>
              </a:defRPr>
            </a:lvl3pPr>
            <a:lvl4pPr fontAlgn="base">
              <a:spcBef>
                <a:spcPct val="0"/>
              </a:spcBef>
              <a:spcAft>
                <a:spcPct val="0"/>
              </a:spcAft>
              <a:defRPr>
                <a:latin typeface="Calibri" pitchFamily="34" charset="0"/>
                <a:ea typeface="宋体" pitchFamily="2" charset="-122"/>
              </a:defRPr>
            </a:lvl4pPr>
            <a:lvl5pPr fontAlgn="base">
              <a:spcBef>
                <a:spcPct val="0"/>
              </a:spcBef>
              <a:spcAft>
                <a:spcPct val="0"/>
              </a:spcAft>
              <a:defRPr>
                <a:latin typeface="Calibri" pitchFamily="34" charset="0"/>
                <a:ea typeface="宋体" pitchFamily="2" charset="-122"/>
              </a:defRPr>
            </a:lvl5pPr>
            <a:lvl6pPr>
              <a:defRPr>
                <a:latin typeface="Calibri" pitchFamily="34" charset="0"/>
                <a:ea typeface="宋体" pitchFamily="2" charset="-122"/>
              </a:defRPr>
            </a:lvl6pPr>
            <a:lvl7pPr>
              <a:defRPr>
                <a:latin typeface="Calibri" pitchFamily="34" charset="0"/>
                <a:ea typeface="宋体" pitchFamily="2" charset="-122"/>
              </a:defRPr>
            </a:lvl7pPr>
            <a:lvl8pPr>
              <a:defRPr>
                <a:latin typeface="Calibri" pitchFamily="34" charset="0"/>
                <a:ea typeface="宋体" pitchFamily="2" charset="-122"/>
              </a:defRPr>
            </a:lvl8pPr>
            <a:lvl9pPr>
              <a:defRPr>
                <a:latin typeface="Calibri" pitchFamily="34" charset="0"/>
                <a:ea typeface="宋体" pitchFamily="2" charset="-122"/>
              </a:defRPr>
            </a:lvl9pPr>
          </a:lstStyle>
          <a:p>
            <a:pPr marL="0" marR="0" lvl="0" indent="0" algn="l" defTabSz="816337" rtl="0" eaLnBrk="1" fontAlgn="base" latinLnBrk="0" hangingPunct="1">
              <a:lnSpc>
                <a:spcPct val="100000"/>
              </a:lnSpc>
              <a:spcBef>
                <a:spcPct val="0"/>
              </a:spcBef>
              <a:spcAft>
                <a:spcPct val="0"/>
              </a:spcAft>
              <a:buClrTx/>
              <a:buSzTx/>
              <a:buFontTx/>
              <a:buNone/>
              <a:tabLst/>
              <a:defRPr/>
            </a:pPr>
            <a:r>
              <a:rPr kumimoji="0" lang="en-US" altLang="zh-CN" sz="4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itchFamily="34" charset="0"/>
              </a:rPr>
              <a:t>45%</a:t>
            </a:r>
            <a:endParaRPr kumimoji="0" lang="zh-CN" altLang="en-US" sz="4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itchFamily="34" charset="0"/>
            </a:endParaRPr>
          </a:p>
        </p:txBody>
      </p:sp>
      <p:sp>
        <p:nvSpPr>
          <p:cNvPr id="8" name="TextBox 682"/>
          <p:cNvSpPr txBox="1"/>
          <p:nvPr/>
        </p:nvSpPr>
        <p:spPr>
          <a:xfrm>
            <a:off x="4817298" y="3931830"/>
            <a:ext cx="1198067" cy="684793"/>
          </a:xfrm>
          <a:prstGeom prst="rect">
            <a:avLst/>
          </a:prstGeom>
          <a:noFill/>
        </p:spPr>
        <p:txBody>
          <a:bodyPr wrap="none" lIns="68571" tIns="34285" rIns="68571" bIns="34285">
            <a:spAutoFit/>
          </a:bodyPr>
          <a:lstStyle>
            <a:defPPr>
              <a:defRPr lang="zh-CN"/>
            </a:defPPr>
            <a:lvl1pPr fontAlgn="base">
              <a:spcBef>
                <a:spcPct val="0"/>
              </a:spcBef>
              <a:spcAft>
                <a:spcPct val="0"/>
              </a:spcAft>
              <a:defRPr sz="40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Arial" pitchFamily="34" charset="0"/>
              </a:defRPr>
            </a:lvl1pPr>
            <a:lvl2pPr fontAlgn="base">
              <a:spcBef>
                <a:spcPct val="0"/>
              </a:spcBef>
              <a:spcAft>
                <a:spcPct val="0"/>
              </a:spcAft>
              <a:defRPr>
                <a:latin typeface="Calibri" pitchFamily="34" charset="0"/>
                <a:ea typeface="宋体" pitchFamily="2" charset="-122"/>
              </a:defRPr>
            </a:lvl2pPr>
            <a:lvl3pPr fontAlgn="base">
              <a:spcBef>
                <a:spcPct val="0"/>
              </a:spcBef>
              <a:spcAft>
                <a:spcPct val="0"/>
              </a:spcAft>
              <a:defRPr>
                <a:latin typeface="Calibri" pitchFamily="34" charset="0"/>
                <a:ea typeface="宋体" pitchFamily="2" charset="-122"/>
              </a:defRPr>
            </a:lvl3pPr>
            <a:lvl4pPr fontAlgn="base">
              <a:spcBef>
                <a:spcPct val="0"/>
              </a:spcBef>
              <a:spcAft>
                <a:spcPct val="0"/>
              </a:spcAft>
              <a:defRPr>
                <a:latin typeface="Calibri" pitchFamily="34" charset="0"/>
                <a:ea typeface="宋体" pitchFamily="2" charset="-122"/>
              </a:defRPr>
            </a:lvl4pPr>
            <a:lvl5pPr fontAlgn="base">
              <a:spcBef>
                <a:spcPct val="0"/>
              </a:spcBef>
              <a:spcAft>
                <a:spcPct val="0"/>
              </a:spcAft>
              <a:defRPr>
                <a:latin typeface="Calibri" pitchFamily="34" charset="0"/>
                <a:ea typeface="宋体" pitchFamily="2" charset="-122"/>
              </a:defRPr>
            </a:lvl5pPr>
            <a:lvl6pPr>
              <a:defRPr>
                <a:latin typeface="Calibri" pitchFamily="34" charset="0"/>
                <a:ea typeface="宋体" pitchFamily="2" charset="-122"/>
              </a:defRPr>
            </a:lvl6pPr>
            <a:lvl7pPr>
              <a:defRPr>
                <a:latin typeface="Calibri" pitchFamily="34" charset="0"/>
                <a:ea typeface="宋体" pitchFamily="2" charset="-122"/>
              </a:defRPr>
            </a:lvl7pPr>
            <a:lvl8pPr>
              <a:defRPr>
                <a:latin typeface="Calibri" pitchFamily="34" charset="0"/>
                <a:ea typeface="宋体" pitchFamily="2" charset="-122"/>
              </a:defRPr>
            </a:lvl8pPr>
            <a:lvl9pPr>
              <a:defRPr>
                <a:latin typeface="Calibri" pitchFamily="34" charset="0"/>
                <a:ea typeface="宋体" pitchFamily="2" charset="-122"/>
              </a:defRPr>
            </a:lvl9pPr>
          </a:lstStyle>
          <a:p>
            <a:pPr marL="0" marR="0" lvl="0" indent="0" algn="l" defTabSz="816337" rtl="0" eaLnBrk="1" fontAlgn="base" latinLnBrk="0" hangingPunct="1">
              <a:lnSpc>
                <a:spcPct val="100000"/>
              </a:lnSpc>
              <a:spcBef>
                <a:spcPct val="0"/>
              </a:spcBef>
              <a:spcAft>
                <a:spcPct val="0"/>
              </a:spcAft>
              <a:buClrTx/>
              <a:buSzTx/>
              <a:buFontTx/>
              <a:buNone/>
              <a:tabLst/>
              <a:defRPr/>
            </a:pPr>
            <a:r>
              <a:rPr kumimoji="0" lang="en-US" altLang="zh-CN" sz="4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itchFamily="34" charset="0"/>
              </a:rPr>
              <a:t>39%</a:t>
            </a:r>
            <a:endParaRPr kumimoji="0" lang="zh-CN" altLang="en-US" sz="4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itchFamily="34" charset="0"/>
            </a:endParaRPr>
          </a:p>
        </p:txBody>
      </p:sp>
      <p:sp>
        <p:nvSpPr>
          <p:cNvPr id="9" name="TextBox 682"/>
          <p:cNvSpPr txBox="1"/>
          <p:nvPr/>
        </p:nvSpPr>
        <p:spPr>
          <a:xfrm>
            <a:off x="6521488" y="2276557"/>
            <a:ext cx="1198067" cy="684793"/>
          </a:xfrm>
          <a:prstGeom prst="rect">
            <a:avLst/>
          </a:prstGeom>
          <a:noFill/>
        </p:spPr>
        <p:txBody>
          <a:bodyPr wrap="none" lIns="68571" tIns="34285" rIns="68571" bIns="34285">
            <a:spAutoFit/>
          </a:bodyPr>
          <a:lstStyle>
            <a:defPPr>
              <a:defRPr lang="zh-CN"/>
            </a:defPPr>
            <a:lvl1pPr fontAlgn="base">
              <a:spcBef>
                <a:spcPct val="0"/>
              </a:spcBef>
              <a:spcAft>
                <a:spcPct val="0"/>
              </a:spcAft>
              <a:defRPr sz="40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Arial" pitchFamily="34" charset="0"/>
              </a:defRPr>
            </a:lvl1pPr>
            <a:lvl2pPr fontAlgn="base">
              <a:spcBef>
                <a:spcPct val="0"/>
              </a:spcBef>
              <a:spcAft>
                <a:spcPct val="0"/>
              </a:spcAft>
              <a:defRPr>
                <a:latin typeface="Calibri" pitchFamily="34" charset="0"/>
                <a:ea typeface="宋体" pitchFamily="2" charset="-122"/>
              </a:defRPr>
            </a:lvl2pPr>
            <a:lvl3pPr fontAlgn="base">
              <a:spcBef>
                <a:spcPct val="0"/>
              </a:spcBef>
              <a:spcAft>
                <a:spcPct val="0"/>
              </a:spcAft>
              <a:defRPr>
                <a:latin typeface="Calibri" pitchFamily="34" charset="0"/>
                <a:ea typeface="宋体" pitchFamily="2" charset="-122"/>
              </a:defRPr>
            </a:lvl3pPr>
            <a:lvl4pPr fontAlgn="base">
              <a:spcBef>
                <a:spcPct val="0"/>
              </a:spcBef>
              <a:spcAft>
                <a:spcPct val="0"/>
              </a:spcAft>
              <a:defRPr>
                <a:latin typeface="Calibri" pitchFamily="34" charset="0"/>
                <a:ea typeface="宋体" pitchFamily="2" charset="-122"/>
              </a:defRPr>
            </a:lvl4pPr>
            <a:lvl5pPr fontAlgn="base">
              <a:spcBef>
                <a:spcPct val="0"/>
              </a:spcBef>
              <a:spcAft>
                <a:spcPct val="0"/>
              </a:spcAft>
              <a:defRPr>
                <a:latin typeface="Calibri" pitchFamily="34" charset="0"/>
                <a:ea typeface="宋体" pitchFamily="2" charset="-122"/>
              </a:defRPr>
            </a:lvl5pPr>
            <a:lvl6pPr>
              <a:defRPr>
                <a:latin typeface="Calibri" pitchFamily="34" charset="0"/>
                <a:ea typeface="宋体" pitchFamily="2" charset="-122"/>
              </a:defRPr>
            </a:lvl6pPr>
            <a:lvl7pPr>
              <a:defRPr>
                <a:latin typeface="Calibri" pitchFamily="34" charset="0"/>
                <a:ea typeface="宋体" pitchFamily="2" charset="-122"/>
              </a:defRPr>
            </a:lvl7pPr>
            <a:lvl8pPr>
              <a:defRPr>
                <a:latin typeface="Calibri" pitchFamily="34" charset="0"/>
                <a:ea typeface="宋体" pitchFamily="2" charset="-122"/>
              </a:defRPr>
            </a:lvl8pPr>
            <a:lvl9pPr>
              <a:defRPr>
                <a:latin typeface="Calibri" pitchFamily="34" charset="0"/>
                <a:ea typeface="宋体" pitchFamily="2" charset="-122"/>
              </a:defRPr>
            </a:lvl9pPr>
          </a:lstStyle>
          <a:p>
            <a:pPr marL="0" marR="0" lvl="0" indent="0" algn="l" defTabSz="816337" rtl="0" eaLnBrk="1" fontAlgn="base" latinLnBrk="0" hangingPunct="1">
              <a:lnSpc>
                <a:spcPct val="100000"/>
              </a:lnSpc>
              <a:spcBef>
                <a:spcPct val="0"/>
              </a:spcBef>
              <a:spcAft>
                <a:spcPct val="0"/>
              </a:spcAft>
              <a:buClrTx/>
              <a:buSzTx/>
              <a:buFontTx/>
              <a:buNone/>
              <a:tabLst/>
              <a:defRPr/>
            </a:pPr>
            <a:r>
              <a:rPr kumimoji="0" lang="en-US" altLang="zh-CN" sz="4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itchFamily="34" charset="0"/>
              </a:rPr>
              <a:t>70%</a:t>
            </a:r>
            <a:endParaRPr kumimoji="0" lang="zh-CN" altLang="en-US" sz="40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Arial" pitchFamily="34" charset="0"/>
            </a:endParaRPr>
          </a:p>
        </p:txBody>
      </p:sp>
      <p:sp>
        <p:nvSpPr>
          <p:cNvPr id="10" name="Copyright Notice"/>
          <p:cNvSpPr>
            <a:spLocks/>
          </p:cNvSpPr>
          <p:nvPr/>
        </p:nvSpPr>
        <p:spPr bwMode="auto">
          <a:xfrm>
            <a:off x="1488471" y="2429691"/>
            <a:ext cx="1054490" cy="270668"/>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53993" tIns="24297" rIns="53993" bIns="24297" rtlCol="0" anchor="t">
            <a:spAutoFit/>
          </a:bodyPr>
          <a:lstStyle/>
          <a:p>
            <a:pPr marL="0" marR="0" lvl="0" indent="0" algn="l" defTabSz="816337" rtl="0" eaLnBrk="1" fontAlgn="auto" latinLnBrk="0" hangingPunct="1">
              <a:lnSpc>
                <a:spcPct val="90000"/>
              </a:lnSpc>
              <a:spcBef>
                <a:spcPts val="0"/>
              </a:spcBef>
              <a:spcAft>
                <a:spcPts val="0"/>
              </a:spcAft>
              <a:buClrTx/>
              <a:buSzTx/>
              <a:buFontTx/>
              <a:buNone/>
              <a:tabLst/>
              <a:defRPr/>
            </a:pPr>
            <a:r>
              <a:rPr kumimoji="0" lang="zh-CN" altLang="en-US" sz="1600" b="0" i="0" u="none" strike="noStrike" kern="1200" cap="small"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第一季度</a:t>
            </a:r>
            <a:endParaRPr kumimoji="0" lang="en-US" sz="1600" b="0" i="0" u="none" strike="noStrike" kern="1200" cap="small"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11" name="Copyright Notice"/>
          <p:cNvSpPr>
            <a:spLocks/>
          </p:cNvSpPr>
          <p:nvPr/>
        </p:nvSpPr>
        <p:spPr bwMode="auto">
          <a:xfrm>
            <a:off x="3184897" y="2942995"/>
            <a:ext cx="1054490" cy="270668"/>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53993" tIns="24297" rIns="53993" bIns="24297" rtlCol="0" anchor="t">
            <a:spAutoFit/>
          </a:bodyPr>
          <a:lstStyle/>
          <a:p>
            <a:pPr marL="0" marR="0" lvl="0" indent="0" algn="l" defTabSz="816337" rtl="0" eaLnBrk="1" fontAlgn="auto" latinLnBrk="0" hangingPunct="1">
              <a:lnSpc>
                <a:spcPct val="90000"/>
              </a:lnSpc>
              <a:spcBef>
                <a:spcPts val="0"/>
              </a:spcBef>
              <a:spcAft>
                <a:spcPts val="0"/>
              </a:spcAft>
              <a:buClrTx/>
              <a:buSzTx/>
              <a:buFontTx/>
              <a:buNone/>
              <a:tabLst/>
              <a:defRPr/>
            </a:pPr>
            <a:r>
              <a:rPr kumimoji="0" lang="zh-CN" altLang="en-US" sz="1600" b="0" i="0" u="none" strike="noStrike" kern="1200" cap="small"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第二季度</a:t>
            </a:r>
            <a:endParaRPr kumimoji="0" lang="en-US" sz="1600" b="0" i="0" u="none" strike="noStrike" kern="1200" cap="small"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12" name="Copyright Notice"/>
          <p:cNvSpPr>
            <a:spLocks/>
          </p:cNvSpPr>
          <p:nvPr/>
        </p:nvSpPr>
        <p:spPr bwMode="auto">
          <a:xfrm>
            <a:off x="4889086" y="3495465"/>
            <a:ext cx="1054490" cy="270668"/>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53993" tIns="24297" rIns="53993" bIns="24297" rtlCol="0" anchor="t">
            <a:spAutoFit/>
          </a:bodyPr>
          <a:lstStyle/>
          <a:p>
            <a:pPr marL="0" marR="0" lvl="0" indent="0" algn="l" defTabSz="816337" rtl="0" eaLnBrk="1" fontAlgn="auto" latinLnBrk="0" hangingPunct="1">
              <a:lnSpc>
                <a:spcPct val="90000"/>
              </a:lnSpc>
              <a:spcBef>
                <a:spcPts val="0"/>
              </a:spcBef>
              <a:spcAft>
                <a:spcPts val="0"/>
              </a:spcAft>
              <a:buClrTx/>
              <a:buSzTx/>
              <a:buFontTx/>
              <a:buNone/>
              <a:tabLst/>
              <a:defRPr/>
            </a:pPr>
            <a:r>
              <a:rPr kumimoji="0" lang="zh-CN" altLang="en-US" sz="1600" b="0" i="0" u="none" strike="noStrike" kern="1200" cap="small"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第三季度</a:t>
            </a:r>
            <a:endParaRPr kumimoji="0" lang="en-US" sz="1600" b="0" i="0" u="none" strike="noStrike" kern="1200" cap="small"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13" name="Copyright Notice"/>
          <p:cNvSpPr>
            <a:spLocks/>
          </p:cNvSpPr>
          <p:nvPr/>
        </p:nvSpPr>
        <p:spPr bwMode="auto">
          <a:xfrm>
            <a:off x="6593276" y="1739992"/>
            <a:ext cx="1054490" cy="270668"/>
          </a:xfrm>
          <a:prstGeom prst="rect">
            <a:avLst/>
          </a:prstGeom>
          <a:noFill/>
          <a:ln w="6350" cap="flat" cmpd="sng" algn="ctr">
            <a:noFill/>
            <a:prstDash val="soli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cap="flat" cmpd="sng" algn="ctr">
                <a:solidFill>
                  <a:srgbClr val="FFFFF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53993" tIns="24297" rIns="53993" bIns="24297" rtlCol="0" anchor="t">
            <a:spAutoFit/>
          </a:bodyPr>
          <a:lstStyle/>
          <a:p>
            <a:pPr marL="0" marR="0" lvl="0" indent="0" algn="l" defTabSz="816337" rtl="0" eaLnBrk="1" fontAlgn="auto" latinLnBrk="0" hangingPunct="1">
              <a:lnSpc>
                <a:spcPct val="90000"/>
              </a:lnSpc>
              <a:spcBef>
                <a:spcPts val="0"/>
              </a:spcBef>
              <a:spcAft>
                <a:spcPts val="0"/>
              </a:spcAft>
              <a:buClrTx/>
              <a:buSzTx/>
              <a:buFontTx/>
              <a:buNone/>
              <a:tabLst/>
              <a:defRPr/>
            </a:pPr>
            <a:r>
              <a:rPr kumimoji="0" lang="zh-CN" altLang="en-US" sz="1600" b="0" i="0" u="none" strike="noStrike" kern="1200" cap="small"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第四季度</a:t>
            </a:r>
            <a:endParaRPr kumimoji="0" lang="en-US" sz="1600" b="0" i="0" u="none" strike="noStrike" kern="1200" cap="small"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14" name="矩形 13"/>
          <p:cNvSpPr/>
          <p:nvPr/>
        </p:nvSpPr>
        <p:spPr>
          <a:xfrm>
            <a:off x="1297379" y="816592"/>
            <a:ext cx="4066709" cy="1251102"/>
          </a:xfrm>
          <a:prstGeom prst="rect">
            <a:avLst/>
          </a:prstGeom>
        </p:spPr>
        <p:txBody>
          <a:bodyPr wrap="square" lIns="68571" tIns="34285" rIns="68571" bIns="34285">
            <a:spAutoFit/>
          </a:bodyPr>
          <a:lstStyle/>
          <a:p>
            <a:pPr marL="0" marR="0" lvl="0" indent="0" algn="l" defTabSz="816337" rtl="0" eaLnBrk="1" fontAlgn="auto" latinLnBrk="0" hangingPunct="1">
              <a:lnSpc>
                <a:spcPct val="200000"/>
              </a:lnSpc>
              <a:spcBef>
                <a:spcPts val="0"/>
              </a:spcBef>
              <a:spcAft>
                <a:spcPts val="0"/>
              </a:spcAft>
              <a:buClrTx/>
              <a:buSzTx/>
              <a:buFontTx/>
              <a:buNone/>
              <a:tabLst/>
              <a:defRPr/>
            </a:pPr>
            <a:r>
              <a:rPr kumimoji="0" lang="zh-CN" altLang="en-US" sz="15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点击添加小标题</a:t>
            </a:r>
            <a:endParaRPr kumimoji="0" lang="en-US" altLang="zh-CN" sz="15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a:p>
            <a:pPr marL="0" marR="0" lvl="0" indent="0" algn="l" defTabSz="816337" rtl="0" eaLnBrk="1" fontAlgn="auto" latinLnBrk="0" hangingPunct="1">
              <a:lnSpc>
                <a:spcPct val="13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您的内容打在这里，或者通过复制您的文本后，在此框中选择粘贴，并选择只保留文字。您的内容打在这里，或者通过复制您的文本后您的内容打在这里。</a:t>
            </a:r>
          </a:p>
        </p:txBody>
      </p:sp>
    </p:spTree>
    <p:extLst>
      <p:ext uri="{BB962C8B-B14F-4D97-AF65-F5344CB8AC3E}">
        <p14:creationId xmlns:p14="http://schemas.microsoft.com/office/powerpoint/2010/main" val="2845897590"/>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par>
                          <p:cTn id="24" fill="hold">
                            <p:stCondLst>
                              <p:cond delay="2500"/>
                            </p:stCondLst>
                            <p:childTnLst>
                              <p:par>
                                <p:cTn id="25" presetID="14" presetClass="entr" presetSubtype="1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horizontal)">
                                      <p:cBhvr>
                                        <p:cTn id="27" dur="500"/>
                                        <p:tgtEl>
                                          <p:spTgt spid="7"/>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down)">
                                      <p:cBhvr>
                                        <p:cTn id="35" dur="500"/>
                                        <p:tgtEl>
                                          <p:spTgt spid="4"/>
                                        </p:tgtEl>
                                      </p:cBhvr>
                                    </p:animEffect>
                                  </p:childTnLst>
                                </p:cTn>
                              </p:par>
                            </p:childTnLst>
                          </p:cTn>
                        </p:par>
                        <p:par>
                          <p:cTn id="36" fill="hold">
                            <p:stCondLst>
                              <p:cond delay="4000"/>
                            </p:stCondLst>
                            <p:childTnLst>
                              <p:par>
                                <p:cTn id="37" presetID="14" presetClass="entr" presetSubtype="1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randombar(horizontal)">
                                      <p:cBhvr>
                                        <p:cTn id="39" dur="500"/>
                                        <p:tgtEl>
                                          <p:spTgt spid="8"/>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down)">
                                      <p:cBhvr>
                                        <p:cTn id="47" dur="500"/>
                                        <p:tgtEl>
                                          <p:spTgt spid="5"/>
                                        </p:tgtEl>
                                      </p:cBhvr>
                                    </p:animEffect>
                                  </p:childTnLst>
                                </p:cTn>
                              </p:par>
                            </p:childTnLst>
                          </p:cTn>
                        </p:par>
                        <p:par>
                          <p:cTn id="48" fill="hold">
                            <p:stCondLst>
                              <p:cond delay="5500"/>
                            </p:stCondLst>
                            <p:childTnLst>
                              <p:par>
                                <p:cTn id="49" presetID="14" presetClass="entr" presetSubtype="10" fill="hold" grpId="0"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randombar(horizontal)">
                                      <p:cBhvr>
                                        <p:cTn id="51" dur="500"/>
                                        <p:tgtEl>
                                          <p:spTgt spid="9"/>
                                        </p:tgtEl>
                                      </p:cBhvr>
                                    </p:animEffect>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left)">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p:bldP spid="8" grpId="0"/>
      <p:bldP spid="9" grpId="0"/>
      <p:bldP spid="10" grpId="0"/>
      <p:bldP spid="11" grpId="0"/>
      <p:bldP spid="12" grpId="0"/>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9178374" cy="5155223"/>
            <a:chOff x="0" y="0"/>
            <a:chExt cx="9178374" cy="5155223"/>
          </a:xfrm>
        </p:grpSpPr>
        <p:pic>
          <p:nvPicPr>
            <p:cNvPr id="3" name="图片 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8" name="图片 7"/>
            <p:cNvPicPr>
              <a:picLocks noChangeAspect="1"/>
            </p:cNvPicPr>
            <p:nvPr/>
          </p:nvPicPr>
          <p:blipFill rotWithShape="1">
            <a:blip r:embed="rId10" cstate="screen">
              <a:extLst>
                <a:ext uri="{BEBA8EAE-BF5A-486C-A8C5-ECC9F3942E4B}">
                  <a14:imgProps xmlns:a14="http://schemas.microsoft.com/office/drawing/2010/main">
                    <a14:imgLayer r:embed="rId11">
                      <a14:imgEffect>
                        <a14:saturation sat="400000"/>
                      </a14:imgEffect>
                    </a14:imgLayer>
                  </a14:imgProps>
                </a:ext>
                <a:ext uri="{28A0092B-C50C-407E-A947-70E740481C1C}">
                  <a14:useLocalDpi xmlns:a14="http://schemas.microsoft.com/office/drawing/2010/main"/>
                </a:ext>
              </a:extLst>
            </a:blip>
            <a:srcRect/>
            <a:stretch/>
          </p:blipFill>
          <p:spPr>
            <a:xfrm>
              <a:off x="0" y="3270418"/>
              <a:ext cx="9178374" cy="1884805"/>
            </a:xfrm>
            <a:prstGeom prst="rect">
              <a:avLst/>
            </a:prstGeom>
          </p:spPr>
        </p:pic>
      </p:grpSp>
      <p:sp>
        <p:nvSpPr>
          <p:cNvPr id="9" name="MH_Others_1"/>
          <p:cNvSpPr txBox="1"/>
          <p:nvPr>
            <p:custDataLst>
              <p:tags r:id="rId1"/>
            </p:custDataLst>
          </p:nvPr>
        </p:nvSpPr>
        <p:spPr>
          <a:xfrm>
            <a:off x="3541109" y="887792"/>
            <a:ext cx="1731501" cy="369332"/>
          </a:xfrm>
          <a:prstGeom prst="rect">
            <a:avLst/>
          </a:prstGeom>
          <a:noFill/>
        </p:spPr>
        <p:txBody>
          <a:bodyPr wrap="none">
            <a:spAutoFit/>
          </a:bodyPr>
          <a:lstStyle/>
          <a:p>
            <a:pPr algn="ctr">
              <a:defRPr/>
            </a:pPr>
            <a:r>
              <a:rPr lang="en-US" altLang="zh-CN" sz="1800" spc="300" dirty="0">
                <a:solidFill>
                  <a:schemeClr val="bg1"/>
                </a:solidFill>
                <a:latin typeface="微软雅黑" panose="020B0503020204020204" pitchFamily="34" charset="-122"/>
                <a:ea typeface="微软雅黑" panose="020B0503020204020204" pitchFamily="34" charset="-122"/>
              </a:rPr>
              <a:t>CONTENTS</a:t>
            </a:r>
            <a:endParaRPr lang="zh-CN" altLang="en-US" sz="1800" spc="300" dirty="0">
              <a:solidFill>
                <a:schemeClr val="bg1"/>
              </a:solidFill>
              <a:latin typeface="微软雅黑" panose="020B0503020204020204" pitchFamily="34" charset="-122"/>
              <a:ea typeface="微软雅黑" panose="020B0503020204020204" pitchFamily="34" charset="-122"/>
            </a:endParaRPr>
          </a:p>
        </p:txBody>
      </p:sp>
      <p:sp>
        <p:nvSpPr>
          <p:cNvPr id="10" name="MH_Others_2"/>
          <p:cNvSpPr txBox="1">
            <a:spLocks noChangeArrowheads="1"/>
          </p:cNvSpPr>
          <p:nvPr>
            <p:custDataLst>
              <p:tags r:id="rId2"/>
            </p:custDataLst>
          </p:nvPr>
        </p:nvSpPr>
        <p:spPr bwMode="auto">
          <a:xfrm>
            <a:off x="3796664" y="302650"/>
            <a:ext cx="122039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3300" b="1" dirty="0">
                <a:solidFill>
                  <a:schemeClr val="bg1"/>
                </a:solidFill>
                <a:latin typeface="微软雅黑" panose="020B0503020204020204" pitchFamily="34" charset="-122"/>
                <a:ea typeface="微软雅黑" panose="020B0503020204020204" pitchFamily="34" charset="-122"/>
              </a:rPr>
              <a:t>目 录</a:t>
            </a:r>
          </a:p>
        </p:txBody>
      </p:sp>
      <p:sp>
        <p:nvSpPr>
          <p:cNvPr id="23" name="MH_Others_1"/>
          <p:cNvSpPr/>
          <p:nvPr>
            <p:custDataLst>
              <p:tags r:id="rId3"/>
            </p:custDataLst>
          </p:nvPr>
        </p:nvSpPr>
        <p:spPr>
          <a:xfrm>
            <a:off x="3046711" y="1790606"/>
            <a:ext cx="444203" cy="444201"/>
          </a:xfrm>
          <a:prstGeom prst="ellipse">
            <a:avLst/>
          </a:prstGeom>
          <a:solidFill>
            <a:srgbClr val="FF481D"/>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zh-CN" altLang="en-US" sz="1013" dirty="0">
              <a:solidFill>
                <a:srgbClr val="FFFFFF"/>
              </a:solidFill>
              <a:latin typeface="Times New Roman" panose="02020603050405020304" pitchFamily="18" charset="0"/>
              <a:cs typeface="Times New Roman" panose="02020603050405020304" pitchFamily="18" charset="0"/>
            </a:endParaRPr>
          </a:p>
        </p:txBody>
      </p:sp>
      <p:sp>
        <p:nvSpPr>
          <p:cNvPr id="25" name="MH_Number"/>
          <p:cNvSpPr/>
          <p:nvPr>
            <p:custDataLst>
              <p:tags r:id="rId4"/>
            </p:custDataLst>
          </p:nvPr>
        </p:nvSpPr>
        <p:spPr>
          <a:xfrm>
            <a:off x="3046711" y="1790606"/>
            <a:ext cx="444203" cy="444201"/>
          </a:xfrm>
          <a:prstGeom prst="rect">
            <a:avLst/>
          </a:prstGeom>
        </p:spPr>
        <p:txBody>
          <a:bodyPr wrap="square" lIns="0" tIns="0" rIns="0" bIns="0" anchor="ctr" anchorCtr="0">
            <a:normAutofit fontScale="92500" lnSpcReduction="10000"/>
          </a:bodyPr>
          <a:lstStyle/>
          <a:p>
            <a:pPr algn="ctr"/>
            <a:r>
              <a:rPr lang="en-US" altLang="zh-CN" sz="3300" dirty="0">
                <a:solidFill>
                  <a:srgbClr val="FFFFFF"/>
                </a:solidFill>
                <a:latin typeface="Times New Roman" panose="02020603050405020304" pitchFamily="18" charset="0"/>
                <a:cs typeface="Times New Roman" panose="02020603050405020304" pitchFamily="18" charset="0"/>
              </a:rPr>
              <a:t>3</a:t>
            </a:r>
            <a:endParaRPr lang="zh-CN" altLang="en-US" sz="3300" dirty="0">
              <a:solidFill>
                <a:srgbClr val="FFFFFF"/>
              </a:solidFill>
              <a:latin typeface="Times New Roman" panose="02020603050405020304" pitchFamily="18" charset="0"/>
              <a:cs typeface="Times New Roman" panose="02020603050405020304" pitchFamily="18" charset="0"/>
            </a:endParaRPr>
          </a:p>
        </p:txBody>
      </p:sp>
      <p:grpSp>
        <p:nvGrpSpPr>
          <p:cNvPr id="2" name="组合 1"/>
          <p:cNvGrpSpPr/>
          <p:nvPr/>
        </p:nvGrpSpPr>
        <p:grpSpPr>
          <a:xfrm>
            <a:off x="2496516" y="2314058"/>
            <a:ext cx="4529001" cy="800845"/>
            <a:chOff x="2496516" y="2314058"/>
            <a:chExt cx="4529001" cy="800845"/>
          </a:xfrm>
        </p:grpSpPr>
        <p:sp>
          <p:nvSpPr>
            <p:cNvPr id="24" name="MH_Others_2"/>
            <p:cNvSpPr/>
            <p:nvPr>
              <p:custDataLst>
                <p:tags r:id="rId5"/>
              </p:custDataLst>
            </p:nvPr>
          </p:nvSpPr>
          <p:spPr>
            <a:xfrm>
              <a:off x="2496517" y="2314058"/>
              <a:ext cx="4529000" cy="170741"/>
            </a:xfrm>
            <a:custGeom>
              <a:avLst/>
              <a:gdLst>
                <a:gd name="connsiteX0" fmla="*/ 0 w 3289300"/>
                <a:gd name="connsiteY0" fmla="*/ 98425 h 104775"/>
                <a:gd name="connsiteX1" fmla="*/ 793750 w 3289300"/>
                <a:gd name="connsiteY1" fmla="*/ 9842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89300"/>
                <a:gd name="connsiteY0" fmla="*/ 98425 h 104775"/>
                <a:gd name="connsiteX1" fmla="*/ 800100 w 3289300"/>
                <a:gd name="connsiteY1" fmla="*/ 10477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92475"/>
                <a:gd name="connsiteY0" fmla="*/ 104775 h 104775"/>
                <a:gd name="connsiteX1" fmla="*/ 803275 w 3292475"/>
                <a:gd name="connsiteY1" fmla="*/ 104775 h 104775"/>
                <a:gd name="connsiteX2" fmla="*/ 895350 w 3292475"/>
                <a:gd name="connsiteY2" fmla="*/ 0 h 104775"/>
                <a:gd name="connsiteX3" fmla="*/ 1000125 w 3292475"/>
                <a:gd name="connsiteY3" fmla="*/ 104775 h 104775"/>
                <a:gd name="connsiteX4" fmla="*/ 3292475 w 3292475"/>
                <a:gd name="connsiteY4" fmla="*/ 104775 h 104775"/>
                <a:gd name="connsiteX0" fmla="*/ 0 w 5235575"/>
                <a:gd name="connsiteY0" fmla="*/ 104775 h 104775"/>
                <a:gd name="connsiteX1" fmla="*/ 803275 w 5235575"/>
                <a:gd name="connsiteY1" fmla="*/ 104775 h 104775"/>
                <a:gd name="connsiteX2" fmla="*/ 895350 w 5235575"/>
                <a:gd name="connsiteY2" fmla="*/ 0 h 104775"/>
                <a:gd name="connsiteX3" fmla="*/ 1000125 w 5235575"/>
                <a:gd name="connsiteY3" fmla="*/ 104775 h 104775"/>
                <a:gd name="connsiteX4" fmla="*/ 5235575 w 5235575"/>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5575" h="104775">
                  <a:moveTo>
                    <a:pt x="0" y="104775"/>
                  </a:moveTo>
                  <a:lnTo>
                    <a:pt x="803275" y="104775"/>
                  </a:lnTo>
                  <a:lnTo>
                    <a:pt x="895350" y="0"/>
                  </a:lnTo>
                  <a:lnTo>
                    <a:pt x="1000125" y="104775"/>
                  </a:lnTo>
                  <a:lnTo>
                    <a:pt x="5235575" y="104775"/>
                  </a:lnTo>
                </a:path>
              </a:pathLst>
            </a:custGeom>
            <a:noFill/>
            <a:ln w="12700">
              <a:solidFill>
                <a:srgbClr val="FF89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26" name="MH_Title"/>
            <p:cNvSpPr/>
            <p:nvPr>
              <p:custDataLst>
                <p:tags r:id="rId6"/>
              </p:custDataLst>
            </p:nvPr>
          </p:nvSpPr>
          <p:spPr>
            <a:xfrm>
              <a:off x="2496516" y="2484800"/>
              <a:ext cx="4529000" cy="630103"/>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FF896D"/>
              </a:solid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5000" tIns="0" rIns="0" bIns="27000" numCol="1" spcCol="0" rtlCol="0" fromWordArt="0" anchor="ctr" anchorCtr="0" forceAA="0" compatLnSpc="1">
              <a:prstTxWarp prst="textNoShape">
                <a:avLst/>
              </a:prstTxWarp>
              <a:normAutofit/>
            </a:bodyPr>
            <a:lstStyle/>
            <a:p>
              <a:pPr algn="just">
                <a:lnSpc>
                  <a:spcPct val="130000"/>
                </a:lnSpc>
              </a:pPr>
              <a:r>
                <a:rPr lang="zh-CN" altLang="en-US" sz="3000" dirty="0">
                  <a:solidFill>
                    <a:srgbClr val="000000"/>
                  </a:solidFill>
                  <a:latin typeface="华文细黑" panose="02010600040101010101" pitchFamily="2" charset="-122"/>
                  <a:ea typeface="华文细黑" panose="02010600040101010101" pitchFamily="2" charset="-122"/>
                </a:rPr>
                <a:t>请在这里输入您的标题</a:t>
              </a:r>
            </a:p>
          </p:txBody>
        </p:sp>
      </p:grpSp>
    </p:spTree>
    <p:extLst>
      <p:ext uri="{BB962C8B-B14F-4D97-AF65-F5344CB8AC3E}">
        <p14:creationId xmlns:p14="http://schemas.microsoft.com/office/powerpoint/2010/main" val="412191633"/>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1000"/>
                                        <p:tgtEl>
                                          <p:spTgt spid="2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563888" y="793036"/>
            <a:ext cx="5032147" cy="1058634"/>
            <a:chOff x="3563888" y="793036"/>
            <a:chExt cx="5032147" cy="1058634"/>
          </a:xfrm>
        </p:grpSpPr>
        <p:sp>
          <p:nvSpPr>
            <p:cNvPr id="21" name="TextBox 20"/>
            <p:cNvSpPr txBox="1"/>
            <p:nvPr/>
          </p:nvSpPr>
          <p:spPr>
            <a:xfrm>
              <a:off x="3563888" y="793036"/>
              <a:ext cx="1005403" cy="338554"/>
            </a:xfrm>
            <a:prstGeom prst="rect">
              <a:avLst/>
            </a:prstGeom>
            <a:noFill/>
          </p:spPr>
          <p:txBody>
            <a:bodyPr wrap="none" rtlCol="0">
              <a:spAutoFit/>
            </a:bodyPr>
            <a:lstStyle/>
            <a:p>
              <a:pPr defTabSz="685800" fontAlgn="base">
                <a:spcBef>
                  <a:spcPct val="0"/>
                </a:spcBef>
                <a:spcAft>
                  <a:spcPct val="0"/>
                </a:spcAft>
              </a:pPr>
              <a:r>
                <a:rPr lang="zh-CN" altLang="en-US" sz="1600" b="1" dirty="0">
                  <a:solidFill>
                    <a:prstClr val="black">
                      <a:lumMod val="75000"/>
                      <a:lumOff val="25000"/>
                    </a:prstClr>
                  </a:solidFill>
                  <a:cs typeface="+mn-ea"/>
                  <a:sym typeface="+mn-lt"/>
                </a:rPr>
                <a:t>添加标题</a:t>
              </a:r>
            </a:p>
          </p:txBody>
        </p:sp>
        <p:sp>
          <p:nvSpPr>
            <p:cNvPr id="22" name="TextBox 21"/>
            <p:cNvSpPr txBox="1"/>
            <p:nvPr/>
          </p:nvSpPr>
          <p:spPr>
            <a:xfrm>
              <a:off x="3563888" y="1328450"/>
              <a:ext cx="5032147" cy="523220"/>
            </a:xfrm>
            <a:prstGeom prst="rect">
              <a:avLst/>
            </a:prstGeom>
            <a:noFill/>
          </p:spPr>
          <p:txBody>
            <a:bodyPr wrap="none" rtlCol="0">
              <a:spAutoFit/>
            </a:bodyPr>
            <a:lstStyle/>
            <a:p>
              <a:pPr defTabSz="685800" fontAlgn="base">
                <a:spcBef>
                  <a:spcPct val="0"/>
                </a:spcBef>
                <a:spcAft>
                  <a:spcPct val="0"/>
                </a:spcAft>
              </a:pPr>
              <a:r>
                <a:rPr lang="zh-CN" altLang="en-US" sz="1400" dirty="0">
                  <a:solidFill>
                    <a:prstClr val="black">
                      <a:lumMod val="75000"/>
                      <a:lumOff val="25000"/>
                    </a:prstClr>
                  </a:solidFill>
                  <a:cs typeface="+mn-ea"/>
                  <a:sym typeface="+mn-lt"/>
                </a:rPr>
                <a:t>单击此处添加文本，单击此处添加文本，单击此处添加文本，</a:t>
              </a:r>
            </a:p>
            <a:p>
              <a:pPr defTabSz="685800" fontAlgn="base">
                <a:spcBef>
                  <a:spcPct val="0"/>
                </a:spcBef>
                <a:spcAft>
                  <a:spcPct val="0"/>
                </a:spcAft>
              </a:pPr>
              <a:r>
                <a:rPr lang="zh-CN" altLang="en-US" sz="1400" dirty="0">
                  <a:solidFill>
                    <a:prstClr val="black">
                      <a:lumMod val="75000"/>
                      <a:lumOff val="25000"/>
                    </a:prstClr>
                  </a:solidFill>
                  <a:cs typeface="+mn-ea"/>
                  <a:sym typeface="+mn-lt"/>
                </a:rPr>
                <a:t>单击此处添加文本，单击此处添加文本，单击此处添加文本。</a:t>
              </a:r>
            </a:p>
          </p:txBody>
        </p:sp>
        <p:sp>
          <p:nvSpPr>
            <p:cNvPr id="23" name="矩形 22"/>
            <p:cNvSpPr/>
            <p:nvPr/>
          </p:nvSpPr>
          <p:spPr>
            <a:xfrm>
              <a:off x="3563888" y="1203598"/>
              <a:ext cx="496013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endParaRPr lang="zh-CN" altLang="en-US" sz="1350">
                <a:solidFill>
                  <a:prstClr val="black">
                    <a:lumMod val="75000"/>
                    <a:lumOff val="25000"/>
                  </a:prstClr>
                </a:solidFill>
                <a:cs typeface="+mn-ea"/>
                <a:sym typeface="+mn-lt"/>
              </a:endParaRPr>
            </a:p>
          </p:txBody>
        </p:sp>
      </p:grpSp>
      <p:grpSp>
        <p:nvGrpSpPr>
          <p:cNvPr id="3" name="组合 2"/>
          <p:cNvGrpSpPr/>
          <p:nvPr/>
        </p:nvGrpSpPr>
        <p:grpSpPr>
          <a:xfrm>
            <a:off x="3563888" y="2017172"/>
            <a:ext cx="5032147" cy="1058634"/>
            <a:chOff x="3563888" y="2017172"/>
            <a:chExt cx="5032147" cy="1058634"/>
          </a:xfrm>
        </p:grpSpPr>
        <p:sp>
          <p:nvSpPr>
            <p:cNvPr id="24" name="TextBox 23"/>
            <p:cNvSpPr txBox="1"/>
            <p:nvPr/>
          </p:nvSpPr>
          <p:spPr>
            <a:xfrm>
              <a:off x="3563888" y="2017172"/>
              <a:ext cx="1005403" cy="338554"/>
            </a:xfrm>
            <a:prstGeom prst="rect">
              <a:avLst/>
            </a:prstGeom>
            <a:noFill/>
          </p:spPr>
          <p:txBody>
            <a:bodyPr wrap="none" rtlCol="0">
              <a:spAutoFit/>
            </a:bodyPr>
            <a:lstStyle/>
            <a:p>
              <a:pPr defTabSz="685800" fontAlgn="base">
                <a:spcBef>
                  <a:spcPct val="0"/>
                </a:spcBef>
                <a:spcAft>
                  <a:spcPct val="0"/>
                </a:spcAft>
              </a:pPr>
              <a:r>
                <a:rPr lang="zh-CN" altLang="en-US" sz="1600" b="1" dirty="0">
                  <a:solidFill>
                    <a:prstClr val="black">
                      <a:lumMod val="75000"/>
                      <a:lumOff val="25000"/>
                    </a:prstClr>
                  </a:solidFill>
                  <a:cs typeface="+mn-ea"/>
                  <a:sym typeface="+mn-lt"/>
                </a:rPr>
                <a:t>添加标题</a:t>
              </a:r>
            </a:p>
          </p:txBody>
        </p:sp>
        <p:sp>
          <p:nvSpPr>
            <p:cNvPr id="25" name="TextBox 24"/>
            <p:cNvSpPr txBox="1"/>
            <p:nvPr/>
          </p:nvSpPr>
          <p:spPr>
            <a:xfrm>
              <a:off x="3563888" y="2552586"/>
              <a:ext cx="5032147" cy="523220"/>
            </a:xfrm>
            <a:prstGeom prst="rect">
              <a:avLst/>
            </a:prstGeom>
            <a:noFill/>
          </p:spPr>
          <p:txBody>
            <a:bodyPr wrap="none" rtlCol="0">
              <a:spAutoFit/>
            </a:bodyPr>
            <a:lstStyle/>
            <a:p>
              <a:pPr defTabSz="685800" fontAlgn="base">
                <a:spcBef>
                  <a:spcPct val="0"/>
                </a:spcBef>
                <a:spcAft>
                  <a:spcPct val="0"/>
                </a:spcAft>
              </a:pPr>
              <a:r>
                <a:rPr lang="zh-CN" altLang="en-US" sz="1400" dirty="0">
                  <a:solidFill>
                    <a:prstClr val="black">
                      <a:lumMod val="75000"/>
                      <a:lumOff val="25000"/>
                    </a:prstClr>
                  </a:solidFill>
                  <a:cs typeface="+mn-ea"/>
                  <a:sym typeface="+mn-lt"/>
                </a:rPr>
                <a:t>单击此处添加文本，单击此处添加文本，单击此处添加文本，</a:t>
              </a:r>
            </a:p>
            <a:p>
              <a:pPr defTabSz="685800" fontAlgn="base">
                <a:spcBef>
                  <a:spcPct val="0"/>
                </a:spcBef>
                <a:spcAft>
                  <a:spcPct val="0"/>
                </a:spcAft>
              </a:pPr>
              <a:r>
                <a:rPr lang="zh-CN" altLang="en-US" sz="1400" dirty="0">
                  <a:solidFill>
                    <a:prstClr val="black">
                      <a:lumMod val="75000"/>
                      <a:lumOff val="25000"/>
                    </a:prstClr>
                  </a:solidFill>
                  <a:cs typeface="+mn-ea"/>
                  <a:sym typeface="+mn-lt"/>
                </a:rPr>
                <a:t>单击此处添加文本，单击此处添加文本，单击此处添加文本。</a:t>
              </a:r>
            </a:p>
          </p:txBody>
        </p:sp>
        <p:sp>
          <p:nvSpPr>
            <p:cNvPr id="26" name="矩形 25"/>
            <p:cNvSpPr/>
            <p:nvPr/>
          </p:nvSpPr>
          <p:spPr>
            <a:xfrm>
              <a:off x="3563888" y="2427734"/>
              <a:ext cx="496013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endParaRPr lang="zh-CN" altLang="en-US" sz="1350">
                <a:solidFill>
                  <a:prstClr val="black">
                    <a:lumMod val="75000"/>
                    <a:lumOff val="25000"/>
                  </a:prstClr>
                </a:solidFill>
                <a:cs typeface="+mn-ea"/>
                <a:sym typeface="+mn-lt"/>
              </a:endParaRPr>
            </a:p>
          </p:txBody>
        </p:sp>
      </p:grpSp>
      <p:grpSp>
        <p:nvGrpSpPr>
          <p:cNvPr id="4" name="组合 3"/>
          <p:cNvGrpSpPr/>
          <p:nvPr/>
        </p:nvGrpSpPr>
        <p:grpSpPr>
          <a:xfrm>
            <a:off x="3563888" y="3313316"/>
            <a:ext cx="5032147" cy="1058634"/>
            <a:chOff x="3563888" y="3313316"/>
            <a:chExt cx="5032147" cy="1058634"/>
          </a:xfrm>
        </p:grpSpPr>
        <p:sp>
          <p:nvSpPr>
            <p:cNvPr id="27" name="TextBox 26"/>
            <p:cNvSpPr txBox="1"/>
            <p:nvPr/>
          </p:nvSpPr>
          <p:spPr>
            <a:xfrm>
              <a:off x="3563888" y="3313316"/>
              <a:ext cx="1005403" cy="338554"/>
            </a:xfrm>
            <a:prstGeom prst="rect">
              <a:avLst/>
            </a:prstGeom>
            <a:noFill/>
          </p:spPr>
          <p:txBody>
            <a:bodyPr wrap="none" rtlCol="0">
              <a:spAutoFit/>
            </a:bodyPr>
            <a:lstStyle/>
            <a:p>
              <a:pPr defTabSz="685800" fontAlgn="base">
                <a:spcBef>
                  <a:spcPct val="0"/>
                </a:spcBef>
                <a:spcAft>
                  <a:spcPct val="0"/>
                </a:spcAft>
              </a:pPr>
              <a:r>
                <a:rPr lang="zh-CN" altLang="en-US" sz="1600" b="1" dirty="0">
                  <a:solidFill>
                    <a:prstClr val="black">
                      <a:lumMod val="75000"/>
                      <a:lumOff val="25000"/>
                    </a:prstClr>
                  </a:solidFill>
                  <a:cs typeface="+mn-ea"/>
                  <a:sym typeface="+mn-lt"/>
                </a:rPr>
                <a:t>添加标题</a:t>
              </a:r>
            </a:p>
          </p:txBody>
        </p:sp>
        <p:sp>
          <p:nvSpPr>
            <p:cNvPr id="28" name="TextBox 27"/>
            <p:cNvSpPr txBox="1"/>
            <p:nvPr/>
          </p:nvSpPr>
          <p:spPr>
            <a:xfrm>
              <a:off x="3563888" y="3848730"/>
              <a:ext cx="5032147" cy="523220"/>
            </a:xfrm>
            <a:prstGeom prst="rect">
              <a:avLst/>
            </a:prstGeom>
            <a:noFill/>
          </p:spPr>
          <p:txBody>
            <a:bodyPr wrap="none" rtlCol="0">
              <a:spAutoFit/>
            </a:bodyPr>
            <a:lstStyle/>
            <a:p>
              <a:pPr defTabSz="685800" fontAlgn="base">
                <a:spcBef>
                  <a:spcPct val="0"/>
                </a:spcBef>
                <a:spcAft>
                  <a:spcPct val="0"/>
                </a:spcAft>
              </a:pPr>
              <a:r>
                <a:rPr lang="zh-CN" altLang="en-US" sz="1400" dirty="0">
                  <a:solidFill>
                    <a:prstClr val="black">
                      <a:lumMod val="75000"/>
                      <a:lumOff val="25000"/>
                    </a:prstClr>
                  </a:solidFill>
                  <a:cs typeface="+mn-ea"/>
                  <a:sym typeface="+mn-lt"/>
                </a:rPr>
                <a:t>单击此处添加文本，单击此处添加文本，单击此处添加文本，</a:t>
              </a:r>
            </a:p>
            <a:p>
              <a:pPr defTabSz="685800" fontAlgn="base">
                <a:spcBef>
                  <a:spcPct val="0"/>
                </a:spcBef>
                <a:spcAft>
                  <a:spcPct val="0"/>
                </a:spcAft>
              </a:pPr>
              <a:r>
                <a:rPr lang="zh-CN" altLang="en-US" sz="1400" dirty="0">
                  <a:solidFill>
                    <a:prstClr val="black">
                      <a:lumMod val="75000"/>
                      <a:lumOff val="25000"/>
                    </a:prstClr>
                  </a:solidFill>
                  <a:cs typeface="+mn-ea"/>
                  <a:sym typeface="+mn-lt"/>
                </a:rPr>
                <a:t>单击此处添加文本，单击此处添加文本，单击此处添加文本。</a:t>
              </a:r>
            </a:p>
          </p:txBody>
        </p:sp>
        <p:sp>
          <p:nvSpPr>
            <p:cNvPr id="29" name="矩形 28"/>
            <p:cNvSpPr/>
            <p:nvPr/>
          </p:nvSpPr>
          <p:spPr>
            <a:xfrm>
              <a:off x="3563888" y="3723878"/>
              <a:ext cx="4960138"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base">
                <a:spcBef>
                  <a:spcPct val="0"/>
                </a:spcBef>
                <a:spcAft>
                  <a:spcPct val="0"/>
                </a:spcAft>
              </a:pPr>
              <a:endParaRPr lang="zh-CN" altLang="en-US" sz="1350">
                <a:solidFill>
                  <a:prstClr val="black">
                    <a:lumMod val="75000"/>
                    <a:lumOff val="25000"/>
                  </a:prstClr>
                </a:solidFill>
                <a:cs typeface="+mn-ea"/>
                <a:sym typeface="+mn-lt"/>
              </a:endParaRPr>
            </a:p>
          </p:txBody>
        </p:sp>
      </p:grpSp>
      <p:pic>
        <p:nvPicPr>
          <p:cNvPr id="3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635" t="9939"/>
          <a:stretch>
            <a:fillRect/>
          </a:stretch>
        </p:blipFill>
        <p:spPr bwMode="auto">
          <a:xfrm>
            <a:off x="804672" y="1131589"/>
            <a:ext cx="2326339" cy="3194527"/>
          </a:xfrm>
          <a:prstGeom prst="rect">
            <a:avLst/>
          </a:prstGeom>
          <a:solidFill>
            <a:srgbClr val="0071C1"/>
          </a:solidFill>
          <a:ln>
            <a:noFill/>
          </a:ln>
        </p:spPr>
      </p:pic>
    </p:spTree>
    <p:extLst>
      <p:ext uri="{BB962C8B-B14F-4D97-AF65-F5344CB8AC3E}">
        <p14:creationId xmlns:p14="http://schemas.microsoft.com/office/powerpoint/2010/main" val="1260224515"/>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1+#ppt_w/2"/>
                                          </p:val>
                                        </p:tav>
                                        <p:tav tm="100000">
                                          <p:val>
                                            <p:strVal val="#ppt_x"/>
                                          </p:val>
                                        </p:tav>
                                      </p:tavLst>
                                    </p:anim>
                                    <p:anim calcmode="lin" valueType="num">
                                      <p:cBhvr additive="base">
                                        <p:cTn id="17" dur="500" fill="hold"/>
                                        <p:tgtEl>
                                          <p:spTgt spid="3"/>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2"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1+#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4"/>
          <p:cNvSpPr>
            <a:spLocks noChangeArrowheads="1"/>
          </p:cNvSpPr>
          <p:nvPr/>
        </p:nvSpPr>
        <p:spPr bwMode="auto">
          <a:xfrm>
            <a:off x="4243170" y="915566"/>
            <a:ext cx="956780" cy="970953"/>
          </a:xfrm>
          <a:prstGeom prst="ellipse">
            <a:avLst/>
          </a:prstGeom>
          <a:solidFill>
            <a:schemeClr val="accent4"/>
          </a:solidFill>
          <a:ln w="12700">
            <a:noFill/>
            <a:round/>
            <a:headEnd/>
            <a:tailEnd/>
          </a:ln>
          <a:effectLst/>
        </p:spPr>
        <p:txBody>
          <a:bodyPr wrap="none" lIns="72176" tIns="36089" rIns="72176" bIns="36089" anchor="ct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srgbClr val="000000"/>
              </a:solidFill>
              <a:effectLst/>
              <a:uLnTx/>
              <a:uFillTx/>
              <a:latin typeface="굴림" pitchFamily="34" charset="-127"/>
              <a:ea typeface="굴림" pitchFamily="34" charset="-127"/>
              <a:cs typeface="+mn-cs"/>
            </a:endParaRPr>
          </a:p>
        </p:txBody>
      </p:sp>
      <p:sp>
        <p:nvSpPr>
          <p:cNvPr id="3" name="Oval 4"/>
          <p:cNvSpPr>
            <a:spLocks noChangeArrowheads="1"/>
          </p:cNvSpPr>
          <p:nvPr/>
        </p:nvSpPr>
        <p:spPr bwMode="auto">
          <a:xfrm>
            <a:off x="4244494" y="915566"/>
            <a:ext cx="956780" cy="970953"/>
          </a:xfrm>
          <a:prstGeom prst="ellipse">
            <a:avLst/>
          </a:prstGeom>
          <a:solidFill>
            <a:schemeClr val="accent4">
              <a:lumMod val="75000"/>
            </a:schemeClr>
          </a:solidFill>
          <a:ln w="12700">
            <a:noFill/>
            <a:round/>
            <a:headEnd/>
            <a:tailEnd/>
          </a:ln>
        </p:spPr>
        <p:txBody>
          <a:bodyPr wrap="none" lIns="72176" tIns="36089" rIns="72176" bIns="36089" anchor="ct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srgbClr val="000000"/>
              </a:solidFill>
              <a:effectLst/>
              <a:uLnTx/>
              <a:uFillTx/>
              <a:latin typeface="굴림" pitchFamily="34" charset="-127"/>
              <a:ea typeface="굴림" pitchFamily="34" charset="-127"/>
              <a:cs typeface="+mn-cs"/>
            </a:endParaRPr>
          </a:p>
        </p:txBody>
      </p:sp>
      <p:sp>
        <p:nvSpPr>
          <p:cNvPr id="4" name="Oval 4"/>
          <p:cNvSpPr>
            <a:spLocks noChangeArrowheads="1"/>
          </p:cNvSpPr>
          <p:nvPr/>
        </p:nvSpPr>
        <p:spPr bwMode="auto">
          <a:xfrm>
            <a:off x="3179137" y="1354521"/>
            <a:ext cx="1308991" cy="1328384"/>
          </a:xfrm>
          <a:prstGeom prst="ellipse">
            <a:avLst/>
          </a:prstGeom>
          <a:solidFill>
            <a:schemeClr val="accent3"/>
          </a:solidFill>
          <a:ln w="12700">
            <a:noFill/>
            <a:round/>
            <a:headEnd/>
            <a:tailEnd/>
          </a:ln>
          <a:effectLst/>
        </p:spPr>
        <p:txBody>
          <a:bodyPr wrap="none" lIns="72176" tIns="36089" rIns="72176" bIns="36089" anchor="ct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srgbClr val="000000"/>
              </a:solidFill>
              <a:effectLst/>
              <a:uLnTx/>
              <a:uFillTx/>
              <a:latin typeface="굴림" pitchFamily="34" charset="-127"/>
              <a:ea typeface="굴림" pitchFamily="34" charset="-127"/>
              <a:cs typeface="+mn-cs"/>
            </a:endParaRPr>
          </a:p>
        </p:txBody>
      </p:sp>
      <p:sp>
        <p:nvSpPr>
          <p:cNvPr id="5" name="Oval 4"/>
          <p:cNvSpPr>
            <a:spLocks noChangeArrowheads="1"/>
          </p:cNvSpPr>
          <p:nvPr/>
        </p:nvSpPr>
        <p:spPr bwMode="auto">
          <a:xfrm>
            <a:off x="3179137" y="1751179"/>
            <a:ext cx="1308991" cy="931727"/>
          </a:xfrm>
          <a:custGeom>
            <a:avLst/>
            <a:gdLst/>
            <a:ahLst/>
            <a:cxnLst/>
            <a:rect l="l" t="t" r="r" b="b"/>
            <a:pathLst>
              <a:path w="1667532" h="1169451">
                <a:moveTo>
                  <a:pt x="71654" y="0"/>
                </a:moveTo>
                <a:lnTo>
                  <a:pt x="1595878" y="0"/>
                </a:lnTo>
                <a:cubicBezTo>
                  <a:pt x="1642324" y="102389"/>
                  <a:pt x="1667532" y="216148"/>
                  <a:pt x="1667532" y="335794"/>
                </a:cubicBezTo>
                <a:cubicBezTo>
                  <a:pt x="1667532" y="796210"/>
                  <a:pt x="1294242" y="1169451"/>
                  <a:pt x="833766" y="1169451"/>
                </a:cubicBezTo>
                <a:cubicBezTo>
                  <a:pt x="373290" y="1169451"/>
                  <a:pt x="0" y="796210"/>
                  <a:pt x="0" y="335794"/>
                </a:cubicBezTo>
                <a:cubicBezTo>
                  <a:pt x="0" y="216148"/>
                  <a:pt x="25208" y="102389"/>
                  <a:pt x="71654" y="0"/>
                </a:cubicBezTo>
                <a:close/>
              </a:path>
            </a:pathLst>
          </a:custGeom>
          <a:solidFill>
            <a:schemeClr val="accent3">
              <a:lumMod val="75000"/>
            </a:schemeClr>
          </a:solidFill>
          <a:ln w="12700">
            <a:noFill/>
            <a:round/>
            <a:headEnd/>
            <a:tailEnd/>
          </a:ln>
        </p:spPr>
        <p:txBody>
          <a:bodyPr wrap="none" lIns="72176" tIns="36089" rIns="72176" bIns="36089" anchor="ct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srgbClr val="000000"/>
              </a:solidFill>
              <a:effectLst/>
              <a:uLnTx/>
              <a:uFillTx/>
              <a:latin typeface="굴림" pitchFamily="34" charset="-127"/>
              <a:ea typeface="굴림" pitchFamily="34" charset="-127"/>
              <a:cs typeface="+mn-cs"/>
            </a:endParaRPr>
          </a:p>
        </p:txBody>
      </p:sp>
      <p:sp>
        <p:nvSpPr>
          <p:cNvPr id="6" name="Oval 4"/>
          <p:cNvSpPr>
            <a:spLocks noChangeArrowheads="1"/>
          </p:cNvSpPr>
          <p:nvPr/>
        </p:nvSpPr>
        <p:spPr bwMode="auto">
          <a:xfrm>
            <a:off x="1944377" y="1964637"/>
            <a:ext cx="1613309" cy="1637424"/>
          </a:xfrm>
          <a:prstGeom prst="ellipse">
            <a:avLst/>
          </a:prstGeom>
          <a:solidFill>
            <a:schemeClr val="accent2"/>
          </a:solidFill>
          <a:ln w="12700">
            <a:noFill/>
            <a:round/>
            <a:headEnd/>
            <a:tailEnd/>
          </a:ln>
          <a:effectLst/>
        </p:spPr>
        <p:txBody>
          <a:bodyPr wrap="none" lIns="72176" tIns="36089" rIns="72176" bIns="36089" anchor="ct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srgbClr val="000000"/>
              </a:solidFill>
              <a:effectLst/>
              <a:uLnTx/>
              <a:uFillTx/>
              <a:latin typeface="굴림" pitchFamily="34" charset="-127"/>
              <a:ea typeface="굴림" pitchFamily="34" charset="-127"/>
              <a:cs typeface="+mn-cs"/>
            </a:endParaRPr>
          </a:p>
        </p:txBody>
      </p:sp>
      <p:sp>
        <p:nvSpPr>
          <p:cNvPr id="7" name="Oval 4"/>
          <p:cNvSpPr>
            <a:spLocks noChangeArrowheads="1"/>
          </p:cNvSpPr>
          <p:nvPr/>
        </p:nvSpPr>
        <p:spPr bwMode="auto">
          <a:xfrm>
            <a:off x="1944377" y="2769605"/>
            <a:ext cx="1613309" cy="832458"/>
          </a:xfrm>
          <a:custGeom>
            <a:avLst/>
            <a:gdLst/>
            <a:ahLst/>
            <a:cxnLst/>
            <a:rect l="l" t="t" r="r" b="b"/>
            <a:pathLst>
              <a:path w="2055204" h="1044854">
                <a:moveTo>
                  <a:pt x="871" y="0"/>
                </a:moveTo>
                <a:lnTo>
                  <a:pt x="2054333" y="0"/>
                </a:lnTo>
                <a:cubicBezTo>
                  <a:pt x="2055157" y="5732"/>
                  <a:pt x="2055204" y="11487"/>
                  <a:pt x="2055204" y="17253"/>
                </a:cubicBezTo>
                <a:cubicBezTo>
                  <a:pt x="2055204" y="584781"/>
                  <a:pt x="1595131" y="1044854"/>
                  <a:pt x="1027602" y="1044854"/>
                </a:cubicBezTo>
                <a:cubicBezTo>
                  <a:pt x="460073" y="1044854"/>
                  <a:pt x="0" y="584781"/>
                  <a:pt x="0" y="17253"/>
                </a:cubicBezTo>
                <a:close/>
              </a:path>
            </a:pathLst>
          </a:custGeom>
          <a:solidFill>
            <a:schemeClr val="accent2">
              <a:lumMod val="75000"/>
            </a:schemeClr>
          </a:solidFill>
          <a:ln w="12700">
            <a:noFill/>
            <a:round/>
            <a:headEnd/>
            <a:tailEnd/>
          </a:ln>
        </p:spPr>
        <p:txBody>
          <a:bodyPr wrap="none" lIns="72176" tIns="36089" rIns="72176" bIns="36089" anchor="ct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srgbClr val="000000"/>
              </a:solidFill>
              <a:effectLst/>
              <a:uLnTx/>
              <a:uFillTx/>
              <a:latin typeface="굴림" pitchFamily="34" charset="-127"/>
              <a:ea typeface="굴림" pitchFamily="34" charset="-127"/>
              <a:cs typeface="+mn-cs"/>
            </a:endParaRPr>
          </a:p>
        </p:txBody>
      </p:sp>
      <p:sp>
        <p:nvSpPr>
          <p:cNvPr id="8" name="Oval 4"/>
          <p:cNvSpPr>
            <a:spLocks noChangeArrowheads="1"/>
          </p:cNvSpPr>
          <p:nvPr/>
        </p:nvSpPr>
        <p:spPr bwMode="auto">
          <a:xfrm>
            <a:off x="486383" y="2748324"/>
            <a:ext cx="1980161" cy="2009761"/>
          </a:xfrm>
          <a:prstGeom prst="ellipse">
            <a:avLst/>
          </a:prstGeom>
          <a:solidFill>
            <a:schemeClr val="accent1"/>
          </a:solidFill>
          <a:ln w="12700">
            <a:noFill/>
            <a:round/>
            <a:headEnd/>
            <a:tailEnd/>
          </a:ln>
          <a:effectLst/>
        </p:spPr>
        <p:txBody>
          <a:bodyPr wrap="none" lIns="72176" tIns="36089" rIns="72176" bIns="36089" anchor="ct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srgbClr val="000000"/>
              </a:solidFill>
              <a:effectLst/>
              <a:uLnTx/>
              <a:uFillTx/>
              <a:latin typeface="굴림" pitchFamily="34" charset="-127"/>
              <a:ea typeface="굴림" pitchFamily="34" charset="-127"/>
              <a:cs typeface="+mn-cs"/>
            </a:endParaRPr>
          </a:p>
        </p:txBody>
      </p:sp>
      <p:sp>
        <p:nvSpPr>
          <p:cNvPr id="9" name="Oval 4"/>
          <p:cNvSpPr>
            <a:spLocks noChangeArrowheads="1"/>
          </p:cNvSpPr>
          <p:nvPr/>
        </p:nvSpPr>
        <p:spPr bwMode="auto">
          <a:xfrm>
            <a:off x="656986" y="4317095"/>
            <a:ext cx="1638957" cy="440990"/>
          </a:xfrm>
          <a:custGeom>
            <a:avLst/>
            <a:gdLst/>
            <a:ahLst/>
            <a:cxnLst/>
            <a:rect l="l" t="t" r="r" b="b"/>
            <a:pathLst>
              <a:path w="2087877" h="553506">
                <a:moveTo>
                  <a:pt x="0" y="0"/>
                </a:moveTo>
                <a:lnTo>
                  <a:pt x="2087877" y="0"/>
                </a:lnTo>
                <a:cubicBezTo>
                  <a:pt x="1861113" y="334090"/>
                  <a:pt x="1478149" y="553506"/>
                  <a:pt x="1043938" y="553506"/>
                </a:cubicBezTo>
                <a:cubicBezTo>
                  <a:pt x="609727" y="553506"/>
                  <a:pt x="226764" y="334090"/>
                  <a:pt x="0" y="0"/>
                </a:cubicBezTo>
                <a:close/>
              </a:path>
            </a:pathLst>
          </a:custGeom>
          <a:solidFill>
            <a:schemeClr val="accent1">
              <a:lumMod val="75000"/>
            </a:schemeClr>
          </a:solidFill>
          <a:ln w="12700">
            <a:noFill/>
            <a:round/>
            <a:headEnd/>
            <a:tailEnd/>
          </a:ln>
        </p:spPr>
        <p:txBody>
          <a:bodyPr wrap="none" lIns="72176" tIns="36089" rIns="72176" bIns="36089" anchor="ct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srgbClr val="000000"/>
              </a:solidFill>
              <a:effectLst/>
              <a:uLnTx/>
              <a:uFillTx/>
              <a:latin typeface="굴림" pitchFamily="34" charset="-127"/>
              <a:ea typeface="굴림" pitchFamily="34" charset="-127"/>
              <a:cs typeface="+mn-cs"/>
            </a:endParaRPr>
          </a:p>
        </p:txBody>
      </p:sp>
      <p:sp>
        <p:nvSpPr>
          <p:cNvPr id="10" name="TextBox 9"/>
          <p:cNvSpPr txBox="1"/>
          <p:nvPr/>
        </p:nvSpPr>
        <p:spPr>
          <a:xfrm>
            <a:off x="840250" y="3547486"/>
            <a:ext cx="1274276" cy="411437"/>
          </a:xfrm>
          <a:prstGeom prst="rect">
            <a:avLst/>
          </a:prstGeom>
          <a:noFill/>
        </p:spPr>
        <p:txBody>
          <a:bodyPr wrap="none" lIns="72176" tIns="36089" rIns="72176" bIns="36089" rtlCol="0" anchor="ctr">
            <a:spAutoFit/>
          </a:bodyPr>
          <a:lstStyle/>
          <a:p>
            <a:pPr marL="0" marR="0" lvl="0" indent="0" algn="l" defTabSz="816337"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rPr>
              <a:t>添加文字</a:t>
            </a:r>
          </a:p>
        </p:txBody>
      </p:sp>
      <p:sp>
        <p:nvSpPr>
          <p:cNvPr id="11" name="TextBox 10"/>
          <p:cNvSpPr txBox="1"/>
          <p:nvPr/>
        </p:nvSpPr>
        <p:spPr>
          <a:xfrm>
            <a:off x="2201842" y="2291840"/>
            <a:ext cx="1120387" cy="365271"/>
          </a:xfrm>
          <a:prstGeom prst="rect">
            <a:avLst/>
          </a:prstGeom>
          <a:noFill/>
        </p:spPr>
        <p:txBody>
          <a:bodyPr wrap="none" lIns="72176" tIns="36089" rIns="72176" bIns="36089" rtlCol="0" anchor="ctr">
            <a:spAutoFit/>
          </a:bodyPr>
          <a:lstStyle/>
          <a:p>
            <a:pPr marL="0" marR="0" lvl="0" indent="0" algn="l" defTabSz="816337" rtl="0" eaLnBrk="1" fontAlgn="auto" latinLnBrk="0" hangingPunct="1">
              <a:lnSpc>
                <a:spcPct val="100000"/>
              </a:lnSpc>
              <a:spcBef>
                <a:spcPts val="0"/>
              </a:spcBef>
              <a:spcAft>
                <a:spcPts val="0"/>
              </a:spcAft>
              <a:buClrTx/>
              <a:buSzTx/>
              <a:buFontTx/>
              <a:buNone/>
              <a:tabLst/>
              <a:defRPr/>
            </a:pPr>
            <a:r>
              <a:rPr kumimoji="0" lang="zh-CN" altLang="en-US" sz="19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rPr>
              <a:t>添加文字</a:t>
            </a:r>
          </a:p>
        </p:txBody>
      </p:sp>
      <p:sp>
        <p:nvSpPr>
          <p:cNvPr id="12" name="TextBox 11"/>
          <p:cNvSpPr txBox="1"/>
          <p:nvPr/>
        </p:nvSpPr>
        <p:spPr>
          <a:xfrm>
            <a:off x="3358485" y="1858226"/>
            <a:ext cx="1068555" cy="349810"/>
          </a:xfrm>
          <a:prstGeom prst="rect">
            <a:avLst/>
          </a:prstGeom>
          <a:noFill/>
        </p:spPr>
        <p:txBody>
          <a:bodyPr wrap="none" lIns="72176" tIns="36089" rIns="72176" bIns="36089" rtlCol="0" anchor="ctr">
            <a:spAutoFit/>
          </a:bodyPr>
          <a:lstStyle/>
          <a:p>
            <a:pPr marL="0" marR="0" lvl="0" indent="0" algn="l" defTabSz="816337"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rPr>
              <a:t>添加文字</a:t>
            </a:r>
          </a:p>
        </p:txBody>
      </p:sp>
      <p:cxnSp>
        <p:nvCxnSpPr>
          <p:cNvPr id="13" name="直接连接符 12"/>
          <p:cNvCxnSpPr/>
          <p:nvPr/>
        </p:nvCxnSpPr>
        <p:spPr>
          <a:xfrm>
            <a:off x="4722884" y="1535908"/>
            <a:ext cx="841329" cy="0"/>
          </a:xfrm>
          <a:prstGeom prst="line">
            <a:avLst/>
          </a:prstGeom>
          <a:noFill/>
          <a:ln w="9525">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14" name="直接连接符 13"/>
          <p:cNvCxnSpPr/>
          <p:nvPr/>
        </p:nvCxnSpPr>
        <p:spPr>
          <a:xfrm>
            <a:off x="3824870" y="2267844"/>
            <a:ext cx="1739344" cy="0"/>
          </a:xfrm>
          <a:prstGeom prst="line">
            <a:avLst/>
          </a:prstGeom>
          <a:noFill/>
          <a:ln w="9525">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15" name="直接连接符 14"/>
          <p:cNvCxnSpPr/>
          <p:nvPr/>
        </p:nvCxnSpPr>
        <p:spPr>
          <a:xfrm>
            <a:off x="2713996" y="3101762"/>
            <a:ext cx="2850217" cy="0"/>
          </a:xfrm>
          <a:prstGeom prst="line">
            <a:avLst/>
          </a:prstGeom>
          <a:noFill/>
          <a:ln w="9525">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16" name="直接连接符 15"/>
          <p:cNvCxnSpPr/>
          <p:nvPr/>
        </p:nvCxnSpPr>
        <p:spPr>
          <a:xfrm>
            <a:off x="1476463" y="3970532"/>
            <a:ext cx="4087750" cy="0"/>
          </a:xfrm>
          <a:prstGeom prst="line">
            <a:avLst/>
          </a:prstGeom>
          <a:noFill/>
          <a:ln w="9525">
            <a:solidFill>
              <a:schemeClr val="tx1">
                <a:lumMod val="65000"/>
                <a:lumOff val="35000"/>
              </a:schemeClr>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sp>
        <p:nvSpPr>
          <p:cNvPr id="17" name="TextBox 16"/>
          <p:cNvSpPr txBox="1"/>
          <p:nvPr/>
        </p:nvSpPr>
        <p:spPr>
          <a:xfrm>
            <a:off x="5630192" y="3753205"/>
            <a:ext cx="3029977" cy="529611"/>
          </a:xfrm>
          <a:prstGeom prst="rect">
            <a:avLst/>
          </a:prstGeom>
          <a:noFill/>
        </p:spPr>
        <p:txBody>
          <a:bodyPr wrap="square" lIns="72176" tIns="36089" rIns="72176" bIns="36089" rtlCol="0">
            <a:spAutoFit/>
          </a:bodyPr>
          <a:lstStyle/>
          <a:p>
            <a:pPr marL="0" marR="0" lvl="0" indent="0" algn="l" defTabSz="816337" rtl="0" eaLnBrk="1" fontAlgn="auto" latinLnBrk="0" hangingPunct="1">
              <a:lnSpc>
                <a:spcPct val="13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您的内容打在这里，或者通过复制您的文本后，在此框中选择粘贴，并选择只保留</a:t>
            </a:r>
          </a:p>
        </p:txBody>
      </p:sp>
      <p:sp>
        <p:nvSpPr>
          <p:cNvPr id="18" name="TextBox 17"/>
          <p:cNvSpPr txBox="1"/>
          <p:nvPr/>
        </p:nvSpPr>
        <p:spPr>
          <a:xfrm>
            <a:off x="5630192" y="2897785"/>
            <a:ext cx="3029977" cy="529611"/>
          </a:xfrm>
          <a:prstGeom prst="rect">
            <a:avLst/>
          </a:prstGeom>
          <a:noFill/>
        </p:spPr>
        <p:txBody>
          <a:bodyPr wrap="square" lIns="72176" tIns="36089" rIns="72176" bIns="36089" rtlCol="0">
            <a:spAutoFit/>
          </a:bodyPr>
          <a:lstStyle/>
          <a:p>
            <a:pPr marL="0" marR="0" lvl="0" indent="0" algn="l" defTabSz="816337" rtl="0" eaLnBrk="1" fontAlgn="auto" latinLnBrk="0" hangingPunct="1">
              <a:lnSpc>
                <a:spcPct val="13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您的内容打在这里，或者通过复制您的文本后，在此框中选择粘贴，并选择只保留</a:t>
            </a:r>
          </a:p>
        </p:txBody>
      </p:sp>
      <p:sp>
        <p:nvSpPr>
          <p:cNvPr id="19" name="TextBox 18"/>
          <p:cNvSpPr txBox="1"/>
          <p:nvPr/>
        </p:nvSpPr>
        <p:spPr>
          <a:xfrm>
            <a:off x="5630192" y="2042366"/>
            <a:ext cx="3029977" cy="529611"/>
          </a:xfrm>
          <a:prstGeom prst="rect">
            <a:avLst/>
          </a:prstGeom>
          <a:noFill/>
        </p:spPr>
        <p:txBody>
          <a:bodyPr wrap="square" lIns="72176" tIns="36089" rIns="72176" bIns="36089" rtlCol="0">
            <a:spAutoFit/>
          </a:bodyPr>
          <a:lstStyle/>
          <a:p>
            <a:pPr marL="0" marR="0" lvl="0" indent="0" algn="l" defTabSz="816337" rtl="0" eaLnBrk="1" fontAlgn="auto" latinLnBrk="0" hangingPunct="1">
              <a:lnSpc>
                <a:spcPct val="13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您的内容打在这里，或者通过复制您的文本后，在此框中选择粘贴，并选择只保留</a:t>
            </a:r>
          </a:p>
        </p:txBody>
      </p:sp>
      <p:sp>
        <p:nvSpPr>
          <p:cNvPr id="20" name="TextBox 19"/>
          <p:cNvSpPr txBox="1"/>
          <p:nvPr/>
        </p:nvSpPr>
        <p:spPr>
          <a:xfrm>
            <a:off x="5630192" y="1351387"/>
            <a:ext cx="3029977" cy="529611"/>
          </a:xfrm>
          <a:prstGeom prst="rect">
            <a:avLst/>
          </a:prstGeom>
          <a:noFill/>
        </p:spPr>
        <p:txBody>
          <a:bodyPr wrap="square" lIns="72176" tIns="36089" rIns="72176" bIns="36089" rtlCol="0">
            <a:spAutoFit/>
          </a:bodyPr>
          <a:lstStyle/>
          <a:p>
            <a:pPr marL="0" marR="0" lvl="0" indent="0" algn="l" defTabSz="816337" rtl="0" eaLnBrk="1" fontAlgn="auto" latinLnBrk="0" hangingPunct="1">
              <a:lnSpc>
                <a:spcPct val="13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您的内容打在这里，或者通过复制您的文本后，在此框中选择粘贴，并选择只保留</a:t>
            </a:r>
          </a:p>
        </p:txBody>
      </p:sp>
      <p:sp>
        <p:nvSpPr>
          <p:cNvPr id="21" name="TextBox 20"/>
          <p:cNvSpPr txBox="1"/>
          <p:nvPr/>
        </p:nvSpPr>
        <p:spPr>
          <a:xfrm>
            <a:off x="4328272" y="1272293"/>
            <a:ext cx="760939" cy="257499"/>
          </a:xfrm>
          <a:prstGeom prst="rect">
            <a:avLst/>
          </a:prstGeom>
          <a:noFill/>
        </p:spPr>
        <p:txBody>
          <a:bodyPr wrap="none" lIns="72176" tIns="36089" rIns="72176" bIns="36089" rtlCol="0" anchor="ctr">
            <a:spAutoFit/>
          </a:bodyPr>
          <a:lstStyle/>
          <a:p>
            <a:pPr marL="0" marR="0" lvl="0" indent="0" algn="l" defTabSz="816337"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rPr>
              <a:t>添加文字</a:t>
            </a:r>
          </a:p>
        </p:txBody>
      </p:sp>
    </p:spTree>
    <p:extLst>
      <p:ext uri="{BB962C8B-B14F-4D97-AF65-F5344CB8AC3E}">
        <p14:creationId xmlns:p14="http://schemas.microsoft.com/office/powerpoint/2010/main" val="2291305016"/>
      </p:ext>
    </p:extLst>
  </p:cSld>
  <p:clrMapOvr>
    <a:masterClrMapping/>
  </p:clrMapOvr>
  <p:transition spd="slow" advClick="0" advTm="0">
    <p:comb/>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14:presetBounceEnd="42000">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14:bounceEnd="42000">
                                          <p:cBhvr additive="base">
                                            <p:cTn id="7" dur="500" fill="hold"/>
                                            <p:tgtEl>
                                              <p:spTgt spid="2"/>
                                            </p:tgtEl>
                                            <p:attrNameLst>
                                              <p:attrName>ppt_x</p:attrName>
                                            </p:attrNameLst>
                                          </p:cBhvr>
                                          <p:tavLst>
                                            <p:tav tm="0">
                                              <p:val>
                                                <p:strVal val="#ppt_x"/>
                                              </p:val>
                                            </p:tav>
                                            <p:tav tm="100000">
                                              <p:val>
                                                <p:strVal val="#ppt_x"/>
                                              </p:val>
                                            </p:tav>
                                          </p:tavLst>
                                        </p:anim>
                                        <p:anim calcmode="lin" valueType="num" p14:bounceEnd="42000">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42000">
                                      <p:stCondLst>
                                        <p:cond delay="200"/>
                                      </p:stCondLst>
                                      <p:childTnLst>
                                        <p:set>
                                          <p:cBhvr>
                                            <p:cTn id="10" dur="1" fill="hold">
                                              <p:stCondLst>
                                                <p:cond delay="0"/>
                                              </p:stCondLst>
                                            </p:cTn>
                                            <p:tgtEl>
                                              <p:spTgt spid="4"/>
                                            </p:tgtEl>
                                            <p:attrNameLst>
                                              <p:attrName>style.visibility</p:attrName>
                                            </p:attrNameLst>
                                          </p:cBhvr>
                                          <p:to>
                                            <p:strVal val="visible"/>
                                          </p:to>
                                        </p:set>
                                        <p:anim calcmode="lin" valueType="num" p14:bounceEnd="42000">
                                          <p:cBhvr additive="base">
                                            <p:cTn id="11" dur="500" fill="hold"/>
                                            <p:tgtEl>
                                              <p:spTgt spid="4"/>
                                            </p:tgtEl>
                                            <p:attrNameLst>
                                              <p:attrName>ppt_x</p:attrName>
                                            </p:attrNameLst>
                                          </p:cBhvr>
                                          <p:tavLst>
                                            <p:tav tm="0">
                                              <p:val>
                                                <p:strVal val="#ppt_x"/>
                                              </p:val>
                                            </p:tav>
                                            <p:tav tm="100000">
                                              <p:val>
                                                <p:strVal val="#ppt_x"/>
                                              </p:val>
                                            </p:tav>
                                          </p:tavLst>
                                        </p:anim>
                                        <p:anim calcmode="lin" valueType="num" p14:bounceEnd="42000">
                                          <p:cBhvr additive="base">
                                            <p:cTn id="12" dur="5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42000">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14:bounceEnd="42000">
                                          <p:cBhvr additive="base">
                                            <p:cTn id="15" dur="500" fill="hold"/>
                                            <p:tgtEl>
                                              <p:spTgt spid="6"/>
                                            </p:tgtEl>
                                            <p:attrNameLst>
                                              <p:attrName>ppt_x</p:attrName>
                                            </p:attrNameLst>
                                          </p:cBhvr>
                                          <p:tavLst>
                                            <p:tav tm="0">
                                              <p:val>
                                                <p:strVal val="#ppt_x"/>
                                              </p:val>
                                            </p:tav>
                                            <p:tav tm="100000">
                                              <p:val>
                                                <p:strVal val="#ppt_x"/>
                                              </p:val>
                                            </p:tav>
                                          </p:tavLst>
                                        </p:anim>
                                        <p:anim calcmode="lin" valueType="num" p14:bounceEnd="42000">
                                          <p:cBhvr additive="base">
                                            <p:cTn id="16" dur="5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42000">
                                      <p:stCondLst>
                                        <p:cond delay="600"/>
                                      </p:stCondLst>
                                      <p:childTnLst>
                                        <p:set>
                                          <p:cBhvr>
                                            <p:cTn id="18" dur="1" fill="hold">
                                              <p:stCondLst>
                                                <p:cond delay="0"/>
                                              </p:stCondLst>
                                            </p:cTn>
                                            <p:tgtEl>
                                              <p:spTgt spid="8"/>
                                            </p:tgtEl>
                                            <p:attrNameLst>
                                              <p:attrName>style.visibility</p:attrName>
                                            </p:attrNameLst>
                                          </p:cBhvr>
                                          <p:to>
                                            <p:strVal val="visible"/>
                                          </p:to>
                                        </p:set>
                                        <p:anim calcmode="lin" valueType="num" p14:bounceEnd="42000">
                                          <p:cBhvr additive="base">
                                            <p:cTn id="19" dur="500" fill="hold"/>
                                            <p:tgtEl>
                                              <p:spTgt spid="8"/>
                                            </p:tgtEl>
                                            <p:attrNameLst>
                                              <p:attrName>ppt_x</p:attrName>
                                            </p:attrNameLst>
                                          </p:cBhvr>
                                          <p:tavLst>
                                            <p:tav tm="0">
                                              <p:val>
                                                <p:strVal val="#ppt_x"/>
                                              </p:val>
                                            </p:tav>
                                            <p:tav tm="100000">
                                              <p:val>
                                                <p:strVal val="#ppt_x"/>
                                              </p:val>
                                            </p:tav>
                                          </p:tavLst>
                                        </p:anim>
                                        <p:anim calcmode="lin" valueType="num" p14:bounceEnd="42000">
                                          <p:cBhvr additive="base">
                                            <p:cTn id="20" dur="500" fill="hold"/>
                                            <p:tgtEl>
                                              <p:spTgt spid="8"/>
                                            </p:tgtEl>
                                            <p:attrNameLst>
                                              <p:attrName>ppt_y</p:attrName>
                                            </p:attrNameLst>
                                          </p:cBhvr>
                                          <p:tavLst>
                                            <p:tav tm="0">
                                              <p:val>
                                                <p:strVal val="0-#ppt_h/2"/>
                                              </p:val>
                                            </p:tav>
                                            <p:tav tm="100000">
                                              <p:val>
                                                <p:strVal val="#ppt_y"/>
                                              </p:val>
                                            </p:tav>
                                          </p:tavLst>
                                        </p:anim>
                                      </p:childTnLst>
                                    </p:cTn>
                                  </p:par>
                                </p:childTnLst>
                              </p:cTn>
                            </p:par>
                            <p:par>
                              <p:cTn id="21" fill="hold">
                                <p:stCondLst>
                                  <p:cond delay="1100"/>
                                </p:stCondLst>
                                <p:childTnLst>
                                  <p:par>
                                    <p:cTn id="22" presetID="22" presetClass="entr" presetSubtype="4"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par>
                              <p:cTn id="25" fill="hold">
                                <p:stCondLst>
                                  <p:cond delay="1600"/>
                                </p:stCondLst>
                                <p:childTnLst>
                                  <p:par>
                                    <p:cTn id="26" presetID="42"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par>
                              <p:cTn id="31" fill="hold">
                                <p:stCondLst>
                                  <p:cond delay="2600"/>
                                </p:stCondLst>
                                <p:childTnLst>
                                  <p:par>
                                    <p:cTn id="32" presetID="22" presetClass="entr" presetSubtype="8"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par>
                              <p:cTn id="35" fill="hold">
                                <p:stCondLst>
                                  <p:cond delay="3100"/>
                                </p:stCondLst>
                                <p:childTnLst>
                                  <p:par>
                                    <p:cTn id="36" presetID="22" presetClass="entr" presetSubtype="8"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childTnLst>
                              </p:cTn>
                            </p:par>
                            <p:par>
                              <p:cTn id="39" fill="hold">
                                <p:stCondLst>
                                  <p:cond delay="3600"/>
                                </p:stCondLst>
                                <p:childTnLst>
                                  <p:par>
                                    <p:cTn id="40" presetID="22" presetClass="entr" presetSubtype="4"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down)">
                                          <p:cBhvr>
                                            <p:cTn id="42" dur="500"/>
                                            <p:tgtEl>
                                              <p:spTgt spid="7"/>
                                            </p:tgtEl>
                                          </p:cBhvr>
                                        </p:animEffect>
                                      </p:childTnLst>
                                    </p:cTn>
                                  </p:par>
                                </p:childTnLst>
                              </p:cTn>
                            </p:par>
                            <p:par>
                              <p:cTn id="43" fill="hold">
                                <p:stCondLst>
                                  <p:cond delay="4100"/>
                                </p:stCondLst>
                                <p:childTnLst>
                                  <p:par>
                                    <p:cTn id="44" presetID="42" presetClass="entr" presetSubtype="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anim calcmode="lin" valueType="num">
                                          <p:cBhvr>
                                            <p:cTn id="47" dur="1000" fill="hold"/>
                                            <p:tgtEl>
                                              <p:spTgt spid="11"/>
                                            </p:tgtEl>
                                            <p:attrNameLst>
                                              <p:attrName>ppt_x</p:attrName>
                                            </p:attrNameLst>
                                          </p:cBhvr>
                                          <p:tavLst>
                                            <p:tav tm="0">
                                              <p:val>
                                                <p:strVal val="#ppt_x"/>
                                              </p:val>
                                            </p:tav>
                                            <p:tav tm="100000">
                                              <p:val>
                                                <p:strVal val="#ppt_x"/>
                                              </p:val>
                                            </p:tav>
                                          </p:tavLst>
                                        </p:anim>
                                        <p:anim calcmode="lin" valueType="num">
                                          <p:cBhvr>
                                            <p:cTn id="48" dur="1000" fill="hold"/>
                                            <p:tgtEl>
                                              <p:spTgt spid="11"/>
                                            </p:tgtEl>
                                            <p:attrNameLst>
                                              <p:attrName>ppt_y</p:attrName>
                                            </p:attrNameLst>
                                          </p:cBhvr>
                                          <p:tavLst>
                                            <p:tav tm="0">
                                              <p:val>
                                                <p:strVal val="#ppt_y+.1"/>
                                              </p:val>
                                            </p:tav>
                                            <p:tav tm="100000">
                                              <p:val>
                                                <p:strVal val="#ppt_y"/>
                                              </p:val>
                                            </p:tav>
                                          </p:tavLst>
                                        </p:anim>
                                      </p:childTnLst>
                                    </p:cTn>
                                  </p:par>
                                </p:childTnLst>
                              </p:cTn>
                            </p:par>
                            <p:par>
                              <p:cTn id="49" fill="hold">
                                <p:stCondLst>
                                  <p:cond delay="5100"/>
                                </p:stCondLst>
                                <p:childTnLst>
                                  <p:par>
                                    <p:cTn id="50" presetID="22" presetClass="entr" presetSubtype="8" fill="hold"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par>
                              <p:cTn id="53" fill="hold">
                                <p:stCondLst>
                                  <p:cond delay="5600"/>
                                </p:stCondLst>
                                <p:childTnLst>
                                  <p:par>
                                    <p:cTn id="54" presetID="22" presetClass="entr" presetSubtype="8" fill="hold" grpId="0"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500"/>
                                            <p:tgtEl>
                                              <p:spTgt spid="18"/>
                                            </p:tgtEl>
                                          </p:cBhvr>
                                        </p:animEffect>
                                      </p:childTnLst>
                                    </p:cTn>
                                  </p:par>
                                </p:childTnLst>
                              </p:cTn>
                            </p:par>
                            <p:par>
                              <p:cTn id="57" fill="hold">
                                <p:stCondLst>
                                  <p:cond delay="6100"/>
                                </p:stCondLst>
                                <p:childTnLst>
                                  <p:par>
                                    <p:cTn id="58" presetID="22" presetClass="entr" presetSubtype="4" fill="hold" grpId="0" nodeType="after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down)">
                                          <p:cBhvr>
                                            <p:cTn id="60" dur="500"/>
                                            <p:tgtEl>
                                              <p:spTgt spid="5"/>
                                            </p:tgtEl>
                                          </p:cBhvr>
                                        </p:animEffect>
                                      </p:childTnLst>
                                    </p:cTn>
                                  </p:par>
                                </p:childTnLst>
                              </p:cTn>
                            </p:par>
                            <p:par>
                              <p:cTn id="61" fill="hold">
                                <p:stCondLst>
                                  <p:cond delay="6600"/>
                                </p:stCondLst>
                                <p:childTnLst>
                                  <p:par>
                                    <p:cTn id="62" presetID="42" presetClass="entr" presetSubtype="0" fill="hold" grpId="0" nodeType="after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1000"/>
                                            <p:tgtEl>
                                              <p:spTgt spid="12"/>
                                            </p:tgtEl>
                                          </p:cBhvr>
                                        </p:animEffect>
                                        <p:anim calcmode="lin" valueType="num">
                                          <p:cBhvr>
                                            <p:cTn id="65" dur="1000" fill="hold"/>
                                            <p:tgtEl>
                                              <p:spTgt spid="12"/>
                                            </p:tgtEl>
                                            <p:attrNameLst>
                                              <p:attrName>ppt_x</p:attrName>
                                            </p:attrNameLst>
                                          </p:cBhvr>
                                          <p:tavLst>
                                            <p:tav tm="0">
                                              <p:val>
                                                <p:strVal val="#ppt_x"/>
                                              </p:val>
                                            </p:tav>
                                            <p:tav tm="100000">
                                              <p:val>
                                                <p:strVal val="#ppt_x"/>
                                              </p:val>
                                            </p:tav>
                                          </p:tavLst>
                                        </p:anim>
                                        <p:anim calcmode="lin" valueType="num">
                                          <p:cBhvr>
                                            <p:cTn id="66" dur="1000" fill="hold"/>
                                            <p:tgtEl>
                                              <p:spTgt spid="12"/>
                                            </p:tgtEl>
                                            <p:attrNameLst>
                                              <p:attrName>ppt_y</p:attrName>
                                            </p:attrNameLst>
                                          </p:cBhvr>
                                          <p:tavLst>
                                            <p:tav tm="0">
                                              <p:val>
                                                <p:strVal val="#ppt_y+.1"/>
                                              </p:val>
                                            </p:tav>
                                            <p:tav tm="100000">
                                              <p:val>
                                                <p:strVal val="#ppt_y"/>
                                              </p:val>
                                            </p:tav>
                                          </p:tavLst>
                                        </p:anim>
                                      </p:childTnLst>
                                    </p:cTn>
                                  </p:par>
                                </p:childTnLst>
                              </p:cTn>
                            </p:par>
                            <p:par>
                              <p:cTn id="67" fill="hold">
                                <p:stCondLst>
                                  <p:cond delay="7600"/>
                                </p:stCondLst>
                                <p:childTnLst>
                                  <p:par>
                                    <p:cTn id="68" presetID="22" presetClass="entr" presetSubtype="8" fill="hold" nodeType="after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par>
                              <p:cTn id="71" fill="hold">
                                <p:stCondLst>
                                  <p:cond delay="8100"/>
                                </p:stCondLst>
                                <p:childTnLst>
                                  <p:par>
                                    <p:cTn id="72" presetID="22" presetClass="entr" presetSubtype="8" fill="hold" grpId="0"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wipe(left)">
                                          <p:cBhvr>
                                            <p:cTn id="74" dur="500"/>
                                            <p:tgtEl>
                                              <p:spTgt spid="19"/>
                                            </p:tgtEl>
                                          </p:cBhvr>
                                        </p:animEffect>
                                      </p:childTnLst>
                                    </p:cTn>
                                  </p:par>
                                </p:childTnLst>
                              </p:cTn>
                            </p:par>
                            <p:par>
                              <p:cTn id="75" fill="hold">
                                <p:stCondLst>
                                  <p:cond delay="8600"/>
                                </p:stCondLst>
                                <p:childTnLst>
                                  <p:par>
                                    <p:cTn id="76" presetID="22" presetClass="entr" presetSubtype="4" fill="hold" grpId="0" nodeType="afterEffect">
                                      <p:stCondLst>
                                        <p:cond delay="0"/>
                                      </p:stCondLst>
                                      <p:childTnLst>
                                        <p:set>
                                          <p:cBhvr>
                                            <p:cTn id="77" dur="1" fill="hold">
                                              <p:stCondLst>
                                                <p:cond delay="0"/>
                                              </p:stCondLst>
                                            </p:cTn>
                                            <p:tgtEl>
                                              <p:spTgt spid="3"/>
                                            </p:tgtEl>
                                            <p:attrNameLst>
                                              <p:attrName>style.visibility</p:attrName>
                                            </p:attrNameLst>
                                          </p:cBhvr>
                                          <p:to>
                                            <p:strVal val="visible"/>
                                          </p:to>
                                        </p:set>
                                        <p:animEffect transition="in" filter="wipe(down)">
                                          <p:cBhvr>
                                            <p:cTn id="78" dur="500"/>
                                            <p:tgtEl>
                                              <p:spTgt spid="3"/>
                                            </p:tgtEl>
                                          </p:cBhvr>
                                        </p:animEffect>
                                      </p:childTnLst>
                                    </p:cTn>
                                  </p:par>
                                </p:childTnLst>
                              </p:cTn>
                            </p:par>
                            <p:par>
                              <p:cTn id="79" fill="hold">
                                <p:stCondLst>
                                  <p:cond delay="910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1000"/>
                                            <p:tgtEl>
                                              <p:spTgt spid="21"/>
                                            </p:tgtEl>
                                          </p:cBhvr>
                                        </p:animEffect>
                                        <p:anim calcmode="lin" valueType="num">
                                          <p:cBhvr>
                                            <p:cTn id="83" dur="1000" fill="hold"/>
                                            <p:tgtEl>
                                              <p:spTgt spid="21"/>
                                            </p:tgtEl>
                                            <p:attrNameLst>
                                              <p:attrName>ppt_x</p:attrName>
                                            </p:attrNameLst>
                                          </p:cBhvr>
                                          <p:tavLst>
                                            <p:tav tm="0">
                                              <p:val>
                                                <p:strVal val="#ppt_x"/>
                                              </p:val>
                                            </p:tav>
                                            <p:tav tm="100000">
                                              <p:val>
                                                <p:strVal val="#ppt_x"/>
                                              </p:val>
                                            </p:tav>
                                          </p:tavLst>
                                        </p:anim>
                                        <p:anim calcmode="lin" valueType="num">
                                          <p:cBhvr>
                                            <p:cTn id="84" dur="1000" fill="hold"/>
                                            <p:tgtEl>
                                              <p:spTgt spid="21"/>
                                            </p:tgtEl>
                                            <p:attrNameLst>
                                              <p:attrName>ppt_y</p:attrName>
                                            </p:attrNameLst>
                                          </p:cBhvr>
                                          <p:tavLst>
                                            <p:tav tm="0">
                                              <p:val>
                                                <p:strVal val="#ppt_y+.1"/>
                                              </p:val>
                                            </p:tav>
                                            <p:tav tm="100000">
                                              <p:val>
                                                <p:strVal val="#ppt_y"/>
                                              </p:val>
                                            </p:tav>
                                          </p:tavLst>
                                        </p:anim>
                                      </p:childTnLst>
                                    </p:cTn>
                                  </p:par>
                                </p:childTnLst>
                              </p:cTn>
                            </p:par>
                            <p:par>
                              <p:cTn id="85" fill="hold">
                                <p:stCondLst>
                                  <p:cond delay="10100"/>
                                </p:stCondLst>
                                <p:childTnLst>
                                  <p:par>
                                    <p:cTn id="86" presetID="22" presetClass="entr" presetSubtype="8" fill="hold" nodeType="after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wipe(left)">
                                          <p:cBhvr>
                                            <p:cTn id="88" dur="500"/>
                                            <p:tgtEl>
                                              <p:spTgt spid="13"/>
                                            </p:tgtEl>
                                          </p:cBhvr>
                                        </p:animEffect>
                                      </p:childTnLst>
                                    </p:cTn>
                                  </p:par>
                                </p:childTnLst>
                              </p:cTn>
                            </p:par>
                            <p:par>
                              <p:cTn id="89" fill="hold">
                                <p:stCondLst>
                                  <p:cond delay="10600"/>
                                </p:stCondLst>
                                <p:childTnLst>
                                  <p:par>
                                    <p:cTn id="90" presetID="22" presetClass="entr" presetSubtype="8" fill="hold" grpId="0" nodeType="after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wipe(left)">
                                          <p:cBhvr>
                                            <p:cTn id="9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p:bldP spid="11" grpId="0"/>
          <p:bldP spid="12" grpId="0"/>
          <p:bldP spid="17" grpId="0"/>
          <p:bldP spid="18" grpId="0"/>
          <p:bldP spid="19" grpId="0"/>
          <p:bldP spid="20" grpId="0"/>
          <p:bldP spid="2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0-#ppt_h/2"/>
                                              </p:val>
                                            </p:tav>
                                            <p:tav tm="100000">
                                              <p:val>
                                                <p:strVal val="#ppt_y"/>
                                              </p:val>
                                            </p:tav>
                                          </p:tavLst>
                                        </p:anim>
                                      </p:childTnLst>
                                    </p:cTn>
                                  </p:par>
                                </p:childTnLst>
                              </p:cTn>
                            </p:par>
                            <p:par>
                              <p:cTn id="21" fill="hold">
                                <p:stCondLst>
                                  <p:cond delay="1100"/>
                                </p:stCondLst>
                                <p:childTnLst>
                                  <p:par>
                                    <p:cTn id="22" presetID="22" presetClass="entr" presetSubtype="4"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par>
                              <p:cTn id="25" fill="hold">
                                <p:stCondLst>
                                  <p:cond delay="1600"/>
                                </p:stCondLst>
                                <p:childTnLst>
                                  <p:par>
                                    <p:cTn id="26" presetID="42"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par>
                              <p:cTn id="31" fill="hold">
                                <p:stCondLst>
                                  <p:cond delay="2600"/>
                                </p:stCondLst>
                                <p:childTnLst>
                                  <p:par>
                                    <p:cTn id="32" presetID="22" presetClass="entr" presetSubtype="8"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par>
                              <p:cTn id="35" fill="hold">
                                <p:stCondLst>
                                  <p:cond delay="3100"/>
                                </p:stCondLst>
                                <p:childTnLst>
                                  <p:par>
                                    <p:cTn id="36" presetID="22" presetClass="entr" presetSubtype="8"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childTnLst>
                              </p:cTn>
                            </p:par>
                            <p:par>
                              <p:cTn id="39" fill="hold">
                                <p:stCondLst>
                                  <p:cond delay="3600"/>
                                </p:stCondLst>
                                <p:childTnLst>
                                  <p:par>
                                    <p:cTn id="40" presetID="22" presetClass="entr" presetSubtype="4"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down)">
                                          <p:cBhvr>
                                            <p:cTn id="42" dur="500"/>
                                            <p:tgtEl>
                                              <p:spTgt spid="7"/>
                                            </p:tgtEl>
                                          </p:cBhvr>
                                        </p:animEffect>
                                      </p:childTnLst>
                                    </p:cTn>
                                  </p:par>
                                </p:childTnLst>
                              </p:cTn>
                            </p:par>
                            <p:par>
                              <p:cTn id="43" fill="hold">
                                <p:stCondLst>
                                  <p:cond delay="4100"/>
                                </p:stCondLst>
                                <p:childTnLst>
                                  <p:par>
                                    <p:cTn id="44" presetID="42" presetClass="entr" presetSubtype="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anim calcmode="lin" valueType="num">
                                          <p:cBhvr>
                                            <p:cTn id="47" dur="1000" fill="hold"/>
                                            <p:tgtEl>
                                              <p:spTgt spid="11"/>
                                            </p:tgtEl>
                                            <p:attrNameLst>
                                              <p:attrName>ppt_x</p:attrName>
                                            </p:attrNameLst>
                                          </p:cBhvr>
                                          <p:tavLst>
                                            <p:tav tm="0">
                                              <p:val>
                                                <p:strVal val="#ppt_x"/>
                                              </p:val>
                                            </p:tav>
                                            <p:tav tm="100000">
                                              <p:val>
                                                <p:strVal val="#ppt_x"/>
                                              </p:val>
                                            </p:tav>
                                          </p:tavLst>
                                        </p:anim>
                                        <p:anim calcmode="lin" valueType="num">
                                          <p:cBhvr>
                                            <p:cTn id="48" dur="1000" fill="hold"/>
                                            <p:tgtEl>
                                              <p:spTgt spid="11"/>
                                            </p:tgtEl>
                                            <p:attrNameLst>
                                              <p:attrName>ppt_y</p:attrName>
                                            </p:attrNameLst>
                                          </p:cBhvr>
                                          <p:tavLst>
                                            <p:tav tm="0">
                                              <p:val>
                                                <p:strVal val="#ppt_y+.1"/>
                                              </p:val>
                                            </p:tav>
                                            <p:tav tm="100000">
                                              <p:val>
                                                <p:strVal val="#ppt_y"/>
                                              </p:val>
                                            </p:tav>
                                          </p:tavLst>
                                        </p:anim>
                                      </p:childTnLst>
                                    </p:cTn>
                                  </p:par>
                                </p:childTnLst>
                              </p:cTn>
                            </p:par>
                            <p:par>
                              <p:cTn id="49" fill="hold">
                                <p:stCondLst>
                                  <p:cond delay="5100"/>
                                </p:stCondLst>
                                <p:childTnLst>
                                  <p:par>
                                    <p:cTn id="50" presetID="22" presetClass="entr" presetSubtype="8" fill="hold"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par>
                              <p:cTn id="53" fill="hold">
                                <p:stCondLst>
                                  <p:cond delay="5600"/>
                                </p:stCondLst>
                                <p:childTnLst>
                                  <p:par>
                                    <p:cTn id="54" presetID="22" presetClass="entr" presetSubtype="8" fill="hold" grpId="0"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500"/>
                                            <p:tgtEl>
                                              <p:spTgt spid="18"/>
                                            </p:tgtEl>
                                          </p:cBhvr>
                                        </p:animEffect>
                                      </p:childTnLst>
                                    </p:cTn>
                                  </p:par>
                                </p:childTnLst>
                              </p:cTn>
                            </p:par>
                            <p:par>
                              <p:cTn id="57" fill="hold">
                                <p:stCondLst>
                                  <p:cond delay="6100"/>
                                </p:stCondLst>
                                <p:childTnLst>
                                  <p:par>
                                    <p:cTn id="58" presetID="22" presetClass="entr" presetSubtype="4" fill="hold" grpId="0" nodeType="after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down)">
                                          <p:cBhvr>
                                            <p:cTn id="60" dur="500"/>
                                            <p:tgtEl>
                                              <p:spTgt spid="5"/>
                                            </p:tgtEl>
                                          </p:cBhvr>
                                        </p:animEffect>
                                      </p:childTnLst>
                                    </p:cTn>
                                  </p:par>
                                </p:childTnLst>
                              </p:cTn>
                            </p:par>
                            <p:par>
                              <p:cTn id="61" fill="hold">
                                <p:stCondLst>
                                  <p:cond delay="6600"/>
                                </p:stCondLst>
                                <p:childTnLst>
                                  <p:par>
                                    <p:cTn id="62" presetID="42" presetClass="entr" presetSubtype="0" fill="hold" grpId="0" nodeType="after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1000"/>
                                            <p:tgtEl>
                                              <p:spTgt spid="12"/>
                                            </p:tgtEl>
                                          </p:cBhvr>
                                        </p:animEffect>
                                        <p:anim calcmode="lin" valueType="num">
                                          <p:cBhvr>
                                            <p:cTn id="65" dur="1000" fill="hold"/>
                                            <p:tgtEl>
                                              <p:spTgt spid="12"/>
                                            </p:tgtEl>
                                            <p:attrNameLst>
                                              <p:attrName>ppt_x</p:attrName>
                                            </p:attrNameLst>
                                          </p:cBhvr>
                                          <p:tavLst>
                                            <p:tav tm="0">
                                              <p:val>
                                                <p:strVal val="#ppt_x"/>
                                              </p:val>
                                            </p:tav>
                                            <p:tav tm="100000">
                                              <p:val>
                                                <p:strVal val="#ppt_x"/>
                                              </p:val>
                                            </p:tav>
                                          </p:tavLst>
                                        </p:anim>
                                        <p:anim calcmode="lin" valueType="num">
                                          <p:cBhvr>
                                            <p:cTn id="66" dur="1000" fill="hold"/>
                                            <p:tgtEl>
                                              <p:spTgt spid="12"/>
                                            </p:tgtEl>
                                            <p:attrNameLst>
                                              <p:attrName>ppt_y</p:attrName>
                                            </p:attrNameLst>
                                          </p:cBhvr>
                                          <p:tavLst>
                                            <p:tav tm="0">
                                              <p:val>
                                                <p:strVal val="#ppt_y+.1"/>
                                              </p:val>
                                            </p:tav>
                                            <p:tav tm="100000">
                                              <p:val>
                                                <p:strVal val="#ppt_y"/>
                                              </p:val>
                                            </p:tav>
                                          </p:tavLst>
                                        </p:anim>
                                      </p:childTnLst>
                                    </p:cTn>
                                  </p:par>
                                </p:childTnLst>
                              </p:cTn>
                            </p:par>
                            <p:par>
                              <p:cTn id="67" fill="hold">
                                <p:stCondLst>
                                  <p:cond delay="7600"/>
                                </p:stCondLst>
                                <p:childTnLst>
                                  <p:par>
                                    <p:cTn id="68" presetID="22" presetClass="entr" presetSubtype="8" fill="hold" nodeType="after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par>
                              <p:cTn id="71" fill="hold">
                                <p:stCondLst>
                                  <p:cond delay="8100"/>
                                </p:stCondLst>
                                <p:childTnLst>
                                  <p:par>
                                    <p:cTn id="72" presetID="22" presetClass="entr" presetSubtype="8" fill="hold" grpId="0"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wipe(left)">
                                          <p:cBhvr>
                                            <p:cTn id="74" dur="500"/>
                                            <p:tgtEl>
                                              <p:spTgt spid="19"/>
                                            </p:tgtEl>
                                          </p:cBhvr>
                                        </p:animEffect>
                                      </p:childTnLst>
                                    </p:cTn>
                                  </p:par>
                                </p:childTnLst>
                              </p:cTn>
                            </p:par>
                            <p:par>
                              <p:cTn id="75" fill="hold">
                                <p:stCondLst>
                                  <p:cond delay="8600"/>
                                </p:stCondLst>
                                <p:childTnLst>
                                  <p:par>
                                    <p:cTn id="76" presetID="22" presetClass="entr" presetSubtype="4" fill="hold" grpId="0" nodeType="afterEffect">
                                      <p:stCondLst>
                                        <p:cond delay="0"/>
                                      </p:stCondLst>
                                      <p:childTnLst>
                                        <p:set>
                                          <p:cBhvr>
                                            <p:cTn id="77" dur="1" fill="hold">
                                              <p:stCondLst>
                                                <p:cond delay="0"/>
                                              </p:stCondLst>
                                            </p:cTn>
                                            <p:tgtEl>
                                              <p:spTgt spid="3"/>
                                            </p:tgtEl>
                                            <p:attrNameLst>
                                              <p:attrName>style.visibility</p:attrName>
                                            </p:attrNameLst>
                                          </p:cBhvr>
                                          <p:to>
                                            <p:strVal val="visible"/>
                                          </p:to>
                                        </p:set>
                                        <p:animEffect transition="in" filter="wipe(down)">
                                          <p:cBhvr>
                                            <p:cTn id="78" dur="500"/>
                                            <p:tgtEl>
                                              <p:spTgt spid="3"/>
                                            </p:tgtEl>
                                          </p:cBhvr>
                                        </p:animEffect>
                                      </p:childTnLst>
                                    </p:cTn>
                                  </p:par>
                                </p:childTnLst>
                              </p:cTn>
                            </p:par>
                            <p:par>
                              <p:cTn id="79" fill="hold">
                                <p:stCondLst>
                                  <p:cond delay="910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1000"/>
                                            <p:tgtEl>
                                              <p:spTgt spid="21"/>
                                            </p:tgtEl>
                                          </p:cBhvr>
                                        </p:animEffect>
                                        <p:anim calcmode="lin" valueType="num">
                                          <p:cBhvr>
                                            <p:cTn id="83" dur="1000" fill="hold"/>
                                            <p:tgtEl>
                                              <p:spTgt spid="21"/>
                                            </p:tgtEl>
                                            <p:attrNameLst>
                                              <p:attrName>ppt_x</p:attrName>
                                            </p:attrNameLst>
                                          </p:cBhvr>
                                          <p:tavLst>
                                            <p:tav tm="0">
                                              <p:val>
                                                <p:strVal val="#ppt_x"/>
                                              </p:val>
                                            </p:tav>
                                            <p:tav tm="100000">
                                              <p:val>
                                                <p:strVal val="#ppt_x"/>
                                              </p:val>
                                            </p:tav>
                                          </p:tavLst>
                                        </p:anim>
                                        <p:anim calcmode="lin" valueType="num">
                                          <p:cBhvr>
                                            <p:cTn id="84" dur="1000" fill="hold"/>
                                            <p:tgtEl>
                                              <p:spTgt spid="21"/>
                                            </p:tgtEl>
                                            <p:attrNameLst>
                                              <p:attrName>ppt_y</p:attrName>
                                            </p:attrNameLst>
                                          </p:cBhvr>
                                          <p:tavLst>
                                            <p:tav tm="0">
                                              <p:val>
                                                <p:strVal val="#ppt_y+.1"/>
                                              </p:val>
                                            </p:tav>
                                            <p:tav tm="100000">
                                              <p:val>
                                                <p:strVal val="#ppt_y"/>
                                              </p:val>
                                            </p:tav>
                                          </p:tavLst>
                                        </p:anim>
                                      </p:childTnLst>
                                    </p:cTn>
                                  </p:par>
                                </p:childTnLst>
                              </p:cTn>
                            </p:par>
                            <p:par>
                              <p:cTn id="85" fill="hold">
                                <p:stCondLst>
                                  <p:cond delay="10100"/>
                                </p:stCondLst>
                                <p:childTnLst>
                                  <p:par>
                                    <p:cTn id="86" presetID="22" presetClass="entr" presetSubtype="8" fill="hold" nodeType="afterEffect">
                                      <p:stCondLst>
                                        <p:cond delay="0"/>
                                      </p:stCondLst>
                                      <p:childTnLst>
                                        <p:set>
                                          <p:cBhvr>
                                            <p:cTn id="87" dur="1" fill="hold">
                                              <p:stCondLst>
                                                <p:cond delay="0"/>
                                              </p:stCondLst>
                                            </p:cTn>
                                            <p:tgtEl>
                                              <p:spTgt spid="13"/>
                                            </p:tgtEl>
                                            <p:attrNameLst>
                                              <p:attrName>style.visibility</p:attrName>
                                            </p:attrNameLst>
                                          </p:cBhvr>
                                          <p:to>
                                            <p:strVal val="visible"/>
                                          </p:to>
                                        </p:set>
                                        <p:animEffect transition="in" filter="wipe(left)">
                                          <p:cBhvr>
                                            <p:cTn id="88" dur="500"/>
                                            <p:tgtEl>
                                              <p:spTgt spid="13"/>
                                            </p:tgtEl>
                                          </p:cBhvr>
                                        </p:animEffect>
                                      </p:childTnLst>
                                    </p:cTn>
                                  </p:par>
                                </p:childTnLst>
                              </p:cTn>
                            </p:par>
                            <p:par>
                              <p:cTn id="89" fill="hold">
                                <p:stCondLst>
                                  <p:cond delay="10600"/>
                                </p:stCondLst>
                                <p:childTnLst>
                                  <p:par>
                                    <p:cTn id="90" presetID="22" presetClass="entr" presetSubtype="8" fill="hold" grpId="0" nodeType="after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wipe(left)">
                                          <p:cBhvr>
                                            <p:cTn id="9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p:bldP spid="11" grpId="0"/>
          <p:bldP spid="12" grpId="0"/>
          <p:bldP spid="17" grpId="0"/>
          <p:bldP spid="18" grpId="0"/>
          <p:bldP spid="19" grpId="0"/>
          <p:bldP spid="20" grpId="0"/>
          <p:bldP spid="21"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Freeform 5"/>
          <p:cNvSpPr>
            <a:spLocks/>
          </p:cNvSpPr>
          <p:nvPr/>
        </p:nvSpPr>
        <p:spPr bwMode="auto">
          <a:xfrm>
            <a:off x="2300328" y="2335829"/>
            <a:ext cx="4446541" cy="2383478"/>
          </a:xfrm>
          <a:custGeom>
            <a:avLst/>
            <a:gdLst>
              <a:gd name="T0" fmla="*/ 4140 w 4302"/>
              <a:gd name="T1" fmla="*/ 1568 h 2306"/>
              <a:gd name="T2" fmla="*/ 4232 w 4302"/>
              <a:gd name="T3" fmla="*/ 1240 h 2306"/>
              <a:gd name="T4" fmla="*/ 4100 w 4302"/>
              <a:gd name="T5" fmla="*/ 1104 h 2306"/>
              <a:gd name="T6" fmla="*/ 4092 w 4302"/>
              <a:gd name="T7" fmla="*/ 914 h 2306"/>
              <a:gd name="T8" fmla="*/ 4092 w 4302"/>
              <a:gd name="T9" fmla="*/ 732 h 2306"/>
              <a:gd name="T10" fmla="*/ 4024 w 4302"/>
              <a:gd name="T11" fmla="*/ 580 h 2306"/>
              <a:gd name="T12" fmla="*/ 3768 w 4302"/>
              <a:gd name="T13" fmla="*/ 608 h 2306"/>
              <a:gd name="T14" fmla="*/ 3696 w 4302"/>
              <a:gd name="T15" fmla="*/ 806 h 2306"/>
              <a:gd name="T16" fmla="*/ 3574 w 4302"/>
              <a:gd name="T17" fmla="*/ 748 h 2306"/>
              <a:gd name="T18" fmla="*/ 3512 w 4302"/>
              <a:gd name="T19" fmla="*/ 602 h 2306"/>
              <a:gd name="T20" fmla="*/ 3452 w 4302"/>
              <a:gd name="T21" fmla="*/ 398 h 2306"/>
              <a:gd name="T22" fmla="*/ 3368 w 4302"/>
              <a:gd name="T23" fmla="*/ 238 h 2306"/>
              <a:gd name="T24" fmla="*/ 3128 w 4302"/>
              <a:gd name="T25" fmla="*/ 252 h 2306"/>
              <a:gd name="T26" fmla="*/ 3012 w 4302"/>
              <a:gd name="T27" fmla="*/ 366 h 2306"/>
              <a:gd name="T28" fmla="*/ 2830 w 4302"/>
              <a:gd name="T29" fmla="*/ 388 h 2306"/>
              <a:gd name="T30" fmla="*/ 2726 w 4302"/>
              <a:gd name="T31" fmla="*/ 556 h 2306"/>
              <a:gd name="T32" fmla="*/ 2598 w 4302"/>
              <a:gd name="T33" fmla="*/ 498 h 2306"/>
              <a:gd name="T34" fmla="*/ 2416 w 4302"/>
              <a:gd name="T35" fmla="*/ 518 h 2306"/>
              <a:gd name="T36" fmla="*/ 2374 w 4302"/>
              <a:gd name="T37" fmla="*/ 394 h 2306"/>
              <a:gd name="T38" fmla="*/ 2196 w 4302"/>
              <a:gd name="T39" fmla="*/ 326 h 2306"/>
              <a:gd name="T40" fmla="*/ 2160 w 4302"/>
              <a:gd name="T41" fmla="*/ 170 h 2306"/>
              <a:gd name="T42" fmla="*/ 2042 w 4302"/>
              <a:gd name="T43" fmla="*/ 8 h 2306"/>
              <a:gd name="T44" fmla="*/ 1818 w 4302"/>
              <a:gd name="T45" fmla="*/ 68 h 2306"/>
              <a:gd name="T46" fmla="*/ 1766 w 4302"/>
              <a:gd name="T47" fmla="*/ 332 h 2306"/>
              <a:gd name="T48" fmla="*/ 1712 w 4302"/>
              <a:gd name="T49" fmla="*/ 398 h 2306"/>
              <a:gd name="T50" fmla="*/ 1542 w 4302"/>
              <a:gd name="T51" fmla="*/ 542 h 2306"/>
              <a:gd name="T52" fmla="*/ 1484 w 4302"/>
              <a:gd name="T53" fmla="*/ 760 h 2306"/>
              <a:gd name="T54" fmla="*/ 1450 w 4302"/>
              <a:gd name="T55" fmla="*/ 692 h 2306"/>
              <a:gd name="T56" fmla="*/ 1316 w 4302"/>
              <a:gd name="T57" fmla="*/ 542 h 2306"/>
              <a:gd name="T58" fmla="*/ 1096 w 4302"/>
              <a:gd name="T59" fmla="*/ 638 h 2306"/>
              <a:gd name="T60" fmla="*/ 1028 w 4302"/>
              <a:gd name="T61" fmla="*/ 720 h 2306"/>
              <a:gd name="T62" fmla="*/ 1108 w 4302"/>
              <a:gd name="T63" fmla="*/ 590 h 2306"/>
              <a:gd name="T64" fmla="*/ 1086 w 4302"/>
              <a:gd name="T65" fmla="*/ 414 h 2306"/>
              <a:gd name="T66" fmla="*/ 984 w 4302"/>
              <a:gd name="T67" fmla="*/ 254 h 2306"/>
              <a:gd name="T68" fmla="*/ 756 w 4302"/>
              <a:gd name="T69" fmla="*/ 304 h 2306"/>
              <a:gd name="T70" fmla="*/ 690 w 4302"/>
              <a:gd name="T71" fmla="*/ 538 h 2306"/>
              <a:gd name="T72" fmla="*/ 512 w 4302"/>
              <a:gd name="T73" fmla="*/ 398 h 2306"/>
              <a:gd name="T74" fmla="*/ 336 w 4302"/>
              <a:gd name="T75" fmla="*/ 494 h 2306"/>
              <a:gd name="T76" fmla="*/ 302 w 4302"/>
              <a:gd name="T77" fmla="*/ 746 h 2306"/>
              <a:gd name="T78" fmla="*/ 386 w 4302"/>
              <a:gd name="T79" fmla="*/ 894 h 2306"/>
              <a:gd name="T80" fmla="*/ 208 w 4302"/>
              <a:gd name="T81" fmla="*/ 944 h 2306"/>
              <a:gd name="T82" fmla="*/ 130 w 4302"/>
              <a:gd name="T83" fmla="*/ 1116 h 2306"/>
              <a:gd name="T84" fmla="*/ 190 w 4302"/>
              <a:gd name="T85" fmla="*/ 1322 h 2306"/>
              <a:gd name="T86" fmla="*/ 186 w 4302"/>
              <a:gd name="T87" fmla="*/ 1490 h 2306"/>
              <a:gd name="T88" fmla="*/ 16 w 4302"/>
              <a:gd name="T89" fmla="*/ 1606 h 2306"/>
              <a:gd name="T90" fmla="*/ 58 w 4302"/>
              <a:gd name="T91" fmla="*/ 1892 h 2306"/>
              <a:gd name="T92" fmla="*/ 186 w 4302"/>
              <a:gd name="T93" fmla="*/ 2188 h 2306"/>
              <a:gd name="T94" fmla="*/ 532 w 4302"/>
              <a:gd name="T95" fmla="*/ 2256 h 2306"/>
              <a:gd name="T96" fmla="*/ 864 w 4302"/>
              <a:gd name="T97" fmla="*/ 2160 h 2306"/>
              <a:gd name="T98" fmla="*/ 1188 w 4302"/>
              <a:gd name="T99" fmla="*/ 2184 h 2306"/>
              <a:gd name="T100" fmla="*/ 1508 w 4302"/>
              <a:gd name="T101" fmla="*/ 2110 h 2306"/>
              <a:gd name="T102" fmla="*/ 1790 w 4302"/>
              <a:gd name="T103" fmla="*/ 2080 h 2306"/>
              <a:gd name="T104" fmla="*/ 2006 w 4302"/>
              <a:gd name="T105" fmla="*/ 2118 h 2306"/>
              <a:gd name="T106" fmla="*/ 2296 w 4302"/>
              <a:gd name="T107" fmla="*/ 2280 h 2306"/>
              <a:gd name="T108" fmla="*/ 2620 w 4302"/>
              <a:gd name="T109" fmla="*/ 2306 h 2306"/>
              <a:gd name="T110" fmla="*/ 2928 w 4302"/>
              <a:gd name="T111" fmla="*/ 2132 h 2306"/>
              <a:gd name="T112" fmla="*/ 3328 w 4302"/>
              <a:gd name="T113" fmla="*/ 2022 h 2306"/>
              <a:gd name="T114" fmla="*/ 3598 w 4302"/>
              <a:gd name="T115" fmla="*/ 2008 h 2306"/>
              <a:gd name="T116" fmla="*/ 3872 w 4302"/>
              <a:gd name="T117" fmla="*/ 2082 h 2306"/>
              <a:gd name="T118" fmla="*/ 4216 w 4302"/>
              <a:gd name="T119" fmla="*/ 2060 h 2306"/>
              <a:gd name="T120" fmla="*/ 4280 w 4302"/>
              <a:gd name="T121" fmla="*/ 1748 h 2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02" h="2306">
                <a:moveTo>
                  <a:pt x="4172" y="1664"/>
                </a:moveTo>
                <a:lnTo>
                  <a:pt x="4172" y="1664"/>
                </a:lnTo>
                <a:lnTo>
                  <a:pt x="4154" y="1662"/>
                </a:lnTo>
                <a:lnTo>
                  <a:pt x="4136" y="1656"/>
                </a:lnTo>
                <a:lnTo>
                  <a:pt x="4118" y="1650"/>
                </a:lnTo>
                <a:lnTo>
                  <a:pt x="4104" y="1638"/>
                </a:lnTo>
                <a:lnTo>
                  <a:pt x="4092" y="1626"/>
                </a:lnTo>
                <a:lnTo>
                  <a:pt x="4080" y="1612"/>
                </a:lnTo>
                <a:lnTo>
                  <a:pt x="4074" y="1596"/>
                </a:lnTo>
                <a:lnTo>
                  <a:pt x="4068" y="1578"/>
                </a:lnTo>
                <a:lnTo>
                  <a:pt x="4068" y="1578"/>
                </a:lnTo>
                <a:lnTo>
                  <a:pt x="4090" y="1576"/>
                </a:lnTo>
                <a:lnTo>
                  <a:pt x="4108" y="1572"/>
                </a:lnTo>
                <a:lnTo>
                  <a:pt x="4126" y="1570"/>
                </a:lnTo>
                <a:lnTo>
                  <a:pt x="4140" y="1568"/>
                </a:lnTo>
                <a:lnTo>
                  <a:pt x="4140" y="1568"/>
                </a:lnTo>
                <a:lnTo>
                  <a:pt x="4166" y="1560"/>
                </a:lnTo>
                <a:lnTo>
                  <a:pt x="4190" y="1552"/>
                </a:lnTo>
                <a:lnTo>
                  <a:pt x="4210" y="1542"/>
                </a:lnTo>
                <a:lnTo>
                  <a:pt x="4226" y="1532"/>
                </a:lnTo>
                <a:lnTo>
                  <a:pt x="4238" y="1520"/>
                </a:lnTo>
                <a:lnTo>
                  <a:pt x="4248" y="1506"/>
                </a:lnTo>
                <a:lnTo>
                  <a:pt x="4254" y="1490"/>
                </a:lnTo>
                <a:lnTo>
                  <a:pt x="4256" y="1472"/>
                </a:lnTo>
                <a:lnTo>
                  <a:pt x="4256" y="1356"/>
                </a:lnTo>
                <a:lnTo>
                  <a:pt x="4256" y="1356"/>
                </a:lnTo>
                <a:lnTo>
                  <a:pt x="4254" y="1320"/>
                </a:lnTo>
                <a:lnTo>
                  <a:pt x="4248" y="1286"/>
                </a:lnTo>
                <a:lnTo>
                  <a:pt x="4238" y="1254"/>
                </a:lnTo>
                <a:lnTo>
                  <a:pt x="4232" y="1240"/>
                </a:lnTo>
                <a:lnTo>
                  <a:pt x="4224" y="1228"/>
                </a:lnTo>
                <a:lnTo>
                  <a:pt x="4216" y="1216"/>
                </a:lnTo>
                <a:lnTo>
                  <a:pt x="4208" y="1204"/>
                </a:lnTo>
                <a:lnTo>
                  <a:pt x="4198" y="1194"/>
                </a:lnTo>
                <a:lnTo>
                  <a:pt x="4188" y="1186"/>
                </a:lnTo>
                <a:lnTo>
                  <a:pt x="4176" y="1180"/>
                </a:lnTo>
                <a:lnTo>
                  <a:pt x="4166" y="1174"/>
                </a:lnTo>
                <a:lnTo>
                  <a:pt x="4154" y="1172"/>
                </a:lnTo>
                <a:lnTo>
                  <a:pt x="4140" y="1170"/>
                </a:lnTo>
                <a:lnTo>
                  <a:pt x="4140" y="1170"/>
                </a:lnTo>
                <a:lnTo>
                  <a:pt x="4134" y="1152"/>
                </a:lnTo>
                <a:lnTo>
                  <a:pt x="4126" y="1134"/>
                </a:lnTo>
                <a:lnTo>
                  <a:pt x="4114" y="1118"/>
                </a:lnTo>
                <a:lnTo>
                  <a:pt x="4108" y="1110"/>
                </a:lnTo>
                <a:lnTo>
                  <a:pt x="4100" y="1104"/>
                </a:lnTo>
                <a:lnTo>
                  <a:pt x="4100" y="1104"/>
                </a:lnTo>
                <a:lnTo>
                  <a:pt x="4084" y="1088"/>
                </a:lnTo>
                <a:lnTo>
                  <a:pt x="4066" y="1074"/>
                </a:lnTo>
                <a:lnTo>
                  <a:pt x="4046" y="1066"/>
                </a:lnTo>
                <a:lnTo>
                  <a:pt x="4026" y="1058"/>
                </a:lnTo>
                <a:lnTo>
                  <a:pt x="4026" y="1058"/>
                </a:lnTo>
                <a:lnTo>
                  <a:pt x="4026" y="1052"/>
                </a:lnTo>
                <a:lnTo>
                  <a:pt x="4026" y="1042"/>
                </a:lnTo>
                <a:lnTo>
                  <a:pt x="4026" y="1042"/>
                </a:lnTo>
                <a:lnTo>
                  <a:pt x="4044" y="1016"/>
                </a:lnTo>
                <a:lnTo>
                  <a:pt x="4062" y="988"/>
                </a:lnTo>
                <a:lnTo>
                  <a:pt x="4070" y="972"/>
                </a:lnTo>
                <a:lnTo>
                  <a:pt x="4078" y="954"/>
                </a:lnTo>
                <a:lnTo>
                  <a:pt x="4086" y="936"/>
                </a:lnTo>
                <a:lnTo>
                  <a:pt x="4092" y="914"/>
                </a:lnTo>
                <a:lnTo>
                  <a:pt x="4092" y="914"/>
                </a:lnTo>
                <a:lnTo>
                  <a:pt x="4106" y="908"/>
                </a:lnTo>
                <a:lnTo>
                  <a:pt x="4118" y="900"/>
                </a:lnTo>
                <a:lnTo>
                  <a:pt x="4122" y="894"/>
                </a:lnTo>
                <a:lnTo>
                  <a:pt x="4124" y="888"/>
                </a:lnTo>
                <a:lnTo>
                  <a:pt x="4128" y="882"/>
                </a:lnTo>
                <a:lnTo>
                  <a:pt x="4128" y="874"/>
                </a:lnTo>
                <a:lnTo>
                  <a:pt x="4128" y="776"/>
                </a:lnTo>
                <a:lnTo>
                  <a:pt x="4128" y="776"/>
                </a:lnTo>
                <a:lnTo>
                  <a:pt x="4128" y="768"/>
                </a:lnTo>
                <a:lnTo>
                  <a:pt x="4124" y="762"/>
                </a:lnTo>
                <a:lnTo>
                  <a:pt x="4118" y="748"/>
                </a:lnTo>
                <a:lnTo>
                  <a:pt x="4106" y="738"/>
                </a:lnTo>
                <a:lnTo>
                  <a:pt x="4100" y="734"/>
                </a:lnTo>
                <a:lnTo>
                  <a:pt x="4092" y="732"/>
                </a:lnTo>
                <a:lnTo>
                  <a:pt x="4092" y="720"/>
                </a:lnTo>
                <a:lnTo>
                  <a:pt x="4092" y="720"/>
                </a:lnTo>
                <a:lnTo>
                  <a:pt x="4092" y="720"/>
                </a:lnTo>
                <a:lnTo>
                  <a:pt x="4112" y="720"/>
                </a:lnTo>
                <a:lnTo>
                  <a:pt x="4092" y="694"/>
                </a:lnTo>
                <a:lnTo>
                  <a:pt x="4092" y="694"/>
                </a:lnTo>
                <a:lnTo>
                  <a:pt x="4090" y="678"/>
                </a:lnTo>
                <a:lnTo>
                  <a:pt x="4084" y="654"/>
                </a:lnTo>
                <a:lnTo>
                  <a:pt x="4080" y="642"/>
                </a:lnTo>
                <a:lnTo>
                  <a:pt x="4072" y="628"/>
                </a:lnTo>
                <a:lnTo>
                  <a:pt x="4062" y="614"/>
                </a:lnTo>
                <a:lnTo>
                  <a:pt x="4052" y="600"/>
                </a:lnTo>
                <a:lnTo>
                  <a:pt x="4052" y="600"/>
                </a:lnTo>
                <a:lnTo>
                  <a:pt x="4038" y="588"/>
                </a:lnTo>
                <a:lnTo>
                  <a:pt x="4024" y="580"/>
                </a:lnTo>
                <a:lnTo>
                  <a:pt x="4010" y="572"/>
                </a:lnTo>
                <a:lnTo>
                  <a:pt x="3994" y="564"/>
                </a:lnTo>
                <a:lnTo>
                  <a:pt x="3976" y="560"/>
                </a:lnTo>
                <a:lnTo>
                  <a:pt x="3958" y="556"/>
                </a:lnTo>
                <a:lnTo>
                  <a:pt x="3938" y="554"/>
                </a:lnTo>
                <a:lnTo>
                  <a:pt x="3916" y="552"/>
                </a:lnTo>
                <a:lnTo>
                  <a:pt x="3916" y="552"/>
                </a:lnTo>
                <a:lnTo>
                  <a:pt x="3894" y="552"/>
                </a:lnTo>
                <a:lnTo>
                  <a:pt x="3894" y="552"/>
                </a:lnTo>
                <a:lnTo>
                  <a:pt x="3878" y="556"/>
                </a:lnTo>
                <a:lnTo>
                  <a:pt x="3848" y="564"/>
                </a:lnTo>
                <a:lnTo>
                  <a:pt x="3828" y="570"/>
                </a:lnTo>
                <a:lnTo>
                  <a:pt x="3808" y="580"/>
                </a:lnTo>
                <a:lnTo>
                  <a:pt x="3788" y="592"/>
                </a:lnTo>
                <a:lnTo>
                  <a:pt x="3768" y="608"/>
                </a:lnTo>
                <a:lnTo>
                  <a:pt x="3768" y="608"/>
                </a:lnTo>
                <a:lnTo>
                  <a:pt x="3756" y="622"/>
                </a:lnTo>
                <a:lnTo>
                  <a:pt x="3746" y="636"/>
                </a:lnTo>
                <a:lnTo>
                  <a:pt x="3738" y="652"/>
                </a:lnTo>
                <a:lnTo>
                  <a:pt x="3730" y="666"/>
                </a:lnTo>
                <a:lnTo>
                  <a:pt x="3724" y="684"/>
                </a:lnTo>
                <a:lnTo>
                  <a:pt x="3720" y="700"/>
                </a:lnTo>
                <a:lnTo>
                  <a:pt x="3718" y="718"/>
                </a:lnTo>
                <a:lnTo>
                  <a:pt x="3716" y="736"/>
                </a:lnTo>
                <a:lnTo>
                  <a:pt x="3716" y="736"/>
                </a:lnTo>
                <a:lnTo>
                  <a:pt x="3710" y="744"/>
                </a:lnTo>
                <a:lnTo>
                  <a:pt x="3704" y="754"/>
                </a:lnTo>
                <a:lnTo>
                  <a:pt x="3698" y="764"/>
                </a:lnTo>
                <a:lnTo>
                  <a:pt x="3696" y="776"/>
                </a:lnTo>
                <a:lnTo>
                  <a:pt x="3696" y="806"/>
                </a:lnTo>
                <a:lnTo>
                  <a:pt x="3696" y="806"/>
                </a:lnTo>
                <a:lnTo>
                  <a:pt x="3686" y="808"/>
                </a:lnTo>
                <a:lnTo>
                  <a:pt x="3662" y="812"/>
                </a:lnTo>
                <a:lnTo>
                  <a:pt x="3648" y="816"/>
                </a:lnTo>
                <a:lnTo>
                  <a:pt x="3632" y="822"/>
                </a:lnTo>
                <a:lnTo>
                  <a:pt x="3618" y="830"/>
                </a:lnTo>
                <a:lnTo>
                  <a:pt x="3602" y="842"/>
                </a:lnTo>
                <a:lnTo>
                  <a:pt x="3602" y="782"/>
                </a:lnTo>
                <a:lnTo>
                  <a:pt x="3602" y="782"/>
                </a:lnTo>
                <a:lnTo>
                  <a:pt x="3602" y="776"/>
                </a:lnTo>
                <a:lnTo>
                  <a:pt x="3600" y="770"/>
                </a:lnTo>
                <a:lnTo>
                  <a:pt x="3592" y="758"/>
                </a:lnTo>
                <a:lnTo>
                  <a:pt x="3586" y="754"/>
                </a:lnTo>
                <a:lnTo>
                  <a:pt x="3580" y="750"/>
                </a:lnTo>
                <a:lnTo>
                  <a:pt x="3574" y="748"/>
                </a:lnTo>
                <a:lnTo>
                  <a:pt x="3568" y="746"/>
                </a:lnTo>
                <a:lnTo>
                  <a:pt x="3568" y="736"/>
                </a:lnTo>
                <a:lnTo>
                  <a:pt x="3574" y="736"/>
                </a:lnTo>
                <a:lnTo>
                  <a:pt x="3574" y="736"/>
                </a:lnTo>
                <a:lnTo>
                  <a:pt x="3586" y="736"/>
                </a:lnTo>
                <a:lnTo>
                  <a:pt x="3568" y="712"/>
                </a:lnTo>
                <a:lnTo>
                  <a:pt x="3568" y="712"/>
                </a:lnTo>
                <a:lnTo>
                  <a:pt x="3566" y="694"/>
                </a:lnTo>
                <a:lnTo>
                  <a:pt x="3560" y="670"/>
                </a:lnTo>
                <a:lnTo>
                  <a:pt x="3556" y="656"/>
                </a:lnTo>
                <a:lnTo>
                  <a:pt x="3548" y="642"/>
                </a:lnTo>
                <a:lnTo>
                  <a:pt x="3540" y="628"/>
                </a:lnTo>
                <a:lnTo>
                  <a:pt x="3528" y="614"/>
                </a:lnTo>
                <a:lnTo>
                  <a:pt x="3528" y="614"/>
                </a:lnTo>
                <a:lnTo>
                  <a:pt x="3512" y="602"/>
                </a:lnTo>
                <a:lnTo>
                  <a:pt x="3492" y="590"/>
                </a:lnTo>
                <a:lnTo>
                  <a:pt x="3472" y="582"/>
                </a:lnTo>
                <a:lnTo>
                  <a:pt x="3450" y="576"/>
                </a:lnTo>
                <a:lnTo>
                  <a:pt x="3450" y="576"/>
                </a:lnTo>
                <a:lnTo>
                  <a:pt x="3458" y="570"/>
                </a:lnTo>
                <a:lnTo>
                  <a:pt x="3464" y="560"/>
                </a:lnTo>
                <a:lnTo>
                  <a:pt x="3470" y="548"/>
                </a:lnTo>
                <a:lnTo>
                  <a:pt x="3472" y="538"/>
                </a:lnTo>
                <a:lnTo>
                  <a:pt x="3472" y="434"/>
                </a:lnTo>
                <a:lnTo>
                  <a:pt x="3472" y="434"/>
                </a:lnTo>
                <a:lnTo>
                  <a:pt x="3470" y="420"/>
                </a:lnTo>
                <a:lnTo>
                  <a:pt x="3466" y="414"/>
                </a:lnTo>
                <a:lnTo>
                  <a:pt x="3462" y="408"/>
                </a:lnTo>
                <a:lnTo>
                  <a:pt x="3458" y="402"/>
                </a:lnTo>
                <a:lnTo>
                  <a:pt x="3452" y="398"/>
                </a:lnTo>
                <a:lnTo>
                  <a:pt x="3444" y="394"/>
                </a:lnTo>
                <a:lnTo>
                  <a:pt x="3436" y="392"/>
                </a:lnTo>
                <a:lnTo>
                  <a:pt x="3436" y="384"/>
                </a:lnTo>
                <a:lnTo>
                  <a:pt x="3436" y="384"/>
                </a:lnTo>
                <a:lnTo>
                  <a:pt x="3436" y="384"/>
                </a:lnTo>
                <a:lnTo>
                  <a:pt x="3460" y="384"/>
                </a:lnTo>
                <a:lnTo>
                  <a:pt x="3436" y="354"/>
                </a:lnTo>
                <a:lnTo>
                  <a:pt x="3436" y="354"/>
                </a:lnTo>
                <a:lnTo>
                  <a:pt x="3434" y="338"/>
                </a:lnTo>
                <a:lnTo>
                  <a:pt x="3426" y="314"/>
                </a:lnTo>
                <a:lnTo>
                  <a:pt x="3412" y="286"/>
                </a:lnTo>
                <a:lnTo>
                  <a:pt x="3396" y="260"/>
                </a:lnTo>
                <a:lnTo>
                  <a:pt x="3396" y="260"/>
                </a:lnTo>
                <a:lnTo>
                  <a:pt x="3382" y="248"/>
                </a:lnTo>
                <a:lnTo>
                  <a:pt x="3368" y="238"/>
                </a:lnTo>
                <a:lnTo>
                  <a:pt x="3354" y="232"/>
                </a:lnTo>
                <a:lnTo>
                  <a:pt x="3338" y="226"/>
                </a:lnTo>
                <a:lnTo>
                  <a:pt x="3322" y="220"/>
                </a:lnTo>
                <a:lnTo>
                  <a:pt x="3304" y="218"/>
                </a:lnTo>
                <a:lnTo>
                  <a:pt x="3284" y="216"/>
                </a:lnTo>
                <a:lnTo>
                  <a:pt x="3264" y="214"/>
                </a:lnTo>
                <a:lnTo>
                  <a:pt x="3264" y="214"/>
                </a:lnTo>
                <a:lnTo>
                  <a:pt x="3240" y="214"/>
                </a:lnTo>
                <a:lnTo>
                  <a:pt x="3240" y="214"/>
                </a:lnTo>
                <a:lnTo>
                  <a:pt x="3224" y="216"/>
                </a:lnTo>
                <a:lnTo>
                  <a:pt x="3208" y="220"/>
                </a:lnTo>
                <a:lnTo>
                  <a:pt x="3190" y="224"/>
                </a:lnTo>
                <a:lnTo>
                  <a:pt x="3170" y="230"/>
                </a:lnTo>
                <a:lnTo>
                  <a:pt x="3148" y="240"/>
                </a:lnTo>
                <a:lnTo>
                  <a:pt x="3128" y="252"/>
                </a:lnTo>
                <a:lnTo>
                  <a:pt x="3108" y="268"/>
                </a:lnTo>
                <a:lnTo>
                  <a:pt x="3108" y="268"/>
                </a:lnTo>
                <a:lnTo>
                  <a:pt x="3092" y="296"/>
                </a:lnTo>
                <a:lnTo>
                  <a:pt x="3084" y="310"/>
                </a:lnTo>
                <a:lnTo>
                  <a:pt x="3078" y="326"/>
                </a:lnTo>
                <a:lnTo>
                  <a:pt x="3072" y="342"/>
                </a:lnTo>
                <a:lnTo>
                  <a:pt x="3068" y="360"/>
                </a:lnTo>
                <a:lnTo>
                  <a:pt x="3066" y="378"/>
                </a:lnTo>
                <a:lnTo>
                  <a:pt x="3064" y="398"/>
                </a:lnTo>
                <a:lnTo>
                  <a:pt x="3064" y="398"/>
                </a:lnTo>
                <a:lnTo>
                  <a:pt x="3064" y="398"/>
                </a:lnTo>
                <a:lnTo>
                  <a:pt x="3054" y="388"/>
                </a:lnTo>
                <a:lnTo>
                  <a:pt x="3040" y="378"/>
                </a:lnTo>
                <a:lnTo>
                  <a:pt x="3028" y="372"/>
                </a:lnTo>
                <a:lnTo>
                  <a:pt x="3012" y="366"/>
                </a:lnTo>
                <a:lnTo>
                  <a:pt x="2996" y="360"/>
                </a:lnTo>
                <a:lnTo>
                  <a:pt x="2980" y="358"/>
                </a:lnTo>
                <a:lnTo>
                  <a:pt x="2960" y="356"/>
                </a:lnTo>
                <a:lnTo>
                  <a:pt x="2942" y="354"/>
                </a:lnTo>
                <a:lnTo>
                  <a:pt x="2942" y="354"/>
                </a:lnTo>
                <a:lnTo>
                  <a:pt x="2934" y="356"/>
                </a:lnTo>
                <a:lnTo>
                  <a:pt x="2930" y="356"/>
                </a:lnTo>
                <a:lnTo>
                  <a:pt x="2926" y="360"/>
                </a:lnTo>
                <a:lnTo>
                  <a:pt x="2920" y="366"/>
                </a:lnTo>
                <a:lnTo>
                  <a:pt x="2920" y="366"/>
                </a:lnTo>
                <a:lnTo>
                  <a:pt x="2904" y="368"/>
                </a:lnTo>
                <a:lnTo>
                  <a:pt x="2888" y="368"/>
                </a:lnTo>
                <a:lnTo>
                  <a:pt x="2870" y="372"/>
                </a:lnTo>
                <a:lnTo>
                  <a:pt x="2850" y="378"/>
                </a:lnTo>
                <a:lnTo>
                  <a:pt x="2830" y="388"/>
                </a:lnTo>
                <a:lnTo>
                  <a:pt x="2810" y="400"/>
                </a:lnTo>
                <a:lnTo>
                  <a:pt x="2800" y="408"/>
                </a:lnTo>
                <a:lnTo>
                  <a:pt x="2790" y="416"/>
                </a:lnTo>
                <a:lnTo>
                  <a:pt x="2790" y="416"/>
                </a:lnTo>
                <a:lnTo>
                  <a:pt x="2780" y="428"/>
                </a:lnTo>
                <a:lnTo>
                  <a:pt x="2770" y="442"/>
                </a:lnTo>
                <a:lnTo>
                  <a:pt x="2762" y="456"/>
                </a:lnTo>
                <a:lnTo>
                  <a:pt x="2756" y="472"/>
                </a:lnTo>
                <a:lnTo>
                  <a:pt x="2750" y="488"/>
                </a:lnTo>
                <a:lnTo>
                  <a:pt x="2746" y="506"/>
                </a:lnTo>
                <a:lnTo>
                  <a:pt x="2744" y="522"/>
                </a:lnTo>
                <a:lnTo>
                  <a:pt x="2742" y="538"/>
                </a:lnTo>
                <a:lnTo>
                  <a:pt x="2742" y="538"/>
                </a:lnTo>
                <a:lnTo>
                  <a:pt x="2734" y="546"/>
                </a:lnTo>
                <a:lnTo>
                  <a:pt x="2726" y="556"/>
                </a:lnTo>
                <a:lnTo>
                  <a:pt x="2722" y="566"/>
                </a:lnTo>
                <a:lnTo>
                  <a:pt x="2722" y="576"/>
                </a:lnTo>
                <a:lnTo>
                  <a:pt x="2722" y="596"/>
                </a:lnTo>
                <a:lnTo>
                  <a:pt x="2722" y="596"/>
                </a:lnTo>
                <a:lnTo>
                  <a:pt x="2718" y="582"/>
                </a:lnTo>
                <a:lnTo>
                  <a:pt x="2712" y="570"/>
                </a:lnTo>
                <a:lnTo>
                  <a:pt x="2704" y="560"/>
                </a:lnTo>
                <a:lnTo>
                  <a:pt x="2694" y="548"/>
                </a:lnTo>
                <a:lnTo>
                  <a:pt x="2694" y="548"/>
                </a:lnTo>
                <a:lnTo>
                  <a:pt x="2680" y="536"/>
                </a:lnTo>
                <a:lnTo>
                  <a:pt x="2666" y="524"/>
                </a:lnTo>
                <a:lnTo>
                  <a:pt x="2650" y="516"/>
                </a:lnTo>
                <a:lnTo>
                  <a:pt x="2634" y="508"/>
                </a:lnTo>
                <a:lnTo>
                  <a:pt x="2616" y="502"/>
                </a:lnTo>
                <a:lnTo>
                  <a:pt x="2598" y="498"/>
                </a:lnTo>
                <a:lnTo>
                  <a:pt x="2580" y="496"/>
                </a:lnTo>
                <a:lnTo>
                  <a:pt x="2560" y="494"/>
                </a:lnTo>
                <a:lnTo>
                  <a:pt x="2560" y="494"/>
                </a:lnTo>
                <a:lnTo>
                  <a:pt x="2548" y="496"/>
                </a:lnTo>
                <a:lnTo>
                  <a:pt x="2536" y="500"/>
                </a:lnTo>
                <a:lnTo>
                  <a:pt x="2536" y="500"/>
                </a:lnTo>
                <a:lnTo>
                  <a:pt x="2524" y="500"/>
                </a:lnTo>
                <a:lnTo>
                  <a:pt x="2498" y="504"/>
                </a:lnTo>
                <a:lnTo>
                  <a:pt x="2482" y="508"/>
                </a:lnTo>
                <a:lnTo>
                  <a:pt x="2466" y="516"/>
                </a:lnTo>
                <a:lnTo>
                  <a:pt x="2448" y="524"/>
                </a:lnTo>
                <a:lnTo>
                  <a:pt x="2430" y="538"/>
                </a:lnTo>
                <a:lnTo>
                  <a:pt x="2430" y="538"/>
                </a:lnTo>
                <a:lnTo>
                  <a:pt x="2422" y="526"/>
                </a:lnTo>
                <a:lnTo>
                  <a:pt x="2416" y="518"/>
                </a:lnTo>
                <a:lnTo>
                  <a:pt x="2408" y="512"/>
                </a:lnTo>
                <a:lnTo>
                  <a:pt x="2404" y="510"/>
                </a:lnTo>
                <a:lnTo>
                  <a:pt x="2398" y="510"/>
                </a:lnTo>
                <a:lnTo>
                  <a:pt x="2398" y="510"/>
                </a:lnTo>
                <a:lnTo>
                  <a:pt x="2398" y="494"/>
                </a:lnTo>
                <a:lnTo>
                  <a:pt x="2398" y="494"/>
                </a:lnTo>
                <a:lnTo>
                  <a:pt x="2398" y="494"/>
                </a:lnTo>
                <a:lnTo>
                  <a:pt x="2414" y="494"/>
                </a:lnTo>
                <a:lnTo>
                  <a:pt x="2398" y="474"/>
                </a:lnTo>
                <a:lnTo>
                  <a:pt x="2398" y="474"/>
                </a:lnTo>
                <a:lnTo>
                  <a:pt x="2396" y="450"/>
                </a:lnTo>
                <a:lnTo>
                  <a:pt x="2394" y="438"/>
                </a:lnTo>
                <a:lnTo>
                  <a:pt x="2390" y="422"/>
                </a:lnTo>
                <a:lnTo>
                  <a:pt x="2382" y="408"/>
                </a:lnTo>
                <a:lnTo>
                  <a:pt x="2374" y="394"/>
                </a:lnTo>
                <a:lnTo>
                  <a:pt x="2364" y="382"/>
                </a:lnTo>
                <a:lnTo>
                  <a:pt x="2350" y="368"/>
                </a:lnTo>
                <a:lnTo>
                  <a:pt x="2350" y="368"/>
                </a:lnTo>
                <a:lnTo>
                  <a:pt x="2340" y="360"/>
                </a:lnTo>
                <a:lnTo>
                  <a:pt x="2328" y="352"/>
                </a:lnTo>
                <a:lnTo>
                  <a:pt x="2314" y="344"/>
                </a:lnTo>
                <a:lnTo>
                  <a:pt x="2298" y="338"/>
                </a:lnTo>
                <a:lnTo>
                  <a:pt x="2282" y="332"/>
                </a:lnTo>
                <a:lnTo>
                  <a:pt x="2264" y="328"/>
                </a:lnTo>
                <a:lnTo>
                  <a:pt x="2246" y="326"/>
                </a:lnTo>
                <a:lnTo>
                  <a:pt x="2226" y="324"/>
                </a:lnTo>
                <a:lnTo>
                  <a:pt x="2226" y="324"/>
                </a:lnTo>
                <a:lnTo>
                  <a:pt x="2210" y="324"/>
                </a:lnTo>
                <a:lnTo>
                  <a:pt x="2196" y="326"/>
                </a:lnTo>
                <a:lnTo>
                  <a:pt x="2196" y="326"/>
                </a:lnTo>
                <a:lnTo>
                  <a:pt x="2188" y="326"/>
                </a:lnTo>
                <a:lnTo>
                  <a:pt x="2188" y="326"/>
                </a:lnTo>
                <a:lnTo>
                  <a:pt x="2188" y="324"/>
                </a:lnTo>
                <a:lnTo>
                  <a:pt x="2188" y="220"/>
                </a:lnTo>
                <a:lnTo>
                  <a:pt x="2188" y="220"/>
                </a:lnTo>
                <a:lnTo>
                  <a:pt x="2186" y="206"/>
                </a:lnTo>
                <a:lnTo>
                  <a:pt x="2182" y="198"/>
                </a:lnTo>
                <a:lnTo>
                  <a:pt x="2180" y="192"/>
                </a:lnTo>
                <a:lnTo>
                  <a:pt x="2174" y="188"/>
                </a:lnTo>
                <a:lnTo>
                  <a:pt x="2168" y="184"/>
                </a:lnTo>
                <a:lnTo>
                  <a:pt x="2162" y="182"/>
                </a:lnTo>
                <a:lnTo>
                  <a:pt x="2154" y="182"/>
                </a:lnTo>
                <a:lnTo>
                  <a:pt x="2154" y="172"/>
                </a:lnTo>
                <a:lnTo>
                  <a:pt x="2160" y="172"/>
                </a:lnTo>
                <a:lnTo>
                  <a:pt x="2160" y="170"/>
                </a:lnTo>
                <a:lnTo>
                  <a:pt x="2176" y="170"/>
                </a:lnTo>
                <a:lnTo>
                  <a:pt x="2154" y="146"/>
                </a:lnTo>
                <a:lnTo>
                  <a:pt x="2154" y="146"/>
                </a:lnTo>
                <a:lnTo>
                  <a:pt x="2154" y="128"/>
                </a:lnTo>
                <a:lnTo>
                  <a:pt x="2146" y="104"/>
                </a:lnTo>
                <a:lnTo>
                  <a:pt x="2142" y="90"/>
                </a:lnTo>
                <a:lnTo>
                  <a:pt x="2134" y="76"/>
                </a:lnTo>
                <a:lnTo>
                  <a:pt x="2124" y="62"/>
                </a:lnTo>
                <a:lnTo>
                  <a:pt x="2114" y="50"/>
                </a:lnTo>
                <a:lnTo>
                  <a:pt x="2114" y="50"/>
                </a:lnTo>
                <a:lnTo>
                  <a:pt x="2102" y="38"/>
                </a:lnTo>
                <a:lnTo>
                  <a:pt x="2090" y="28"/>
                </a:lnTo>
                <a:lnTo>
                  <a:pt x="2076" y="18"/>
                </a:lnTo>
                <a:lnTo>
                  <a:pt x="2060" y="12"/>
                </a:lnTo>
                <a:lnTo>
                  <a:pt x="2042" y="8"/>
                </a:lnTo>
                <a:lnTo>
                  <a:pt x="2024" y="4"/>
                </a:lnTo>
                <a:lnTo>
                  <a:pt x="2006" y="2"/>
                </a:lnTo>
                <a:lnTo>
                  <a:pt x="1984" y="0"/>
                </a:lnTo>
                <a:lnTo>
                  <a:pt x="1984" y="0"/>
                </a:lnTo>
                <a:lnTo>
                  <a:pt x="1964" y="0"/>
                </a:lnTo>
                <a:lnTo>
                  <a:pt x="1964" y="0"/>
                </a:lnTo>
                <a:lnTo>
                  <a:pt x="1946" y="2"/>
                </a:lnTo>
                <a:lnTo>
                  <a:pt x="1932" y="4"/>
                </a:lnTo>
                <a:lnTo>
                  <a:pt x="1914" y="8"/>
                </a:lnTo>
                <a:lnTo>
                  <a:pt x="1894" y="14"/>
                </a:lnTo>
                <a:lnTo>
                  <a:pt x="1872" y="24"/>
                </a:lnTo>
                <a:lnTo>
                  <a:pt x="1848" y="36"/>
                </a:lnTo>
                <a:lnTo>
                  <a:pt x="1826" y="54"/>
                </a:lnTo>
                <a:lnTo>
                  <a:pt x="1826" y="54"/>
                </a:lnTo>
                <a:lnTo>
                  <a:pt x="1818" y="68"/>
                </a:lnTo>
                <a:lnTo>
                  <a:pt x="1810" y="82"/>
                </a:lnTo>
                <a:lnTo>
                  <a:pt x="1802" y="96"/>
                </a:lnTo>
                <a:lnTo>
                  <a:pt x="1798" y="112"/>
                </a:lnTo>
                <a:lnTo>
                  <a:pt x="1794" y="128"/>
                </a:lnTo>
                <a:lnTo>
                  <a:pt x="1790" y="146"/>
                </a:lnTo>
                <a:lnTo>
                  <a:pt x="1788" y="166"/>
                </a:lnTo>
                <a:lnTo>
                  <a:pt x="1788" y="186"/>
                </a:lnTo>
                <a:lnTo>
                  <a:pt x="1788" y="186"/>
                </a:lnTo>
                <a:lnTo>
                  <a:pt x="1780" y="192"/>
                </a:lnTo>
                <a:lnTo>
                  <a:pt x="1772" y="198"/>
                </a:lnTo>
                <a:lnTo>
                  <a:pt x="1768" y="208"/>
                </a:lnTo>
                <a:lnTo>
                  <a:pt x="1766" y="220"/>
                </a:lnTo>
                <a:lnTo>
                  <a:pt x="1766" y="324"/>
                </a:lnTo>
                <a:lnTo>
                  <a:pt x="1766" y="324"/>
                </a:lnTo>
                <a:lnTo>
                  <a:pt x="1766" y="332"/>
                </a:lnTo>
                <a:lnTo>
                  <a:pt x="1768" y="338"/>
                </a:lnTo>
                <a:lnTo>
                  <a:pt x="1774" y="348"/>
                </a:lnTo>
                <a:lnTo>
                  <a:pt x="1784" y="358"/>
                </a:lnTo>
                <a:lnTo>
                  <a:pt x="1794" y="366"/>
                </a:lnTo>
                <a:lnTo>
                  <a:pt x="1794" y="366"/>
                </a:lnTo>
                <a:lnTo>
                  <a:pt x="1804" y="386"/>
                </a:lnTo>
                <a:lnTo>
                  <a:pt x="1816" y="414"/>
                </a:lnTo>
                <a:lnTo>
                  <a:pt x="1816" y="414"/>
                </a:lnTo>
                <a:lnTo>
                  <a:pt x="1808" y="410"/>
                </a:lnTo>
                <a:lnTo>
                  <a:pt x="1798" y="406"/>
                </a:lnTo>
                <a:lnTo>
                  <a:pt x="1780" y="400"/>
                </a:lnTo>
                <a:lnTo>
                  <a:pt x="1760" y="398"/>
                </a:lnTo>
                <a:lnTo>
                  <a:pt x="1740" y="398"/>
                </a:lnTo>
                <a:lnTo>
                  <a:pt x="1740" y="398"/>
                </a:lnTo>
                <a:lnTo>
                  <a:pt x="1712" y="398"/>
                </a:lnTo>
                <a:lnTo>
                  <a:pt x="1712" y="398"/>
                </a:lnTo>
                <a:lnTo>
                  <a:pt x="1696" y="398"/>
                </a:lnTo>
                <a:lnTo>
                  <a:pt x="1682" y="400"/>
                </a:lnTo>
                <a:lnTo>
                  <a:pt x="1664" y="406"/>
                </a:lnTo>
                <a:lnTo>
                  <a:pt x="1646" y="412"/>
                </a:lnTo>
                <a:lnTo>
                  <a:pt x="1624" y="422"/>
                </a:lnTo>
                <a:lnTo>
                  <a:pt x="1604" y="436"/>
                </a:lnTo>
                <a:lnTo>
                  <a:pt x="1582" y="456"/>
                </a:lnTo>
                <a:lnTo>
                  <a:pt x="1582" y="456"/>
                </a:lnTo>
                <a:lnTo>
                  <a:pt x="1572" y="468"/>
                </a:lnTo>
                <a:lnTo>
                  <a:pt x="1564" y="480"/>
                </a:lnTo>
                <a:lnTo>
                  <a:pt x="1556" y="494"/>
                </a:lnTo>
                <a:lnTo>
                  <a:pt x="1552" y="510"/>
                </a:lnTo>
                <a:lnTo>
                  <a:pt x="1546" y="526"/>
                </a:lnTo>
                <a:lnTo>
                  <a:pt x="1542" y="542"/>
                </a:lnTo>
                <a:lnTo>
                  <a:pt x="1536" y="584"/>
                </a:lnTo>
                <a:lnTo>
                  <a:pt x="1536" y="584"/>
                </a:lnTo>
                <a:lnTo>
                  <a:pt x="1522" y="594"/>
                </a:lnTo>
                <a:lnTo>
                  <a:pt x="1516" y="602"/>
                </a:lnTo>
                <a:lnTo>
                  <a:pt x="1516" y="608"/>
                </a:lnTo>
                <a:lnTo>
                  <a:pt x="1514" y="614"/>
                </a:lnTo>
                <a:lnTo>
                  <a:pt x="1514" y="702"/>
                </a:lnTo>
                <a:lnTo>
                  <a:pt x="1514" y="702"/>
                </a:lnTo>
                <a:lnTo>
                  <a:pt x="1504" y="726"/>
                </a:lnTo>
                <a:lnTo>
                  <a:pt x="1496" y="750"/>
                </a:lnTo>
                <a:lnTo>
                  <a:pt x="1488" y="778"/>
                </a:lnTo>
                <a:lnTo>
                  <a:pt x="1486" y="792"/>
                </a:lnTo>
                <a:lnTo>
                  <a:pt x="1486" y="806"/>
                </a:lnTo>
                <a:lnTo>
                  <a:pt x="1484" y="810"/>
                </a:lnTo>
                <a:lnTo>
                  <a:pt x="1484" y="760"/>
                </a:lnTo>
                <a:lnTo>
                  <a:pt x="1484" y="760"/>
                </a:lnTo>
                <a:lnTo>
                  <a:pt x="1484" y="752"/>
                </a:lnTo>
                <a:lnTo>
                  <a:pt x="1482" y="744"/>
                </a:lnTo>
                <a:lnTo>
                  <a:pt x="1478" y="738"/>
                </a:lnTo>
                <a:lnTo>
                  <a:pt x="1474" y="732"/>
                </a:lnTo>
                <a:lnTo>
                  <a:pt x="1470" y="726"/>
                </a:lnTo>
                <a:lnTo>
                  <a:pt x="1464" y="724"/>
                </a:lnTo>
                <a:lnTo>
                  <a:pt x="1458" y="722"/>
                </a:lnTo>
                <a:lnTo>
                  <a:pt x="1450" y="720"/>
                </a:lnTo>
                <a:lnTo>
                  <a:pt x="1450" y="720"/>
                </a:lnTo>
                <a:lnTo>
                  <a:pt x="1450" y="712"/>
                </a:lnTo>
                <a:lnTo>
                  <a:pt x="1452" y="712"/>
                </a:lnTo>
                <a:lnTo>
                  <a:pt x="1450" y="712"/>
                </a:lnTo>
                <a:lnTo>
                  <a:pt x="1468" y="712"/>
                </a:lnTo>
                <a:lnTo>
                  <a:pt x="1450" y="692"/>
                </a:lnTo>
                <a:lnTo>
                  <a:pt x="1450" y="692"/>
                </a:lnTo>
                <a:lnTo>
                  <a:pt x="1448" y="670"/>
                </a:lnTo>
                <a:lnTo>
                  <a:pt x="1446" y="658"/>
                </a:lnTo>
                <a:lnTo>
                  <a:pt x="1442" y="644"/>
                </a:lnTo>
                <a:lnTo>
                  <a:pt x="1436" y="630"/>
                </a:lnTo>
                <a:lnTo>
                  <a:pt x="1428" y="616"/>
                </a:lnTo>
                <a:lnTo>
                  <a:pt x="1418" y="604"/>
                </a:lnTo>
                <a:lnTo>
                  <a:pt x="1406" y="590"/>
                </a:lnTo>
                <a:lnTo>
                  <a:pt x="1406" y="590"/>
                </a:lnTo>
                <a:lnTo>
                  <a:pt x="1396" y="580"/>
                </a:lnTo>
                <a:lnTo>
                  <a:pt x="1382" y="570"/>
                </a:lnTo>
                <a:lnTo>
                  <a:pt x="1368" y="562"/>
                </a:lnTo>
                <a:lnTo>
                  <a:pt x="1352" y="554"/>
                </a:lnTo>
                <a:lnTo>
                  <a:pt x="1334" y="548"/>
                </a:lnTo>
                <a:lnTo>
                  <a:pt x="1316" y="542"/>
                </a:lnTo>
                <a:lnTo>
                  <a:pt x="1298" y="540"/>
                </a:lnTo>
                <a:lnTo>
                  <a:pt x="1278" y="538"/>
                </a:lnTo>
                <a:lnTo>
                  <a:pt x="1278" y="538"/>
                </a:lnTo>
                <a:lnTo>
                  <a:pt x="1248" y="538"/>
                </a:lnTo>
                <a:lnTo>
                  <a:pt x="1248" y="538"/>
                </a:lnTo>
                <a:lnTo>
                  <a:pt x="1234" y="540"/>
                </a:lnTo>
                <a:lnTo>
                  <a:pt x="1202" y="550"/>
                </a:lnTo>
                <a:lnTo>
                  <a:pt x="1182" y="556"/>
                </a:lnTo>
                <a:lnTo>
                  <a:pt x="1162" y="566"/>
                </a:lnTo>
                <a:lnTo>
                  <a:pt x="1140" y="580"/>
                </a:lnTo>
                <a:lnTo>
                  <a:pt x="1118" y="596"/>
                </a:lnTo>
                <a:lnTo>
                  <a:pt x="1118" y="596"/>
                </a:lnTo>
                <a:lnTo>
                  <a:pt x="1110" y="608"/>
                </a:lnTo>
                <a:lnTo>
                  <a:pt x="1102" y="622"/>
                </a:lnTo>
                <a:lnTo>
                  <a:pt x="1096" y="638"/>
                </a:lnTo>
                <a:lnTo>
                  <a:pt x="1090" y="654"/>
                </a:lnTo>
                <a:lnTo>
                  <a:pt x="1082" y="688"/>
                </a:lnTo>
                <a:lnTo>
                  <a:pt x="1076" y="720"/>
                </a:lnTo>
                <a:lnTo>
                  <a:pt x="1076" y="720"/>
                </a:lnTo>
                <a:lnTo>
                  <a:pt x="1068" y="728"/>
                </a:lnTo>
                <a:lnTo>
                  <a:pt x="1064" y="736"/>
                </a:lnTo>
                <a:lnTo>
                  <a:pt x="1060" y="744"/>
                </a:lnTo>
                <a:lnTo>
                  <a:pt x="1060" y="758"/>
                </a:lnTo>
                <a:lnTo>
                  <a:pt x="1060" y="758"/>
                </a:lnTo>
                <a:lnTo>
                  <a:pt x="1052" y="750"/>
                </a:lnTo>
                <a:lnTo>
                  <a:pt x="1042" y="742"/>
                </a:lnTo>
                <a:lnTo>
                  <a:pt x="1032" y="736"/>
                </a:lnTo>
                <a:lnTo>
                  <a:pt x="1022" y="732"/>
                </a:lnTo>
                <a:lnTo>
                  <a:pt x="1022" y="720"/>
                </a:lnTo>
                <a:lnTo>
                  <a:pt x="1028" y="720"/>
                </a:lnTo>
                <a:lnTo>
                  <a:pt x="1028" y="720"/>
                </a:lnTo>
                <a:lnTo>
                  <a:pt x="1044" y="720"/>
                </a:lnTo>
                <a:lnTo>
                  <a:pt x="1028" y="702"/>
                </a:lnTo>
                <a:lnTo>
                  <a:pt x="1028" y="702"/>
                </a:lnTo>
                <a:lnTo>
                  <a:pt x="1040" y="692"/>
                </a:lnTo>
                <a:lnTo>
                  <a:pt x="1050" y="682"/>
                </a:lnTo>
                <a:lnTo>
                  <a:pt x="1058" y="670"/>
                </a:lnTo>
                <a:lnTo>
                  <a:pt x="1066" y="658"/>
                </a:lnTo>
                <a:lnTo>
                  <a:pt x="1072" y="646"/>
                </a:lnTo>
                <a:lnTo>
                  <a:pt x="1076" y="632"/>
                </a:lnTo>
                <a:lnTo>
                  <a:pt x="1086" y="600"/>
                </a:lnTo>
                <a:lnTo>
                  <a:pt x="1086" y="600"/>
                </a:lnTo>
                <a:lnTo>
                  <a:pt x="1090" y="600"/>
                </a:lnTo>
                <a:lnTo>
                  <a:pt x="1096" y="598"/>
                </a:lnTo>
                <a:lnTo>
                  <a:pt x="1108" y="590"/>
                </a:lnTo>
                <a:lnTo>
                  <a:pt x="1112" y="584"/>
                </a:lnTo>
                <a:lnTo>
                  <a:pt x="1116" y="578"/>
                </a:lnTo>
                <a:lnTo>
                  <a:pt x="1118" y="570"/>
                </a:lnTo>
                <a:lnTo>
                  <a:pt x="1118" y="564"/>
                </a:lnTo>
                <a:lnTo>
                  <a:pt x="1118" y="458"/>
                </a:lnTo>
                <a:lnTo>
                  <a:pt x="1118" y="458"/>
                </a:lnTo>
                <a:lnTo>
                  <a:pt x="1118" y="452"/>
                </a:lnTo>
                <a:lnTo>
                  <a:pt x="1116" y="446"/>
                </a:lnTo>
                <a:lnTo>
                  <a:pt x="1108" y="434"/>
                </a:lnTo>
                <a:lnTo>
                  <a:pt x="1096" y="424"/>
                </a:lnTo>
                <a:lnTo>
                  <a:pt x="1086" y="416"/>
                </a:lnTo>
                <a:lnTo>
                  <a:pt x="1086" y="416"/>
                </a:lnTo>
                <a:lnTo>
                  <a:pt x="1082" y="416"/>
                </a:lnTo>
                <a:lnTo>
                  <a:pt x="1082" y="414"/>
                </a:lnTo>
                <a:lnTo>
                  <a:pt x="1086" y="414"/>
                </a:lnTo>
                <a:lnTo>
                  <a:pt x="1086" y="414"/>
                </a:lnTo>
                <a:lnTo>
                  <a:pt x="1100" y="414"/>
                </a:lnTo>
                <a:lnTo>
                  <a:pt x="1086" y="384"/>
                </a:lnTo>
                <a:lnTo>
                  <a:pt x="1086" y="384"/>
                </a:lnTo>
                <a:lnTo>
                  <a:pt x="1084" y="366"/>
                </a:lnTo>
                <a:lnTo>
                  <a:pt x="1076" y="342"/>
                </a:lnTo>
                <a:lnTo>
                  <a:pt x="1070" y="330"/>
                </a:lnTo>
                <a:lnTo>
                  <a:pt x="1064" y="316"/>
                </a:lnTo>
                <a:lnTo>
                  <a:pt x="1054" y="302"/>
                </a:lnTo>
                <a:lnTo>
                  <a:pt x="1044" y="288"/>
                </a:lnTo>
                <a:lnTo>
                  <a:pt x="1044" y="288"/>
                </a:lnTo>
                <a:lnTo>
                  <a:pt x="1032" y="278"/>
                </a:lnTo>
                <a:lnTo>
                  <a:pt x="1016" y="268"/>
                </a:lnTo>
                <a:lnTo>
                  <a:pt x="1002" y="260"/>
                </a:lnTo>
                <a:lnTo>
                  <a:pt x="984" y="254"/>
                </a:lnTo>
                <a:lnTo>
                  <a:pt x="966" y="248"/>
                </a:lnTo>
                <a:lnTo>
                  <a:pt x="948" y="244"/>
                </a:lnTo>
                <a:lnTo>
                  <a:pt x="930" y="242"/>
                </a:lnTo>
                <a:lnTo>
                  <a:pt x="912" y="242"/>
                </a:lnTo>
                <a:lnTo>
                  <a:pt x="912" y="242"/>
                </a:lnTo>
                <a:lnTo>
                  <a:pt x="888" y="242"/>
                </a:lnTo>
                <a:lnTo>
                  <a:pt x="888" y="242"/>
                </a:lnTo>
                <a:lnTo>
                  <a:pt x="870" y="244"/>
                </a:lnTo>
                <a:lnTo>
                  <a:pt x="856" y="246"/>
                </a:lnTo>
                <a:lnTo>
                  <a:pt x="838" y="252"/>
                </a:lnTo>
                <a:lnTo>
                  <a:pt x="818" y="260"/>
                </a:lnTo>
                <a:lnTo>
                  <a:pt x="796" y="270"/>
                </a:lnTo>
                <a:lnTo>
                  <a:pt x="776" y="286"/>
                </a:lnTo>
                <a:lnTo>
                  <a:pt x="766" y="294"/>
                </a:lnTo>
                <a:lnTo>
                  <a:pt x="756" y="304"/>
                </a:lnTo>
                <a:lnTo>
                  <a:pt x="756" y="304"/>
                </a:lnTo>
                <a:lnTo>
                  <a:pt x="744" y="314"/>
                </a:lnTo>
                <a:lnTo>
                  <a:pt x="736" y="324"/>
                </a:lnTo>
                <a:lnTo>
                  <a:pt x="728" y="338"/>
                </a:lnTo>
                <a:lnTo>
                  <a:pt x="722" y="352"/>
                </a:lnTo>
                <a:lnTo>
                  <a:pt x="716" y="368"/>
                </a:lnTo>
                <a:lnTo>
                  <a:pt x="712" y="386"/>
                </a:lnTo>
                <a:lnTo>
                  <a:pt x="710" y="404"/>
                </a:lnTo>
                <a:lnTo>
                  <a:pt x="710" y="424"/>
                </a:lnTo>
                <a:lnTo>
                  <a:pt x="710" y="424"/>
                </a:lnTo>
                <a:lnTo>
                  <a:pt x="700" y="432"/>
                </a:lnTo>
                <a:lnTo>
                  <a:pt x="694" y="440"/>
                </a:lnTo>
                <a:lnTo>
                  <a:pt x="690" y="450"/>
                </a:lnTo>
                <a:lnTo>
                  <a:pt x="690" y="458"/>
                </a:lnTo>
                <a:lnTo>
                  <a:pt x="690" y="538"/>
                </a:lnTo>
                <a:lnTo>
                  <a:pt x="690" y="538"/>
                </a:lnTo>
                <a:lnTo>
                  <a:pt x="684" y="516"/>
                </a:lnTo>
                <a:lnTo>
                  <a:pt x="676" y="492"/>
                </a:lnTo>
                <a:lnTo>
                  <a:pt x="666" y="468"/>
                </a:lnTo>
                <a:lnTo>
                  <a:pt x="658" y="458"/>
                </a:lnTo>
                <a:lnTo>
                  <a:pt x="650" y="446"/>
                </a:lnTo>
                <a:lnTo>
                  <a:pt x="650" y="446"/>
                </a:lnTo>
                <a:lnTo>
                  <a:pt x="636" y="434"/>
                </a:lnTo>
                <a:lnTo>
                  <a:pt x="622" y="426"/>
                </a:lnTo>
                <a:lnTo>
                  <a:pt x="606" y="418"/>
                </a:lnTo>
                <a:lnTo>
                  <a:pt x="592" y="410"/>
                </a:lnTo>
                <a:lnTo>
                  <a:pt x="574" y="404"/>
                </a:lnTo>
                <a:lnTo>
                  <a:pt x="556" y="400"/>
                </a:lnTo>
                <a:lnTo>
                  <a:pt x="536" y="398"/>
                </a:lnTo>
                <a:lnTo>
                  <a:pt x="512" y="398"/>
                </a:lnTo>
                <a:lnTo>
                  <a:pt x="512" y="398"/>
                </a:lnTo>
                <a:lnTo>
                  <a:pt x="490" y="398"/>
                </a:lnTo>
                <a:lnTo>
                  <a:pt x="490" y="398"/>
                </a:lnTo>
                <a:lnTo>
                  <a:pt x="476" y="398"/>
                </a:lnTo>
                <a:lnTo>
                  <a:pt x="462" y="400"/>
                </a:lnTo>
                <a:lnTo>
                  <a:pt x="444" y="406"/>
                </a:lnTo>
                <a:lnTo>
                  <a:pt x="424" y="412"/>
                </a:lnTo>
                <a:lnTo>
                  <a:pt x="404" y="422"/>
                </a:lnTo>
                <a:lnTo>
                  <a:pt x="382" y="436"/>
                </a:lnTo>
                <a:lnTo>
                  <a:pt x="372" y="446"/>
                </a:lnTo>
                <a:lnTo>
                  <a:pt x="362" y="456"/>
                </a:lnTo>
                <a:lnTo>
                  <a:pt x="362" y="456"/>
                </a:lnTo>
                <a:lnTo>
                  <a:pt x="352" y="468"/>
                </a:lnTo>
                <a:lnTo>
                  <a:pt x="344" y="480"/>
                </a:lnTo>
                <a:lnTo>
                  <a:pt x="336" y="494"/>
                </a:lnTo>
                <a:lnTo>
                  <a:pt x="328" y="510"/>
                </a:lnTo>
                <a:lnTo>
                  <a:pt x="324" y="526"/>
                </a:lnTo>
                <a:lnTo>
                  <a:pt x="320" y="542"/>
                </a:lnTo>
                <a:lnTo>
                  <a:pt x="318" y="562"/>
                </a:lnTo>
                <a:lnTo>
                  <a:pt x="318" y="584"/>
                </a:lnTo>
                <a:lnTo>
                  <a:pt x="318" y="584"/>
                </a:lnTo>
                <a:lnTo>
                  <a:pt x="306" y="588"/>
                </a:lnTo>
                <a:lnTo>
                  <a:pt x="300" y="594"/>
                </a:lnTo>
                <a:lnTo>
                  <a:pt x="294" y="602"/>
                </a:lnTo>
                <a:lnTo>
                  <a:pt x="292" y="614"/>
                </a:lnTo>
                <a:lnTo>
                  <a:pt x="292" y="720"/>
                </a:lnTo>
                <a:lnTo>
                  <a:pt x="292" y="720"/>
                </a:lnTo>
                <a:lnTo>
                  <a:pt x="294" y="726"/>
                </a:lnTo>
                <a:lnTo>
                  <a:pt x="296" y="732"/>
                </a:lnTo>
                <a:lnTo>
                  <a:pt x="302" y="746"/>
                </a:lnTo>
                <a:lnTo>
                  <a:pt x="314" y="756"/>
                </a:lnTo>
                <a:lnTo>
                  <a:pt x="320" y="758"/>
                </a:lnTo>
                <a:lnTo>
                  <a:pt x="326" y="760"/>
                </a:lnTo>
                <a:lnTo>
                  <a:pt x="326" y="760"/>
                </a:lnTo>
                <a:lnTo>
                  <a:pt x="340" y="796"/>
                </a:lnTo>
                <a:lnTo>
                  <a:pt x="348" y="812"/>
                </a:lnTo>
                <a:lnTo>
                  <a:pt x="358" y="828"/>
                </a:lnTo>
                <a:lnTo>
                  <a:pt x="368" y="844"/>
                </a:lnTo>
                <a:lnTo>
                  <a:pt x="380" y="858"/>
                </a:lnTo>
                <a:lnTo>
                  <a:pt x="392" y="870"/>
                </a:lnTo>
                <a:lnTo>
                  <a:pt x="404" y="880"/>
                </a:lnTo>
                <a:lnTo>
                  <a:pt x="396" y="896"/>
                </a:lnTo>
                <a:lnTo>
                  <a:pt x="396" y="896"/>
                </a:lnTo>
                <a:lnTo>
                  <a:pt x="396" y="896"/>
                </a:lnTo>
                <a:lnTo>
                  <a:pt x="386" y="894"/>
                </a:lnTo>
                <a:lnTo>
                  <a:pt x="374" y="892"/>
                </a:lnTo>
                <a:lnTo>
                  <a:pt x="362" y="888"/>
                </a:lnTo>
                <a:lnTo>
                  <a:pt x="348" y="886"/>
                </a:lnTo>
                <a:lnTo>
                  <a:pt x="348" y="886"/>
                </a:lnTo>
                <a:lnTo>
                  <a:pt x="338" y="888"/>
                </a:lnTo>
                <a:lnTo>
                  <a:pt x="332" y="890"/>
                </a:lnTo>
                <a:lnTo>
                  <a:pt x="326" y="896"/>
                </a:lnTo>
                <a:lnTo>
                  <a:pt x="326" y="896"/>
                </a:lnTo>
                <a:lnTo>
                  <a:pt x="310" y="896"/>
                </a:lnTo>
                <a:lnTo>
                  <a:pt x="296" y="898"/>
                </a:lnTo>
                <a:lnTo>
                  <a:pt x="278" y="902"/>
                </a:lnTo>
                <a:lnTo>
                  <a:pt x="258" y="910"/>
                </a:lnTo>
                <a:lnTo>
                  <a:pt x="238" y="920"/>
                </a:lnTo>
                <a:lnTo>
                  <a:pt x="218" y="934"/>
                </a:lnTo>
                <a:lnTo>
                  <a:pt x="208" y="944"/>
                </a:lnTo>
                <a:lnTo>
                  <a:pt x="200" y="954"/>
                </a:lnTo>
                <a:lnTo>
                  <a:pt x="200" y="954"/>
                </a:lnTo>
                <a:lnTo>
                  <a:pt x="188" y="964"/>
                </a:lnTo>
                <a:lnTo>
                  <a:pt x="176" y="976"/>
                </a:lnTo>
                <a:lnTo>
                  <a:pt x="168" y="988"/>
                </a:lnTo>
                <a:lnTo>
                  <a:pt x="162" y="1004"/>
                </a:lnTo>
                <a:lnTo>
                  <a:pt x="156" y="1020"/>
                </a:lnTo>
                <a:lnTo>
                  <a:pt x="154" y="1036"/>
                </a:lnTo>
                <a:lnTo>
                  <a:pt x="152" y="1052"/>
                </a:lnTo>
                <a:lnTo>
                  <a:pt x="152" y="1070"/>
                </a:lnTo>
                <a:lnTo>
                  <a:pt x="152" y="1070"/>
                </a:lnTo>
                <a:lnTo>
                  <a:pt x="144" y="1078"/>
                </a:lnTo>
                <a:lnTo>
                  <a:pt x="136" y="1088"/>
                </a:lnTo>
                <a:lnTo>
                  <a:pt x="132" y="1100"/>
                </a:lnTo>
                <a:lnTo>
                  <a:pt x="130" y="1116"/>
                </a:lnTo>
                <a:lnTo>
                  <a:pt x="130" y="1216"/>
                </a:lnTo>
                <a:lnTo>
                  <a:pt x="130" y="1216"/>
                </a:lnTo>
                <a:lnTo>
                  <a:pt x="132" y="1224"/>
                </a:lnTo>
                <a:lnTo>
                  <a:pt x="134" y="1230"/>
                </a:lnTo>
                <a:lnTo>
                  <a:pt x="140" y="1242"/>
                </a:lnTo>
                <a:lnTo>
                  <a:pt x="150" y="1250"/>
                </a:lnTo>
                <a:lnTo>
                  <a:pt x="162" y="1258"/>
                </a:lnTo>
                <a:lnTo>
                  <a:pt x="162" y="1258"/>
                </a:lnTo>
                <a:lnTo>
                  <a:pt x="162" y="1258"/>
                </a:lnTo>
                <a:lnTo>
                  <a:pt x="168" y="1270"/>
                </a:lnTo>
                <a:lnTo>
                  <a:pt x="170" y="1282"/>
                </a:lnTo>
                <a:lnTo>
                  <a:pt x="174" y="1292"/>
                </a:lnTo>
                <a:lnTo>
                  <a:pt x="180" y="1300"/>
                </a:lnTo>
                <a:lnTo>
                  <a:pt x="180" y="1300"/>
                </a:lnTo>
                <a:lnTo>
                  <a:pt x="190" y="1322"/>
                </a:lnTo>
                <a:lnTo>
                  <a:pt x="202" y="1342"/>
                </a:lnTo>
                <a:lnTo>
                  <a:pt x="218" y="1362"/>
                </a:lnTo>
                <a:lnTo>
                  <a:pt x="232" y="1382"/>
                </a:lnTo>
                <a:lnTo>
                  <a:pt x="232" y="1382"/>
                </a:lnTo>
                <a:lnTo>
                  <a:pt x="232" y="1390"/>
                </a:lnTo>
                <a:lnTo>
                  <a:pt x="232" y="1390"/>
                </a:lnTo>
                <a:lnTo>
                  <a:pt x="232" y="1400"/>
                </a:lnTo>
                <a:lnTo>
                  <a:pt x="232" y="1400"/>
                </a:lnTo>
                <a:lnTo>
                  <a:pt x="232" y="1418"/>
                </a:lnTo>
                <a:lnTo>
                  <a:pt x="232" y="1418"/>
                </a:lnTo>
                <a:lnTo>
                  <a:pt x="230" y="1438"/>
                </a:lnTo>
                <a:lnTo>
                  <a:pt x="224" y="1454"/>
                </a:lnTo>
                <a:lnTo>
                  <a:pt x="214" y="1468"/>
                </a:lnTo>
                <a:lnTo>
                  <a:pt x="202" y="1480"/>
                </a:lnTo>
                <a:lnTo>
                  <a:pt x="186" y="1490"/>
                </a:lnTo>
                <a:lnTo>
                  <a:pt x="170" y="1498"/>
                </a:lnTo>
                <a:lnTo>
                  <a:pt x="150" y="1502"/>
                </a:lnTo>
                <a:lnTo>
                  <a:pt x="130" y="1504"/>
                </a:lnTo>
                <a:lnTo>
                  <a:pt x="130" y="1504"/>
                </a:lnTo>
                <a:lnTo>
                  <a:pt x="116" y="1504"/>
                </a:lnTo>
                <a:lnTo>
                  <a:pt x="104" y="1508"/>
                </a:lnTo>
                <a:lnTo>
                  <a:pt x="92" y="1512"/>
                </a:lnTo>
                <a:lnTo>
                  <a:pt x="78" y="1518"/>
                </a:lnTo>
                <a:lnTo>
                  <a:pt x="68" y="1526"/>
                </a:lnTo>
                <a:lnTo>
                  <a:pt x="56" y="1536"/>
                </a:lnTo>
                <a:lnTo>
                  <a:pt x="46" y="1548"/>
                </a:lnTo>
                <a:lnTo>
                  <a:pt x="38" y="1560"/>
                </a:lnTo>
                <a:lnTo>
                  <a:pt x="28" y="1574"/>
                </a:lnTo>
                <a:lnTo>
                  <a:pt x="22" y="1590"/>
                </a:lnTo>
                <a:lnTo>
                  <a:pt x="16" y="1606"/>
                </a:lnTo>
                <a:lnTo>
                  <a:pt x="10" y="1622"/>
                </a:lnTo>
                <a:lnTo>
                  <a:pt x="6" y="1640"/>
                </a:lnTo>
                <a:lnTo>
                  <a:pt x="2" y="1660"/>
                </a:lnTo>
                <a:lnTo>
                  <a:pt x="0" y="1680"/>
                </a:lnTo>
                <a:lnTo>
                  <a:pt x="0" y="1700"/>
                </a:lnTo>
                <a:lnTo>
                  <a:pt x="0" y="1818"/>
                </a:lnTo>
                <a:lnTo>
                  <a:pt x="0" y="1818"/>
                </a:lnTo>
                <a:lnTo>
                  <a:pt x="0" y="1830"/>
                </a:lnTo>
                <a:lnTo>
                  <a:pt x="4" y="1840"/>
                </a:lnTo>
                <a:lnTo>
                  <a:pt x="8" y="1852"/>
                </a:lnTo>
                <a:lnTo>
                  <a:pt x="16" y="1860"/>
                </a:lnTo>
                <a:lnTo>
                  <a:pt x="24" y="1870"/>
                </a:lnTo>
                <a:lnTo>
                  <a:pt x="34" y="1878"/>
                </a:lnTo>
                <a:lnTo>
                  <a:pt x="46" y="1884"/>
                </a:lnTo>
                <a:lnTo>
                  <a:pt x="58" y="1892"/>
                </a:lnTo>
                <a:lnTo>
                  <a:pt x="88" y="1902"/>
                </a:lnTo>
                <a:lnTo>
                  <a:pt x="122" y="1910"/>
                </a:lnTo>
                <a:lnTo>
                  <a:pt x="160" y="1918"/>
                </a:lnTo>
                <a:lnTo>
                  <a:pt x="200" y="1922"/>
                </a:lnTo>
                <a:lnTo>
                  <a:pt x="200" y="1922"/>
                </a:lnTo>
                <a:lnTo>
                  <a:pt x="190" y="1946"/>
                </a:lnTo>
                <a:lnTo>
                  <a:pt x="180" y="1974"/>
                </a:lnTo>
                <a:lnTo>
                  <a:pt x="174" y="2000"/>
                </a:lnTo>
                <a:lnTo>
                  <a:pt x="172" y="2014"/>
                </a:lnTo>
                <a:lnTo>
                  <a:pt x="170" y="2026"/>
                </a:lnTo>
                <a:lnTo>
                  <a:pt x="170" y="2142"/>
                </a:lnTo>
                <a:lnTo>
                  <a:pt x="170" y="2142"/>
                </a:lnTo>
                <a:lnTo>
                  <a:pt x="172" y="2158"/>
                </a:lnTo>
                <a:lnTo>
                  <a:pt x="178" y="2174"/>
                </a:lnTo>
                <a:lnTo>
                  <a:pt x="186" y="2188"/>
                </a:lnTo>
                <a:lnTo>
                  <a:pt x="198" y="2200"/>
                </a:lnTo>
                <a:lnTo>
                  <a:pt x="212" y="2210"/>
                </a:lnTo>
                <a:lnTo>
                  <a:pt x="228" y="2220"/>
                </a:lnTo>
                <a:lnTo>
                  <a:pt x="248" y="2228"/>
                </a:lnTo>
                <a:lnTo>
                  <a:pt x="268" y="2234"/>
                </a:lnTo>
                <a:lnTo>
                  <a:pt x="292" y="2240"/>
                </a:lnTo>
                <a:lnTo>
                  <a:pt x="316" y="2244"/>
                </a:lnTo>
                <a:lnTo>
                  <a:pt x="370" y="2252"/>
                </a:lnTo>
                <a:lnTo>
                  <a:pt x="428" y="2254"/>
                </a:lnTo>
                <a:lnTo>
                  <a:pt x="488" y="2256"/>
                </a:lnTo>
                <a:lnTo>
                  <a:pt x="488" y="2256"/>
                </a:lnTo>
                <a:lnTo>
                  <a:pt x="504" y="2256"/>
                </a:lnTo>
                <a:lnTo>
                  <a:pt x="518" y="2256"/>
                </a:lnTo>
                <a:lnTo>
                  <a:pt x="532" y="2256"/>
                </a:lnTo>
                <a:lnTo>
                  <a:pt x="532" y="2256"/>
                </a:lnTo>
                <a:lnTo>
                  <a:pt x="552" y="2256"/>
                </a:lnTo>
                <a:lnTo>
                  <a:pt x="552" y="2256"/>
                </a:lnTo>
                <a:lnTo>
                  <a:pt x="598" y="2256"/>
                </a:lnTo>
                <a:lnTo>
                  <a:pt x="648" y="2254"/>
                </a:lnTo>
                <a:lnTo>
                  <a:pt x="698" y="2248"/>
                </a:lnTo>
                <a:lnTo>
                  <a:pt x="722" y="2244"/>
                </a:lnTo>
                <a:lnTo>
                  <a:pt x="746" y="2238"/>
                </a:lnTo>
                <a:lnTo>
                  <a:pt x="746" y="2238"/>
                </a:lnTo>
                <a:lnTo>
                  <a:pt x="772" y="2232"/>
                </a:lnTo>
                <a:lnTo>
                  <a:pt x="796" y="2224"/>
                </a:lnTo>
                <a:lnTo>
                  <a:pt x="818" y="2214"/>
                </a:lnTo>
                <a:lnTo>
                  <a:pt x="834" y="2202"/>
                </a:lnTo>
                <a:lnTo>
                  <a:pt x="848" y="2190"/>
                </a:lnTo>
                <a:lnTo>
                  <a:pt x="858" y="2176"/>
                </a:lnTo>
                <a:lnTo>
                  <a:pt x="864" y="2160"/>
                </a:lnTo>
                <a:lnTo>
                  <a:pt x="866" y="2142"/>
                </a:lnTo>
                <a:lnTo>
                  <a:pt x="866" y="2142"/>
                </a:lnTo>
                <a:lnTo>
                  <a:pt x="866" y="2142"/>
                </a:lnTo>
                <a:lnTo>
                  <a:pt x="888" y="2154"/>
                </a:lnTo>
                <a:lnTo>
                  <a:pt x="914" y="2162"/>
                </a:lnTo>
                <a:lnTo>
                  <a:pt x="944" y="2170"/>
                </a:lnTo>
                <a:lnTo>
                  <a:pt x="980" y="2176"/>
                </a:lnTo>
                <a:lnTo>
                  <a:pt x="1018" y="2180"/>
                </a:lnTo>
                <a:lnTo>
                  <a:pt x="1056" y="2182"/>
                </a:lnTo>
                <a:lnTo>
                  <a:pt x="1138" y="2184"/>
                </a:lnTo>
                <a:lnTo>
                  <a:pt x="1138" y="2184"/>
                </a:lnTo>
                <a:lnTo>
                  <a:pt x="1160" y="2184"/>
                </a:lnTo>
                <a:lnTo>
                  <a:pt x="1172" y="2184"/>
                </a:lnTo>
                <a:lnTo>
                  <a:pt x="1188" y="2184"/>
                </a:lnTo>
                <a:lnTo>
                  <a:pt x="1188" y="2184"/>
                </a:lnTo>
                <a:lnTo>
                  <a:pt x="1206" y="2184"/>
                </a:lnTo>
                <a:lnTo>
                  <a:pt x="1206" y="2184"/>
                </a:lnTo>
                <a:lnTo>
                  <a:pt x="1206" y="2184"/>
                </a:lnTo>
                <a:lnTo>
                  <a:pt x="1256" y="2184"/>
                </a:lnTo>
                <a:lnTo>
                  <a:pt x="1304" y="2182"/>
                </a:lnTo>
                <a:lnTo>
                  <a:pt x="1350" y="2178"/>
                </a:lnTo>
                <a:lnTo>
                  <a:pt x="1374" y="2176"/>
                </a:lnTo>
                <a:lnTo>
                  <a:pt x="1396" y="2170"/>
                </a:lnTo>
                <a:lnTo>
                  <a:pt x="1396" y="2170"/>
                </a:lnTo>
                <a:lnTo>
                  <a:pt x="1426" y="2164"/>
                </a:lnTo>
                <a:lnTo>
                  <a:pt x="1452" y="2156"/>
                </a:lnTo>
                <a:lnTo>
                  <a:pt x="1472" y="2148"/>
                </a:lnTo>
                <a:lnTo>
                  <a:pt x="1488" y="2136"/>
                </a:lnTo>
                <a:lnTo>
                  <a:pt x="1500" y="2124"/>
                </a:lnTo>
                <a:lnTo>
                  <a:pt x="1508" y="2110"/>
                </a:lnTo>
                <a:lnTo>
                  <a:pt x="1512" y="2096"/>
                </a:lnTo>
                <a:lnTo>
                  <a:pt x="1514" y="2080"/>
                </a:lnTo>
                <a:lnTo>
                  <a:pt x="1514" y="2080"/>
                </a:lnTo>
                <a:lnTo>
                  <a:pt x="1514" y="2080"/>
                </a:lnTo>
                <a:lnTo>
                  <a:pt x="1570" y="2082"/>
                </a:lnTo>
                <a:lnTo>
                  <a:pt x="1624" y="2082"/>
                </a:lnTo>
                <a:lnTo>
                  <a:pt x="1624" y="2082"/>
                </a:lnTo>
                <a:lnTo>
                  <a:pt x="1644" y="2082"/>
                </a:lnTo>
                <a:lnTo>
                  <a:pt x="1658" y="2082"/>
                </a:lnTo>
                <a:lnTo>
                  <a:pt x="1672" y="2082"/>
                </a:lnTo>
                <a:lnTo>
                  <a:pt x="1672" y="2082"/>
                </a:lnTo>
                <a:lnTo>
                  <a:pt x="1692" y="2082"/>
                </a:lnTo>
                <a:lnTo>
                  <a:pt x="1692" y="2082"/>
                </a:lnTo>
                <a:lnTo>
                  <a:pt x="1740" y="2082"/>
                </a:lnTo>
                <a:lnTo>
                  <a:pt x="1790" y="2080"/>
                </a:lnTo>
                <a:lnTo>
                  <a:pt x="1838" y="2076"/>
                </a:lnTo>
                <a:lnTo>
                  <a:pt x="1862" y="2072"/>
                </a:lnTo>
                <a:lnTo>
                  <a:pt x="1886" y="2068"/>
                </a:lnTo>
                <a:lnTo>
                  <a:pt x="1886" y="2068"/>
                </a:lnTo>
                <a:lnTo>
                  <a:pt x="1892" y="2064"/>
                </a:lnTo>
                <a:lnTo>
                  <a:pt x="1900" y="2062"/>
                </a:lnTo>
                <a:lnTo>
                  <a:pt x="1918" y="2056"/>
                </a:lnTo>
                <a:lnTo>
                  <a:pt x="1918" y="2056"/>
                </a:lnTo>
                <a:lnTo>
                  <a:pt x="1924" y="2068"/>
                </a:lnTo>
                <a:lnTo>
                  <a:pt x="1934" y="2080"/>
                </a:lnTo>
                <a:lnTo>
                  <a:pt x="1944" y="2090"/>
                </a:lnTo>
                <a:lnTo>
                  <a:pt x="1958" y="2100"/>
                </a:lnTo>
                <a:lnTo>
                  <a:pt x="1972" y="2108"/>
                </a:lnTo>
                <a:lnTo>
                  <a:pt x="1988" y="2114"/>
                </a:lnTo>
                <a:lnTo>
                  <a:pt x="2006" y="2118"/>
                </a:lnTo>
                <a:lnTo>
                  <a:pt x="2026" y="2124"/>
                </a:lnTo>
                <a:lnTo>
                  <a:pt x="2068" y="2128"/>
                </a:lnTo>
                <a:lnTo>
                  <a:pt x="2116" y="2132"/>
                </a:lnTo>
                <a:lnTo>
                  <a:pt x="2166" y="2134"/>
                </a:lnTo>
                <a:lnTo>
                  <a:pt x="2218" y="2134"/>
                </a:lnTo>
                <a:lnTo>
                  <a:pt x="2218" y="2134"/>
                </a:lnTo>
                <a:lnTo>
                  <a:pt x="2238" y="2134"/>
                </a:lnTo>
                <a:lnTo>
                  <a:pt x="2238" y="2206"/>
                </a:lnTo>
                <a:lnTo>
                  <a:pt x="2238" y="2206"/>
                </a:lnTo>
                <a:lnTo>
                  <a:pt x="2238" y="2224"/>
                </a:lnTo>
                <a:lnTo>
                  <a:pt x="2244" y="2238"/>
                </a:lnTo>
                <a:lnTo>
                  <a:pt x="2252" y="2250"/>
                </a:lnTo>
                <a:lnTo>
                  <a:pt x="2264" y="2262"/>
                </a:lnTo>
                <a:lnTo>
                  <a:pt x="2280" y="2272"/>
                </a:lnTo>
                <a:lnTo>
                  <a:pt x="2296" y="2280"/>
                </a:lnTo>
                <a:lnTo>
                  <a:pt x="2316" y="2286"/>
                </a:lnTo>
                <a:lnTo>
                  <a:pt x="2336" y="2292"/>
                </a:lnTo>
                <a:lnTo>
                  <a:pt x="2360" y="2296"/>
                </a:lnTo>
                <a:lnTo>
                  <a:pt x="2384" y="2300"/>
                </a:lnTo>
                <a:lnTo>
                  <a:pt x="2436" y="2304"/>
                </a:lnTo>
                <a:lnTo>
                  <a:pt x="2490" y="2306"/>
                </a:lnTo>
                <a:lnTo>
                  <a:pt x="2546" y="2306"/>
                </a:lnTo>
                <a:lnTo>
                  <a:pt x="2546" y="2306"/>
                </a:lnTo>
                <a:lnTo>
                  <a:pt x="2566" y="2306"/>
                </a:lnTo>
                <a:lnTo>
                  <a:pt x="2580" y="2306"/>
                </a:lnTo>
                <a:lnTo>
                  <a:pt x="2600" y="2306"/>
                </a:lnTo>
                <a:lnTo>
                  <a:pt x="2600" y="2306"/>
                </a:lnTo>
                <a:lnTo>
                  <a:pt x="2620" y="2306"/>
                </a:lnTo>
                <a:lnTo>
                  <a:pt x="2620" y="2306"/>
                </a:lnTo>
                <a:lnTo>
                  <a:pt x="2620" y="2306"/>
                </a:lnTo>
                <a:lnTo>
                  <a:pt x="2666" y="2306"/>
                </a:lnTo>
                <a:lnTo>
                  <a:pt x="2714" y="2306"/>
                </a:lnTo>
                <a:lnTo>
                  <a:pt x="2764" y="2302"/>
                </a:lnTo>
                <a:lnTo>
                  <a:pt x="2812" y="2296"/>
                </a:lnTo>
                <a:lnTo>
                  <a:pt x="2812" y="2296"/>
                </a:lnTo>
                <a:lnTo>
                  <a:pt x="2838" y="2290"/>
                </a:lnTo>
                <a:lnTo>
                  <a:pt x="2862" y="2282"/>
                </a:lnTo>
                <a:lnTo>
                  <a:pt x="2882" y="2272"/>
                </a:lnTo>
                <a:lnTo>
                  <a:pt x="2898" y="2262"/>
                </a:lnTo>
                <a:lnTo>
                  <a:pt x="2910" y="2252"/>
                </a:lnTo>
                <a:lnTo>
                  <a:pt x="2920" y="2238"/>
                </a:lnTo>
                <a:lnTo>
                  <a:pt x="2926" y="2224"/>
                </a:lnTo>
                <a:lnTo>
                  <a:pt x="2928" y="2206"/>
                </a:lnTo>
                <a:lnTo>
                  <a:pt x="2928" y="2132"/>
                </a:lnTo>
                <a:lnTo>
                  <a:pt x="2928" y="2132"/>
                </a:lnTo>
                <a:lnTo>
                  <a:pt x="2972" y="2130"/>
                </a:lnTo>
                <a:lnTo>
                  <a:pt x="3018" y="2126"/>
                </a:lnTo>
                <a:lnTo>
                  <a:pt x="3102" y="2118"/>
                </a:lnTo>
                <a:lnTo>
                  <a:pt x="3102" y="2118"/>
                </a:lnTo>
                <a:lnTo>
                  <a:pt x="3132" y="2110"/>
                </a:lnTo>
                <a:lnTo>
                  <a:pt x="3158" y="2100"/>
                </a:lnTo>
                <a:lnTo>
                  <a:pt x="3178" y="2090"/>
                </a:lnTo>
                <a:lnTo>
                  <a:pt x="3196" y="2080"/>
                </a:lnTo>
                <a:lnTo>
                  <a:pt x="3208" y="2068"/>
                </a:lnTo>
                <a:lnTo>
                  <a:pt x="3216" y="2054"/>
                </a:lnTo>
                <a:lnTo>
                  <a:pt x="3222" y="2038"/>
                </a:lnTo>
                <a:lnTo>
                  <a:pt x="3224" y="2022"/>
                </a:lnTo>
                <a:lnTo>
                  <a:pt x="3224" y="2022"/>
                </a:lnTo>
                <a:lnTo>
                  <a:pt x="3224" y="2022"/>
                </a:lnTo>
                <a:lnTo>
                  <a:pt x="3328" y="2022"/>
                </a:lnTo>
                <a:lnTo>
                  <a:pt x="3328" y="2022"/>
                </a:lnTo>
                <a:lnTo>
                  <a:pt x="3352" y="2022"/>
                </a:lnTo>
                <a:lnTo>
                  <a:pt x="3362" y="2022"/>
                </a:lnTo>
                <a:lnTo>
                  <a:pt x="3384" y="2022"/>
                </a:lnTo>
                <a:lnTo>
                  <a:pt x="3384" y="2022"/>
                </a:lnTo>
                <a:lnTo>
                  <a:pt x="3404" y="2022"/>
                </a:lnTo>
                <a:lnTo>
                  <a:pt x="3404" y="2022"/>
                </a:lnTo>
                <a:lnTo>
                  <a:pt x="3404" y="2022"/>
                </a:lnTo>
                <a:lnTo>
                  <a:pt x="3452" y="2022"/>
                </a:lnTo>
                <a:lnTo>
                  <a:pt x="3500" y="2020"/>
                </a:lnTo>
                <a:lnTo>
                  <a:pt x="3544" y="2016"/>
                </a:lnTo>
                <a:lnTo>
                  <a:pt x="3566" y="2014"/>
                </a:lnTo>
                <a:lnTo>
                  <a:pt x="3586" y="2010"/>
                </a:lnTo>
                <a:lnTo>
                  <a:pt x="3586" y="2010"/>
                </a:lnTo>
                <a:lnTo>
                  <a:pt x="3598" y="2008"/>
                </a:lnTo>
                <a:lnTo>
                  <a:pt x="3608" y="2004"/>
                </a:lnTo>
                <a:lnTo>
                  <a:pt x="3616" y="2000"/>
                </a:lnTo>
                <a:lnTo>
                  <a:pt x="3622" y="1998"/>
                </a:lnTo>
                <a:lnTo>
                  <a:pt x="3622" y="1998"/>
                </a:lnTo>
                <a:lnTo>
                  <a:pt x="3628" y="2010"/>
                </a:lnTo>
                <a:lnTo>
                  <a:pt x="3638" y="2022"/>
                </a:lnTo>
                <a:lnTo>
                  <a:pt x="3648" y="2032"/>
                </a:lnTo>
                <a:lnTo>
                  <a:pt x="3662" y="2040"/>
                </a:lnTo>
                <a:lnTo>
                  <a:pt x="3678" y="2048"/>
                </a:lnTo>
                <a:lnTo>
                  <a:pt x="3694" y="2056"/>
                </a:lnTo>
                <a:lnTo>
                  <a:pt x="3714" y="2062"/>
                </a:lnTo>
                <a:lnTo>
                  <a:pt x="3734" y="2066"/>
                </a:lnTo>
                <a:lnTo>
                  <a:pt x="3778" y="2074"/>
                </a:lnTo>
                <a:lnTo>
                  <a:pt x="3824" y="2078"/>
                </a:lnTo>
                <a:lnTo>
                  <a:pt x="3872" y="2082"/>
                </a:lnTo>
                <a:lnTo>
                  <a:pt x="3920" y="2082"/>
                </a:lnTo>
                <a:lnTo>
                  <a:pt x="3920" y="2082"/>
                </a:lnTo>
                <a:lnTo>
                  <a:pt x="3950" y="2082"/>
                </a:lnTo>
                <a:lnTo>
                  <a:pt x="3960" y="2082"/>
                </a:lnTo>
                <a:lnTo>
                  <a:pt x="3976" y="2082"/>
                </a:lnTo>
                <a:lnTo>
                  <a:pt x="3976" y="2082"/>
                </a:lnTo>
                <a:lnTo>
                  <a:pt x="3994" y="2082"/>
                </a:lnTo>
                <a:lnTo>
                  <a:pt x="3994" y="2082"/>
                </a:lnTo>
                <a:lnTo>
                  <a:pt x="3994" y="2082"/>
                </a:lnTo>
                <a:lnTo>
                  <a:pt x="4042" y="2082"/>
                </a:lnTo>
                <a:lnTo>
                  <a:pt x="4092" y="2080"/>
                </a:lnTo>
                <a:lnTo>
                  <a:pt x="4142" y="2076"/>
                </a:lnTo>
                <a:lnTo>
                  <a:pt x="4188" y="2068"/>
                </a:lnTo>
                <a:lnTo>
                  <a:pt x="4188" y="2068"/>
                </a:lnTo>
                <a:lnTo>
                  <a:pt x="4216" y="2060"/>
                </a:lnTo>
                <a:lnTo>
                  <a:pt x="4238" y="2050"/>
                </a:lnTo>
                <a:lnTo>
                  <a:pt x="4258" y="2042"/>
                </a:lnTo>
                <a:lnTo>
                  <a:pt x="4274" y="2030"/>
                </a:lnTo>
                <a:lnTo>
                  <a:pt x="4286" y="2018"/>
                </a:lnTo>
                <a:lnTo>
                  <a:pt x="4296" y="2006"/>
                </a:lnTo>
                <a:lnTo>
                  <a:pt x="4300" y="1990"/>
                </a:lnTo>
                <a:lnTo>
                  <a:pt x="4302" y="1974"/>
                </a:lnTo>
                <a:lnTo>
                  <a:pt x="4302" y="1854"/>
                </a:lnTo>
                <a:lnTo>
                  <a:pt x="4302" y="1854"/>
                </a:lnTo>
                <a:lnTo>
                  <a:pt x="4302" y="1834"/>
                </a:lnTo>
                <a:lnTo>
                  <a:pt x="4300" y="1816"/>
                </a:lnTo>
                <a:lnTo>
                  <a:pt x="4296" y="1798"/>
                </a:lnTo>
                <a:lnTo>
                  <a:pt x="4292" y="1780"/>
                </a:lnTo>
                <a:lnTo>
                  <a:pt x="4288" y="1762"/>
                </a:lnTo>
                <a:lnTo>
                  <a:pt x="4280" y="1748"/>
                </a:lnTo>
                <a:lnTo>
                  <a:pt x="4274" y="1732"/>
                </a:lnTo>
                <a:lnTo>
                  <a:pt x="4266" y="1718"/>
                </a:lnTo>
                <a:lnTo>
                  <a:pt x="4256" y="1706"/>
                </a:lnTo>
                <a:lnTo>
                  <a:pt x="4246" y="1696"/>
                </a:lnTo>
                <a:lnTo>
                  <a:pt x="4236" y="1686"/>
                </a:lnTo>
                <a:lnTo>
                  <a:pt x="4224" y="1678"/>
                </a:lnTo>
                <a:lnTo>
                  <a:pt x="4212" y="1672"/>
                </a:lnTo>
                <a:lnTo>
                  <a:pt x="4200" y="1666"/>
                </a:lnTo>
                <a:lnTo>
                  <a:pt x="4186" y="1664"/>
                </a:lnTo>
                <a:lnTo>
                  <a:pt x="4172" y="1664"/>
                </a:lnTo>
                <a:lnTo>
                  <a:pt x="4172" y="1664"/>
                </a:lnTo>
                <a:close/>
              </a:path>
            </a:pathLst>
          </a:custGeom>
          <a:solidFill>
            <a:srgbClr val="58595B">
              <a:alpha val="60000"/>
            </a:srgbClr>
          </a:solidFill>
          <a:ln>
            <a:noFill/>
          </a:ln>
        </p:spPr>
        <p:txBody>
          <a:bodyPr vert="horz" wrap="square" lIns="68580" tIns="34290" rIns="68580" bIns="34290" numCol="1" anchor="t" anchorCtr="0" compatLnSpc="1">
            <a:prstTxWarp prst="textNoShape">
              <a:avLst/>
            </a:prstTxWarp>
          </a:bodyPr>
          <a:lstStyle/>
          <a:p>
            <a:endParaRPr lang="zh-CN" altLang="en-US" sz="1013"/>
          </a:p>
        </p:txBody>
      </p:sp>
      <p:grpSp>
        <p:nvGrpSpPr>
          <p:cNvPr id="49" name="组合 48"/>
          <p:cNvGrpSpPr/>
          <p:nvPr/>
        </p:nvGrpSpPr>
        <p:grpSpPr>
          <a:xfrm>
            <a:off x="850516" y="2731696"/>
            <a:ext cx="1368195" cy="845421"/>
            <a:chOff x="539310" y="3920815"/>
            <a:chExt cx="1824260" cy="1127228"/>
          </a:xfrm>
          <a:solidFill>
            <a:srgbClr val="FC8D08">
              <a:alpha val="80000"/>
            </a:srgbClr>
          </a:solidFill>
        </p:grpSpPr>
        <p:sp>
          <p:nvSpPr>
            <p:cNvPr id="50" name="云形标注 49"/>
            <p:cNvSpPr/>
            <p:nvPr/>
          </p:nvSpPr>
          <p:spPr>
            <a:xfrm>
              <a:off x="564042" y="3920815"/>
              <a:ext cx="1789019" cy="1127228"/>
            </a:xfrm>
            <a:prstGeom prst="cloudCallout">
              <a:avLst>
                <a:gd name="adj1" fmla="val 65289"/>
                <a:gd name="adj2" fmla="val 43757"/>
              </a:avLst>
            </a:pr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51" name="文本框 11"/>
            <p:cNvSpPr txBox="1"/>
            <p:nvPr/>
          </p:nvSpPr>
          <p:spPr>
            <a:xfrm>
              <a:off x="539310" y="4046511"/>
              <a:ext cx="926130" cy="800219"/>
            </a:xfrm>
            <a:prstGeom prst="rect">
              <a:avLst/>
            </a:prstGeom>
            <a:noFill/>
          </p:spPr>
          <p:txBody>
            <a:bodyPr wrap="square" rtlCol="0">
              <a:spAutoFit/>
            </a:bodyPr>
            <a:lstStyle/>
            <a:p>
              <a:pPr algn="ctr"/>
              <a:r>
                <a:rPr lang="en-US" altLang="zh-CN" sz="3300" dirty="0">
                  <a:solidFill>
                    <a:schemeClr val="bg1"/>
                  </a:solidFill>
                  <a:ea typeface="MS Gothic" panose="020B0609070205080204" pitchFamily="49" charset="-128"/>
                </a:rPr>
                <a:t>01</a:t>
              </a:r>
              <a:endParaRPr lang="zh-CN" altLang="en-US" sz="3300" dirty="0">
                <a:solidFill>
                  <a:schemeClr val="bg1"/>
                </a:solidFill>
                <a:ea typeface="MS Gothic" panose="020B0609070205080204" pitchFamily="49" charset="-128"/>
              </a:endParaRPr>
            </a:p>
          </p:txBody>
        </p:sp>
        <p:sp>
          <p:nvSpPr>
            <p:cNvPr id="52" name="矩形 51"/>
            <p:cNvSpPr/>
            <p:nvPr/>
          </p:nvSpPr>
          <p:spPr>
            <a:xfrm>
              <a:off x="1296611" y="4138843"/>
              <a:ext cx="1066959" cy="615553"/>
            </a:xfrm>
            <a:prstGeom prst="rect">
              <a:avLst/>
            </a:prstGeom>
            <a:noFill/>
          </p:spPr>
          <p:txBody>
            <a:bodyPr wrap="none">
              <a:spAutoFit/>
            </a:bodyPr>
            <a:lstStyle/>
            <a:p>
              <a:r>
                <a:rPr lang="zh-CN" altLang="en-US" sz="2400" b="1" dirty="0">
                  <a:solidFill>
                    <a:schemeClr val="bg1"/>
                  </a:solidFill>
                </a:rPr>
                <a:t>内容</a:t>
              </a:r>
              <a:endParaRPr lang="zh-CN" altLang="en-US" sz="2400" b="1" dirty="0"/>
            </a:p>
          </p:txBody>
        </p:sp>
      </p:grpSp>
      <p:grpSp>
        <p:nvGrpSpPr>
          <p:cNvPr id="53" name="组合 52"/>
          <p:cNvGrpSpPr/>
          <p:nvPr/>
        </p:nvGrpSpPr>
        <p:grpSpPr>
          <a:xfrm>
            <a:off x="2174000" y="1364875"/>
            <a:ext cx="1399650" cy="845421"/>
            <a:chOff x="2302014" y="2161641"/>
            <a:chExt cx="1866200" cy="1127228"/>
          </a:xfrm>
          <a:solidFill>
            <a:srgbClr val="FC8D08">
              <a:alpha val="80000"/>
            </a:srgbClr>
          </a:solidFill>
        </p:grpSpPr>
        <p:sp>
          <p:nvSpPr>
            <p:cNvPr id="54" name="云形标注 53"/>
            <p:cNvSpPr/>
            <p:nvPr/>
          </p:nvSpPr>
          <p:spPr>
            <a:xfrm>
              <a:off x="2379195" y="2161641"/>
              <a:ext cx="1789019" cy="1127228"/>
            </a:xfrm>
            <a:prstGeom prst="cloudCallout">
              <a:avLst>
                <a:gd name="adj1" fmla="val 27541"/>
                <a:gd name="adj2" fmla="val 83697"/>
              </a:avLst>
            </a:pr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55" name="文本框 13"/>
            <p:cNvSpPr txBox="1"/>
            <p:nvPr/>
          </p:nvSpPr>
          <p:spPr>
            <a:xfrm>
              <a:off x="2302014" y="2339920"/>
              <a:ext cx="926129" cy="800219"/>
            </a:xfrm>
            <a:prstGeom prst="rect">
              <a:avLst/>
            </a:prstGeom>
            <a:noFill/>
            <a:ln>
              <a:noFill/>
            </a:ln>
          </p:spPr>
          <p:txBody>
            <a:bodyPr wrap="square" rtlCol="0">
              <a:spAutoFit/>
            </a:bodyPr>
            <a:lstStyle/>
            <a:p>
              <a:pPr algn="ctr"/>
              <a:r>
                <a:rPr lang="en-US" altLang="zh-CN" sz="3300" dirty="0">
                  <a:solidFill>
                    <a:schemeClr val="bg1"/>
                  </a:solidFill>
                  <a:ea typeface="MS Gothic" panose="020B0609070205080204" pitchFamily="49" charset="-128"/>
                </a:rPr>
                <a:t>02</a:t>
              </a:r>
              <a:endParaRPr lang="zh-CN" altLang="en-US" sz="3300" dirty="0">
                <a:solidFill>
                  <a:schemeClr val="bg1"/>
                </a:solidFill>
                <a:ea typeface="MS Gothic" panose="020B0609070205080204" pitchFamily="49" charset="-128"/>
              </a:endParaRPr>
            </a:p>
          </p:txBody>
        </p:sp>
        <p:sp>
          <p:nvSpPr>
            <p:cNvPr id="56" name="矩形 55"/>
            <p:cNvSpPr/>
            <p:nvPr/>
          </p:nvSpPr>
          <p:spPr>
            <a:xfrm>
              <a:off x="3059315" y="2432252"/>
              <a:ext cx="1066959" cy="615553"/>
            </a:xfrm>
            <a:prstGeom prst="rect">
              <a:avLst/>
            </a:prstGeom>
            <a:noFill/>
            <a:ln>
              <a:noFill/>
            </a:ln>
          </p:spPr>
          <p:txBody>
            <a:bodyPr wrap="none">
              <a:spAutoFit/>
            </a:bodyPr>
            <a:lstStyle/>
            <a:p>
              <a:r>
                <a:rPr lang="zh-CN" altLang="en-US" sz="2400" b="1" dirty="0">
                  <a:solidFill>
                    <a:schemeClr val="bg1"/>
                  </a:solidFill>
                </a:rPr>
                <a:t>内容</a:t>
              </a:r>
              <a:endParaRPr lang="zh-CN" altLang="en-US" sz="2400" b="1" dirty="0"/>
            </a:p>
          </p:txBody>
        </p:sp>
      </p:grpSp>
      <p:grpSp>
        <p:nvGrpSpPr>
          <p:cNvPr id="57" name="组合 56"/>
          <p:cNvGrpSpPr/>
          <p:nvPr/>
        </p:nvGrpSpPr>
        <p:grpSpPr>
          <a:xfrm>
            <a:off x="3947138" y="856064"/>
            <a:ext cx="1667743" cy="1050814"/>
            <a:chOff x="5086233" y="1415886"/>
            <a:chExt cx="2223657" cy="1401085"/>
          </a:xfrm>
          <a:solidFill>
            <a:srgbClr val="FC8D08">
              <a:alpha val="80000"/>
            </a:srgbClr>
          </a:solidFill>
        </p:grpSpPr>
        <p:sp>
          <p:nvSpPr>
            <p:cNvPr id="58" name="云形标注 57"/>
            <p:cNvSpPr/>
            <p:nvPr/>
          </p:nvSpPr>
          <p:spPr>
            <a:xfrm>
              <a:off x="5086233" y="1415886"/>
              <a:ext cx="2223657" cy="1401085"/>
            </a:xfrm>
            <a:prstGeom prst="cloudCallout">
              <a:avLst>
                <a:gd name="adj1" fmla="val -9223"/>
                <a:gd name="adj2" fmla="val 89616"/>
              </a:avLst>
            </a:pr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59" name="文本框 15"/>
            <p:cNvSpPr txBox="1"/>
            <p:nvPr/>
          </p:nvSpPr>
          <p:spPr>
            <a:xfrm>
              <a:off x="5269732" y="1660975"/>
              <a:ext cx="926129" cy="800218"/>
            </a:xfrm>
            <a:prstGeom prst="rect">
              <a:avLst/>
            </a:prstGeom>
            <a:noFill/>
            <a:ln>
              <a:noFill/>
            </a:ln>
          </p:spPr>
          <p:txBody>
            <a:bodyPr wrap="square" rtlCol="0">
              <a:spAutoFit/>
            </a:bodyPr>
            <a:lstStyle/>
            <a:p>
              <a:pPr algn="ctr"/>
              <a:r>
                <a:rPr lang="en-US" altLang="zh-CN" sz="3300" dirty="0">
                  <a:solidFill>
                    <a:schemeClr val="bg1"/>
                  </a:solidFill>
                  <a:ea typeface="MS Gothic" panose="020B0609070205080204" pitchFamily="49" charset="-128"/>
                </a:rPr>
                <a:t>03</a:t>
              </a:r>
              <a:endParaRPr lang="zh-CN" altLang="en-US" sz="3300" dirty="0">
                <a:solidFill>
                  <a:schemeClr val="bg1"/>
                </a:solidFill>
                <a:ea typeface="MS Gothic" panose="020B0609070205080204" pitchFamily="49" charset="-128"/>
              </a:endParaRPr>
            </a:p>
          </p:txBody>
        </p:sp>
        <p:sp>
          <p:nvSpPr>
            <p:cNvPr id="60" name="矩形 59"/>
            <p:cNvSpPr/>
            <p:nvPr/>
          </p:nvSpPr>
          <p:spPr>
            <a:xfrm>
              <a:off x="6027033" y="1753307"/>
              <a:ext cx="1066959" cy="615553"/>
            </a:xfrm>
            <a:prstGeom prst="rect">
              <a:avLst/>
            </a:prstGeom>
            <a:noFill/>
            <a:ln>
              <a:noFill/>
            </a:ln>
          </p:spPr>
          <p:txBody>
            <a:bodyPr wrap="none">
              <a:spAutoFit/>
            </a:bodyPr>
            <a:lstStyle/>
            <a:p>
              <a:r>
                <a:rPr lang="zh-CN" altLang="en-US" sz="2400" b="1" dirty="0">
                  <a:solidFill>
                    <a:schemeClr val="bg1"/>
                  </a:solidFill>
                </a:rPr>
                <a:t>内容</a:t>
              </a:r>
              <a:endParaRPr lang="zh-CN" altLang="en-US" sz="2400" b="1" dirty="0"/>
            </a:p>
          </p:txBody>
        </p:sp>
      </p:grpSp>
      <p:grpSp>
        <p:nvGrpSpPr>
          <p:cNvPr id="61" name="组合 60"/>
          <p:cNvGrpSpPr/>
          <p:nvPr/>
        </p:nvGrpSpPr>
        <p:grpSpPr>
          <a:xfrm>
            <a:off x="5714494" y="1617168"/>
            <a:ext cx="1375139" cy="845421"/>
            <a:chOff x="7773145" y="2289154"/>
            <a:chExt cx="1833519" cy="1127228"/>
          </a:xfrm>
          <a:solidFill>
            <a:srgbClr val="FC8D08">
              <a:alpha val="80000"/>
            </a:srgbClr>
          </a:solidFill>
        </p:grpSpPr>
        <p:sp>
          <p:nvSpPr>
            <p:cNvPr id="62" name="云形标注 61"/>
            <p:cNvSpPr/>
            <p:nvPr/>
          </p:nvSpPr>
          <p:spPr>
            <a:xfrm>
              <a:off x="7773145" y="2289154"/>
              <a:ext cx="1789019" cy="1127228"/>
            </a:xfrm>
            <a:prstGeom prst="cloudCallout">
              <a:avLst>
                <a:gd name="adj1" fmla="val -41333"/>
                <a:gd name="adj2" fmla="val 82646"/>
              </a:avLst>
            </a:pr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63" name="文本框 17"/>
            <p:cNvSpPr txBox="1"/>
            <p:nvPr/>
          </p:nvSpPr>
          <p:spPr>
            <a:xfrm>
              <a:off x="7782404" y="2432253"/>
              <a:ext cx="926130" cy="800219"/>
            </a:xfrm>
            <a:prstGeom prst="rect">
              <a:avLst/>
            </a:prstGeom>
            <a:noFill/>
            <a:ln>
              <a:noFill/>
            </a:ln>
          </p:spPr>
          <p:txBody>
            <a:bodyPr wrap="square" rtlCol="0">
              <a:spAutoFit/>
            </a:bodyPr>
            <a:lstStyle/>
            <a:p>
              <a:pPr algn="ctr"/>
              <a:r>
                <a:rPr lang="en-US" altLang="zh-CN" sz="3300" dirty="0">
                  <a:solidFill>
                    <a:schemeClr val="bg1"/>
                  </a:solidFill>
                  <a:ea typeface="MS Gothic" panose="020B0609070205080204" pitchFamily="49" charset="-128"/>
                </a:rPr>
                <a:t>04</a:t>
              </a:r>
              <a:endParaRPr lang="zh-CN" altLang="en-US" sz="3300" dirty="0">
                <a:solidFill>
                  <a:schemeClr val="bg1"/>
                </a:solidFill>
                <a:ea typeface="MS Gothic" panose="020B0609070205080204" pitchFamily="49" charset="-128"/>
              </a:endParaRPr>
            </a:p>
          </p:txBody>
        </p:sp>
        <p:sp>
          <p:nvSpPr>
            <p:cNvPr id="96" name="矩形 95"/>
            <p:cNvSpPr/>
            <p:nvPr/>
          </p:nvSpPr>
          <p:spPr>
            <a:xfrm>
              <a:off x="8539705" y="2524585"/>
              <a:ext cx="1066959" cy="615553"/>
            </a:xfrm>
            <a:prstGeom prst="rect">
              <a:avLst/>
            </a:prstGeom>
            <a:noFill/>
            <a:ln>
              <a:noFill/>
            </a:ln>
          </p:spPr>
          <p:txBody>
            <a:bodyPr wrap="none">
              <a:spAutoFit/>
            </a:bodyPr>
            <a:lstStyle/>
            <a:p>
              <a:r>
                <a:rPr lang="zh-CN" altLang="en-US" sz="2400" b="1" dirty="0">
                  <a:solidFill>
                    <a:schemeClr val="bg1"/>
                  </a:solidFill>
                </a:rPr>
                <a:t>内容</a:t>
              </a:r>
              <a:endParaRPr lang="zh-CN" altLang="en-US" sz="2400" b="1" dirty="0"/>
            </a:p>
          </p:txBody>
        </p:sp>
      </p:grpSp>
      <p:grpSp>
        <p:nvGrpSpPr>
          <p:cNvPr id="97" name="组合 96"/>
          <p:cNvGrpSpPr/>
          <p:nvPr/>
        </p:nvGrpSpPr>
        <p:grpSpPr>
          <a:xfrm>
            <a:off x="6889340" y="2801090"/>
            <a:ext cx="1381437" cy="845421"/>
            <a:chOff x="9417159" y="3920814"/>
            <a:chExt cx="1841916" cy="1127228"/>
          </a:xfrm>
          <a:solidFill>
            <a:srgbClr val="FC8D08">
              <a:alpha val="80000"/>
            </a:srgbClr>
          </a:solidFill>
        </p:grpSpPr>
        <p:sp>
          <p:nvSpPr>
            <p:cNvPr id="98" name="云形标注 97"/>
            <p:cNvSpPr/>
            <p:nvPr/>
          </p:nvSpPr>
          <p:spPr>
            <a:xfrm>
              <a:off x="9417159" y="3920814"/>
              <a:ext cx="1789019" cy="1127228"/>
            </a:xfrm>
            <a:prstGeom prst="cloudCallout">
              <a:avLst>
                <a:gd name="adj1" fmla="val -74446"/>
                <a:gd name="adj2" fmla="val -15102"/>
              </a:avLst>
            </a:pr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p>
          </p:txBody>
        </p:sp>
        <p:sp>
          <p:nvSpPr>
            <p:cNvPr id="99" name="文本框 19"/>
            <p:cNvSpPr txBox="1"/>
            <p:nvPr/>
          </p:nvSpPr>
          <p:spPr>
            <a:xfrm>
              <a:off x="9434816" y="4063917"/>
              <a:ext cx="926130" cy="800219"/>
            </a:xfrm>
            <a:prstGeom prst="rect">
              <a:avLst/>
            </a:prstGeom>
            <a:noFill/>
            <a:ln>
              <a:noFill/>
            </a:ln>
          </p:spPr>
          <p:txBody>
            <a:bodyPr wrap="square" rtlCol="0">
              <a:spAutoFit/>
            </a:bodyPr>
            <a:lstStyle/>
            <a:p>
              <a:pPr algn="ctr"/>
              <a:r>
                <a:rPr lang="en-US" altLang="zh-CN" sz="3300" dirty="0">
                  <a:solidFill>
                    <a:schemeClr val="bg1"/>
                  </a:solidFill>
                  <a:ea typeface="MS Gothic" panose="020B0609070205080204" pitchFamily="49" charset="-128"/>
                </a:rPr>
                <a:t>05</a:t>
              </a:r>
              <a:endParaRPr lang="zh-CN" altLang="en-US" sz="3300" dirty="0">
                <a:solidFill>
                  <a:schemeClr val="bg1"/>
                </a:solidFill>
                <a:ea typeface="MS Gothic" panose="020B0609070205080204" pitchFamily="49" charset="-128"/>
              </a:endParaRPr>
            </a:p>
          </p:txBody>
        </p:sp>
        <p:sp>
          <p:nvSpPr>
            <p:cNvPr id="100" name="矩形 99"/>
            <p:cNvSpPr/>
            <p:nvPr/>
          </p:nvSpPr>
          <p:spPr>
            <a:xfrm>
              <a:off x="10192116" y="4156249"/>
              <a:ext cx="1066959" cy="615553"/>
            </a:xfrm>
            <a:prstGeom prst="rect">
              <a:avLst/>
            </a:prstGeom>
            <a:noFill/>
            <a:ln>
              <a:noFill/>
            </a:ln>
          </p:spPr>
          <p:txBody>
            <a:bodyPr wrap="none">
              <a:spAutoFit/>
            </a:bodyPr>
            <a:lstStyle/>
            <a:p>
              <a:r>
                <a:rPr lang="zh-CN" altLang="en-US" sz="2400" b="1" dirty="0">
                  <a:solidFill>
                    <a:schemeClr val="bg1"/>
                  </a:solidFill>
                </a:rPr>
                <a:t>内容</a:t>
              </a:r>
              <a:endParaRPr lang="zh-CN" altLang="en-US" sz="2400" b="1" dirty="0"/>
            </a:p>
          </p:txBody>
        </p:sp>
      </p:grpSp>
      <p:grpSp>
        <p:nvGrpSpPr>
          <p:cNvPr id="101" name="组合 100"/>
          <p:cNvGrpSpPr/>
          <p:nvPr/>
        </p:nvGrpSpPr>
        <p:grpSpPr>
          <a:xfrm>
            <a:off x="897383" y="1314620"/>
            <a:ext cx="1387089" cy="904959"/>
            <a:chOff x="8626301" y="2552130"/>
            <a:chExt cx="2267226" cy="1206612"/>
          </a:xfrm>
        </p:grpSpPr>
        <p:sp>
          <p:nvSpPr>
            <p:cNvPr id="102" name="文本框 87"/>
            <p:cNvSpPr txBox="1"/>
            <p:nvPr/>
          </p:nvSpPr>
          <p:spPr>
            <a:xfrm>
              <a:off x="9019580" y="2552130"/>
              <a:ext cx="1150768" cy="330945"/>
            </a:xfrm>
            <a:prstGeom prst="rect">
              <a:avLst/>
            </a:prstGeom>
            <a:noFill/>
          </p:spPr>
          <p:txBody>
            <a:bodyPr wrap="none" rtlCol="0">
              <a:spAutoFit/>
            </a:bodyPr>
            <a:lstStyle/>
            <a:p>
              <a:pPr algn="ctr"/>
              <a:r>
                <a:rPr lang="zh-CN" altLang="en-US" sz="1013" b="1" dirty="0">
                  <a:solidFill>
                    <a:srgbClr val="58595B"/>
                  </a:solidFill>
                  <a:latin typeface="微软雅黑" panose="020B0503020204020204" pitchFamily="34" charset="-122"/>
                  <a:ea typeface="微软雅黑" panose="020B0503020204020204" pitchFamily="34" charset="-122"/>
                </a:rPr>
                <a:t>添加标题</a:t>
              </a:r>
            </a:p>
          </p:txBody>
        </p:sp>
        <p:sp>
          <p:nvSpPr>
            <p:cNvPr id="103" name="文本框 88"/>
            <p:cNvSpPr txBox="1"/>
            <p:nvPr/>
          </p:nvSpPr>
          <p:spPr>
            <a:xfrm>
              <a:off x="8626301" y="2860034"/>
              <a:ext cx="2267226" cy="898708"/>
            </a:xfrm>
            <a:prstGeom prst="rect">
              <a:avLst/>
            </a:prstGeom>
            <a:noFill/>
          </p:spPr>
          <p:txBody>
            <a:bodyPr wrap="square" rtlCol="0">
              <a:spAutoFit/>
            </a:bodyPr>
            <a:lstStyle/>
            <a:p>
              <a:pPr>
                <a:lnSpc>
                  <a:spcPct val="120000"/>
                </a:lnSpc>
              </a:pPr>
              <a:r>
                <a:rPr lang="zh-CN" altLang="en-US" sz="1050" dirty="0">
                  <a:solidFill>
                    <a:srgbClr val="58595B"/>
                  </a:solidFill>
                  <a:latin typeface="微软雅黑" panose="020B0503020204020204" pitchFamily="34" charset="-122"/>
                  <a:ea typeface="微软雅黑" panose="020B0503020204020204" pitchFamily="34" charset="-122"/>
                </a:rPr>
                <a:t>这里输入您需要的文字，你也可以从文档中复制进行粘贴。</a:t>
              </a:r>
            </a:p>
          </p:txBody>
        </p:sp>
      </p:grpSp>
      <p:grpSp>
        <p:nvGrpSpPr>
          <p:cNvPr id="104" name="组合 103"/>
          <p:cNvGrpSpPr/>
          <p:nvPr/>
        </p:nvGrpSpPr>
        <p:grpSpPr>
          <a:xfrm>
            <a:off x="914314" y="3666489"/>
            <a:ext cx="1387089" cy="904959"/>
            <a:chOff x="8626301" y="2552130"/>
            <a:chExt cx="2267226" cy="1206612"/>
          </a:xfrm>
        </p:grpSpPr>
        <p:sp>
          <p:nvSpPr>
            <p:cNvPr id="105" name="文本框 87"/>
            <p:cNvSpPr txBox="1"/>
            <p:nvPr/>
          </p:nvSpPr>
          <p:spPr>
            <a:xfrm>
              <a:off x="9019580" y="2552130"/>
              <a:ext cx="1150768" cy="330945"/>
            </a:xfrm>
            <a:prstGeom prst="rect">
              <a:avLst/>
            </a:prstGeom>
            <a:noFill/>
          </p:spPr>
          <p:txBody>
            <a:bodyPr wrap="none" rtlCol="0">
              <a:spAutoFit/>
            </a:bodyPr>
            <a:lstStyle/>
            <a:p>
              <a:pPr algn="ctr"/>
              <a:r>
                <a:rPr lang="zh-CN" altLang="en-US" sz="1013" b="1" dirty="0">
                  <a:solidFill>
                    <a:srgbClr val="58595B"/>
                  </a:solidFill>
                  <a:latin typeface="微软雅黑" panose="020B0503020204020204" pitchFamily="34" charset="-122"/>
                  <a:ea typeface="微软雅黑" panose="020B0503020204020204" pitchFamily="34" charset="-122"/>
                </a:rPr>
                <a:t>添加标题</a:t>
              </a:r>
            </a:p>
          </p:txBody>
        </p:sp>
        <p:sp>
          <p:nvSpPr>
            <p:cNvPr id="106" name="文本框 88"/>
            <p:cNvSpPr txBox="1"/>
            <p:nvPr/>
          </p:nvSpPr>
          <p:spPr>
            <a:xfrm>
              <a:off x="8626301" y="2860034"/>
              <a:ext cx="2267226" cy="898708"/>
            </a:xfrm>
            <a:prstGeom prst="rect">
              <a:avLst/>
            </a:prstGeom>
            <a:noFill/>
          </p:spPr>
          <p:txBody>
            <a:bodyPr wrap="square" rtlCol="0">
              <a:spAutoFit/>
            </a:bodyPr>
            <a:lstStyle/>
            <a:p>
              <a:pPr>
                <a:lnSpc>
                  <a:spcPct val="120000"/>
                </a:lnSpc>
              </a:pPr>
              <a:r>
                <a:rPr lang="zh-CN" altLang="en-US" sz="1050" dirty="0">
                  <a:solidFill>
                    <a:srgbClr val="58595B"/>
                  </a:solidFill>
                  <a:latin typeface="微软雅黑" panose="020B0503020204020204" pitchFamily="34" charset="-122"/>
                  <a:ea typeface="微软雅黑" panose="020B0503020204020204" pitchFamily="34" charset="-122"/>
                </a:rPr>
                <a:t>这里输入您需要的文字，你也可以从文档中复制进行粘贴。</a:t>
              </a:r>
            </a:p>
          </p:txBody>
        </p:sp>
      </p:grpSp>
      <p:grpSp>
        <p:nvGrpSpPr>
          <p:cNvPr id="107" name="组合 106"/>
          <p:cNvGrpSpPr/>
          <p:nvPr/>
        </p:nvGrpSpPr>
        <p:grpSpPr>
          <a:xfrm>
            <a:off x="5717524" y="598944"/>
            <a:ext cx="1387089" cy="904959"/>
            <a:chOff x="8626301" y="2552130"/>
            <a:chExt cx="2267226" cy="1206612"/>
          </a:xfrm>
        </p:grpSpPr>
        <p:sp>
          <p:nvSpPr>
            <p:cNvPr id="108" name="文本框 87"/>
            <p:cNvSpPr txBox="1"/>
            <p:nvPr/>
          </p:nvSpPr>
          <p:spPr>
            <a:xfrm>
              <a:off x="9019580" y="2552130"/>
              <a:ext cx="1150768" cy="330945"/>
            </a:xfrm>
            <a:prstGeom prst="rect">
              <a:avLst/>
            </a:prstGeom>
            <a:noFill/>
          </p:spPr>
          <p:txBody>
            <a:bodyPr wrap="none" rtlCol="0">
              <a:spAutoFit/>
            </a:bodyPr>
            <a:lstStyle/>
            <a:p>
              <a:pPr algn="ctr"/>
              <a:r>
                <a:rPr lang="zh-CN" altLang="en-US" sz="1013" b="1" dirty="0">
                  <a:solidFill>
                    <a:srgbClr val="58595B"/>
                  </a:solidFill>
                  <a:latin typeface="微软雅黑" panose="020B0503020204020204" pitchFamily="34" charset="-122"/>
                  <a:ea typeface="微软雅黑" panose="020B0503020204020204" pitchFamily="34" charset="-122"/>
                </a:rPr>
                <a:t>添加标题</a:t>
              </a:r>
            </a:p>
          </p:txBody>
        </p:sp>
        <p:sp>
          <p:nvSpPr>
            <p:cNvPr id="109" name="文本框 88"/>
            <p:cNvSpPr txBox="1"/>
            <p:nvPr/>
          </p:nvSpPr>
          <p:spPr>
            <a:xfrm>
              <a:off x="8626301" y="2860034"/>
              <a:ext cx="2267226" cy="898708"/>
            </a:xfrm>
            <a:prstGeom prst="rect">
              <a:avLst/>
            </a:prstGeom>
            <a:noFill/>
          </p:spPr>
          <p:txBody>
            <a:bodyPr wrap="square" rtlCol="0">
              <a:spAutoFit/>
            </a:bodyPr>
            <a:lstStyle/>
            <a:p>
              <a:pPr>
                <a:lnSpc>
                  <a:spcPct val="120000"/>
                </a:lnSpc>
              </a:pPr>
              <a:r>
                <a:rPr lang="zh-CN" altLang="en-US" sz="1050" dirty="0">
                  <a:solidFill>
                    <a:srgbClr val="58595B"/>
                  </a:solidFill>
                  <a:latin typeface="微软雅黑" panose="020B0503020204020204" pitchFamily="34" charset="-122"/>
                  <a:ea typeface="微软雅黑" panose="020B0503020204020204" pitchFamily="34" charset="-122"/>
                </a:rPr>
                <a:t>这里输入您需要的文字，你也可以从文档中复制进行粘贴。</a:t>
              </a:r>
            </a:p>
          </p:txBody>
        </p:sp>
      </p:grpSp>
      <p:grpSp>
        <p:nvGrpSpPr>
          <p:cNvPr id="110" name="组合 109"/>
          <p:cNvGrpSpPr/>
          <p:nvPr/>
        </p:nvGrpSpPr>
        <p:grpSpPr>
          <a:xfrm>
            <a:off x="7056258" y="1412144"/>
            <a:ext cx="1387089" cy="904959"/>
            <a:chOff x="8626301" y="2552130"/>
            <a:chExt cx="2267226" cy="1206612"/>
          </a:xfrm>
        </p:grpSpPr>
        <p:sp>
          <p:nvSpPr>
            <p:cNvPr id="111" name="文本框 87"/>
            <p:cNvSpPr txBox="1"/>
            <p:nvPr/>
          </p:nvSpPr>
          <p:spPr>
            <a:xfrm>
              <a:off x="9019578" y="2552130"/>
              <a:ext cx="1150768" cy="330945"/>
            </a:xfrm>
            <a:prstGeom prst="rect">
              <a:avLst/>
            </a:prstGeom>
            <a:noFill/>
          </p:spPr>
          <p:txBody>
            <a:bodyPr wrap="none" rtlCol="0">
              <a:spAutoFit/>
            </a:bodyPr>
            <a:lstStyle/>
            <a:p>
              <a:pPr algn="ctr"/>
              <a:r>
                <a:rPr lang="zh-CN" altLang="en-US" sz="1013" b="1" dirty="0">
                  <a:solidFill>
                    <a:srgbClr val="58595B"/>
                  </a:solidFill>
                  <a:latin typeface="微软雅黑" panose="020B0503020204020204" pitchFamily="34" charset="-122"/>
                  <a:ea typeface="微软雅黑" panose="020B0503020204020204" pitchFamily="34" charset="-122"/>
                </a:rPr>
                <a:t>添加标题</a:t>
              </a:r>
            </a:p>
          </p:txBody>
        </p:sp>
        <p:sp>
          <p:nvSpPr>
            <p:cNvPr id="112" name="文本框 88"/>
            <p:cNvSpPr txBox="1"/>
            <p:nvPr/>
          </p:nvSpPr>
          <p:spPr>
            <a:xfrm>
              <a:off x="8626301" y="2860034"/>
              <a:ext cx="2267226" cy="898708"/>
            </a:xfrm>
            <a:prstGeom prst="rect">
              <a:avLst/>
            </a:prstGeom>
            <a:noFill/>
          </p:spPr>
          <p:txBody>
            <a:bodyPr wrap="square" rtlCol="0">
              <a:spAutoFit/>
            </a:bodyPr>
            <a:lstStyle/>
            <a:p>
              <a:pPr>
                <a:lnSpc>
                  <a:spcPct val="120000"/>
                </a:lnSpc>
              </a:pPr>
              <a:r>
                <a:rPr lang="zh-CN" altLang="en-US" sz="1050" dirty="0">
                  <a:solidFill>
                    <a:srgbClr val="58595B"/>
                  </a:solidFill>
                  <a:latin typeface="微软雅黑" panose="020B0503020204020204" pitchFamily="34" charset="-122"/>
                  <a:ea typeface="微软雅黑" panose="020B0503020204020204" pitchFamily="34" charset="-122"/>
                </a:rPr>
                <a:t>这里输入您需要的文字，你也可以从文档中复制进行粘贴。</a:t>
              </a:r>
            </a:p>
          </p:txBody>
        </p:sp>
      </p:grpSp>
      <p:grpSp>
        <p:nvGrpSpPr>
          <p:cNvPr id="113" name="组合 112"/>
          <p:cNvGrpSpPr/>
          <p:nvPr/>
        </p:nvGrpSpPr>
        <p:grpSpPr>
          <a:xfrm>
            <a:off x="6974394" y="3712647"/>
            <a:ext cx="1387089" cy="904959"/>
            <a:chOff x="8626301" y="2552130"/>
            <a:chExt cx="2267226" cy="1206612"/>
          </a:xfrm>
        </p:grpSpPr>
        <p:sp>
          <p:nvSpPr>
            <p:cNvPr id="114" name="文本框 87"/>
            <p:cNvSpPr txBox="1"/>
            <p:nvPr/>
          </p:nvSpPr>
          <p:spPr>
            <a:xfrm>
              <a:off x="9019580" y="2552130"/>
              <a:ext cx="1150768" cy="330945"/>
            </a:xfrm>
            <a:prstGeom prst="rect">
              <a:avLst/>
            </a:prstGeom>
            <a:noFill/>
          </p:spPr>
          <p:txBody>
            <a:bodyPr wrap="none" rtlCol="0">
              <a:spAutoFit/>
            </a:bodyPr>
            <a:lstStyle/>
            <a:p>
              <a:pPr algn="ctr"/>
              <a:r>
                <a:rPr lang="zh-CN" altLang="en-US" sz="1013" b="1" dirty="0">
                  <a:solidFill>
                    <a:srgbClr val="58595B"/>
                  </a:solidFill>
                  <a:latin typeface="微软雅黑" panose="020B0503020204020204" pitchFamily="34" charset="-122"/>
                  <a:ea typeface="微软雅黑" panose="020B0503020204020204" pitchFamily="34" charset="-122"/>
                </a:rPr>
                <a:t>添加标题</a:t>
              </a:r>
            </a:p>
          </p:txBody>
        </p:sp>
        <p:sp>
          <p:nvSpPr>
            <p:cNvPr id="115" name="文本框 88"/>
            <p:cNvSpPr txBox="1"/>
            <p:nvPr/>
          </p:nvSpPr>
          <p:spPr>
            <a:xfrm>
              <a:off x="8626301" y="2860034"/>
              <a:ext cx="2267226" cy="898708"/>
            </a:xfrm>
            <a:prstGeom prst="rect">
              <a:avLst/>
            </a:prstGeom>
            <a:noFill/>
          </p:spPr>
          <p:txBody>
            <a:bodyPr wrap="square" rtlCol="0">
              <a:spAutoFit/>
            </a:bodyPr>
            <a:lstStyle/>
            <a:p>
              <a:pPr>
                <a:lnSpc>
                  <a:spcPct val="120000"/>
                </a:lnSpc>
              </a:pPr>
              <a:r>
                <a:rPr lang="zh-CN" altLang="en-US" sz="1050" dirty="0">
                  <a:solidFill>
                    <a:srgbClr val="58595B"/>
                  </a:solidFill>
                  <a:latin typeface="微软雅黑" panose="020B0503020204020204" pitchFamily="34" charset="-122"/>
                  <a:ea typeface="微软雅黑" panose="020B0503020204020204" pitchFamily="34" charset="-122"/>
                </a:rPr>
                <a:t>这里输入您需要的文字，你也可以从文档中复制进行粘贴。</a:t>
              </a:r>
            </a:p>
          </p:txBody>
        </p:sp>
      </p:grpSp>
    </p:spTree>
    <p:extLst>
      <p:ext uri="{BB962C8B-B14F-4D97-AF65-F5344CB8AC3E}">
        <p14:creationId xmlns:p14="http://schemas.microsoft.com/office/powerpoint/2010/main" val="329926811"/>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wipe(right)">
                                      <p:cBhvr>
                                        <p:cTn id="11" dur="500"/>
                                        <p:tgtEl>
                                          <p:spTgt spid="49"/>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04"/>
                                        </p:tgtEl>
                                        <p:attrNameLst>
                                          <p:attrName>style.visibility</p:attrName>
                                        </p:attrNameLst>
                                      </p:cBhvr>
                                      <p:to>
                                        <p:strVal val="visible"/>
                                      </p:to>
                                    </p:set>
                                    <p:animEffect transition="in" filter="wipe(right)">
                                      <p:cBhvr>
                                        <p:cTn id="15" dur="500"/>
                                        <p:tgtEl>
                                          <p:spTgt spid="104"/>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wipe(down)">
                                      <p:cBhvr>
                                        <p:cTn id="19" dur="500"/>
                                        <p:tgtEl>
                                          <p:spTgt spid="53"/>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101"/>
                                        </p:tgtEl>
                                        <p:attrNameLst>
                                          <p:attrName>style.visibility</p:attrName>
                                        </p:attrNameLst>
                                      </p:cBhvr>
                                      <p:to>
                                        <p:strVal val="visible"/>
                                      </p:to>
                                    </p:set>
                                    <p:animEffect transition="in" filter="wipe(right)">
                                      <p:cBhvr>
                                        <p:cTn id="23" dur="500"/>
                                        <p:tgtEl>
                                          <p:spTgt spid="101"/>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wipe(down)">
                                      <p:cBhvr>
                                        <p:cTn id="27" dur="500"/>
                                        <p:tgtEl>
                                          <p:spTgt spid="57"/>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07"/>
                                        </p:tgtEl>
                                        <p:attrNameLst>
                                          <p:attrName>style.visibility</p:attrName>
                                        </p:attrNameLst>
                                      </p:cBhvr>
                                      <p:to>
                                        <p:strVal val="visible"/>
                                      </p:to>
                                    </p:set>
                                    <p:animEffect transition="in" filter="wipe(left)">
                                      <p:cBhvr>
                                        <p:cTn id="31" dur="500"/>
                                        <p:tgtEl>
                                          <p:spTgt spid="107"/>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wipe(down)">
                                      <p:cBhvr>
                                        <p:cTn id="35" dur="500"/>
                                        <p:tgtEl>
                                          <p:spTgt spid="61"/>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110"/>
                                        </p:tgtEl>
                                        <p:attrNameLst>
                                          <p:attrName>style.visibility</p:attrName>
                                        </p:attrNameLst>
                                      </p:cBhvr>
                                      <p:to>
                                        <p:strVal val="visible"/>
                                      </p:to>
                                    </p:set>
                                    <p:animEffect transition="in" filter="wipe(left)">
                                      <p:cBhvr>
                                        <p:cTn id="39" dur="500"/>
                                        <p:tgtEl>
                                          <p:spTgt spid="110"/>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97"/>
                                        </p:tgtEl>
                                        <p:attrNameLst>
                                          <p:attrName>style.visibility</p:attrName>
                                        </p:attrNameLst>
                                      </p:cBhvr>
                                      <p:to>
                                        <p:strVal val="visible"/>
                                      </p:to>
                                    </p:set>
                                    <p:animEffect transition="in" filter="wipe(left)">
                                      <p:cBhvr>
                                        <p:cTn id="43" dur="500"/>
                                        <p:tgtEl>
                                          <p:spTgt spid="97"/>
                                        </p:tgtEl>
                                      </p:cBhvr>
                                    </p:animEffect>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113"/>
                                        </p:tgtEl>
                                        <p:attrNameLst>
                                          <p:attrName>style.visibility</p:attrName>
                                        </p:attrNameLst>
                                      </p:cBhvr>
                                      <p:to>
                                        <p:strVal val="visible"/>
                                      </p:to>
                                    </p:set>
                                    <p:animEffect transition="in" filter="wipe(left)">
                                      <p:cBhvr>
                                        <p:cTn id="47"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87719" y="1362541"/>
            <a:ext cx="6231994" cy="3019932"/>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7099" tIns="33549" rIns="67099" bIns="33549"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 name="椭圆 2"/>
          <p:cNvSpPr/>
          <p:nvPr/>
        </p:nvSpPr>
        <p:spPr>
          <a:xfrm>
            <a:off x="851146" y="2263224"/>
            <a:ext cx="1213335" cy="12185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7099" tIns="33549" rIns="67099" bIns="33549"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a:ln>
                  <a:noFill/>
                </a:ln>
                <a:solidFill>
                  <a:prstClr val="white"/>
                </a:solidFill>
                <a:effectLst/>
                <a:uLnTx/>
                <a:uFillTx/>
                <a:latin typeface="微软雅黑" pitchFamily="34" charset="-122"/>
                <a:ea typeface="微软雅黑" pitchFamily="34" charset="-122"/>
                <a:cs typeface="+mn-cs"/>
              </a:rPr>
              <a:t>点击添加文本</a:t>
            </a:r>
          </a:p>
        </p:txBody>
      </p:sp>
      <p:sp>
        <p:nvSpPr>
          <p:cNvPr id="4" name="椭圆 3"/>
          <p:cNvSpPr/>
          <p:nvPr/>
        </p:nvSpPr>
        <p:spPr>
          <a:xfrm>
            <a:off x="7083139" y="2263224"/>
            <a:ext cx="1213335" cy="121856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67099" tIns="33549" rIns="67099" bIns="33549"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a:ln>
                  <a:noFill/>
                </a:ln>
                <a:solidFill>
                  <a:prstClr val="white"/>
                </a:solidFill>
                <a:effectLst/>
                <a:uLnTx/>
                <a:uFillTx/>
                <a:latin typeface="微软雅黑" pitchFamily="34" charset="-122"/>
                <a:ea typeface="微软雅黑" pitchFamily="34" charset="-122"/>
                <a:cs typeface="+mn-cs"/>
              </a:rPr>
              <a:t>点击添加文本</a:t>
            </a:r>
          </a:p>
        </p:txBody>
      </p:sp>
      <p:sp>
        <p:nvSpPr>
          <p:cNvPr id="5" name="矩形 4"/>
          <p:cNvSpPr/>
          <p:nvPr/>
        </p:nvSpPr>
        <p:spPr>
          <a:xfrm>
            <a:off x="4009020" y="2256385"/>
            <a:ext cx="1366584" cy="313960"/>
          </a:xfrm>
          <a:prstGeom prst="rect">
            <a:avLst/>
          </a:prstGeom>
        </p:spPr>
        <p:txBody>
          <a:bodyPr wrap="none" lIns="67099" tIns="33549" rIns="67099" bIns="33549">
            <a:spAutoFit/>
          </a:bodyPr>
          <a:lstStyle/>
          <a:p>
            <a:pPr marL="0" marR="0" lvl="0" indent="0" algn="l" defTabSz="816337"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点击添加标题</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Calibri"/>
              <a:ea typeface="宋体" panose="02010600030101010101" pitchFamily="2" charset="-122"/>
              <a:cs typeface="+mn-cs"/>
            </a:endParaRPr>
          </a:p>
        </p:txBody>
      </p:sp>
      <p:sp>
        <p:nvSpPr>
          <p:cNvPr id="6" name="矩形 5"/>
          <p:cNvSpPr/>
          <p:nvPr/>
        </p:nvSpPr>
        <p:spPr>
          <a:xfrm>
            <a:off x="4009020" y="3216886"/>
            <a:ext cx="1366584" cy="313960"/>
          </a:xfrm>
          <a:prstGeom prst="rect">
            <a:avLst/>
          </a:prstGeom>
        </p:spPr>
        <p:txBody>
          <a:bodyPr wrap="none" lIns="67099" tIns="33549" rIns="67099" bIns="33549">
            <a:spAutoFit/>
          </a:bodyPr>
          <a:lstStyle/>
          <a:p>
            <a:pPr marL="0" marR="0" lvl="0" indent="0" algn="l" defTabSz="816337"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点击添加标题</a:t>
            </a:r>
            <a:endParaRPr kumimoji="0" lang="zh-CN" altLang="en-US" sz="1600" b="0" i="0" u="none" strike="noStrike" kern="1200" cap="none" spc="0" normalizeH="0" baseline="0" noProof="0">
              <a:ln>
                <a:noFill/>
              </a:ln>
              <a:solidFill>
                <a:prstClr val="black">
                  <a:lumMod val="65000"/>
                  <a:lumOff val="35000"/>
                </a:prstClr>
              </a:solidFill>
              <a:effectLst/>
              <a:uLnTx/>
              <a:uFillTx/>
              <a:latin typeface="Calibri"/>
              <a:ea typeface="宋体" panose="02010600030101010101" pitchFamily="2" charset="-122"/>
              <a:cs typeface="+mn-cs"/>
            </a:endParaRPr>
          </a:p>
        </p:txBody>
      </p:sp>
      <p:sp>
        <p:nvSpPr>
          <p:cNvPr id="7" name="上箭头 6"/>
          <p:cNvSpPr/>
          <p:nvPr/>
        </p:nvSpPr>
        <p:spPr>
          <a:xfrm>
            <a:off x="4049802" y="1650522"/>
            <a:ext cx="1107827" cy="529813"/>
          </a:xfrm>
          <a:prstGeom prst="upArrow">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lIns="67099" tIns="33549" rIns="67099" bIns="33549"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上箭头 7"/>
          <p:cNvSpPr/>
          <p:nvPr/>
        </p:nvSpPr>
        <p:spPr>
          <a:xfrm flipV="1">
            <a:off x="4049802" y="3587755"/>
            <a:ext cx="1107827" cy="529813"/>
          </a:xfrm>
          <a:prstGeom prst="upArrow">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lIns="67099" tIns="33549" rIns="67099" bIns="33549"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矩形 8"/>
          <p:cNvSpPr/>
          <p:nvPr/>
        </p:nvSpPr>
        <p:spPr>
          <a:xfrm>
            <a:off x="2895874" y="4223531"/>
            <a:ext cx="3323483" cy="31788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7099" tIns="33549" rIns="67099" bIns="33549"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white"/>
                </a:solidFill>
                <a:effectLst/>
                <a:uLnTx/>
                <a:uFillTx/>
                <a:latin typeface="微软雅黑" pitchFamily="34" charset="-122"/>
                <a:ea typeface="微软雅黑" pitchFamily="34" charset="-122"/>
                <a:cs typeface="+mn-cs"/>
              </a:rPr>
              <a:t>点击添加文本</a:t>
            </a:r>
          </a:p>
        </p:txBody>
      </p:sp>
      <p:sp>
        <p:nvSpPr>
          <p:cNvPr id="10" name="矩形 9"/>
          <p:cNvSpPr/>
          <p:nvPr/>
        </p:nvSpPr>
        <p:spPr>
          <a:xfrm>
            <a:off x="2895874" y="1203598"/>
            <a:ext cx="3323483" cy="3178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7099" tIns="33549" rIns="67099" bIns="33549"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rPr>
              <a:t>点击添加文本</a:t>
            </a:r>
          </a:p>
        </p:txBody>
      </p:sp>
      <p:sp>
        <p:nvSpPr>
          <p:cNvPr id="11" name="五边形 2"/>
          <p:cNvSpPr/>
          <p:nvPr/>
        </p:nvSpPr>
        <p:spPr>
          <a:xfrm>
            <a:off x="2434221" y="2912244"/>
            <a:ext cx="4338992" cy="238416"/>
          </a:xfrm>
          <a:custGeom>
            <a:avLst/>
            <a:gdLst/>
            <a:ahLst/>
            <a:cxnLst/>
            <a:rect l="l" t="t" r="r" b="b"/>
            <a:pathLst>
              <a:path w="5922658" h="324036">
                <a:moveTo>
                  <a:pt x="0" y="0"/>
                </a:moveTo>
                <a:lnTo>
                  <a:pt x="5760640" y="0"/>
                </a:lnTo>
                <a:lnTo>
                  <a:pt x="5922658" y="162018"/>
                </a:lnTo>
                <a:lnTo>
                  <a:pt x="5760640" y="324036"/>
                </a:lnTo>
                <a:lnTo>
                  <a:pt x="0" y="324036"/>
                </a:lnTo>
                <a:lnTo>
                  <a:pt x="162018" y="162018"/>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7099" tIns="33549" rIns="67099" bIns="33549"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五边形 2"/>
          <p:cNvSpPr/>
          <p:nvPr/>
        </p:nvSpPr>
        <p:spPr>
          <a:xfrm flipH="1">
            <a:off x="2434221" y="2594356"/>
            <a:ext cx="4338992" cy="238416"/>
          </a:xfrm>
          <a:custGeom>
            <a:avLst/>
            <a:gdLst/>
            <a:ahLst/>
            <a:cxnLst/>
            <a:rect l="l" t="t" r="r" b="b"/>
            <a:pathLst>
              <a:path w="5922658" h="324036">
                <a:moveTo>
                  <a:pt x="0" y="0"/>
                </a:moveTo>
                <a:lnTo>
                  <a:pt x="5760640" y="0"/>
                </a:lnTo>
                <a:lnTo>
                  <a:pt x="5922658" y="162018"/>
                </a:lnTo>
                <a:lnTo>
                  <a:pt x="5760640" y="324036"/>
                </a:lnTo>
                <a:lnTo>
                  <a:pt x="0" y="324036"/>
                </a:lnTo>
                <a:lnTo>
                  <a:pt x="162018" y="162018"/>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7099" tIns="33549" rIns="67099" bIns="33549"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22366717"/>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500"/>
                                        <p:tgtEl>
                                          <p:spTgt spid="12"/>
                                        </p:tgtEl>
                                      </p:cBhvr>
                                    </p:animEffect>
                                  </p:childTnLst>
                                </p:cTn>
                              </p:par>
                            </p:childTnLst>
                          </p:cTn>
                        </p:par>
                        <p:par>
                          <p:cTn id="22" fill="hold">
                            <p:stCondLst>
                              <p:cond delay="1000"/>
                            </p:stCondLst>
                            <p:childTnLst>
                              <p:par>
                                <p:cTn id="23" presetID="47"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1000" fill="hold"/>
                                        <p:tgtEl>
                                          <p:spTgt spid="6"/>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1000"/>
                                        <p:tgtEl>
                                          <p:spTgt spid="5"/>
                                        </p:tgtEl>
                                      </p:cBhvr>
                                    </p:animEffect>
                                    <p:anim calcmode="lin" valueType="num">
                                      <p:cBhvr>
                                        <p:cTn id="31" dur="1000" fill="hold"/>
                                        <p:tgtEl>
                                          <p:spTgt spid="5"/>
                                        </p:tgtEl>
                                        <p:attrNameLst>
                                          <p:attrName>ppt_x</p:attrName>
                                        </p:attrNameLst>
                                      </p:cBhvr>
                                      <p:tavLst>
                                        <p:tav tm="0">
                                          <p:val>
                                            <p:strVal val="#ppt_x"/>
                                          </p:val>
                                        </p:tav>
                                        <p:tav tm="100000">
                                          <p:val>
                                            <p:strVal val="#ppt_x"/>
                                          </p:val>
                                        </p:tav>
                                      </p:tavLst>
                                    </p:anim>
                                    <p:anim calcmode="lin" valueType="num">
                                      <p:cBhvr>
                                        <p:cTn id="32" dur="1000" fill="hold"/>
                                        <p:tgtEl>
                                          <p:spTgt spid="5"/>
                                        </p:tgtEl>
                                        <p:attrNameLst>
                                          <p:attrName>ppt_y</p:attrName>
                                        </p:attrNameLst>
                                      </p:cBhvr>
                                      <p:tavLst>
                                        <p:tav tm="0">
                                          <p:val>
                                            <p:strVal val="#ppt_y+.1"/>
                                          </p:val>
                                        </p:tav>
                                        <p:tav tm="100000">
                                          <p:val>
                                            <p:strVal val="#ppt_y"/>
                                          </p:val>
                                        </p:tav>
                                      </p:tavLst>
                                    </p:anim>
                                  </p:childTnLst>
                                </p:cTn>
                              </p:par>
                            </p:childTnLst>
                          </p:cTn>
                        </p:par>
                        <p:par>
                          <p:cTn id="33" fill="hold">
                            <p:stCondLst>
                              <p:cond delay="2000"/>
                            </p:stCondLst>
                            <p:childTnLst>
                              <p:par>
                                <p:cTn id="34" presetID="22" presetClass="entr" presetSubtype="4"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500"/>
                                        <p:tgtEl>
                                          <p:spTgt spid="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up)">
                                      <p:cBhvr>
                                        <p:cTn id="39" dur="500"/>
                                        <p:tgtEl>
                                          <p:spTgt spid="8"/>
                                        </p:tgtEl>
                                      </p:cBhvr>
                                    </p:animEffect>
                                  </p:childTnLst>
                                </p:cTn>
                              </p:par>
                            </p:childTnLst>
                          </p:cTn>
                        </p:par>
                        <p:par>
                          <p:cTn id="40" fill="hold">
                            <p:stCondLst>
                              <p:cond delay="2500"/>
                            </p:stCondLst>
                            <p:childTnLst>
                              <p:par>
                                <p:cTn id="41" presetID="16" presetClass="entr" presetSubtype="37"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arn(outVertical)">
                                      <p:cBhvr>
                                        <p:cTn id="43" dur="500"/>
                                        <p:tgtEl>
                                          <p:spTgt spid="10"/>
                                        </p:tgtEl>
                                      </p:cBhvr>
                                    </p:animEffect>
                                  </p:childTnLst>
                                </p:cTn>
                              </p:par>
                              <p:par>
                                <p:cTn id="44" presetID="16" presetClass="entr" presetSubtype="37"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arn(outVertical)">
                                      <p:cBhvr>
                                        <p:cTn id="46" dur="500"/>
                                        <p:tgtEl>
                                          <p:spTgt spid="9"/>
                                        </p:tgtEl>
                                      </p:cBhvr>
                                    </p:animEffect>
                                  </p:childTnLst>
                                </p:cTn>
                              </p:par>
                            </p:childTnLst>
                          </p:cTn>
                        </p:par>
                        <p:par>
                          <p:cTn id="47" fill="hold">
                            <p:stCondLst>
                              <p:cond delay="3000"/>
                            </p:stCondLst>
                            <p:childTnLst>
                              <p:par>
                                <p:cTn id="48" presetID="16" presetClass="entr" presetSubtype="37" fill="hold" grpId="0" nodeType="after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barn(outVertical)">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p:bldP spid="6" grpId="0"/>
      <p:bldP spid="7" grpId="0" animBg="1"/>
      <p:bldP spid="8" grpId="0" animBg="1"/>
      <p:bldP spid="9" grpId="0" animBg="1"/>
      <p:bldP spid="10" grpId="0" animBg="1"/>
      <p:bldP spid="11"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12"/>
          <p:cNvSpPr>
            <a:spLocks noChangeArrowheads="1"/>
          </p:cNvSpPr>
          <p:nvPr/>
        </p:nvSpPr>
        <p:spPr bwMode="auto">
          <a:xfrm rot="16200000">
            <a:off x="4152337" y="703497"/>
            <a:ext cx="4126891" cy="4126892"/>
          </a:xfrm>
          <a:prstGeom prst="ellipse">
            <a:avLst/>
          </a:prstGeom>
          <a:solidFill>
            <a:srgbClr val="FF0000"/>
          </a:solidFill>
          <a:ln>
            <a:noFill/>
          </a:ln>
        </p:spPr>
        <p:txBody>
          <a:bodyPr vert="horz" wrap="square" lIns="68580" tIns="34290" rIns="68580" bIns="34290" numCol="1" anchor="t" anchorCtr="0" compatLnSpc="1">
            <a:prstTxWarp prst="textNoShape">
              <a:avLst/>
            </a:prstTxWarp>
          </a:bodyPr>
          <a:lstStyle/>
          <a:p>
            <a:endParaRPr lang="zh-CN" altLang="en-US" sz="1013" dirty="0">
              <a:solidFill>
                <a:schemeClr val="tx1">
                  <a:lumMod val="85000"/>
                  <a:lumOff val="15000"/>
                </a:schemeClr>
              </a:solidFill>
            </a:endParaRPr>
          </a:p>
        </p:txBody>
      </p:sp>
      <p:sp>
        <p:nvSpPr>
          <p:cNvPr id="34" name="Freeform 13"/>
          <p:cNvSpPr>
            <a:spLocks/>
          </p:cNvSpPr>
          <p:nvPr/>
        </p:nvSpPr>
        <p:spPr bwMode="auto">
          <a:xfrm rot="16200000">
            <a:off x="4703064" y="1172785"/>
            <a:ext cx="3045797" cy="3972159"/>
          </a:xfrm>
          <a:custGeom>
            <a:avLst/>
            <a:gdLst>
              <a:gd name="T0" fmla="*/ 316 w 631"/>
              <a:gd name="T1" fmla="*/ 26 h 823"/>
              <a:gd name="T2" fmla="*/ 0 w 631"/>
              <a:gd name="T3" fmla="*/ 410 h 823"/>
              <a:gd name="T4" fmla="*/ 316 w 631"/>
              <a:gd name="T5" fmla="*/ 793 h 823"/>
              <a:gd name="T6" fmla="*/ 631 w 631"/>
              <a:gd name="T7" fmla="*/ 410 h 823"/>
              <a:gd name="T8" fmla="*/ 316 w 631"/>
              <a:gd name="T9" fmla="*/ 26 h 823"/>
            </a:gdLst>
            <a:ahLst/>
            <a:cxnLst>
              <a:cxn ang="0">
                <a:pos x="T0" y="T1"/>
              </a:cxn>
              <a:cxn ang="0">
                <a:pos x="T2" y="T3"/>
              </a:cxn>
              <a:cxn ang="0">
                <a:pos x="T4" y="T5"/>
              </a:cxn>
              <a:cxn ang="0">
                <a:pos x="T6" y="T7"/>
              </a:cxn>
              <a:cxn ang="0">
                <a:pos x="T8" y="T9"/>
              </a:cxn>
            </a:cxnLst>
            <a:rect l="0" t="0" r="r" b="b"/>
            <a:pathLst>
              <a:path w="631" h="823">
                <a:moveTo>
                  <a:pt x="316" y="26"/>
                </a:moveTo>
                <a:cubicBezTo>
                  <a:pt x="136" y="60"/>
                  <a:pt x="0" y="220"/>
                  <a:pt x="0" y="410"/>
                </a:cubicBezTo>
                <a:cubicBezTo>
                  <a:pt x="0" y="599"/>
                  <a:pt x="136" y="759"/>
                  <a:pt x="316" y="793"/>
                </a:cubicBezTo>
                <a:cubicBezTo>
                  <a:pt x="473" y="823"/>
                  <a:pt x="631" y="599"/>
                  <a:pt x="631" y="410"/>
                </a:cubicBezTo>
                <a:cubicBezTo>
                  <a:pt x="631" y="220"/>
                  <a:pt x="454" y="0"/>
                  <a:pt x="316" y="26"/>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sp>
        <p:nvSpPr>
          <p:cNvPr id="35" name="文本框 34"/>
          <p:cNvSpPr txBox="1"/>
          <p:nvPr/>
        </p:nvSpPr>
        <p:spPr>
          <a:xfrm>
            <a:off x="5590205" y="1099353"/>
            <a:ext cx="1338828" cy="369332"/>
          </a:xfrm>
          <a:prstGeom prst="rect">
            <a:avLst/>
          </a:prstGeom>
          <a:noFill/>
        </p:spPr>
        <p:txBody>
          <a:bodyPr wrap="none" rtlCol="0">
            <a:spAutoFit/>
          </a:bodyPr>
          <a:lstStyle/>
          <a:p>
            <a:r>
              <a:rPr lang="zh-CN" altLang="en-US" sz="1800" dirty="0">
                <a:solidFill>
                  <a:schemeClr val="bg1"/>
                </a:solidFill>
                <a:latin typeface="+mj-ea"/>
                <a:cs typeface="Arial Unicode MS" panose="020B0604020202020204" pitchFamily="34" charset="-122"/>
              </a:rPr>
              <a:t>输入小标题</a:t>
            </a:r>
            <a:endParaRPr lang="zh-CN" altLang="en-US" sz="1800" dirty="0">
              <a:solidFill>
                <a:schemeClr val="bg1"/>
              </a:solidFill>
              <a:latin typeface="Tahoma" panose="020B0604030504040204" pitchFamily="34" charset="0"/>
              <a:cs typeface="Tahoma" panose="020B0604030504040204" pitchFamily="34" charset="0"/>
            </a:endParaRPr>
          </a:p>
        </p:txBody>
      </p:sp>
      <p:sp>
        <p:nvSpPr>
          <p:cNvPr id="36" name="文本框 35"/>
          <p:cNvSpPr txBox="1"/>
          <p:nvPr/>
        </p:nvSpPr>
        <p:spPr>
          <a:xfrm>
            <a:off x="5590205" y="1916793"/>
            <a:ext cx="1338828" cy="369332"/>
          </a:xfrm>
          <a:prstGeom prst="rect">
            <a:avLst/>
          </a:prstGeom>
          <a:noFill/>
        </p:spPr>
        <p:txBody>
          <a:bodyPr wrap="none" rtlCol="0">
            <a:spAutoFit/>
          </a:bodyPr>
          <a:lstStyle/>
          <a:p>
            <a:r>
              <a:rPr lang="zh-CN" altLang="en-US" sz="1800" dirty="0">
                <a:solidFill>
                  <a:schemeClr val="tx1">
                    <a:lumMod val="85000"/>
                    <a:lumOff val="15000"/>
                  </a:schemeClr>
                </a:solidFill>
                <a:latin typeface="+mj-ea"/>
                <a:cs typeface="Arial Unicode MS" panose="020B0604020202020204" pitchFamily="34" charset="-122"/>
              </a:rPr>
              <a:t>输入小标题</a:t>
            </a:r>
            <a:endParaRPr lang="zh-CN" altLang="en-US" sz="1800" dirty="0">
              <a:solidFill>
                <a:schemeClr val="tx1">
                  <a:lumMod val="85000"/>
                  <a:lumOff val="15000"/>
                </a:schemeClr>
              </a:solidFill>
              <a:latin typeface="Tahoma" panose="020B0604030504040204" pitchFamily="34" charset="0"/>
              <a:cs typeface="Tahoma" panose="020B0604030504040204" pitchFamily="34" charset="0"/>
            </a:endParaRPr>
          </a:p>
        </p:txBody>
      </p:sp>
      <p:cxnSp>
        <p:nvCxnSpPr>
          <p:cNvPr id="37" name="直接连接符 36"/>
          <p:cNvCxnSpPr/>
          <p:nvPr/>
        </p:nvCxnSpPr>
        <p:spPr>
          <a:xfrm flipH="1">
            <a:off x="1104929" y="1737391"/>
            <a:ext cx="3701321"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1104927" y="1132706"/>
            <a:ext cx="2800350"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此处填写具体条目内容，此处填写具体条目内容，此处填写具体条目内容。此处填写具体条目内容，此处填写具体条目内容，此处填写具体条目内容。</a:t>
            </a:r>
          </a:p>
        </p:txBody>
      </p:sp>
      <p:cxnSp>
        <p:nvCxnSpPr>
          <p:cNvPr id="39" name="直接连接符 38"/>
          <p:cNvCxnSpPr/>
          <p:nvPr/>
        </p:nvCxnSpPr>
        <p:spPr>
          <a:xfrm flipH="1">
            <a:off x="1104928" y="2596960"/>
            <a:ext cx="3787881"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1104927" y="1992275"/>
            <a:ext cx="2800350"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此处填写具体条目内容，此处填写具体条目内容，此处填写具体条目内容。此处填写具体条目内容，此处填写具体条目内容，此处填写具体条目内容。</a:t>
            </a:r>
          </a:p>
        </p:txBody>
      </p:sp>
      <p:sp>
        <p:nvSpPr>
          <p:cNvPr id="41" name="文本框 40"/>
          <p:cNvSpPr txBox="1"/>
          <p:nvPr/>
        </p:nvSpPr>
        <p:spPr>
          <a:xfrm>
            <a:off x="1093716" y="3000414"/>
            <a:ext cx="2800350"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此处填写具体条目内容，此处填写具体条目内容，此处填写具体条目内容。此处填写具体条目内容，此处填写具体条目内容，此处填写具体条目内容。</a:t>
            </a:r>
          </a:p>
        </p:txBody>
      </p:sp>
      <p:sp>
        <p:nvSpPr>
          <p:cNvPr id="42" name="文本框 41"/>
          <p:cNvSpPr txBox="1"/>
          <p:nvPr/>
        </p:nvSpPr>
        <p:spPr>
          <a:xfrm>
            <a:off x="1093716" y="3940636"/>
            <a:ext cx="2800350"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此处填写具体条目内容，此处填写具体条目内容，此处填写具体条目内容。此处填写具体条目内容，此处填写具体条目内容，此处填写具体条目内容。</a:t>
            </a:r>
          </a:p>
        </p:txBody>
      </p:sp>
      <p:sp>
        <p:nvSpPr>
          <p:cNvPr id="43" name="Freeform 14"/>
          <p:cNvSpPr>
            <a:spLocks/>
          </p:cNvSpPr>
          <p:nvPr/>
        </p:nvSpPr>
        <p:spPr bwMode="auto">
          <a:xfrm rot="16200000">
            <a:off x="5209735" y="1700574"/>
            <a:ext cx="2099075" cy="3402090"/>
          </a:xfrm>
          <a:custGeom>
            <a:avLst/>
            <a:gdLst>
              <a:gd name="T0" fmla="*/ 217 w 435"/>
              <a:gd name="T1" fmla="*/ 24 h 705"/>
              <a:gd name="T2" fmla="*/ 0 w 435"/>
              <a:gd name="T3" fmla="*/ 351 h 705"/>
              <a:gd name="T4" fmla="*/ 217 w 435"/>
              <a:gd name="T5" fmla="*/ 678 h 705"/>
              <a:gd name="T6" fmla="*/ 435 w 435"/>
              <a:gd name="T7" fmla="*/ 351 h 705"/>
              <a:gd name="T8" fmla="*/ 217 w 435"/>
              <a:gd name="T9" fmla="*/ 24 h 705"/>
            </a:gdLst>
            <a:ahLst/>
            <a:cxnLst>
              <a:cxn ang="0">
                <a:pos x="T0" y="T1"/>
              </a:cxn>
              <a:cxn ang="0">
                <a:pos x="T2" y="T3"/>
              </a:cxn>
              <a:cxn ang="0">
                <a:pos x="T4" y="T5"/>
              </a:cxn>
              <a:cxn ang="0">
                <a:pos x="T6" y="T7"/>
              </a:cxn>
              <a:cxn ang="0">
                <a:pos x="T8" y="T9"/>
              </a:cxn>
            </a:cxnLst>
            <a:rect l="0" t="0" r="r" b="b"/>
            <a:pathLst>
              <a:path w="435" h="705">
                <a:moveTo>
                  <a:pt x="217" y="24"/>
                </a:moveTo>
                <a:cubicBezTo>
                  <a:pt x="89" y="75"/>
                  <a:pt x="0" y="204"/>
                  <a:pt x="0" y="351"/>
                </a:cubicBezTo>
                <a:cubicBezTo>
                  <a:pt x="0" y="498"/>
                  <a:pt x="88" y="628"/>
                  <a:pt x="217" y="678"/>
                </a:cubicBezTo>
                <a:cubicBezTo>
                  <a:pt x="288" y="705"/>
                  <a:pt x="435" y="498"/>
                  <a:pt x="435" y="351"/>
                </a:cubicBezTo>
                <a:cubicBezTo>
                  <a:pt x="435" y="204"/>
                  <a:pt x="278" y="0"/>
                  <a:pt x="217" y="24"/>
                </a:cubicBezTo>
                <a:close/>
              </a:path>
            </a:pathLst>
          </a:custGeom>
          <a:solidFill>
            <a:schemeClr val="accent2">
              <a:lumMod val="60000"/>
              <a:lumOff val="40000"/>
            </a:schemeClr>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sp>
        <p:nvSpPr>
          <p:cNvPr id="44" name="Freeform 15"/>
          <p:cNvSpPr>
            <a:spLocks/>
          </p:cNvSpPr>
          <p:nvPr/>
        </p:nvSpPr>
        <p:spPr bwMode="auto">
          <a:xfrm rot="16200000">
            <a:off x="5678289" y="2316360"/>
            <a:ext cx="1074987" cy="2693576"/>
          </a:xfrm>
          <a:custGeom>
            <a:avLst/>
            <a:gdLst>
              <a:gd name="T0" fmla="*/ 0 w 223"/>
              <a:gd name="T1" fmla="*/ 282 h 558"/>
              <a:gd name="T2" fmla="*/ 112 w 223"/>
              <a:gd name="T3" fmla="*/ 523 h 558"/>
              <a:gd name="T4" fmla="*/ 223 w 223"/>
              <a:gd name="T5" fmla="*/ 282 h 558"/>
              <a:gd name="T6" fmla="*/ 112 w 223"/>
              <a:gd name="T7" fmla="*/ 40 h 558"/>
              <a:gd name="T8" fmla="*/ 0 w 223"/>
              <a:gd name="T9" fmla="*/ 282 h 558"/>
            </a:gdLst>
            <a:ahLst/>
            <a:cxnLst>
              <a:cxn ang="0">
                <a:pos x="T0" y="T1"/>
              </a:cxn>
              <a:cxn ang="0">
                <a:pos x="T2" y="T3"/>
              </a:cxn>
              <a:cxn ang="0">
                <a:pos x="T4" y="T5"/>
              </a:cxn>
              <a:cxn ang="0">
                <a:pos x="T6" y="T7"/>
              </a:cxn>
              <a:cxn ang="0">
                <a:pos x="T8" y="T9"/>
              </a:cxn>
            </a:cxnLst>
            <a:rect l="0" t="0" r="r" b="b"/>
            <a:pathLst>
              <a:path w="223" h="558">
                <a:moveTo>
                  <a:pt x="0" y="282"/>
                </a:moveTo>
                <a:cubicBezTo>
                  <a:pt x="0" y="378"/>
                  <a:pt x="42" y="467"/>
                  <a:pt x="112" y="523"/>
                </a:cubicBezTo>
                <a:cubicBezTo>
                  <a:pt x="155" y="558"/>
                  <a:pt x="223" y="378"/>
                  <a:pt x="223" y="282"/>
                </a:cubicBezTo>
                <a:cubicBezTo>
                  <a:pt x="223" y="185"/>
                  <a:pt x="160" y="0"/>
                  <a:pt x="112" y="40"/>
                </a:cubicBezTo>
                <a:cubicBezTo>
                  <a:pt x="43" y="98"/>
                  <a:pt x="0" y="185"/>
                  <a:pt x="0" y="282"/>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sp>
        <p:nvSpPr>
          <p:cNvPr id="45" name="文本框 44"/>
          <p:cNvSpPr txBox="1"/>
          <p:nvPr/>
        </p:nvSpPr>
        <p:spPr>
          <a:xfrm>
            <a:off x="5590205" y="3651498"/>
            <a:ext cx="1338828" cy="369332"/>
          </a:xfrm>
          <a:prstGeom prst="rect">
            <a:avLst/>
          </a:prstGeom>
          <a:noFill/>
        </p:spPr>
        <p:txBody>
          <a:bodyPr wrap="none" rtlCol="0">
            <a:spAutoFit/>
          </a:bodyPr>
          <a:lstStyle/>
          <a:p>
            <a:r>
              <a:rPr lang="zh-CN" altLang="en-US" sz="1800" dirty="0">
                <a:solidFill>
                  <a:schemeClr val="tx1">
                    <a:lumMod val="85000"/>
                    <a:lumOff val="15000"/>
                  </a:schemeClr>
                </a:solidFill>
                <a:latin typeface="+mj-ea"/>
                <a:cs typeface="Arial Unicode MS" panose="020B0604020202020204" pitchFamily="34" charset="-122"/>
              </a:rPr>
              <a:t>输入小标题</a:t>
            </a:r>
            <a:endParaRPr lang="zh-CN" altLang="en-US" sz="1800" dirty="0">
              <a:solidFill>
                <a:schemeClr val="tx1">
                  <a:lumMod val="85000"/>
                  <a:lumOff val="15000"/>
                </a:schemeClr>
              </a:solidFill>
              <a:latin typeface="Tahoma" panose="020B0604030504040204" pitchFamily="34" charset="0"/>
              <a:cs typeface="Tahoma" panose="020B0604030504040204" pitchFamily="34" charset="0"/>
            </a:endParaRPr>
          </a:p>
        </p:txBody>
      </p:sp>
      <p:sp>
        <p:nvSpPr>
          <p:cNvPr id="46" name="文本框 45"/>
          <p:cNvSpPr txBox="1"/>
          <p:nvPr/>
        </p:nvSpPr>
        <p:spPr>
          <a:xfrm>
            <a:off x="5612942" y="2778372"/>
            <a:ext cx="1338828" cy="646331"/>
          </a:xfrm>
          <a:prstGeom prst="rect">
            <a:avLst/>
          </a:prstGeom>
          <a:noFill/>
        </p:spPr>
        <p:txBody>
          <a:bodyPr wrap="none" rtlCol="0">
            <a:spAutoFit/>
          </a:bodyPr>
          <a:lstStyle/>
          <a:p>
            <a:r>
              <a:rPr lang="zh-CN" altLang="en-US" sz="1800" dirty="0">
                <a:solidFill>
                  <a:schemeClr val="tx1">
                    <a:lumMod val="85000"/>
                    <a:lumOff val="15000"/>
                  </a:schemeClr>
                </a:solidFill>
                <a:latin typeface="+mj-ea"/>
                <a:cs typeface="Arial Unicode MS" panose="020B0604020202020204" pitchFamily="34" charset="-122"/>
              </a:rPr>
              <a:t>输入小标题</a:t>
            </a:r>
            <a:endParaRPr lang="zh-CN" altLang="en-US" sz="1800" dirty="0">
              <a:solidFill>
                <a:schemeClr val="tx1">
                  <a:lumMod val="85000"/>
                  <a:lumOff val="15000"/>
                </a:schemeClr>
              </a:solidFill>
              <a:latin typeface="Tahoma" panose="020B0604030504040204" pitchFamily="34" charset="0"/>
              <a:cs typeface="Tahoma" panose="020B0604030504040204" pitchFamily="34" charset="0"/>
            </a:endParaRPr>
          </a:p>
          <a:p>
            <a:endParaRPr lang="zh-CN" altLang="en-US" sz="1800" dirty="0">
              <a:solidFill>
                <a:schemeClr val="tx1">
                  <a:lumMod val="85000"/>
                  <a:lumOff val="15000"/>
                </a:schemeClr>
              </a:solidFill>
            </a:endParaRPr>
          </a:p>
        </p:txBody>
      </p:sp>
      <p:cxnSp>
        <p:nvCxnSpPr>
          <p:cNvPr id="47" name="直接连接符 46"/>
          <p:cNvCxnSpPr/>
          <p:nvPr/>
        </p:nvCxnSpPr>
        <p:spPr>
          <a:xfrm flipH="1">
            <a:off x="1093717" y="2986683"/>
            <a:ext cx="4080671"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1106998" y="3922451"/>
            <a:ext cx="4306876" cy="0"/>
          </a:xfrm>
          <a:prstGeom prst="line">
            <a:avLst/>
          </a:prstGeom>
          <a:ln>
            <a:solidFill>
              <a:schemeClr val="tx1">
                <a:lumMod val="85000"/>
                <a:lumOff val="1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9701712"/>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250" fill="hold"/>
                                        <p:tgtEl>
                                          <p:spTgt spid="34"/>
                                        </p:tgtEl>
                                        <p:attrNameLst>
                                          <p:attrName>ppt_x</p:attrName>
                                        </p:attrNameLst>
                                      </p:cBhvr>
                                      <p:tavLst>
                                        <p:tav tm="0">
                                          <p:val>
                                            <p:strVal val="#ppt_x"/>
                                          </p:val>
                                        </p:tav>
                                        <p:tav tm="100000">
                                          <p:val>
                                            <p:strVal val="#ppt_x"/>
                                          </p:val>
                                        </p:tav>
                                      </p:tavLst>
                                    </p:anim>
                                    <p:anim calcmode="lin" valueType="num">
                                      <p:cBhvr additive="base">
                                        <p:cTn id="8" dur="250" fill="hold"/>
                                        <p:tgtEl>
                                          <p:spTgt spid="34"/>
                                        </p:tgtEl>
                                        <p:attrNameLst>
                                          <p:attrName>ppt_y</p:attrName>
                                        </p:attrNameLst>
                                      </p:cBhvr>
                                      <p:tavLst>
                                        <p:tav tm="0">
                                          <p:val>
                                            <p:strVal val="0-#ppt_h/2"/>
                                          </p:val>
                                        </p:tav>
                                        <p:tav tm="100000">
                                          <p:val>
                                            <p:strVal val="#ppt_y"/>
                                          </p:val>
                                        </p:tav>
                                      </p:tavLst>
                                    </p:anim>
                                  </p:childTnLst>
                                </p:cTn>
                              </p:par>
                            </p:childTnLst>
                          </p:cTn>
                        </p:par>
                        <p:par>
                          <p:cTn id="9" fill="hold">
                            <p:stCondLst>
                              <p:cond delay="250"/>
                            </p:stCondLst>
                            <p:childTnLst>
                              <p:par>
                                <p:cTn id="10" presetID="2" presetClass="entr" presetSubtype="1" fill="hold" grpId="0" nodeType="after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250" fill="hold"/>
                                        <p:tgtEl>
                                          <p:spTgt spid="33"/>
                                        </p:tgtEl>
                                        <p:attrNameLst>
                                          <p:attrName>ppt_x</p:attrName>
                                        </p:attrNameLst>
                                      </p:cBhvr>
                                      <p:tavLst>
                                        <p:tav tm="0">
                                          <p:val>
                                            <p:strVal val="#ppt_x"/>
                                          </p:val>
                                        </p:tav>
                                        <p:tav tm="100000">
                                          <p:val>
                                            <p:strVal val="#ppt_x"/>
                                          </p:val>
                                        </p:tav>
                                      </p:tavLst>
                                    </p:anim>
                                    <p:anim calcmode="lin" valueType="num">
                                      <p:cBhvr additive="base">
                                        <p:cTn id="13" dur="250" fill="hold"/>
                                        <p:tgtEl>
                                          <p:spTgt spid="33"/>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 presetClass="entr" presetSubtype="1" fill="hold" grpId="0" nodeType="afterEffect">
                                  <p:stCondLst>
                                    <p:cond delay="0"/>
                                  </p:stCondLst>
                                  <p:childTnLst>
                                    <p:set>
                                      <p:cBhvr>
                                        <p:cTn id="16" dur="1" fill="hold">
                                          <p:stCondLst>
                                            <p:cond delay="0"/>
                                          </p:stCondLst>
                                        </p:cTn>
                                        <p:tgtEl>
                                          <p:spTgt spid="45"/>
                                        </p:tgtEl>
                                        <p:attrNameLst>
                                          <p:attrName>style.visibility</p:attrName>
                                        </p:attrNameLst>
                                      </p:cBhvr>
                                      <p:to>
                                        <p:strVal val="visible"/>
                                      </p:to>
                                    </p:set>
                                    <p:anim calcmode="lin" valueType="num">
                                      <p:cBhvr additive="base">
                                        <p:cTn id="17" dur="250" fill="hold"/>
                                        <p:tgtEl>
                                          <p:spTgt spid="45"/>
                                        </p:tgtEl>
                                        <p:attrNameLst>
                                          <p:attrName>ppt_x</p:attrName>
                                        </p:attrNameLst>
                                      </p:cBhvr>
                                      <p:tavLst>
                                        <p:tav tm="0">
                                          <p:val>
                                            <p:strVal val="#ppt_x"/>
                                          </p:val>
                                        </p:tav>
                                        <p:tav tm="100000">
                                          <p:val>
                                            <p:strVal val="#ppt_x"/>
                                          </p:val>
                                        </p:tav>
                                      </p:tavLst>
                                    </p:anim>
                                    <p:anim calcmode="lin" valueType="num">
                                      <p:cBhvr additive="base">
                                        <p:cTn id="18" dur="250" fill="hold"/>
                                        <p:tgtEl>
                                          <p:spTgt spid="45"/>
                                        </p:tgtEl>
                                        <p:attrNameLst>
                                          <p:attrName>ppt_y</p:attrName>
                                        </p:attrNameLst>
                                      </p:cBhvr>
                                      <p:tavLst>
                                        <p:tav tm="0">
                                          <p:val>
                                            <p:strVal val="0-#ppt_h/2"/>
                                          </p:val>
                                        </p:tav>
                                        <p:tav tm="100000">
                                          <p:val>
                                            <p:strVal val="#ppt_y"/>
                                          </p:val>
                                        </p:tav>
                                      </p:tavLst>
                                    </p:anim>
                                  </p:childTnLst>
                                </p:cTn>
                              </p:par>
                            </p:childTnLst>
                          </p:cTn>
                        </p:par>
                        <p:par>
                          <p:cTn id="19" fill="hold">
                            <p:stCondLst>
                              <p:cond delay="750"/>
                            </p:stCondLst>
                            <p:childTnLst>
                              <p:par>
                                <p:cTn id="20" presetID="2" presetClass="entr" presetSubtype="1" fill="hold" grpId="0" nodeType="afterEffect">
                                  <p:stCondLst>
                                    <p:cond delay="0"/>
                                  </p:stCondLst>
                                  <p:childTnLst>
                                    <p:set>
                                      <p:cBhvr>
                                        <p:cTn id="21" dur="1" fill="hold">
                                          <p:stCondLst>
                                            <p:cond delay="0"/>
                                          </p:stCondLst>
                                        </p:cTn>
                                        <p:tgtEl>
                                          <p:spTgt spid="46"/>
                                        </p:tgtEl>
                                        <p:attrNameLst>
                                          <p:attrName>style.visibility</p:attrName>
                                        </p:attrNameLst>
                                      </p:cBhvr>
                                      <p:to>
                                        <p:strVal val="visible"/>
                                      </p:to>
                                    </p:set>
                                    <p:anim calcmode="lin" valueType="num">
                                      <p:cBhvr additive="base">
                                        <p:cTn id="22" dur="250" fill="hold"/>
                                        <p:tgtEl>
                                          <p:spTgt spid="46"/>
                                        </p:tgtEl>
                                        <p:attrNameLst>
                                          <p:attrName>ppt_x</p:attrName>
                                        </p:attrNameLst>
                                      </p:cBhvr>
                                      <p:tavLst>
                                        <p:tav tm="0">
                                          <p:val>
                                            <p:strVal val="#ppt_x"/>
                                          </p:val>
                                        </p:tav>
                                        <p:tav tm="100000">
                                          <p:val>
                                            <p:strVal val="#ppt_x"/>
                                          </p:val>
                                        </p:tav>
                                      </p:tavLst>
                                    </p:anim>
                                    <p:anim calcmode="lin" valueType="num">
                                      <p:cBhvr additive="base">
                                        <p:cTn id="23" dur="250" fill="hold"/>
                                        <p:tgtEl>
                                          <p:spTgt spid="46"/>
                                        </p:tgtEl>
                                        <p:attrNameLst>
                                          <p:attrName>ppt_y</p:attrName>
                                        </p:attrNameLst>
                                      </p:cBhvr>
                                      <p:tavLst>
                                        <p:tav tm="0">
                                          <p:val>
                                            <p:strVal val="0-#ppt_h/2"/>
                                          </p:val>
                                        </p:tav>
                                        <p:tav tm="100000">
                                          <p:val>
                                            <p:strVal val="#ppt_y"/>
                                          </p:val>
                                        </p:tav>
                                      </p:tavLst>
                                    </p:anim>
                                  </p:childTnLst>
                                </p:cTn>
                              </p:par>
                            </p:childTnLst>
                          </p:cTn>
                        </p:par>
                        <p:par>
                          <p:cTn id="24" fill="hold">
                            <p:stCondLst>
                              <p:cond delay="1000"/>
                            </p:stCondLst>
                            <p:childTnLst>
                              <p:par>
                                <p:cTn id="25" presetID="2" presetClass="entr" presetSubtype="1" fill="hold" grpId="0" nodeType="after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additive="base">
                                        <p:cTn id="27" dur="250" fill="hold"/>
                                        <p:tgtEl>
                                          <p:spTgt spid="36"/>
                                        </p:tgtEl>
                                        <p:attrNameLst>
                                          <p:attrName>ppt_x</p:attrName>
                                        </p:attrNameLst>
                                      </p:cBhvr>
                                      <p:tavLst>
                                        <p:tav tm="0">
                                          <p:val>
                                            <p:strVal val="#ppt_x"/>
                                          </p:val>
                                        </p:tav>
                                        <p:tav tm="100000">
                                          <p:val>
                                            <p:strVal val="#ppt_x"/>
                                          </p:val>
                                        </p:tav>
                                      </p:tavLst>
                                    </p:anim>
                                    <p:anim calcmode="lin" valueType="num">
                                      <p:cBhvr additive="base">
                                        <p:cTn id="28" dur="250" fill="hold"/>
                                        <p:tgtEl>
                                          <p:spTgt spid="36"/>
                                        </p:tgtEl>
                                        <p:attrNameLst>
                                          <p:attrName>ppt_y</p:attrName>
                                        </p:attrNameLst>
                                      </p:cBhvr>
                                      <p:tavLst>
                                        <p:tav tm="0">
                                          <p:val>
                                            <p:strVal val="0-#ppt_h/2"/>
                                          </p:val>
                                        </p:tav>
                                        <p:tav tm="100000">
                                          <p:val>
                                            <p:strVal val="#ppt_y"/>
                                          </p:val>
                                        </p:tav>
                                      </p:tavLst>
                                    </p:anim>
                                  </p:childTnLst>
                                </p:cTn>
                              </p:par>
                            </p:childTnLst>
                          </p:cTn>
                        </p:par>
                        <p:par>
                          <p:cTn id="29" fill="hold">
                            <p:stCondLst>
                              <p:cond delay="1250"/>
                            </p:stCondLst>
                            <p:childTnLst>
                              <p:par>
                                <p:cTn id="30" presetID="2" presetClass="entr" presetSubtype="1" fill="hold" grpId="0" nodeType="afterEffect">
                                  <p:stCondLst>
                                    <p:cond delay="0"/>
                                  </p:stCondLst>
                                  <p:childTnLst>
                                    <p:set>
                                      <p:cBhvr>
                                        <p:cTn id="31" dur="1" fill="hold">
                                          <p:stCondLst>
                                            <p:cond delay="0"/>
                                          </p:stCondLst>
                                        </p:cTn>
                                        <p:tgtEl>
                                          <p:spTgt spid="35"/>
                                        </p:tgtEl>
                                        <p:attrNameLst>
                                          <p:attrName>style.visibility</p:attrName>
                                        </p:attrNameLst>
                                      </p:cBhvr>
                                      <p:to>
                                        <p:strVal val="visible"/>
                                      </p:to>
                                    </p:set>
                                    <p:anim calcmode="lin" valueType="num">
                                      <p:cBhvr additive="base">
                                        <p:cTn id="32" dur="250" fill="hold"/>
                                        <p:tgtEl>
                                          <p:spTgt spid="35"/>
                                        </p:tgtEl>
                                        <p:attrNameLst>
                                          <p:attrName>ppt_x</p:attrName>
                                        </p:attrNameLst>
                                      </p:cBhvr>
                                      <p:tavLst>
                                        <p:tav tm="0">
                                          <p:val>
                                            <p:strVal val="#ppt_x"/>
                                          </p:val>
                                        </p:tav>
                                        <p:tav tm="100000">
                                          <p:val>
                                            <p:strVal val="#ppt_x"/>
                                          </p:val>
                                        </p:tav>
                                      </p:tavLst>
                                    </p:anim>
                                    <p:anim calcmode="lin" valueType="num">
                                      <p:cBhvr additive="base">
                                        <p:cTn id="33" dur="250" fill="hold"/>
                                        <p:tgtEl>
                                          <p:spTgt spid="35"/>
                                        </p:tgtEl>
                                        <p:attrNameLst>
                                          <p:attrName>ppt_y</p:attrName>
                                        </p:attrNameLst>
                                      </p:cBhvr>
                                      <p:tavLst>
                                        <p:tav tm="0">
                                          <p:val>
                                            <p:strVal val="0-#ppt_h/2"/>
                                          </p:val>
                                        </p:tav>
                                        <p:tav tm="100000">
                                          <p:val>
                                            <p:strVal val="#ppt_y"/>
                                          </p:val>
                                        </p:tav>
                                      </p:tavLst>
                                    </p:anim>
                                  </p:childTnLst>
                                </p:cTn>
                              </p:par>
                            </p:childTnLst>
                          </p:cTn>
                        </p:par>
                        <p:par>
                          <p:cTn id="34" fill="hold">
                            <p:stCondLst>
                              <p:cond delay="1500"/>
                            </p:stCondLst>
                            <p:childTnLst>
                              <p:par>
                                <p:cTn id="35" presetID="22" presetClass="entr" presetSubtype="2" fill="hold" nodeType="after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right)">
                                      <p:cBhvr>
                                        <p:cTn id="37" dur="500"/>
                                        <p:tgtEl>
                                          <p:spTgt spid="37"/>
                                        </p:tgtEl>
                                      </p:cBhvr>
                                    </p:animEffect>
                                  </p:childTnLst>
                                </p:cTn>
                              </p:par>
                            </p:childTnLst>
                          </p:cTn>
                        </p:par>
                        <p:par>
                          <p:cTn id="38" fill="hold">
                            <p:stCondLst>
                              <p:cond delay="2000"/>
                            </p:stCondLst>
                            <p:childTnLst>
                              <p:par>
                                <p:cTn id="39" presetID="12" presetClass="entr" presetSubtype="2" fill="hold" grpId="0" nodeType="after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additive="base">
                                        <p:cTn id="41" dur="250"/>
                                        <p:tgtEl>
                                          <p:spTgt spid="38"/>
                                        </p:tgtEl>
                                        <p:attrNameLst>
                                          <p:attrName>ppt_x</p:attrName>
                                        </p:attrNameLst>
                                      </p:cBhvr>
                                      <p:tavLst>
                                        <p:tav tm="0">
                                          <p:val>
                                            <p:strVal val="#ppt_x+#ppt_w*1.125000"/>
                                          </p:val>
                                        </p:tav>
                                        <p:tav tm="100000">
                                          <p:val>
                                            <p:strVal val="#ppt_x"/>
                                          </p:val>
                                        </p:tav>
                                      </p:tavLst>
                                    </p:anim>
                                    <p:animEffect transition="in" filter="wipe(left)">
                                      <p:cBhvr>
                                        <p:cTn id="42" dur="250"/>
                                        <p:tgtEl>
                                          <p:spTgt spid="38"/>
                                        </p:tgtEl>
                                      </p:cBhvr>
                                    </p:animEffect>
                                  </p:childTnLst>
                                </p:cTn>
                              </p:par>
                            </p:childTnLst>
                          </p:cTn>
                        </p:par>
                        <p:par>
                          <p:cTn id="43" fill="hold">
                            <p:stCondLst>
                              <p:cond delay="2250"/>
                            </p:stCondLst>
                            <p:childTnLst>
                              <p:par>
                                <p:cTn id="44" presetID="22" presetClass="entr" presetSubtype="2" fill="hold" nodeType="after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wipe(right)">
                                      <p:cBhvr>
                                        <p:cTn id="46" dur="500"/>
                                        <p:tgtEl>
                                          <p:spTgt spid="39"/>
                                        </p:tgtEl>
                                      </p:cBhvr>
                                    </p:animEffect>
                                  </p:childTnLst>
                                </p:cTn>
                              </p:par>
                            </p:childTnLst>
                          </p:cTn>
                        </p:par>
                        <p:par>
                          <p:cTn id="47" fill="hold">
                            <p:stCondLst>
                              <p:cond delay="2750"/>
                            </p:stCondLst>
                            <p:childTnLst>
                              <p:par>
                                <p:cTn id="48" presetID="12" presetClass="entr" presetSubtype="2" fill="hold" grpId="0" nodeType="afterEffect">
                                  <p:stCondLst>
                                    <p:cond delay="0"/>
                                  </p:stCondLst>
                                  <p:childTnLst>
                                    <p:set>
                                      <p:cBhvr>
                                        <p:cTn id="49" dur="1" fill="hold">
                                          <p:stCondLst>
                                            <p:cond delay="0"/>
                                          </p:stCondLst>
                                        </p:cTn>
                                        <p:tgtEl>
                                          <p:spTgt spid="40"/>
                                        </p:tgtEl>
                                        <p:attrNameLst>
                                          <p:attrName>style.visibility</p:attrName>
                                        </p:attrNameLst>
                                      </p:cBhvr>
                                      <p:to>
                                        <p:strVal val="visible"/>
                                      </p:to>
                                    </p:set>
                                    <p:anim calcmode="lin" valueType="num">
                                      <p:cBhvr additive="base">
                                        <p:cTn id="50" dur="250"/>
                                        <p:tgtEl>
                                          <p:spTgt spid="40"/>
                                        </p:tgtEl>
                                        <p:attrNameLst>
                                          <p:attrName>ppt_x</p:attrName>
                                        </p:attrNameLst>
                                      </p:cBhvr>
                                      <p:tavLst>
                                        <p:tav tm="0">
                                          <p:val>
                                            <p:strVal val="#ppt_x+#ppt_w*1.125000"/>
                                          </p:val>
                                        </p:tav>
                                        <p:tav tm="100000">
                                          <p:val>
                                            <p:strVal val="#ppt_x"/>
                                          </p:val>
                                        </p:tav>
                                      </p:tavLst>
                                    </p:anim>
                                    <p:animEffect transition="in" filter="wipe(left)">
                                      <p:cBhvr>
                                        <p:cTn id="51" dur="250"/>
                                        <p:tgtEl>
                                          <p:spTgt spid="40"/>
                                        </p:tgtEl>
                                      </p:cBhvr>
                                    </p:animEffect>
                                  </p:childTnLst>
                                </p:cTn>
                              </p:par>
                            </p:childTnLst>
                          </p:cTn>
                        </p:par>
                        <p:par>
                          <p:cTn id="52" fill="hold">
                            <p:stCondLst>
                              <p:cond delay="3000"/>
                            </p:stCondLst>
                            <p:childTnLst>
                              <p:par>
                                <p:cTn id="53" presetID="22" presetClass="entr" presetSubtype="2" fill="hold" nodeType="after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wipe(right)">
                                      <p:cBhvr>
                                        <p:cTn id="55" dur="500"/>
                                        <p:tgtEl>
                                          <p:spTgt spid="47"/>
                                        </p:tgtEl>
                                      </p:cBhvr>
                                    </p:animEffect>
                                  </p:childTnLst>
                                </p:cTn>
                              </p:par>
                            </p:childTnLst>
                          </p:cTn>
                        </p:par>
                        <p:par>
                          <p:cTn id="56" fill="hold">
                            <p:stCondLst>
                              <p:cond delay="3500"/>
                            </p:stCondLst>
                            <p:childTnLst>
                              <p:par>
                                <p:cTn id="57" presetID="12" presetClass="entr" presetSubtype="2" fill="hold" grpId="0" nodeType="afterEffect">
                                  <p:stCondLst>
                                    <p:cond delay="0"/>
                                  </p:stCondLst>
                                  <p:childTnLst>
                                    <p:set>
                                      <p:cBhvr>
                                        <p:cTn id="58" dur="1" fill="hold">
                                          <p:stCondLst>
                                            <p:cond delay="0"/>
                                          </p:stCondLst>
                                        </p:cTn>
                                        <p:tgtEl>
                                          <p:spTgt spid="41"/>
                                        </p:tgtEl>
                                        <p:attrNameLst>
                                          <p:attrName>style.visibility</p:attrName>
                                        </p:attrNameLst>
                                      </p:cBhvr>
                                      <p:to>
                                        <p:strVal val="visible"/>
                                      </p:to>
                                    </p:set>
                                    <p:anim calcmode="lin" valueType="num">
                                      <p:cBhvr additive="base">
                                        <p:cTn id="59" dur="250"/>
                                        <p:tgtEl>
                                          <p:spTgt spid="41"/>
                                        </p:tgtEl>
                                        <p:attrNameLst>
                                          <p:attrName>ppt_x</p:attrName>
                                        </p:attrNameLst>
                                      </p:cBhvr>
                                      <p:tavLst>
                                        <p:tav tm="0">
                                          <p:val>
                                            <p:strVal val="#ppt_x+#ppt_w*1.125000"/>
                                          </p:val>
                                        </p:tav>
                                        <p:tav tm="100000">
                                          <p:val>
                                            <p:strVal val="#ppt_x"/>
                                          </p:val>
                                        </p:tav>
                                      </p:tavLst>
                                    </p:anim>
                                    <p:animEffect transition="in" filter="wipe(left)">
                                      <p:cBhvr>
                                        <p:cTn id="60" dur="250"/>
                                        <p:tgtEl>
                                          <p:spTgt spid="41"/>
                                        </p:tgtEl>
                                      </p:cBhvr>
                                    </p:animEffect>
                                  </p:childTnLst>
                                </p:cTn>
                              </p:par>
                            </p:childTnLst>
                          </p:cTn>
                        </p:par>
                        <p:par>
                          <p:cTn id="61" fill="hold">
                            <p:stCondLst>
                              <p:cond delay="3750"/>
                            </p:stCondLst>
                            <p:childTnLst>
                              <p:par>
                                <p:cTn id="62" presetID="22" presetClass="entr" presetSubtype="2" fill="hold" nodeType="after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wipe(right)">
                                      <p:cBhvr>
                                        <p:cTn id="64" dur="500"/>
                                        <p:tgtEl>
                                          <p:spTgt spid="48"/>
                                        </p:tgtEl>
                                      </p:cBhvr>
                                    </p:animEffect>
                                  </p:childTnLst>
                                </p:cTn>
                              </p:par>
                            </p:childTnLst>
                          </p:cTn>
                        </p:par>
                        <p:par>
                          <p:cTn id="65" fill="hold">
                            <p:stCondLst>
                              <p:cond delay="4250"/>
                            </p:stCondLst>
                            <p:childTnLst>
                              <p:par>
                                <p:cTn id="66" presetID="12" presetClass="entr" presetSubtype="2" fill="hold" grpId="0" nodeType="afterEffect">
                                  <p:stCondLst>
                                    <p:cond delay="0"/>
                                  </p:stCondLst>
                                  <p:childTnLst>
                                    <p:set>
                                      <p:cBhvr>
                                        <p:cTn id="67" dur="1" fill="hold">
                                          <p:stCondLst>
                                            <p:cond delay="0"/>
                                          </p:stCondLst>
                                        </p:cTn>
                                        <p:tgtEl>
                                          <p:spTgt spid="42"/>
                                        </p:tgtEl>
                                        <p:attrNameLst>
                                          <p:attrName>style.visibility</p:attrName>
                                        </p:attrNameLst>
                                      </p:cBhvr>
                                      <p:to>
                                        <p:strVal val="visible"/>
                                      </p:to>
                                    </p:set>
                                    <p:anim calcmode="lin" valueType="num">
                                      <p:cBhvr additive="base">
                                        <p:cTn id="68" dur="250"/>
                                        <p:tgtEl>
                                          <p:spTgt spid="42"/>
                                        </p:tgtEl>
                                        <p:attrNameLst>
                                          <p:attrName>ppt_x</p:attrName>
                                        </p:attrNameLst>
                                      </p:cBhvr>
                                      <p:tavLst>
                                        <p:tav tm="0">
                                          <p:val>
                                            <p:strVal val="#ppt_x+#ppt_w*1.125000"/>
                                          </p:val>
                                        </p:tav>
                                        <p:tav tm="100000">
                                          <p:val>
                                            <p:strVal val="#ppt_x"/>
                                          </p:val>
                                        </p:tav>
                                      </p:tavLst>
                                    </p:anim>
                                    <p:animEffect transition="in" filter="wipe(left)">
                                      <p:cBhvr>
                                        <p:cTn id="69" dur="250"/>
                                        <p:tgtEl>
                                          <p:spTgt spid="42"/>
                                        </p:tgtEl>
                                      </p:cBhvr>
                                    </p:animEffect>
                                  </p:childTnLst>
                                </p:cTn>
                              </p:par>
                            </p:childTnLst>
                          </p:cTn>
                        </p:par>
                        <p:par>
                          <p:cTn id="70" fill="hold">
                            <p:stCondLst>
                              <p:cond delay="4500"/>
                            </p:stCondLst>
                            <p:childTnLst>
                              <p:par>
                                <p:cTn id="71" presetID="2" presetClass="entr" presetSubtype="1" fill="hold" grpId="0" nodeType="afterEffect">
                                  <p:stCondLst>
                                    <p:cond delay="0"/>
                                  </p:stCondLst>
                                  <p:childTnLst>
                                    <p:set>
                                      <p:cBhvr>
                                        <p:cTn id="72" dur="1" fill="hold">
                                          <p:stCondLst>
                                            <p:cond delay="0"/>
                                          </p:stCondLst>
                                        </p:cTn>
                                        <p:tgtEl>
                                          <p:spTgt spid="44"/>
                                        </p:tgtEl>
                                        <p:attrNameLst>
                                          <p:attrName>style.visibility</p:attrName>
                                        </p:attrNameLst>
                                      </p:cBhvr>
                                      <p:to>
                                        <p:strVal val="visible"/>
                                      </p:to>
                                    </p:set>
                                    <p:anim calcmode="lin" valueType="num">
                                      <p:cBhvr additive="base">
                                        <p:cTn id="73" dur="250" fill="hold"/>
                                        <p:tgtEl>
                                          <p:spTgt spid="44"/>
                                        </p:tgtEl>
                                        <p:attrNameLst>
                                          <p:attrName>ppt_x</p:attrName>
                                        </p:attrNameLst>
                                      </p:cBhvr>
                                      <p:tavLst>
                                        <p:tav tm="0">
                                          <p:val>
                                            <p:strVal val="#ppt_x"/>
                                          </p:val>
                                        </p:tav>
                                        <p:tav tm="100000">
                                          <p:val>
                                            <p:strVal val="#ppt_x"/>
                                          </p:val>
                                        </p:tav>
                                      </p:tavLst>
                                    </p:anim>
                                    <p:anim calcmode="lin" valueType="num">
                                      <p:cBhvr additive="base">
                                        <p:cTn id="74" dur="250" fill="hold"/>
                                        <p:tgtEl>
                                          <p:spTgt spid="44"/>
                                        </p:tgtEl>
                                        <p:attrNameLst>
                                          <p:attrName>ppt_y</p:attrName>
                                        </p:attrNameLst>
                                      </p:cBhvr>
                                      <p:tavLst>
                                        <p:tav tm="0">
                                          <p:val>
                                            <p:strVal val="0-#ppt_h/2"/>
                                          </p:val>
                                        </p:tav>
                                        <p:tav tm="100000">
                                          <p:val>
                                            <p:strVal val="#ppt_y"/>
                                          </p:val>
                                        </p:tav>
                                      </p:tavLst>
                                    </p:anim>
                                  </p:childTnLst>
                                </p:cTn>
                              </p:par>
                            </p:childTnLst>
                          </p:cTn>
                        </p:par>
                        <p:par>
                          <p:cTn id="75" fill="hold">
                            <p:stCondLst>
                              <p:cond delay="4750"/>
                            </p:stCondLst>
                            <p:childTnLst>
                              <p:par>
                                <p:cTn id="76" presetID="2" presetClass="entr" presetSubtype="1" fill="hold" grpId="0" nodeType="afterEffect">
                                  <p:stCondLst>
                                    <p:cond delay="0"/>
                                  </p:stCondLst>
                                  <p:childTnLst>
                                    <p:set>
                                      <p:cBhvr>
                                        <p:cTn id="77" dur="1" fill="hold">
                                          <p:stCondLst>
                                            <p:cond delay="0"/>
                                          </p:stCondLst>
                                        </p:cTn>
                                        <p:tgtEl>
                                          <p:spTgt spid="43"/>
                                        </p:tgtEl>
                                        <p:attrNameLst>
                                          <p:attrName>style.visibility</p:attrName>
                                        </p:attrNameLst>
                                      </p:cBhvr>
                                      <p:to>
                                        <p:strVal val="visible"/>
                                      </p:to>
                                    </p:set>
                                    <p:anim calcmode="lin" valueType="num">
                                      <p:cBhvr additive="base">
                                        <p:cTn id="78" dur="250" fill="hold"/>
                                        <p:tgtEl>
                                          <p:spTgt spid="43"/>
                                        </p:tgtEl>
                                        <p:attrNameLst>
                                          <p:attrName>ppt_x</p:attrName>
                                        </p:attrNameLst>
                                      </p:cBhvr>
                                      <p:tavLst>
                                        <p:tav tm="0">
                                          <p:val>
                                            <p:strVal val="#ppt_x"/>
                                          </p:val>
                                        </p:tav>
                                        <p:tav tm="100000">
                                          <p:val>
                                            <p:strVal val="#ppt_x"/>
                                          </p:val>
                                        </p:tav>
                                      </p:tavLst>
                                    </p:anim>
                                    <p:anim calcmode="lin" valueType="num">
                                      <p:cBhvr additive="base">
                                        <p:cTn id="79" dur="25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p:bldP spid="36" grpId="0"/>
      <p:bldP spid="38" grpId="0"/>
      <p:bldP spid="40" grpId="0"/>
      <p:bldP spid="41" grpId="0"/>
      <p:bldP spid="42" grpId="0"/>
      <p:bldP spid="43" grpId="0" animBg="1"/>
      <p:bldP spid="44" grpId="0" animBg="1"/>
      <p:bldP spid="45" grpId="0"/>
      <p:bldP spid="4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9178374" cy="5155223"/>
            <a:chOff x="0" y="0"/>
            <a:chExt cx="9178374" cy="5155223"/>
          </a:xfrm>
        </p:grpSpPr>
        <p:pic>
          <p:nvPicPr>
            <p:cNvPr id="3" name="图片 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8" name="图片 7"/>
            <p:cNvPicPr>
              <a:picLocks noChangeAspect="1"/>
            </p:cNvPicPr>
            <p:nvPr/>
          </p:nvPicPr>
          <p:blipFill rotWithShape="1">
            <a:blip r:embed="rId10" cstate="screen">
              <a:extLst>
                <a:ext uri="{BEBA8EAE-BF5A-486C-A8C5-ECC9F3942E4B}">
                  <a14:imgProps xmlns:a14="http://schemas.microsoft.com/office/drawing/2010/main">
                    <a14:imgLayer r:embed="rId11">
                      <a14:imgEffect>
                        <a14:saturation sat="400000"/>
                      </a14:imgEffect>
                    </a14:imgLayer>
                  </a14:imgProps>
                </a:ext>
                <a:ext uri="{28A0092B-C50C-407E-A947-70E740481C1C}">
                  <a14:useLocalDpi xmlns:a14="http://schemas.microsoft.com/office/drawing/2010/main"/>
                </a:ext>
              </a:extLst>
            </a:blip>
            <a:srcRect/>
            <a:stretch/>
          </p:blipFill>
          <p:spPr>
            <a:xfrm>
              <a:off x="0" y="3270418"/>
              <a:ext cx="9178374" cy="1884805"/>
            </a:xfrm>
            <a:prstGeom prst="rect">
              <a:avLst/>
            </a:prstGeom>
          </p:spPr>
        </p:pic>
      </p:grpSp>
      <p:sp>
        <p:nvSpPr>
          <p:cNvPr id="9" name="MH_Others_1"/>
          <p:cNvSpPr txBox="1"/>
          <p:nvPr>
            <p:custDataLst>
              <p:tags r:id="rId1"/>
            </p:custDataLst>
          </p:nvPr>
        </p:nvSpPr>
        <p:spPr>
          <a:xfrm>
            <a:off x="3541109" y="887792"/>
            <a:ext cx="1731501" cy="369332"/>
          </a:xfrm>
          <a:prstGeom prst="rect">
            <a:avLst/>
          </a:prstGeom>
          <a:noFill/>
        </p:spPr>
        <p:txBody>
          <a:bodyPr wrap="none">
            <a:spAutoFit/>
          </a:bodyPr>
          <a:lstStyle/>
          <a:p>
            <a:pPr algn="ctr">
              <a:defRPr/>
            </a:pPr>
            <a:r>
              <a:rPr lang="en-US" altLang="zh-CN" sz="1800" spc="300" dirty="0">
                <a:solidFill>
                  <a:schemeClr val="bg1"/>
                </a:solidFill>
                <a:latin typeface="微软雅黑" panose="020B0503020204020204" pitchFamily="34" charset="-122"/>
                <a:ea typeface="微软雅黑" panose="020B0503020204020204" pitchFamily="34" charset="-122"/>
              </a:rPr>
              <a:t>CONTENTS</a:t>
            </a:r>
            <a:endParaRPr lang="zh-CN" altLang="en-US" sz="1800" spc="300" dirty="0">
              <a:solidFill>
                <a:schemeClr val="bg1"/>
              </a:solidFill>
              <a:latin typeface="微软雅黑" panose="020B0503020204020204" pitchFamily="34" charset="-122"/>
              <a:ea typeface="微软雅黑" panose="020B0503020204020204" pitchFamily="34" charset="-122"/>
            </a:endParaRPr>
          </a:p>
        </p:txBody>
      </p:sp>
      <p:sp>
        <p:nvSpPr>
          <p:cNvPr id="10" name="MH_Others_2"/>
          <p:cNvSpPr txBox="1">
            <a:spLocks noChangeArrowheads="1"/>
          </p:cNvSpPr>
          <p:nvPr>
            <p:custDataLst>
              <p:tags r:id="rId2"/>
            </p:custDataLst>
          </p:nvPr>
        </p:nvSpPr>
        <p:spPr bwMode="auto">
          <a:xfrm>
            <a:off x="3796664" y="302650"/>
            <a:ext cx="122039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3300" b="1" dirty="0">
                <a:solidFill>
                  <a:schemeClr val="bg1"/>
                </a:solidFill>
                <a:latin typeface="微软雅黑" panose="020B0503020204020204" pitchFamily="34" charset="-122"/>
                <a:ea typeface="微软雅黑" panose="020B0503020204020204" pitchFamily="34" charset="-122"/>
              </a:rPr>
              <a:t>目 录</a:t>
            </a:r>
          </a:p>
        </p:txBody>
      </p:sp>
      <p:sp>
        <p:nvSpPr>
          <p:cNvPr id="23" name="MH_Others_1"/>
          <p:cNvSpPr/>
          <p:nvPr>
            <p:custDataLst>
              <p:tags r:id="rId3"/>
            </p:custDataLst>
          </p:nvPr>
        </p:nvSpPr>
        <p:spPr>
          <a:xfrm>
            <a:off x="3046711" y="1790606"/>
            <a:ext cx="444203" cy="444201"/>
          </a:xfrm>
          <a:prstGeom prst="ellipse">
            <a:avLst/>
          </a:prstGeom>
          <a:solidFill>
            <a:srgbClr val="FF481D"/>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zh-CN" altLang="en-US" sz="1013" dirty="0">
              <a:solidFill>
                <a:srgbClr val="FFFFFF"/>
              </a:solidFill>
              <a:latin typeface="Times New Roman" panose="02020603050405020304" pitchFamily="18" charset="0"/>
              <a:cs typeface="Times New Roman" panose="02020603050405020304" pitchFamily="18" charset="0"/>
            </a:endParaRPr>
          </a:p>
        </p:txBody>
      </p:sp>
      <p:sp>
        <p:nvSpPr>
          <p:cNvPr id="25" name="MH_Number"/>
          <p:cNvSpPr/>
          <p:nvPr>
            <p:custDataLst>
              <p:tags r:id="rId4"/>
            </p:custDataLst>
          </p:nvPr>
        </p:nvSpPr>
        <p:spPr>
          <a:xfrm>
            <a:off x="3046711" y="1790606"/>
            <a:ext cx="444203" cy="444201"/>
          </a:xfrm>
          <a:prstGeom prst="rect">
            <a:avLst/>
          </a:prstGeom>
        </p:spPr>
        <p:txBody>
          <a:bodyPr wrap="square" lIns="0" tIns="0" rIns="0" bIns="0" anchor="ctr" anchorCtr="0">
            <a:normAutofit fontScale="92500" lnSpcReduction="10000"/>
          </a:bodyPr>
          <a:lstStyle/>
          <a:p>
            <a:pPr algn="ctr"/>
            <a:r>
              <a:rPr lang="en-US" altLang="zh-CN" sz="3300" dirty="0">
                <a:solidFill>
                  <a:srgbClr val="FFFFFF"/>
                </a:solidFill>
                <a:latin typeface="Times New Roman" panose="02020603050405020304" pitchFamily="18" charset="0"/>
                <a:cs typeface="Times New Roman" panose="02020603050405020304" pitchFamily="18" charset="0"/>
              </a:rPr>
              <a:t>4</a:t>
            </a:r>
            <a:endParaRPr lang="zh-CN" altLang="en-US" sz="3300" dirty="0">
              <a:solidFill>
                <a:srgbClr val="FFFFFF"/>
              </a:solidFill>
              <a:latin typeface="Times New Roman" panose="02020603050405020304" pitchFamily="18" charset="0"/>
              <a:cs typeface="Times New Roman" panose="02020603050405020304" pitchFamily="18" charset="0"/>
            </a:endParaRPr>
          </a:p>
        </p:txBody>
      </p:sp>
      <p:grpSp>
        <p:nvGrpSpPr>
          <p:cNvPr id="2" name="组合 1"/>
          <p:cNvGrpSpPr/>
          <p:nvPr/>
        </p:nvGrpSpPr>
        <p:grpSpPr>
          <a:xfrm>
            <a:off x="2496516" y="2314058"/>
            <a:ext cx="4529001" cy="800845"/>
            <a:chOff x="2496516" y="2314058"/>
            <a:chExt cx="4529001" cy="800845"/>
          </a:xfrm>
        </p:grpSpPr>
        <p:sp>
          <p:nvSpPr>
            <p:cNvPr id="24" name="MH_Others_2"/>
            <p:cNvSpPr/>
            <p:nvPr>
              <p:custDataLst>
                <p:tags r:id="rId5"/>
              </p:custDataLst>
            </p:nvPr>
          </p:nvSpPr>
          <p:spPr>
            <a:xfrm>
              <a:off x="2496517" y="2314058"/>
              <a:ext cx="4529000" cy="170741"/>
            </a:xfrm>
            <a:custGeom>
              <a:avLst/>
              <a:gdLst>
                <a:gd name="connsiteX0" fmla="*/ 0 w 3289300"/>
                <a:gd name="connsiteY0" fmla="*/ 98425 h 104775"/>
                <a:gd name="connsiteX1" fmla="*/ 793750 w 3289300"/>
                <a:gd name="connsiteY1" fmla="*/ 9842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89300"/>
                <a:gd name="connsiteY0" fmla="*/ 98425 h 104775"/>
                <a:gd name="connsiteX1" fmla="*/ 800100 w 3289300"/>
                <a:gd name="connsiteY1" fmla="*/ 104775 h 104775"/>
                <a:gd name="connsiteX2" fmla="*/ 892175 w 3289300"/>
                <a:gd name="connsiteY2" fmla="*/ 0 h 104775"/>
                <a:gd name="connsiteX3" fmla="*/ 996950 w 3289300"/>
                <a:gd name="connsiteY3" fmla="*/ 104775 h 104775"/>
                <a:gd name="connsiteX4" fmla="*/ 3289300 w 3289300"/>
                <a:gd name="connsiteY4" fmla="*/ 104775 h 104775"/>
                <a:gd name="connsiteX0" fmla="*/ 0 w 3292475"/>
                <a:gd name="connsiteY0" fmla="*/ 104775 h 104775"/>
                <a:gd name="connsiteX1" fmla="*/ 803275 w 3292475"/>
                <a:gd name="connsiteY1" fmla="*/ 104775 h 104775"/>
                <a:gd name="connsiteX2" fmla="*/ 895350 w 3292475"/>
                <a:gd name="connsiteY2" fmla="*/ 0 h 104775"/>
                <a:gd name="connsiteX3" fmla="*/ 1000125 w 3292475"/>
                <a:gd name="connsiteY3" fmla="*/ 104775 h 104775"/>
                <a:gd name="connsiteX4" fmla="*/ 3292475 w 3292475"/>
                <a:gd name="connsiteY4" fmla="*/ 104775 h 104775"/>
                <a:gd name="connsiteX0" fmla="*/ 0 w 5235575"/>
                <a:gd name="connsiteY0" fmla="*/ 104775 h 104775"/>
                <a:gd name="connsiteX1" fmla="*/ 803275 w 5235575"/>
                <a:gd name="connsiteY1" fmla="*/ 104775 h 104775"/>
                <a:gd name="connsiteX2" fmla="*/ 895350 w 5235575"/>
                <a:gd name="connsiteY2" fmla="*/ 0 h 104775"/>
                <a:gd name="connsiteX3" fmla="*/ 1000125 w 5235575"/>
                <a:gd name="connsiteY3" fmla="*/ 104775 h 104775"/>
                <a:gd name="connsiteX4" fmla="*/ 5235575 w 5235575"/>
                <a:gd name="connsiteY4" fmla="*/ 104775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5575" h="104775">
                  <a:moveTo>
                    <a:pt x="0" y="104775"/>
                  </a:moveTo>
                  <a:lnTo>
                    <a:pt x="803275" y="104775"/>
                  </a:lnTo>
                  <a:lnTo>
                    <a:pt x="895350" y="0"/>
                  </a:lnTo>
                  <a:lnTo>
                    <a:pt x="1000125" y="104775"/>
                  </a:lnTo>
                  <a:lnTo>
                    <a:pt x="5235575" y="104775"/>
                  </a:lnTo>
                </a:path>
              </a:pathLst>
            </a:custGeom>
            <a:noFill/>
            <a:ln w="12700">
              <a:solidFill>
                <a:srgbClr val="FF89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26" name="MH_Title"/>
            <p:cNvSpPr/>
            <p:nvPr>
              <p:custDataLst>
                <p:tags r:id="rId6"/>
              </p:custDataLst>
            </p:nvPr>
          </p:nvSpPr>
          <p:spPr>
            <a:xfrm>
              <a:off x="2496516" y="2484800"/>
              <a:ext cx="4529000" cy="630103"/>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FF896D"/>
              </a:solid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5000" tIns="0" rIns="0" bIns="27000" numCol="1" spcCol="0" rtlCol="0" fromWordArt="0" anchor="ctr" anchorCtr="0" forceAA="0" compatLnSpc="1">
              <a:prstTxWarp prst="textNoShape">
                <a:avLst/>
              </a:prstTxWarp>
              <a:normAutofit/>
            </a:bodyPr>
            <a:lstStyle/>
            <a:p>
              <a:pPr algn="just">
                <a:lnSpc>
                  <a:spcPct val="130000"/>
                </a:lnSpc>
              </a:pPr>
              <a:r>
                <a:rPr lang="zh-CN" altLang="en-US" sz="3000" dirty="0">
                  <a:solidFill>
                    <a:srgbClr val="000000"/>
                  </a:solidFill>
                  <a:latin typeface="华文细黑" panose="02010600040101010101" pitchFamily="2" charset="-122"/>
                  <a:ea typeface="华文细黑" panose="02010600040101010101" pitchFamily="2" charset="-122"/>
                </a:rPr>
                <a:t>请在这里输入您的标题</a:t>
              </a:r>
            </a:p>
          </p:txBody>
        </p:sp>
      </p:grpSp>
    </p:spTree>
    <p:extLst>
      <p:ext uri="{BB962C8B-B14F-4D97-AF65-F5344CB8AC3E}">
        <p14:creationId xmlns:p14="http://schemas.microsoft.com/office/powerpoint/2010/main" val="3399576841"/>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1000"/>
                                        <p:tgtEl>
                                          <p:spTgt spid="2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Group 81"/>
          <p:cNvGrpSpPr>
            <a:grpSpLocks/>
          </p:cNvGrpSpPr>
          <p:nvPr/>
        </p:nvGrpSpPr>
        <p:grpSpPr bwMode="auto">
          <a:xfrm>
            <a:off x="3799120" y="1864551"/>
            <a:ext cx="2397187" cy="2395475"/>
            <a:chOff x="2444" y="1176"/>
            <a:chExt cx="1401" cy="1400"/>
          </a:xfrm>
        </p:grpSpPr>
        <p:sp>
          <p:nvSpPr>
            <p:cNvPr id="96" name="Freeform 4"/>
            <p:cNvSpPr>
              <a:spLocks/>
            </p:cNvSpPr>
            <p:nvPr/>
          </p:nvSpPr>
          <p:spPr bwMode="auto">
            <a:xfrm>
              <a:off x="2444" y="1176"/>
              <a:ext cx="1401" cy="1400"/>
            </a:xfrm>
            <a:custGeom>
              <a:avLst/>
              <a:gdLst>
                <a:gd name="T0" fmla="*/ 2002757 w 1050"/>
                <a:gd name="T1" fmla="*/ 2262261 h 1049"/>
                <a:gd name="T2" fmla="*/ 1917640 w 1050"/>
                <a:gd name="T3" fmla="*/ 2495251 h 1049"/>
                <a:gd name="T4" fmla="*/ 1679813 w 1050"/>
                <a:gd name="T5" fmla="*/ 2427609 h 1049"/>
                <a:gd name="T6" fmla="*/ 1564654 w 1050"/>
                <a:gd name="T7" fmla="*/ 2615505 h 1049"/>
                <a:gd name="T8" fmla="*/ 1316813 w 1050"/>
                <a:gd name="T9" fmla="*/ 2482725 h 1049"/>
                <a:gd name="T10" fmla="*/ 1109027 w 1050"/>
                <a:gd name="T11" fmla="*/ 2623020 h 1049"/>
                <a:gd name="T12" fmla="*/ 953813 w 1050"/>
                <a:gd name="T13" fmla="*/ 2427609 h 1049"/>
                <a:gd name="T14" fmla="*/ 753537 w 1050"/>
                <a:gd name="T15" fmla="*/ 2512788 h 1049"/>
                <a:gd name="T16" fmla="*/ 680937 w 1050"/>
                <a:gd name="T17" fmla="*/ 2297335 h 1049"/>
                <a:gd name="T18" fmla="*/ 580800 w 1050"/>
                <a:gd name="T19" fmla="*/ 2224682 h 1049"/>
                <a:gd name="T20" fmla="*/ 350483 w 1050"/>
                <a:gd name="T21" fmla="*/ 2219671 h 1049"/>
                <a:gd name="T22" fmla="*/ 335462 w 1050"/>
                <a:gd name="T23" fmla="*/ 1949102 h 1049"/>
                <a:gd name="T24" fmla="*/ 117662 w 1050"/>
                <a:gd name="T25" fmla="*/ 1878954 h 1049"/>
                <a:gd name="T26" fmla="*/ 195269 w 1050"/>
                <a:gd name="T27" fmla="*/ 1645964 h 1049"/>
                <a:gd name="T28" fmla="*/ 0 w 1050"/>
                <a:gd name="T29" fmla="*/ 1478111 h 1049"/>
                <a:gd name="T30" fmla="*/ 150207 w 1050"/>
                <a:gd name="T31" fmla="*/ 1252636 h 1049"/>
                <a:gd name="T32" fmla="*/ 15021 w 1050"/>
                <a:gd name="T33" fmla="*/ 1067246 h 1049"/>
                <a:gd name="T34" fmla="*/ 215296 w 1050"/>
                <a:gd name="T35" fmla="*/ 921940 h 1049"/>
                <a:gd name="T36" fmla="*/ 137690 w 1050"/>
                <a:gd name="T37" fmla="*/ 711497 h 1049"/>
                <a:gd name="T38" fmla="*/ 370510 w 1050"/>
                <a:gd name="T39" fmla="*/ 626318 h 1049"/>
                <a:gd name="T40" fmla="*/ 350483 w 1050"/>
                <a:gd name="T41" fmla="*/ 408359 h 1049"/>
                <a:gd name="T42" fmla="*/ 580800 w 1050"/>
                <a:gd name="T43" fmla="*/ 405854 h 1049"/>
                <a:gd name="T44" fmla="*/ 678434 w 1050"/>
                <a:gd name="T45" fmla="*/ 152822 h 1049"/>
                <a:gd name="T46" fmla="*/ 896234 w 1050"/>
                <a:gd name="T47" fmla="*/ 220464 h 1049"/>
                <a:gd name="T48" fmla="*/ 1013896 w 1050"/>
                <a:gd name="T49" fmla="*/ 182885 h 1049"/>
                <a:gd name="T50" fmla="*/ 1254227 w 1050"/>
                <a:gd name="T51" fmla="*/ 145306 h 1049"/>
                <a:gd name="T52" fmla="*/ 1482040 w 1050"/>
                <a:gd name="T53" fmla="*/ 0 h 1049"/>
                <a:gd name="T54" fmla="*/ 1617226 w 1050"/>
                <a:gd name="T55" fmla="*/ 182885 h 1049"/>
                <a:gd name="T56" fmla="*/ 1737392 w 1050"/>
                <a:gd name="T57" fmla="*/ 220464 h 1049"/>
                <a:gd name="T58" fmla="*/ 1955192 w 1050"/>
                <a:gd name="T59" fmla="*/ 152822 h 1049"/>
                <a:gd name="T60" fmla="*/ 2027791 w 1050"/>
                <a:gd name="T61" fmla="*/ 388317 h 1049"/>
                <a:gd name="T62" fmla="*/ 2253102 w 1050"/>
                <a:gd name="T63" fmla="*/ 378296 h 1049"/>
                <a:gd name="T64" fmla="*/ 2263115 w 1050"/>
                <a:gd name="T65" fmla="*/ 626318 h 1049"/>
                <a:gd name="T66" fmla="*/ 2495936 w 1050"/>
                <a:gd name="T67" fmla="*/ 711497 h 1049"/>
                <a:gd name="T68" fmla="*/ 2428343 w 1050"/>
                <a:gd name="T69" fmla="*/ 952003 h 1049"/>
                <a:gd name="T70" fmla="*/ 2616102 w 1050"/>
                <a:gd name="T71" fmla="*/ 1067246 h 1049"/>
                <a:gd name="T72" fmla="*/ 2485922 w 1050"/>
                <a:gd name="T73" fmla="*/ 1312763 h 1049"/>
                <a:gd name="T74" fmla="*/ 2623612 w 1050"/>
                <a:gd name="T75" fmla="*/ 1520700 h 1049"/>
                <a:gd name="T76" fmla="*/ 2428343 w 1050"/>
                <a:gd name="T77" fmla="*/ 1676027 h 1049"/>
                <a:gd name="T78" fmla="*/ 2515963 w 1050"/>
                <a:gd name="T79" fmla="*/ 1878954 h 1049"/>
                <a:gd name="T80" fmla="*/ 2298164 w 1050"/>
                <a:gd name="T81" fmla="*/ 1949102 h 1049"/>
                <a:gd name="T82" fmla="*/ 2225564 w 1050"/>
                <a:gd name="T83" fmla="*/ 2049313 h 1049"/>
                <a:gd name="T84" fmla="*/ 2223060 w 1050"/>
                <a:gd name="T85" fmla="*/ 2282303 h 104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50"/>
                <a:gd name="T130" fmla="*/ 0 h 1049"/>
                <a:gd name="T131" fmla="*/ 1050 w 1050"/>
                <a:gd name="T132" fmla="*/ 1049 h 104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50" h="1049">
                  <a:moveTo>
                    <a:pt x="888" y="911"/>
                  </a:moveTo>
                  <a:lnTo>
                    <a:pt x="820" y="888"/>
                  </a:lnTo>
                  <a:lnTo>
                    <a:pt x="800" y="903"/>
                  </a:lnTo>
                  <a:lnTo>
                    <a:pt x="780" y="917"/>
                  </a:lnTo>
                  <a:lnTo>
                    <a:pt x="781" y="988"/>
                  </a:lnTo>
                  <a:lnTo>
                    <a:pt x="766" y="996"/>
                  </a:lnTo>
                  <a:lnTo>
                    <a:pt x="751" y="1003"/>
                  </a:lnTo>
                  <a:lnTo>
                    <a:pt x="694" y="961"/>
                  </a:lnTo>
                  <a:lnTo>
                    <a:pt x="671" y="969"/>
                  </a:lnTo>
                  <a:lnTo>
                    <a:pt x="658" y="972"/>
                  </a:lnTo>
                  <a:lnTo>
                    <a:pt x="646" y="976"/>
                  </a:lnTo>
                  <a:lnTo>
                    <a:pt x="625" y="1044"/>
                  </a:lnTo>
                  <a:lnTo>
                    <a:pt x="592" y="1049"/>
                  </a:lnTo>
                  <a:lnTo>
                    <a:pt x="551" y="991"/>
                  </a:lnTo>
                  <a:lnTo>
                    <a:pt x="526" y="991"/>
                  </a:lnTo>
                  <a:lnTo>
                    <a:pt x="501" y="991"/>
                  </a:lnTo>
                  <a:lnTo>
                    <a:pt x="460" y="1049"/>
                  </a:lnTo>
                  <a:lnTo>
                    <a:pt x="443" y="1047"/>
                  </a:lnTo>
                  <a:lnTo>
                    <a:pt x="426" y="1044"/>
                  </a:lnTo>
                  <a:lnTo>
                    <a:pt x="405" y="976"/>
                  </a:lnTo>
                  <a:lnTo>
                    <a:pt x="381" y="969"/>
                  </a:lnTo>
                  <a:lnTo>
                    <a:pt x="369" y="965"/>
                  </a:lnTo>
                  <a:lnTo>
                    <a:pt x="358" y="961"/>
                  </a:lnTo>
                  <a:lnTo>
                    <a:pt x="301" y="1003"/>
                  </a:lnTo>
                  <a:lnTo>
                    <a:pt x="286" y="996"/>
                  </a:lnTo>
                  <a:lnTo>
                    <a:pt x="271" y="988"/>
                  </a:lnTo>
                  <a:lnTo>
                    <a:pt x="272" y="917"/>
                  </a:lnTo>
                  <a:lnTo>
                    <a:pt x="252" y="903"/>
                  </a:lnTo>
                  <a:lnTo>
                    <a:pt x="242" y="895"/>
                  </a:lnTo>
                  <a:lnTo>
                    <a:pt x="232" y="888"/>
                  </a:lnTo>
                  <a:lnTo>
                    <a:pt x="164" y="911"/>
                  </a:lnTo>
                  <a:lnTo>
                    <a:pt x="152" y="899"/>
                  </a:lnTo>
                  <a:lnTo>
                    <a:pt x="140" y="886"/>
                  </a:lnTo>
                  <a:lnTo>
                    <a:pt x="163" y="818"/>
                  </a:lnTo>
                  <a:lnTo>
                    <a:pt x="148" y="799"/>
                  </a:lnTo>
                  <a:lnTo>
                    <a:pt x="134" y="778"/>
                  </a:lnTo>
                  <a:lnTo>
                    <a:pt x="63" y="779"/>
                  </a:lnTo>
                  <a:lnTo>
                    <a:pt x="55" y="765"/>
                  </a:lnTo>
                  <a:lnTo>
                    <a:pt x="47" y="750"/>
                  </a:lnTo>
                  <a:lnTo>
                    <a:pt x="90" y="693"/>
                  </a:lnTo>
                  <a:lnTo>
                    <a:pt x="82" y="669"/>
                  </a:lnTo>
                  <a:lnTo>
                    <a:pt x="78" y="657"/>
                  </a:lnTo>
                  <a:lnTo>
                    <a:pt x="75" y="645"/>
                  </a:lnTo>
                  <a:lnTo>
                    <a:pt x="6" y="623"/>
                  </a:lnTo>
                  <a:lnTo>
                    <a:pt x="0" y="590"/>
                  </a:lnTo>
                  <a:lnTo>
                    <a:pt x="60" y="549"/>
                  </a:lnTo>
                  <a:lnTo>
                    <a:pt x="59" y="524"/>
                  </a:lnTo>
                  <a:lnTo>
                    <a:pt x="60" y="500"/>
                  </a:lnTo>
                  <a:lnTo>
                    <a:pt x="0" y="459"/>
                  </a:lnTo>
                  <a:lnTo>
                    <a:pt x="3" y="442"/>
                  </a:lnTo>
                  <a:lnTo>
                    <a:pt x="6" y="426"/>
                  </a:lnTo>
                  <a:lnTo>
                    <a:pt x="75" y="405"/>
                  </a:lnTo>
                  <a:lnTo>
                    <a:pt x="82" y="380"/>
                  </a:lnTo>
                  <a:lnTo>
                    <a:pt x="86" y="368"/>
                  </a:lnTo>
                  <a:lnTo>
                    <a:pt x="90" y="356"/>
                  </a:lnTo>
                  <a:lnTo>
                    <a:pt x="47" y="299"/>
                  </a:lnTo>
                  <a:lnTo>
                    <a:pt x="55" y="284"/>
                  </a:lnTo>
                  <a:lnTo>
                    <a:pt x="63" y="270"/>
                  </a:lnTo>
                  <a:lnTo>
                    <a:pt x="134" y="271"/>
                  </a:lnTo>
                  <a:lnTo>
                    <a:pt x="148" y="250"/>
                  </a:lnTo>
                  <a:lnTo>
                    <a:pt x="155" y="240"/>
                  </a:lnTo>
                  <a:lnTo>
                    <a:pt x="163" y="231"/>
                  </a:lnTo>
                  <a:lnTo>
                    <a:pt x="140" y="163"/>
                  </a:lnTo>
                  <a:lnTo>
                    <a:pt x="152" y="151"/>
                  </a:lnTo>
                  <a:lnTo>
                    <a:pt x="164" y="139"/>
                  </a:lnTo>
                  <a:lnTo>
                    <a:pt x="232" y="162"/>
                  </a:lnTo>
                  <a:lnTo>
                    <a:pt x="252" y="147"/>
                  </a:lnTo>
                  <a:lnTo>
                    <a:pt x="272" y="133"/>
                  </a:lnTo>
                  <a:lnTo>
                    <a:pt x="271" y="61"/>
                  </a:lnTo>
                  <a:lnTo>
                    <a:pt x="286" y="53"/>
                  </a:lnTo>
                  <a:lnTo>
                    <a:pt x="301" y="46"/>
                  </a:lnTo>
                  <a:lnTo>
                    <a:pt x="358" y="88"/>
                  </a:lnTo>
                  <a:lnTo>
                    <a:pt x="381" y="80"/>
                  </a:lnTo>
                  <a:lnTo>
                    <a:pt x="393" y="76"/>
                  </a:lnTo>
                  <a:lnTo>
                    <a:pt x="405" y="73"/>
                  </a:lnTo>
                  <a:lnTo>
                    <a:pt x="426" y="5"/>
                  </a:lnTo>
                  <a:lnTo>
                    <a:pt x="460" y="0"/>
                  </a:lnTo>
                  <a:lnTo>
                    <a:pt x="501" y="58"/>
                  </a:lnTo>
                  <a:lnTo>
                    <a:pt x="526" y="57"/>
                  </a:lnTo>
                  <a:lnTo>
                    <a:pt x="551" y="58"/>
                  </a:lnTo>
                  <a:lnTo>
                    <a:pt x="592" y="0"/>
                  </a:lnTo>
                  <a:lnTo>
                    <a:pt x="608" y="2"/>
                  </a:lnTo>
                  <a:lnTo>
                    <a:pt x="625" y="5"/>
                  </a:lnTo>
                  <a:lnTo>
                    <a:pt x="646" y="73"/>
                  </a:lnTo>
                  <a:lnTo>
                    <a:pt x="671" y="80"/>
                  </a:lnTo>
                  <a:lnTo>
                    <a:pt x="682" y="84"/>
                  </a:lnTo>
                  <a:lnTo>
                    <a:pt x="694" y="88"/>
                  </a:lnTo>
                  <a:lnTo>
                    <a:pt x="751" y="46"/>
                  </a:lnTo>
                  <a:lnTo>
                    <a:pt x="766" y="53"/>
                  </a:lnTo>
                  <a:lnTo>
                    <a:pt x="781" y="61"/>
                  </a:lnTo>
                  <a:lnTo>
                    <a:pt x="780" y="133"/>
                  </a:lnTo>
                  <a:lnTo>
                    <a:pt x="800" y="147"/>
                  </a:lnTo>
                  <a:lnTo>
                    <a:pt x="810" y="155"/>
                  </a:lnTo>
                  <a:lnTo>
                    <a:pt x="820" y="162"/>
                  </a:lnTo>
                  <a:lnTo>
                    <a:pt x="888" y="139"/>
                  </a:lnTo>
                  <a:lnTo>
                    <a:pt x="900" y="151"/>
                  </a:lnTo>
                  <a:lnTo>
                    <a:pt x="912" y="163"/>
                  </a:lnTo>
                  <a:lnTo>
                    <a:pt x="889" y="231"/>
                  </a:lnTo>
                  <a:lnTo>
                    <a:pt x="904" y="250"/>
                  </a:lnTo>
                  <a:lnTo>
                    <a:pt x="918" y="271"/>
                  </a:lnTo>
                  <a:lnTo>
                    <a:pt x="989" y="270"/>
                  </a:lnTo>
                  <a:lnTo>
                    <a:pt x="997" y="284"/>
                  </a:lnTo>
                  <a:lnTo>
                    <a:pt x="1005" y="299"/>
                  </a:lnTo>
                  <a:lnTo>
                    <a:pt x="962" y="356"/>
                  </a:lnTo>
                  <a:lnTo>
                    <a:pt x="970" y="380"/>
                  </a:lnTo>
                  <a:lnTo>
                    <a:pt x="974" y="393"/>
                  </a:lnTo>
                  <a:lnTo>
                    <a:pt x="977" y="405"/>
                  </a:lnTo>
                  <a:lnTo>
                    <a:pt x="1045" y="426"/>
                  </a:lnTo>
                  <a:lnTo>
                    <a:pt x="1050" y="459"/>
                  </a:lnTo>
                  <a:lnTo>
                    <a:pt x="992" y="500"/>
                  </a:lnTo>
                  <a:lnTo>
                    <a:pt x="993" y="524"/>
                  </a:lnTo>
                  <a:lnTo>
                    <a:pt x="992" y="549"/>
                  </a:lnTo>
                  <a:lnTo>
                    <a:pt x="1050" y="590"/>
                  </a:lnTo>
                  <a:lnTo>
                    <a:pt x="1048" y="607"/>
                  </a:lnTo>
                  <a:lnTo>
                    <a:pt x="1045" y="623"/>
                  </a:lnTo>
                  <a:lnTo>
                    <a:pt x="977" y="645"/>
                  </a:lnTo>
                  <a:lnTo>
                    <a:pt x="970" y="669"/>
                  </a:lnTo>
                  <a:lnTo>
                    <a:pt x="966" y="681"/>
                  </a:lnTo>
                  <a:lnTo>
                    <a:pt x="962" y="693"/>
                  </a:lnTo>
                  <a:lnTo>
                    <a:pt x="1005" y="750"/>
                  </a:lnTo>
                  <a:lnTo>
                    <a:pt x="997" y="765"/>
                  </a:lnTo>
                  <a:lnTo>
                    <a:pt x="989" y="779"/>
                  </a:lnTo>
                  <a:lnTo>
                    <a:pt x="918" y="778"/>
                  </a:lnTo>
                  <a:lnTo>
                    <a:pt x="904" y="799"/>
                  </a:lnTo>
                  <a:lnTo>
                    <a:pt x="897" y="809"/>
                  </a:lnTo>
                  <a:lnTo>
                    <a:pt x="889" y="818"/>
                  </a:lnTo>
                  <a:lnTo>
                    <a:pt x="912" y="886"/>
                  </a:lnTo>
                  <a:lnTo>
                    <a:pt x="900" y="899"/>
                  </a:lnTo>
                  <a:lnTo>
                    <a:pt x="888" y="911"/>
                  </a:lnTo>
                  <a:close/>
                </a:path>
              </a:pathLst>
            </a:custGeom>
            <a:solidFill>
              <a:srgbClr val="C00000"/>
            </a:solidFill>
            <a:ln w="3175" algn="ctr">
              <a:solidFill>
                <a:srgbClr val="D7D7D7"/>
              </a:solidFill>
              <a:miter lim="800000"/>
              <a:headEnd/>
              <a:tailEnd/>
            </a:ln>
            <a:effectLst>
              <a:outerShdw dist="38100" dir="5400000" algn="t" rotWithShape="0">
                <a:srgbClr val="000000">
                  <a:alpha val="39999"/>
                </a:srgbClr>
              </a:outerShdw>
            </a:effectLst>
          </p:spPr>
          <p:txBody>
            <a:bodyPr lIns="0" rIns="0" anchor="ctr"/>
            <a:lstStyle/>
            <a:p>
              <a:pPr fontAlgn="base">
                <a:lnSpc>
                  <a:spcPct val="120000"/>
                </a:lnSpc>
                <a:spcBef>
                  <a:spcPts val="450"/>
                </a:spcBef>
                <a:spcAft>
                  <a:spcPts val="450"/>
                </a:spcAft>
                <a:defRPr/>
              </a:pPr>
              <a:endParaRPr lang="en-US" sz="2099" kern="0" dirty="0">
                <a:solidFill>
                  <a:schemeClr val="bg2">
                    <a:lumMod val="25000"/>
                  </a:schemeClr>
                </a:solidFill>
                <a:latin typeface="Impact" pitchFamily="34" charset="0"/>
              </a:endParaRPr>
            </a:p>
          </p:txBody>
        </p:sp>
        <p:sp>
          <p:nvSpPr>
            <p:cNvPr id="97" name="Oval 5"/>
            <p:cNvSpPr>
              <a:spLocks noChangeArrowheads="1"/>
            </p:cNvSpPr>
            <p:nvPr/>
          </p:nvSpPr>
          <p:spPr bwMode="auto">
            <a:xfrm>
              <a:off x="2661" y="1389"/>
              <a:ext cx="971" cy="973"/>
            </a:xfrm>
            <a:prstGeom prst="ellipse">
              <a:avLst/>
            </a:prstGeom>
            <a:solidFill>
              <a:srgbClr val="FFFFFF"/>
            </a:solidFill>
            <a:ln w="22225">
              <a:noFill/>
              <a:round/>
              <a:headEnd/>
              <a:tailEnd/>
            </a:ln>
            <a:effectLst/>
          </p:spPr>
          <p:txBody>
            <a:bodyPr/>
            <a:lstStyle/>
            <a:p>
              <a:pPr>
                <a:defRPr/>
              </a:pPr>
              <a:endParaRPr lang="en-US" sz="1349" kern="0" dirty="0">
                <a:solidFill>
                  <a:schemeClr val="bg2">
                    <a:lumMod val="25000"/>
                  </a:schemeClr>
                </a:solidFill>
              </a:endParaRPr>
            </a:p>
          </p:txBody>
        </p:sp>
      </p:grpSp>
      <p:grpSp>
        <p:nvGrpSpPr>
          <p:cNvPr id="98" name="Group 82"/>
          <p:cNvGrpSpPr>
            <a:grpSpLocks/>
          </p:cNvGrpSpPr>
          <p:nvPr/>
        </p:nvGrpSpPr>
        <p:grpSpPr bwMode="auto">
          <a:xfrm>
            <a:off x="5961613" y="1599338"/>
            <a:ext cx="1356866" cy="1355155"/>
            <a:chOff x="3587" y="853"/>
            <a:chExt cx="793" cy="792"/>
          </a:xfrm>
        </p:grpSpPr>
        <p:sp>
          <p:nvSpPr>
            <p:cNvPr id="99" name="Freeform 6"/>
            <p:cNvSpPr>
              <a:spLocks/>
            </p:cNvSpPr>
            <p:nvPr/>
          </p:nvSpPr>
          <p:spPr bwMode="auto">
            <a:xfrm>
              <a:off x="3587" y="853"/>
              <a:ext cx="793" cy="792"/>
            </a:xfrm>
            <a:custGeom>
              <a:avLst/>
              <a:gdLst>
                <a:gd name="T0" fmla="*/ 1030118 w 637"/>
                <a:gd name="T1" fmla="*/ 1282427 h 638"/>
                <a:gd name="T2" fmla="*/ 981065 w 637"/>
                <a:gd name="T3" fmla="*/ 1305744 h 638"/>
                <a:gd name="T4" fmla="*/ 927340 w 637"/>
                <a:gd name="T5" fmla="*/ 1324397 h 638"/>
                <a:gd name="T6" fmla="*/ 845584 w 637"/>
                <a:gd name="T7" fmla="*/ 1482952 h 638"/>
                <a:gd name="T8" fmla="*/ 728791 w 637"/>
                <a:gd name="T9" fmla="*/ 1350046 h 638"/>
                <a:gd name="T10" fmla="*/ 672730 w 637"/>
                <a:gd name="T11" fmla="*/ 1345382 h 638"/>
                <a:gd name="T12" fmla="*/ 616669 w 637"/>
                <a:gd name="T13" fmla="*/ 1336056 h 638"/>
                <a:gd name="T14" fmla="*/ 488196 w 637"/>
                <a:gd name="T15" fmla="*/ 1443313 h 638"/>
                <a:gd name="T16" fmla="*/ 422792 w 637"/>
                <a:gd name="T17" fmla="*/ 1417664 h 638"/>
                <a:gd name="T18" fmla="*/ 406441 w 637"/>
                <a:gd name="T19" fmla="*/ 1242788 h 638"/>
                <a:gd name="T20" fmla="*/ 362060 w 637"/>
                <a:gd name="T21" fmla="*/ 1210145 h 638"/>
                <a:gd name="T22" fmla="*/ 184534 w 637"/>
                <a:gd name="T23" fmla="*/ 1238125 h 638"/>
                <a:gd name="T24" fmla="*/ 130809 w 637"/>
                <a:gd name="T25" fmla="*/ 1170506 h 638"/>
                <a:gd name="T26" fmla="*/ 207892 w 637"/>
                <a:gd name="T27" fmla="*/ 1007288 h 638"/>
                <a:gd name="T28" fmla="*/ 182198 w 637"/>
                <a:gd name="T29" fmla="*/ 955991 h 638"/>
                <a:gd name="T30" fmla="*/ 14015 w 637"/>
                <a:gd name="T31" fmla="*/ 893035 h 638"/>
                <a:gd name="T32" fmla="*/ 0 w 637"/>
                <a:gd name="T33" fmla="*/ 806763 h 638"/>
                <a:gd name="T34" fmla="*/ 149496 w 637"/>
                <a:gd name="T35" fmla="*/ 701837 h 638"/>
                <a:gd name="T36" fmla="*/ 156503 w 637"/>
                <a:gd name="T37" fmla="*/ 643545 h 638"/>
                <a:gd name="T38" fmla="*/ 39710 w 637"/>
                <a:gd name="T39" fmla="*/ 501312 h 638"/>
                <a:gd name="T40" fmla="*/ 70076 w 637"/>
                <a:gd name="T41" fmla="*/ 424367 h 638"/>
                <a:gd name="T42" fmla="*/ 254610 w 637"/>
                <a:gd name="T43" fmla="*/ 408045 h 638"/>
                <a:gd name="T44" fmla="*/ 289648 w 637"/>
                <a:gd name="T45" fmla="*/ 361411 h 638"/>
                <a:gd name="T46" fmla="*/ 259281 w 637"/>
                <a:gd name="T47" fmla="*/ 177208 h 638"/>
                <a:gd name="T48" fmla="*/ 322350 w 637"/>
                <a:gd name="T49" fmla="*/ 128243 h 638"/>
                <a:gd name="T50" fmla="*/ 492868 w 637"/>
                <a:gd name="T51" fmla="*/ 205188 h 638"/>
                <a:gd name="T52" fmla="*/ 546593 w 637"/>
                <a:gd name="T53" fmla="*/ 184203 h 638"/>
                <a:gd name="T54" fmla="*/ 609662 w 637"/>
                <a:gd name="T55" fmla="*/ 9327 h 638"/>
                <a:gd name="T56" fmla="*/ 651707 w 637"/>
                <a:gd name="T57" fmla="*/ 2332 h 638"/>
                <a:gd name="T58" fmla="*/ 770836 w 637"/>
                <a:gd name="T59" fmla="*/ 149228 h 638"/>
                <a:gd name="T60" fmla="*/ 829233 w 637"/>
                <a:gd name="T61" fmla="*/ 153891 h 638"/>
                <a:gd name="T62" fmla="*/ 885294 w 637"/>
                <a:gd name="T63" fmla="*/ 163218 h 638"/>
                <a:gd name="T64" fmla="*/ 1018438 w 637"/>
                <a:gd name="T65" fmla="*/ 48965 h 638"/>
                <a:gd name="T66" fmla="*/ 1076835 w 637"/>
                <a:gd name="T67" fmla="*/ 74614 h 638"/>
                <a:gd name="T68" fmla="*/ 1093186 w 637"/>
                <a:gd name="T69" fmla="*/ 256485 h 638"/>
                <a:gd name="T70" fmla="*/ 1139903 w 637"/>
                <a:gd name="T71" fmla="*/ 291461 h 638"/>
                <a:gd name="T72" fmla="*/ 1312758 w 637"/>
                <a:gd name="T73" fmla="*/ 261149 h 638"/>
                <a:gd name="T74" fmla="*/ 1352468 w 637"/>
                <a:gd name="T75" fmla="*/ 317109 h 638"/>
                <a:gd name="T76" fmla="*/ 1280056 w 637"/>
                <a:gd name="T77" fmla="*/ 468669 h 638"/>
                <a:gd name="T78" fmla="*/ 1294071 w 637"/>
                <a:gd name="T79" fmla="*/ 496649 h 638"/>
                <a:gd name="T80" fmla="*/ 1315094 w 637"/>
                <a:gd name="T81" fmla="*/ 547946 h 638"/>
                <a:gd name="T82" fmla="*/ 1476269 w 637"/>
                <a:gd name="T83" fmla="*/ 608570 h 638"/>
                <a:gd name="T84" fmla="*/ 1487948 w 637"/>
                <a:gd name="T85" fmla="*/ 701837 h 638"/>
                <a:gd name="T86" fmla="*/ 1347796 w 637"/>
                <a:gd name="T87" fmla="*/ 802100 h 638"/>
                <a:gd name="T88" fmla="*/ 1340788 w 637"/>
                <a:gd name="T89" fmla="*/ 855728 h 638"/>
                <a:gd name="T90" fmla="*/ 1448238 w 637"/>
                <a:gd name="T91" fmla="*/ 988634 h 638"/>
                <a:gd name="T92" fmla="*/ 1410864 w 637"/>
                <a:gd name="T93" fmla="*/ 1077238 h 638"/>
                <a:gd name="T94" fmla="*/ 1242682 w 637"/>
                <a:gd name="T95" fmla="*/ 1093560 h 638"/>
                <a:gd name="T96" fmla="*/ 1209980 w 637"/>
                <a:gd name="T97" fmla="*/ 1137862 h 638"/>
                <a:gd name="T98" fmla="*/ 1235674 w 637"/>
                <a:gd name="T99" fmla="*/ 1303412 h 638"/>
                <a:gd name="T100" fmla="*/ 1179613 w 637"/>
                <a:gd name="T101" fmla="*/ 1350046 h 6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37"/>
                <a:gd name="T154" fmla="*/ 0 h 638"/>
                <a:gd name="T155" fmla="*/ 637 w 637"/>
                <a:gd name="T156" fmla="*/ 638 h 63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37" h="638">
                  <a:moveTo>
                    <a:pt x="496" y="585"/>
                  </a:moveTo>
                  <a:lnTo>
                    <a:pt x="441" y="550"/>
                  </a:lnTo>
                  <a:lnTo>
                    <a:pt x="431" y="555"/>
                  </a:lnTo>
                  <a:lnTo>
                    <a:pt x="420" y="560"/>
                  </a:lnTo>
                  <a:lnTo>
                    <a:pt x="409" y="564"/>
                  </a:lnTo>
                  <a:lnTo>
                    <a:pt x="397" y="568"/>
                  </a:lnTo>
                  <a:lnTo>
                    <a:pt x="382" y="633"/>
                  </a:lnTo>
                  <a:lnTo>
                    <a:pt x="362" y="636"/>
                  </a:lnTo>
                  <a:lnTo>
                    <a:pt x="342" y="638"/>
                  </a:lnTo>
                  <a:lnTo>
                    <a:pt x="312" y="579"/>
                  </a:lnTo>
                  <a:lnTo>
                    <a:pt x="300" y="579"/>
                  </a:lnTo>
                  <a:lnTo>
                    <a:pt x="288" y="577"/>
                  </a:lnTo>
                  <a:lnTo>
                    <a:pt x="275" y="576"/>
                  </a:lnTo>
                  <a:lnTo>
                    <a:pt x="264" y="573"/>
                  </a:lnTo>
                  <a:lnTo>
                    <a:pt x="219" y="622"/>
                  </a:lnTo>
                  <a:lnTo>
                    <a:pt x="209" y="619"/>
                  </a:lnTo>
                  <a:lnTo>
                    <a:pt x="200" y="616"/>
                  </a:lnTo>
                  <a:lnTo>
                    <a:pt x="181" y="608"/>
                  </a:lnTo>
                  <a:lnTo>
                    <a:pt x="184" y="540"/>
                  </a:lnTo>
                  <a:lnTo>
                    <a:pt x="174" y="533"/>
                  </a:lnTo>
                  <a:lnTo>
                    <a:pt x="164" y="526"/>
                  </a:lnTo>
                  <a:lnTo>
                    <a:pt x="155" y="519"/>
                  </a:lnTo>
                  <a:lnTo>
                    <a:pt x="146" y="511"/>
                  </a:lnTo>
                  <a:lnTo>
                    <a:pt x="79" y="531"/>
                  </a:lnTo>
                  <a:lnTo>
                    <a:pt x="67" y="517"/>
                  </a:lnTo>
                  <a:lnTo>
                    <a:pt x="56" y="502"/>
                  </a:lnTo>
                  <a:lnTo>
                    <a:pt x="94" y="443"/>
                  </a:lnTo>
                  <a:lnTo>
                    <a:pt x="89" y="432"/>
                  </a:lnTo>
                  <a:lnTo>
                    <a:pt x="83" y="421"/>
                  </a:lnTo>
                  <a:lnTo>
                    <a:pt x="78" y="410"/>
                  </a:lnTo>
                  <a:lnTo>
                    <a:pt x="74" y="398"/>
                  </a:lnTo>
                  <a:lnTo>
                    <a:pt x="6" y="383"/>
                  </a:lnTo>
                  <a:lnTo>
                    <a:pt x="3" y="364"/>
                  </a:lnTo>
                  <a:lnTo>
                    <a:pt x="0" y="346"/>
                  </a:lnTo>
                  <a:lnTo>
                    <a:pt x="63" y="314"/>
                  </a:lnTo>
                  <a:lnTo>
                    <a:pt x="64" y="301"/>
                  </a:lnTo>
                  <a:lnTo>
                    <a:pt x="65" y="288"/>
                  </a:lnTo>
                  <a:lnTo>
                    <a:pt x="67" y="276"/>
                  </a:lnTo>
                  <a:lnTo>
                    <a:pt x="69" y="264"/>
                  </a:lnTo>
                  <a:lnTo>
                    <a:pt x="17" y="215"/>
                  </a:lnTo>
                  <a:lnTo>
                    <a:pt x="23" y="198"/>
                  </a:lnTo>
                  <a:lnTo>
                    <a:pt x="30" y="182"/>
                  </a:lnTo>
                  <a:lnTo>
                    <a:pt x="102" y="185"/>
                  </a:lnTo>
                  <a:lnTo>
                    <a:pt x="109" y="175"/>
                  </a:lnTo>
                  <a:lnTo>
                    <a:pt x="117" y="165"/>
                  </a:lnTo>
                  <a:lnTo>
                    <a:pt x="124" y="155"/>
                  </a:lnTo>
                  <a:lnTo>
                    <a:pt x="133" y="146"/>
                  </a:lnTo>
                  <a:lnTo>
                    <a:pt x="111" y="76"/>
                  </a:lnTo>
                  <a:lnTo>
                    <a:pt x="124" y="65"/>
                  </a:lnTo>
                  <a:lnTo>
                    <a:pt x="138" y="55"/>
                  </a:lnTo>
                  <a:lnTo>
                    <a:pt x="200" y="94"/>
                  </a:lnTo>
                  <a:lnTo>
                    <a:pt x="211" y="88"/>
                  </a:lnTo>
                  <a:lnTo>
                    <a:pt x="222" y="83"/>
                  </a:lnTo>
                  <a:lnTo>
                    <a:pt x="234" y="79"/>
                  </a:lnTo>
                  <a:lnTo>
                    <a:pt x="246" y="75"/>
                  </a:lnTo>
                  <a:lnTo>
                    <a:pt x="261" y="4"/>
                  </a:lnTo>
                  <a:lnTo>
                    <a:pt x="270" y="3"/>
                  </a:lnTo>
                  <a:lnTo>
                    <a:pt x="279" y="1"/>
                  </a:lnTo>
                  <a:lnTo>
                    <a:pt x="297" y="0"/>
                  </a:lnTo>
                  <a:lnTo>
                    <a:pt x="330" y="64"/>
                  </a:lnTo>
                  <a:lnTo>
                    <a:pt x="343" y="65"/>
                  </a:lnTo>
                  <a:lnTo>
                    <a:pt x="355" y="66"/>
                  </a:lnTo>
                  <a:lnTo>
                    <a:pt x="367" y="68"/>
                  </a:lnTo>
                  <a:lnTo>
                    <a:pt x="379" y="70"/>
                  </a:lnTo>
                  <a:lnTo>
                    <a:pt x="427" y="18"/>
                  </a:lnTo>
                  <a:lnTo>
                    <a:pt x="436" y="21"/>
                  </a:lnTo>
                  <a:lnTo>
                    <a:pt x="444" y="25"/>
                  </a:lnTo>
                  <a:lnTo>
                    <a:pt x="461" y="32"/>
                  </a:lnTo>
                  <a:lnTo>
                    <a:pt x="458" y="103"/>
                  </a:lnTo>
                  <a:lnTo>
                    <a:pt x="468" y="110"/>
                  </a:lnTo>
                  <a:lnTo>
                    <a:pt x="478" y="117"/>
                  </a:lnTo>
                  <a:lnTo>
                    <a:pt x="488" y="125"/>
                  </a:lnTo>
                  <a:lnTo>
                    <a:pt x="497" y="134"/>
                  </a:lnTo>
                  <a:lnTo>
                    <a:pt x="562" y="112"/>
                  </a:lnTo>
                  <a:lnTo>
                    <a:pt x="574" y="128"/>
                  </a:lnTo>
                  <a:lnTo>
                    <a:pt x="579" y="136"/>
                  </a:lnTo>
                  <a:lnTo>
                    <a:pt x="586" y="144"/>
                  </a:lnTo>
                  <a:lnTo>
                    <a:pt x="548" y="201"/>
                  </a:lnTo>
                  <a:lnTo>
                    <a:pt x="551" y="206"/>
                  </a:lnTo>
                  <a:lnTo>
                    <a:pt x="554" y="213"/>
                  </a:lnTo>
                  <a:lnTo>
                    <a:pt x="559" y="224"/>
                  </a:lnTo>
                  <a:lnTo>
                    <a:pt x="563" y="235"/>
                  </a:lnTo>
                  <a:lnTo>
                    <a:pt x="567" y="247"/>
                  </a:lnTo>
                  <a:lnTo>
                    <a:pt x="632" y="261"/>
                  </a:lnTo>
                  <a:lnTo>
                    <a:pt x="635" y="280"/>
                  </a:lnTo>
                  <a:lnTo>
                    <a:pt x="637" y="301"/>
                  </a:lnTo>
                  <a:lnTo>
                    <a:pt x="578" y="332"/>
                  </a:lnTo>
                  <a:lnTo>
                    <a:pt x="577" y="344"/>
                  </a:lnTo>
                  <a:lnTo>
                    <a:pt x="576" y="356"/>
                  </a:lnTo>
                  <a:lnTo>
                    <a:pt x="574" y="367"/>
                  </a:lnTo>
                  <a:lnTo>
                    <a:pt x="571" y="380"/>
                  </a:lnTo>
                  <a:lnTo>
                    <a:pt x="620" y="424"/>
                  </a:lnTo>
                  <a:lnTo>
                    <a:pt x="613" y="443"/>
                  </a:lnTo>
                  <a:lnTo>
                    <a:pt x="604" y="462"/>
                  </a:lnTo>
                  <a:lnTo>
                    <a:pt x="539" y="458"/>
                  </a:lnTo>
                  <a:lnTo>
                    <a:pt x="532" y="469"/>
                  </a:lnTo>
                  <a:lnTo>
                    <a:pt x="525" y="479"/>
                  </a:lnTo>
                  <a:lnTo>
                    <a:pt x="518" y="488"/>
                  </a:lnTo>
                  <a:lnTo>
                    <a:pt x="510" y="497"/>
                  </a:lnTo>
                  <a:lnTo>
                    <a:pt x="529" y="559"/>
                  </a:lnTo>
                  <a:lnTo>
                    <a:pt x="513" y="573"/>
                  </a:lnTo>
                  <a:lnTo>
                    <a:pt x="505" y="579"/>
                  </a:lnTo>
                  <a:lnTo>
                    <a:pt x="496" y="585"/>
                  </a:lnTo>
                  <a:close/>
                </a:path>
              </a:pathLst>
            </a:custGeom>
            <a:solidFill>
              <a:srgbClr val="C00000"/>
            </a:solidFill>
            <a:ln w="3175" algn="ctr">
              <a:solidFill>
                <a:srgbClr val="D7D7D7"/>
              </a:solidFill>
              <a:miter lim="800000"/>
              <a:headEnd/>
              <a:tailEnd/>
            </a:ln>
            <a:effectLst>
              <a:outerShdw dist="38100" dir="5400000" algn="t" rotWithShape="0">
                <a:srgbClr val="000000">
                  <a:alpha val="39999"/>
                </a:srgbClr>
              </a:outerShdw>
            </a:effectLst>
          </p:spPr>
          <p:txBody>
            <a:bodyPr lIns="0" rIns="0" anchor="ctr"/>
            <a:lstStyle/>
            <a:p>
              <a:pPr fontAlgn="base">
                <a:lnSpc>
                  <a:spcPct val="120000"/>
                </a:lnSpc>
                <a:spcBef>
                  <a:spcPts val="450"/>
                </a:spcBef>
                <a:spcAft>
                  <a:spcPts val="450"/>
                </a:spcAft>
                <a:defRPr/>
              </a:pPr>
              <a:endParaRPr lang="en-US" sz="2099" kern="0" dirty="0">
                <a:solidFill>
                  <a:schemeClr val="bg2">
                    <a:lumMod val="25000"/>
                  </a:schemeClr>
                </a:solidFill>
                <a:latin typeface="Impact" pitchFamily="34" charset="0"/>
              </a:endParaRPr>
            </a:p>
          </p:txBody>
        </p:sp>
        <p:sp>
          <p:nvSpPr>
            <p:cNvPr id="100" name="Oval 7"/>
            <p:cNvSpPr>
              <a:spLocks noChangeArrowheads="1"/>
            </p:cNvSpPr>
            <p:nvPr/>
          </p:nvSpPr>
          <p:spPr bwMode="auto">
            <a:xfrm>
              <a:off x="3744" y="1011"/>
              <a:ext cx="479" cy="476"/>
            </a:xfrm>
            <a:prstGeom prst="ellipse">
              <a:avLst/>
            </a:prstGeom>
            <a:solidFill>
              <a:srgbClr val="FFFFFF"/>
            </a:solidFill>
            <a:ln w="22225">
              <a:noFill/>
              <a:round/>
              <a:headEnd/>
              <a:tailEnd/>
            </a:ln>
            <a:effectLst/>
          </p:spPr>
          <p:txBody>
            <a:bodyPr/>
            <a:lstStyle/>
            <a:p>
              <a:pPr>
                <a:defRPr/>
              </a:pPr>
              <a:endParaRPr lang="en-US" sz="1349" kern="0" dirty="0">
                <a:solidFill>
                  <a:schemeClr val="bg2">
                    <a:lumMod val="25000"/>
                  </a:schemeClr>
                </a:solidFill>
              </a:endParaRPr>
            </a:p>
          </p:txBody>
        </p:sp>
      </p:grpSp>
      <p:grpSp>
        <p:nvGrpSpPr>
          <p:cNvPr id="101" name="Group 80"/>
          <p:cNvGrpSpPr>
            <a:grpSpLocks/>
          </p:cNvGrpSpPr>
          <p:nvPr/>
        </p:nvGrpSpPr>
        <p:grpSpPr bwMode="auto">
          <a:xfrm>
            <a:off x="2148233" y="1281082"/>
            <a:ext cx="1892425" cy="1895847"/>
            <a:chOff x="1479" y="866"/>
            <a:chExt cx="1106" cy="1108"/>
          </a:xfrm>
        </p:grpSpPr>
        <p:sp>
          <p:nvSpPr>
            <p:cNvPr id="102" name="Freeform 8"/>
            <p:cNvSpPr>
              <a:spLocks/>
            </p:cNvSpPr>
            <p:nvPr/>
          </p:nvSpPr>
          <p:spPr bwMode="auto">
            <a:xfrm>
              <a:off x="1479" y="866"/>
              <a:ext cx="1106" cy="1108"/>
            </a:xfrm>
            <a:custGeom>
              <a:avLst/>
              <a:gdLst>
                <a:gd name="T0" fmla="*/ 1507927 w 808"/>
                <a:gd name="T1" fmla="*/ 1774868 h 810"/>
                <a:gd name="T2" fmla="*/ 1420585 w 808"/>
                <a:gd name="T3" fmla="*/ 1823670 h 810"/>
                <a:gd name="T4" fmla="*/ 1374346 w 808"/>
                <a:gd name="T5" fmla="*/ 2026585 h 810"/>
                <a:gd name="T6" fmla="*/ 1307555 w 808"/>
                <a:gd name="T7" fmla="*/ 2047134 h 810"/>
                <a:gd name="T8" fmla="*/ 1155991 w 808"/>
                <a:gd name="T9" fmla="*/ 1903295 h 810"/>
                <a:gd name="T10" fmla="*/ 1091770 w 808"/>
                <a:gd name="T11" fmla="*/ 1911001 h 810"/>
                <a:gd name="T12" fmla="*/ 971033 w 808"/>
                <a:gd name="T13" fmla="*/ 2080525 h 810"/>
                <a:gd name="T14" fmla="*/ 901673 w 808"/>
                <a:gd name="T15" fmla="*/ 2072819 h 810"/>
                <a:gd name="T16" fmla="*/ 814332 w 808"/>
                <a:gd name="T17" fmla="*/ 1882747 h 810"/>
                <a:gd name="T18" fmla="*/ 750110 w 808"/>
                <a:gd name="T19" fmla="*/ 1864767 h 810"/>
                <a:gd name="T20" fmla="*/ 577996 w 808"/>
                <a:gd name="T21" fmla="*/ 1975215 h 810"/>
                <a:gd name="T22" fmla="*/ 511205 w 808"/>
                <a:gd name="T23" fmla="*/ 1939255 h 810"/>
                <a:gd name="T24" fmla="*/ 506067 w 808"/>
                <a:gd name="T25" fmla="*/ 1733771 h 810"/>
                <a:gd name="T26" fmla="*/ 454690 w 808"/>
                <a:gd name="T27" fmla="*/ 1690106 h 810"/>
                <a:gd name="T28" fmla="*/ 254318 w 808"/>
                <a:gd name="T29" fmla="*/ 1726065 h 810"/>
                <a:gd name="T30" fmla="*/ 208078 w 808"/>
                <a:gd name="T31" fmla="*/ 1666989 h 810"/>
                <a:gd name="T32" fmla="*/ 264594 w 808"/>
                <a:gd name="T33" fmla="*/ 1446093 h 810"/>
                <a:gd name="T34" fmla="*/ 236336 w 808"/>
                <a:gd name="T35" fmla="*/ 1387017 h 810"/>
                <a:gd name="T36" fmla="*/ 41102 w 808"/>
                <a:gd name="T37" fmla="*/ 1338214 h 810"/>
                <a:gd name="T38" fmla="*/ 172114 w 808"/>
                <a:gd name="T39" fmla="*/ 1184101 h 810"/>
                <a:gd name="T40" fmla="*/ 164408 w 808"/>
                <a:gd name="T41" fmla="*/ 1119888 h 810"/>
                <a:gd name="T42" fmla="*/ 159270 w 808"/>
                <a:gd name="T43" fmla="*/ 1053105 h 810"/>
                <a:gd name="T44" fmla="*/ 2569 w 808"/>
                <a:gd name="T45" fmla="*/ 929815 h 810"/>
                <a:gd name="T46" fmla="*/ 179821 w 808"/>
                <a:gd name="T47" fmla="*/ 842484 h 810"/>
                <a:gd name="T48" fmla="*/ 200372 w 808"/>
                <a:gd name="T49" fmla="*/ 778271 h 810"/>
                <a:gd name="T50" fmla="*/ 220923 w 808"/>
                <a:gd name="T51" fmla="*/ 714057 h 810"/>
                <a:gd name="T52" fmla="*/ 123306 w 808"/>
                <a:gd name="T53" fmla="*/ 544532 h 810"/>
                <a:gd name="T54" fmla="*/ 321109 w 808"/>
                <a:gd name="T55" fmla="*/ 529121 h 810"/>
                <a:gd name="T56" fmla="*/ 359642 w 808"/>
                <a:gd name="T57" fmla="*/ 477750 h 810"/>
                <a:gd name="T58" fmla="*/ 403313 w 808"/>
                <a:gd name="T59" fmla="*/ 426379 h 810"/>
                <a:gd name="T60" fmla="*/ 380193 w 808"/>
                <a:gd name="T61" fmla="*/ 233738 h 810"/>
                <a:gd name="T62" fmla="*/ 567720 w 808"/>
                <a:gd name="T63" fmla="*/ 292815 h 810"/>
                <a:gd name="T64" fmla="*/ 655062 w 808"/>
                <a:gd name="T65" fmla="*/ 244012 h 810"/>
                <a:gd name="T66" fmla="*/ 698733 w 808"/>
                <a:gd name="T67" fmla="*/ 53940 h 810"/>
                <a:gd name="T68" fmla="*/ 775799 w 808"/>
                <a:gd name="T69" fmla="*/ 30823 h 810"/>
                <a:gd name="T70" fmla="*/ 919656 w 808"/>
                <a:gd name="T71" fmla="*/ 161819 h 810"/>
                <a:gd name="T72" fmla="*/ 983877 w 808"/>
                <a:gd name="T73" fmla="*/ 156682 h 810"/>
                <a:gd name="T74" fmla="*/ 1096907 w 808"/>
                <a:gd name="T75" fmla="*/ 0 h 810"/>
                <a:gd name="T76" fmla="*/ 1179111 w 808"/>
                <a:gd name="T77" fmla="*/ 7706 h 810"/>
                <a:gd name="T78" fmla="*/ 1261315 w 808"/>
                <a:gd name="T79" fmla="*/ 182367 h 810"/>
                <a:gd name="T80" fmla="*/ 1322968 w 808"/>
                <a:gd name="T81" fmla="*/ 200347 h 810"/>
                <a:gd name="T82" fmla="*/ 1487376 w 808"/>
                <a:gd name="T83" fmla="*/ 100173 h 810"/>
                <a:gd name="T84" fmla="*/ 1559304 w 808"/>
                <a:gd name="T85" fmla="*/ 138702 h 810"/>
                <a:gd name="T86" fmla="*/ 1569580 w 808"/>
                <a:gd name="T87" fmla="*/ 333911 h 810"/>
                <a:gd name="T88" fmla="*/ 1618388 w 808"/>
                <a:gd name="T89" fmla="*/ 375008 h 810"/>
                <a:gd name="T90" fmla="*/ 1811053 w 808"/>
                <a:gd name="T91" fmla="*/ 344186 h 810"/>
                <a:gd name="T92" fmla="*/ 1862431 w 808"/>
                <a:gd name="T93" fmla="*/ 405831 h 810"/>
                <a:gd name="T94" fmla="*/ 1811053 w 808"/>
                <a:gd name="T95" fmla="*/ 619020 h 810"/>
                <a:gd name="T96" fmla="*/ 1839311 w 808"/>
                <a:gd name="T97" fmla="*/ 678097 h 810"/>
                <a:gd name="T98" fmla="*/ 2031976 w 808"/>
                <a:gd name="T99" fmla="*/ 732037 h 810"/>
                <a:gd name="T100" fmla="*/ 1900964 w 808"/>
                <a:gd name="T101" fmla="*/ 881012 h 810"/>
                <a:gd name="T102" fmla="*/ 1911239 w 808"/>
                <a:gd name="T103" fmla="*/ 945226 h 810"/>
                <a:gd name="T104" fmla="*/ 1913808 w 808"/>
                <a:gd name="T105" fmla="*/ 1014577 h 810"/>
                <a:gd name="T106" fmla="*/ 2073078 w 808"/>
                <a:gd name="T107" fmla="*/ 1135299 h 810"/>
                <a:gd name="T108" fmla="*/ 1893257 w 808"/>
                <a:gd name="T109" fmla="*/ 1225198 h 810"/>
                <a:gd name="T110" fmla="*/ 1875275 w 808"/>
                <a:gd name="T111" fmla="*/ 1289412 h 810"/>
                <a:gd name="T112" fmla="*/ 1854724 w 808"/>
                <a:gd name="T113" fmla="*/ 1351057 h 810"/>
                <a:gd name="T114" fmla="*/ 1957479 w 808"/>
                <a:gd name="T115" fmla="*/ 1528287 h 810"/>
                <a:gd name="T116" fmla="*/ 1754538 w 808"/>
                <a:gd name="T117" fmla="*/ 1538561 h 810"/>
                <a:gd name="T118" fmla="*/ 1716005 w 808"/>
                <a:gd name="T119" fmla="*/ 1592501 h 810"/>
                <a:gd name="T120" fmla="*/ 1672335 w 808"/>
                <a:gd name="T121" fmla="*/ 1641303 h 810"/>
                <a:gd name="T122" fmla="*/ 1700592 w 808"/>
                <a:gd name="T123" fmla="*/ 1844219 h 81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08"/>
                <a:gd name="T187" fmla="*/ 0 h 810"/>
                <a:gd name="T188" fmla="*/ 808 w 808"/>
                <a:gd name="T189" fmla="*/ 810 h 81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08" h="810">
                  <a:moveTo>
                    <a:pt x="651" y="726"/>
                  </a:moveTo>
                  <a:lnTo>
                    <a:pt x="587" y="691"/>
                  </a:lnTo>
                  <a:lnTo>
                    <a:pt x="565" y="704"/>
                  </a:lnTo>
                  <a:lnTo>
                    <a:pt x="553" y="710"/>
                  </a:lnTo>
                  <a:lnTo>
                    <a:pt x="542" y="716"/>
                  </a:lnTo>
                  <a:lnTo>
                    <a:pt x="535" y="789"/>
                  </a:lnTo>
                  <a:lnTo>
                    <a:pt x="522" y="794"/>
                  </a:lnTo>
                  <a:lnTo>
                    <a:pt x="509" y="797"/>
                  </a:lnTo>
                  <a:lnTo>
                    <a:pt x="462" y="739"/>
                  </a:lnTo>
                  <a:lnTo>
                    <a:pt x="450" y="741"/>
                  </a:lnTo>
                  <a:lnTo>
                    <a:pt x="437" y="743"/>
                  </a:lnTo>
                  <a:lnTo>
                    <a:pt x="425" y="744"/>
                  </a:lnTo>
                  <a:lnTo>
                    <a:pt x="412" y="744"/>
                  </a:lnTo>
                  <a:lnTo>
                    <a:pt x="378" y="810"/>
                  </a:lnTo>
                  <a:lnTo>
                    <a:pt x="364" y="809"/>
                  </a:lnTo>
                  <a:lnTo>
                    <a:pt x="351" y="807"/>
                  </a:lnTo>
                  <a:lnTo>
                    <a:pt x="329" y="736"/>
                  </a:lnTo>
                  <a:lnTo>
                    <a:pt x="317" y="733"/>
                  </a:lnTo>
                  <a:lnTo>
                    <a:pt x="304" y="730"/>
                  </a:lnTo>
                  <a:lnTo>
                    <a:pt x="292" y="726"/>
                  </a:lnTo>
                  <a:lnTo>
                    <a:pt x="280" y="721"/>
                  </a:lnTo>
                  <a:lnTo>
                    <a:pt x="225" y="769"/>
                  </a:lnTo>
                  <a:lnTo>
                    <a:pt x="212" y="763"/>
                  </a:lnTo>
                  <a:lnTo>
                    <a:pt x="199" y="755"/>
                  </a:lnTo>
                  <a:lnTo>
                    <a:pt x="207" y="683"/>
                  </a:lnTo>
                  <a:lnTo>
                    <a:pt x="197" y="675"/>
                  </a:lnTo>
                  <a:lnTo>
                    <a:pt x="187" y="667"/>
                  </a:lnTo>
                  <a:lnTo>
                    <a:pt x="177" y="658"/>
                  </a:lnTo>
                  <a:lnTo>
                    <a:pt x="168" y="650"/>
                  </a:lnTo>
                  <a:lnTo>
                    <a:pt x="99" y="672"/>
                  </a:lnTo>
                  <a:lnTo>
                    <a:pt x="90" y="661"/>
                  </a:lnTo>
                  <a:lnTo>
                    <a:pt x="81" y="649"/>
                  </a:lnTo>
                  <a:lnTo>
                    <a:pt x="116" y="586"/>
                  </a:lnTo>
                  <a:lnTo>
                    <a:pt x="103" y="563"/>
                  </a:lnTo>
                  <a:lnTo>
                    <a:pt x="97" y="552"/>
                  </a:lnTo>
                  <a:lnTo>
                    <a:pt x="92" y="540"/>
                  </a:lnTo>
                  <a:lnTo>
                    <a:pt x="20" y="534"/>
                  </a:lnTo>
                  <a:lnTo>
                    <a:pt x="16" y="521"/>
                  </a:lnTo>
                  <a:lnTo>
                    <a:pt x="12" y="507"/>
                  </a:lnTo>
                  <a:lnTo>
                    <a:pt x="67" y="461"/>
                  </a:lnTo>
                  <a:lnTo>
                    <a:pt x="65" y="449"/>
                  </a:lnTo>
                  <a:lnTo>
                    <a:pt x="64" y="436"/>
                  </a:lnTo>
                  <a:lnTo>
                    <a:pt x="63" y="423"/>
                  </a:lnTo>
                  <a:lnTo>
                    <a:pt x="62" y="410"/>
                  </a:lnTo>
                  <a:lnTo>
                    <a:pt x="0" y="378"/>
                  </a:lnTo>
                  <a:lnTo>
                    <a:pt x="1" y="362"/>
                  </a:lnTo>
                  <a:lnTo>
                    <a:pt x="3" y="348"/>
                  </a:lnTo>
                  <a:lnTo>
                    <a:pt x="70" y="328"/>
                  </a:lnTo>
                  <a:lnTo>
                    <a:pt x="73" y="316"/>
                  </a:lnTo>
                  <a:lnTo>
                    <a:pt x="78" y="303"/>
                  </a:lnTo>
                  <a:lnTo>
                    <a:pt x="82" y="291"/>
                  </a:lnTo>
                  <a:lnTo>
                    <a:pt x="86" y="278"/>
                  </a:lnTo>
                  <a:lnTo>
                    <a:pt x="41" y="225"/>
                  </a:lnTo>
                  <a:lnTo>
                    <a:pt x="48" y="212"/>
                  </a:lnTo>
                  <a:lnTo>
                    <a:pt x="55" y="199"/>
                  </a:lnTo>
                  <a:lnTo>
                    <a:pt x="125" y="206"/>
                  </a:lnTo>
                  <a:lnTo>
                    <a:pt x="132" y="196"/>
                  </a:lnTo>
                  <a:lnTo>
                    <a:pt x="140" y="186"/>
                  </a:lnTo>
                  <a:lnTo>
                    <a:pt x="148" y="175"/>
                  </a:lnTo>
                  <a:lnTo>
                    <a:pt x="157" y="166"/>
                  </a:lnTo>
                  <a:lnTo>
                    <a:pt x="136" y="101"/>
                  </a:lnTo>
                  <a:lnTo>
                    <a:pt x="148" y="91"/>
                  </a:lnTo>
                  <a:lnTo>
                    <a:pt x="160" y="80"/>
                  </a:lnTo>
                  <a:lnTo>
                    <a:pt x="221" y="114"/>
                  </a:lnTo>
                  <a:lnTo>
                    <a:pt x="243" y="101"/>
                  </a:lnTo>
                  <a:lnTo>
                    <a:pt x="255" y="95"/>
                  </a:lnTo>
                  <a:lnTo>
                    <a:pt x="266" y="90"/>
                  </a:lnTo>
                  <a:lnTo>
                    <a:pt x="272" y="21"/>
                  </a:lnTo>
                  <a:lnTo>
                    <a:pt x="287" y="16"/>
                  </a:lnTo>
                  <a:lnTo>
                    <a:pt x="302" y="12"/>
                  </a:lnTo>
                  <a:lnTo>
                    <a:pt x="345" y="65"/>
                  </a:lnTo>
                  <a:lnTo>
                    <a:pt x="358" y="63"/>
                  </a:lnTo>
                  <a:lnTo>
                    <a:pt x="371" y="62"/>
                  </a:lnTo>
                  <a:lnTo>
                    <a:pt x="383" y="61"/>
                  </a:lnTo>
                  <a:lnTo>
                    <a:pt x="396" y="60"/>
                  </a:lnTo>
                  <a:lnTo>
                    <a:pt x="427" y="0"/>
                  </a:lnTo>
                  <a:lnTo>
                    <a:pt x="443" y="1"/>
                  </a:lnTo>
                  <a:lnTo>
                    <a:pt x="459" y="3"/>
                  </a:lnTo>
                  <a:lnTo>
                    <a:pt x="479" y="68"/>
                  </a:lnTo>
                  <a:lnTo>
                    <a:pt x="491" y="71"/>
                  </a:lnTo>
                  <a:lnTo>
                    <a:pt x="503" y="75"/>
                  </a:lnTo>
                  <a:lnTo>
                    <a:pt x="515" y="78"/>
                  </a:lnTo>
                  <a:lnTo>
                    <a:pt x="527" y="83"/>
                  </a:lnTo>
                  <a:lnTo>
                    <a:pt x="579" y="39"/>
                  </a:lnTo>
                  <a:lnTo>
                    <a:pt x="593" y="46"/>
                  </a:lnTo>
                  <a:lnTo>
                    <a:pt x="607" y="54"/>
                  </a:lnTo>
                  <a:lnTo>
                    <a:pt x="599" y="122"/>
                  </a:lnTo>
                  <a:lnTo>
                    <a:pt x="611" y="130"/>
                  </a:lnTo>
                  <a:lnTo>
                    <a:pt x="621" y="138"/>
                  </a:lnTo>
                  <a:lnTo>
                    <a:pt x="630" y="146"/>
                  </a:lnTo>
                  <a:lnTo>
                    <a:pt x="640" y="155"/>
                  </a:lnTo>
                  <a:lnTo>
                    <a:pt x="705" y="134"/>
                  </a:lnTo>
                  <a:lnTo>
                    <a:pt x="715" y="146"/>
                  </a:lnTo>
                  <a:lnTo>
                    <a:pt x="725" y="158"/>
                  </a:lnTo>
                  <a:lnTo>
                    <a:pt x="692" y="219"/>
                  </a:lnTo>
                  <a:lnTo>
                    <a:pt x="705" y="241"/>
                  </a:lnTo>
                  <a:lnTo>
                    <a:pt x="710" y="252"/>
                  </a:lnTo>
                  <a:lnTo>
                    <a:pt x="716" y="264"/>
                  </a:lnTo>
                  <a:lnTo>
                    <a:pt x="786" y="270"/>
                  </a:lnTo>
                  <a:lnTo>
                    <a:pt x="791" y="285"/>
                  </a:lnTo>
                  <a:lnTo>
                    <a:pt x="795" y="300"/>
                  </a:lnTo>
                  <a:lnTo>
                    <a:pt x="740" y="343"/>
                  </a:lnTo>
                  <a:lnTo>
                    <a:pt x="742" y="356"/>
                  </a:lnTo>
                  <a:lnTo>
                    <a:pt x="744" y="368"/>
                  </a:lnTo>
                  <a:lnTo>
                    <a:pt x="745" y="382"/>
                  </a:lnTo>
                  <a:lnTo>
                    <a:pt x="745" y="395"/>
                  </a:lnTo>
                  <a:lnTo>
                    <a:pt x="808" y="427"/>
                  </a:lnTo>
                  <a:lnTo>
                    <a:pt x="807" y="442"/>
                  </a:lnTo>
                  <a:lnTo>
                    <a:pt x="805" y="457"/>
                  </a:lnTo>
                  <a:lnTo>
                    <a:pt x="737" y="477"/>
                  </a:lnTo>
                  <a:lnTo>
                    <a:pt x="734" y="490"/>
                  </a:lnTo>
                  <a:lnTo>
                    <a:pt x="730" y="502"/>
                  </a:lnTo>
                  <a:lnTo>
                    <a:pt x="726" y="514"/>
                  </a:lnTo>
                  <a:lnTo>
                    <a:pt x="722" y="526"/>
                  </a:lnTo>
                  <a:lnTo>
                    <a:pt x="769" y="582"/>
                  </a:lnTo>
                  <a:lnTo>
                    <a:pt x="762" y="595"/>
                  </a:lnTo>
                  <a:lnTo>
                    <a:pt x="756" y="607"/>
                  </a:lnTo>
                  <a:lnTo>
                    <a:pt x="683" y="599"/>
                  </a:lnTo>
                  <a:lnTo>
                    <a:pt x="676" y="609"/>
                  </a:lnTo>
                  <a:lnTo>
                    <a:pt x="668" y="620"/>
                  </a:lnTo>
                  <a:lnTo>
                    <a:pt x="659" y="629"/>
                  </a:lnTo>
                  <a:lnTo>
                    <a:pt x="651" y="639"/>
                  </a:lnTo>
                  <a:lnTo>
                    <a:pt x="673" y="709"/>
                  </a:lnTo>
                  <a:lnTo>
                    <a:pt x="662" y="718"/>
                  </a:lnTo>
                  <a:lnTo>
                    <a:pt x="651" y="726"/>
                  </a:lnTo>
                  <a:close/>
                </a:path>
              </a:pathLst>
            </a:custGeom>
            <a:solidFill>
              <a:srgbClr val="C00000"/>
            </a:solidFill>
            <a:ln w="3175" algn="ctr">
              <a:solidFill>
                <a:srgbClr val="D7D7D7"/>
              </a:solidFill>
              <a:miter lim="800000"/>
              <a:headEnd/>
              <a:tailEnd/>
            </a:ln>
            <a:effectLst>
              <a:outerShdw dist="38100" dir="5400000" algn="t" rotWithShape="0">
                <a:srgbClr val="000000">
                  <a:alpha val="39999"/>
                </a:srgbClr>
              </a:outerShdw>
            </a:effectLst>
          </p:spPr>
          <p:txBody>
            <a:bodyPr lIns="0" rIns="0" anchor="ctr"/>
            <a:lstStyle/>
            <a:p>
              <a:pPr fontAlgn="base">
                <a:lnSpc>
                  <a:spcPct val="120000"/>
                </a:lnSpc>
                <a:spcBef>
                  <a:spcPts val="450"/>
                </a:spcBef>
                <a:spcAft>
                  <a:spcPts val="450"/>
                </a:spcAft>
                <a:defRPr/>
              </a:pPr>
              <a:endParaRPr lang="en-US" sz="2099" kern="0" dirty="0">
                <a:solidFill>
                  <a:sysClr val="window" lastClr="FFFFFF"/>
                </a:solidFill>
                <a:latin typeface="Impact" pitchFamily="34" charset="0"/>
              </a:endParaRPr>
            </a:p>
          </p:txBody>
        </p:sp>
        <p:sp>
          <p:nvSpPr>
            <p:cNvPr id="103" name="Oval 9"/>
            <p:cNvSpPr>
              <a:spLocks noChangeArrowheads="1"/>
            </p:cNvSpPr>
            <p:nvPr/>
          </p:nvSpPr>
          <p:spPr bwMode="auto">
            <a:xfrm>
              <a:off x="1664" y="1052"/>
              <a:ext cx="735" cy="734"/>
            </a:xfrm>
            <a:prstGeom prst="ellipse">
              <a:avLst/>
            </a:prstGeom>
            <a:solidFill>
              <a:srgbClr val="FFFFFF"/>
            </a:solidFill>
            <a:ln w="22225">
              <a:noFill/>
              <a:round/>
              <a:headEnd/>
              <a:tailEnd/>
            </a:ln>
            <a:effectLst/>
          </p:spPr>
          <p:txBody>
            <a:bodyPr/>
            <a:lstStyle/>
            <a:p>
              <a:pPr>
                <a:defRPr/>
              </a:pPr>
              <a:endParaRPr lang="en-US" sz="1349" kern="0" dirty="0">
                <a:solidFill>
                  <a:sysClr val="windowText" lastClr="000000"/>
                </a:solidFill>
              </a:endParaRPr>
            </a:p>
          </p:txBody>
        </p:sp>
      </p:grpSp>
      <p:sp>
        <p:nvSpPr>
          <p:cNvPr id="104" name="Freeform 10"/>
          <p:cNvSpPr>
            <a:spLocks/>
          </p:cNvSpPr>
          <p:nvPr/>
        </p:nvSpPr>
        <p:spPr bwMode="auto">
          <a:xfrm>
            <a:off x="1515859" y="4198536"/>
            <a:ext cx="4489805" cy="309701"/>
          </a:xfrm>
          <a:custGeom>
            <a:avLst/>
            <a:gdLst>
              <a:gd name="T0" fmla="*/ 0 w 3686"/>
              <a:gd name="T1" fmla="*/ 85 h 254"/>
              <a:gd name="T2" fmla="*/ 129 w 3686"/>
              <a:gd name="T3" fmla="*/ 85 h 254"/>
              <a:gd name="T4" fmla="*/ 185 w 3686"/>
              <a:gd name="T5" fmla="*/ 0 h 254"/>
              <a:gd name="T6" fmla="*/ 279 w 3686"/>
              <a:gd name="T7" fmla="*/ 0 h 254"/>
              <a:gd name="T8" fmla="*/ 336 w 3686"/>
              <a:gd name="T9" fmla="*/ 85 h 254"/>
              <a:gd name="T10" fmla="*/ 421 w 3686"/>
              <a:gd name="T11" fmla="*/ 85 h 254"/>
              <a:gd name="T12" fmla="*/ 477 w 3686"/>
              <a:gd name="T13" fmla="*/ 0 h 254"/>
              <a:gd name="T14" fmla="*/ 571 w 3686"/>
              <a:gd name="T15" fmla="*/ 0 h 254"/>
              <a:gd name="T16" fmla="*/ 629 w 3686"/>
              <a:gd name="T17" fmla="*/ 85 h 254"/>
              <a:gd name="T18" fmla="*/ 709 w 3686"/>
              <a:gd name="T19" fmla="*/ 85 h 254"/>
              <a:gd name="T20" fmla="*/ 764 w 3686"/>
              <a:gd name="T21" fmla="*/ 0 h 254"/>
              <a:gd name="T22" fmla="*/ 862 w 3686"/>
              <a:gd name="T23" fmla="*/ 0 h 254"/>
              <a:gd name="T24" fmla="*/ 916 w 3686"/>
              <a:gd name="T25" fmla="*/ 85 h 254"/>
              <a:gd name="T26" fmla="*/ 1001 w 3686"/>
              <a:gd name="T27" fmla="*/ 85 h 254"/>
              <a:gd name="T28" fmla="*/ 1058 w 3686"/>
              <a:gd name="T29" fmla="*/ 0 h 254"/>
              <a:gd name="T30" fmla="*/ 1154 w 3686"/>
              <a:gd name="T31" fmla="*/ 0 h 254"/>
              <a:gd name="T32" fmla="*/ 1208 w 3686"/>
              <a:gd name="T33" fmla="*/ 85 h 254"/>
              <a:gd name="T34" fmla="*/ 1299 w 3686"/>
              <a:gd name="T35" fmla="*/ 85 h 254"/>
              <a:gd name="T36" fmla="*/ 1353 w 3686"/>
              <a:gd name="T37" fmla="*/ 0 h 254"/>
              <a:gd name="T38" fmla="*/ 1449 w 3686"/>
              <a:gd name="T39" fmla="*/ 0 h 254"/>
              <a:gd name="T40" fmla="*/ 1507 w 3686"/>
              <a:gd name="T41" fmla="*/ 85 h 254"/>
              <a:gd name="T42" fmla="*/ 1591 w 3686"/>
              <a:gd name="T43" fmla="*/ 85 h 254"/>
              <a:gd name="T44" fmla="*/ 1645 w 3686"/>
              <a:gd name="T45" fmla="*/ 0 h 254"/>
              <a:gd name="T46" fmla="*/ 1743 w 3686"/>
              <a:gd name="T47" fmla="*/ 0 h 254"/>
              <a:gd name="T48" fmla="*/ 1799 w 3686"/>
              <a:gd name="T49" fmla="*/ 85 h 254"/>
              <a:gd name="T50" fmla="*/ 1890 w 3686"/>
              <a:gd name="T51" fmla="*/ 85 h 254"/>
              <a:gd name="T52" fmla="*/ 1946 w 3686"/>
              <a:gd name="T53" fmla="*/ 0 h 254"/>
              <a:gd name="T54" fmla="*/ 2044 w 3686"/>
              <a:gd name="T55" fmla="*/ 0 h 254"/>
              <a:gd name="T56" fmla="*/ 2099 w 3686"/>
              <a:gd name="T57" fmla="*/ 85 h 254"/>
              <a:gd name="T58" fmla="*/ 2184 w 3686"/>
              <a:gd name="T59" fmla="*/ 85 h 254"/>
              <a:gd name="T60" fmla="*/ 2240 w 3686"/>
              <a:gd name="T61" fmla="*/ 0 h 254"/>
              <a:gd name="T62" fmla="*/ 2336 w 3686"/>
              <a:gd name="T63" fmla="*/ 0 h 254"/>
              <a:gd name="T64" fmla="*/ 2391 w 3686"/>
              <a:gd name="T65" fmla="*/ 85 h 254"/>
              <a:gd name="T66" fmla="*/ 2472 w 3686"/>
              <a:gd name="T67" fmla="*/ 85 h 254"/>
              <a:gd name="T68" fmla="*/ 2529 w 3686"/>
              <a:gd name="T69" fmla="*/ 0 h 254"/>
              <a:gd name="T70" fmla="*/ 2623 w 3686"/>
              <a:gd name="T71" fmla="*/ 0 h 254"/>
              <a:gd name="T72" fmla="*/ 2681 w 3686"/>
              <a:gd name="T73" fmla="*/ 85 h 254"/>
              <a:gd name="T74" fmla="*/ 2765 w 3686"/>
              <a:gd name="T75" fmla="*/ 85 h 254"/>
              <a:gd name="T76" fmla="*/ 2821 w 3686"/>
              <a:gd name="T77" fmla="*/ 0 h 254"/>
              <a:gd name="T78" fmla="*/ 2917 w 3686"/>
              <a:gd name="T79" fmla="*/ 0 h 254"/>
              <a:gd name="T80" fmla="*/ 2973 w 3686"/>
              <a:gd name="T81" fmla="*/ 85 h 254"/>
              <a:gd name="T82" fmla="*/ 3062 w 3686"/>
              <a:gd name="T83" fmla="*/ 85 h 254"/>
              <a:gd name="T84" fmla="*/ 3118 w 3686"/>
              <a:gd name="T85" fmla="*/ 0 h 254"/>
              <a:gd name="T86" fmla="*/ 3214 w 3686"/>
              <a:gd name="T87" fmla="*/ 0 h 254"/>
              <a:gd name="T88" fmla="*/ 3269 w 3686"/>
              <a:gd name="T89" fmla="*/ 85 h 254"/>
              <a:gd name="T90" fmla="*/ 3356 w 3686"/>
              <a:gd name="T91" fmla="*/ 85 h 254"/>
              <a:gd name="T92" fmla="*/ 3410 w 3686"/>
              <a:gd name="T93" fmla="*/ 0 h 254"/>
              <a:gd name="T94" fmla="*/ 3506 w 3686"/>
              <a:gd name="T95" fmla="*/ 0 h 254"/>
              <a:gd name="T96" fmla="*/ 3561 w 3686"/>
              <a:gd name="T97" fmla="*/ 85 h 254"/>
              <a:gd name="T98" fmla="*/ 3686 w 3686"/>
              <a:gd name="T99" fmla="*/ 85 h 254"/>
              <a:gd name="T100" fmla="*/ 3686 w 3686"/>
              <a:gd name="T101" fmla="*/ 254 h 254"/>
              <a:gd name="T102" fmla="*/ 0 w 3686"/>
              <a:gd name="T103" fmla="*/ 254 h 254"/>
              <a:gd name="T104" fmla="*/ 0 w 3686"/>
              <a:gd name="T105" fmla="*/ 85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86" h="254">
                <a:moveTo>
                  <a:pt x="0" y="85"/>
                </a:moveTo>
                <a:lnTo>
                  <a:pt x="129" y="85"/>
                </a:lnTo>
                <a:lnTo>
                  <a:pt x="185" y="0"/>
                </a:lnTo>
                <a:lnTo>
                  <a:pt x="279" y="0"/>
                </a:lnTo>
                <a:lnTo>
                  <a:pt x="336" y="85"/>
                </a:lnTo>
                <a:lnTo>
                  <a:pt x="421" y="85"/>
                </a:lnTo>
                <a:lnTo>
                  <a:pt x="477" y="0"/>
                </a:lnTo>
                <a:lnTo>
                  <a:pt x="571" y="0"/>
                </a:lnTo>
                <a:lnTo>
                  <a:pt x="629" y="85"/>
                </a:lnTo>
                <a:lnTo>
                  <a:pt x="709" y="85"/>
                </a:lnTo>
                <a:lnTo>
                  <a:pt x="764" y="0"/>
                </a:lnTo>
                <a:lnTo>
                  <a:pt x="862" y="0"/>
                </a:lnTo>
                <a:lnTo>
                  <a:pt x="916" y="85"/>
                </a:lnTo>
                <a:lnTo>
                  <a:pt x="1001" y="85"/>
                </a:lnTo>
                <a:lnTo>
                  <a:pt x="1058" y="0"/>
                </a:lnTo>
                <a:lnTo>
                  <a:pt x="1154" y="0"/>
                </a:lnTo>
                <a:lnTo>
                  <a:pt x="1208" y="85"/>
                </a:lnTo>
                <a:lnTo>
                  <a:pt x="1299" y="85"/>
                </a:lnTo>
                <a:lnTo>
                  <a:pt x="1353" y="0"/>
                </a:lnTo>
                <a:lnTo>
                  <a:pt x="1449" y="0"/>
                </a:lnTo>
                <a:lnTo>
                  <a:pt x="1507" y="85"/>
                </a:lnTo>
                <a:lnTo>
                  <a:pt x="1591" y="85"/>
                </a:lnTo>
                <a:lnTo>
                  <a:pt x="1645" y="0"/>
                </a:lnTo>
                <a:lnTo>
                  <a:pt x="1743" y="0"/>
                </a:lnTo>
                <a:lnTo>
                  <a:pt x="1799" y="85"/>
                </a:lnTo>
                <a:lnTo>
                  <a:pt x="1890" y="85"/>
                </a:lnTo>
                <a:lnTo>
                  <a:pt x="1946" y="0"/>
                </a:lnTo>
                <a:lnTo>
                  <a:pt x="2044" y="0"/>
                </a:lnTo>
                <a:lnTo>
                  <a:pt x="2099" y="85"/>
                </a:lnTo>
                <a:lnTo>
                  <a:pt x="2184" y="85"/>
                </a:lnTo>
                <a:lnTo>
                  <a:pt x="2240" y="0"/>
                </a:lnTo>
                <a:lnTo>
                  <a:pt x="2336" y="0"/>
                </a:lnTo>
                <a:lnTo>
                  <a:pt x="2391" y="85"/>
                </a:lnTo>
                <a:lnTo>
                  <a:pt x="2472" y="85"/>
                </a:lnTo>
                <a:lnTo>
                  <a:pt x="2529" y="0"/>
                </a:lnTo>
                <a:lnTo>
                  <a:pt x="2623" y="0"/>
                </a:lnTo>
                <a:lnTo>
                  <a:pt x="2681" y="85"/>
                </a:lnTo>
                <a:lnTo>
                  <a:pt x="2765" y="85"/>
                </a:lnTo>
                <a:lnTo>
                  <a:pt x="2821" y="0"/>
                </a:lnTo>
                <a:lnTo>
                  <a:pt x="2917" y="0"/>
                </a:lnTo>
                <a:lnTo>
                  <a:pt x="2973" y="85"/>
                </a:lnTo>
                <a:lnTo>
                  <a:pt x="3062" y="85"/>
                </a:lnTo>
                <a:lnTo>
                  <a:pt x="3118" y="0"/>
                </a:lnTo>
                <a:lnTo>
                  <a:pt x="3214" y="0"/>
                </a:lnTo>
                <a:lnTo>
                  <a:pt x="3269" y="85"/>
                </a:lnTo>
                <a:lnTo>
                  <a:pt x="3356" y="85"/>
                </a:lnTo>
                <a:lnTo>
                  <a:pt x="3410" y="0"/>
                </a:lnTo>
                <a:lnTo>
                  <a:pt x="3506" y="0"/>
                </a:lnTo>
                <a:lnTo>
                  <a:pt x="3561" y="85"/>
                </a:lnTo>
                <a:lnTo>
                  <a:pt x="3686" y="85"/>
                </a:lnTo>
                <a:lnTo>
                  <a:pt x="3686" y="254"/>
                </a:lnTo>
                <a:lnTo>
                  <a:pt x="0" y="254"/>
                </a:lnTo>
                <a:lnTo>
                  <a:pt x="0" y="85"/>
                </a:lnTo>
                <a:close/>
              </a:path>
            </a:pathLst>
          </a:custGeom>
          <a:solidFill>
            <a:srgbClr val="C00000"/>
          </a:solidFill>
          <a:ln w="9525" cap="rnd">
            <a:solidFill>
              <a:srgbClr val="E6E6E6"/>
            </a:solidFill>
            <a:prstDash val="solid"/>
            <a:round/>
            <a:headEnd/>
            <a:tailEnd/>
          </a:ln>
        </p:spPr>
        <p:txBody>
          <a:bodyPr vert="eaVert" anchor="ctr"/>
          <a:lstStyle/>
          <a:p>
            <a:pPr algn="l" eaLnBrk="1" fontAlgn="base" hangingPunct="1">
              <a:buClrTx/>
              <a:buSzTx/>
              <a:defRPr/>
            </a:pPr>
            <a:endParaRPr lang="en-US" sz="1013" kern="0" dirty="0">
              <a:solidFill>
                <a:schemeClr val="bg2">
                  <a:lumMod val="25000"/>
                </a:schemeClr>
              </a:solidFill>
            </a:endParaRPr>
          </a:p>
        </p:txBody>
      </p:sp>
      <p:sp>
        <p:nvSpPr>
          <p:cNvPr id="105" name="TextBox 53"/>
          <p:cNvSpPr txBox="1">
            <a:spLocks noChangeArrowheads="1"/>
          </p:cNvSpPr>
          <p:nvPr/>
        </p:nvSpPr>
        <p:spPr bwMode="auto">
          <a:xfrm>
            <a:off x="2298215" y="2013390"/>
            <a:ext cx="1575881" cy="461665"/>
          </a:xfrm>
          <a:prstGeom prst="rect">
            <a:avLst/>
          </a:prstGeom>
          <a:noFill/>
          <a:ln>
            <a:noFill/>
          </a:ln>
        </p:spPr>
        <p:txBody>
          <a:bodyPr wrap="square">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eaLnBrk="1" hangingPunct="1">
              <a:buClrTx/>
              <a:buSzTx/>
            </a:pPr>
            <a:r>
              <a:rPr lang="zh-CN" altLang="en-US" sz="1200" b="1" dirty="0">
                <a:solidFill>
                  <a:schemeClr val="bg2">
                    <a:lumMod val="25000"/>
                  </a:schemeClr>
                </a:solidFill>
                <a:latin typeface="微软雅黑" pitchFamily="34" charset="-122"/>
                <a:ea typeface="微软雅黑" panose="020B0503020204020204" pitchFamily="34" charset="-122"/>
              </a:rPr>
              <a:t>单击此处</a:t>
            </a:r>
            <a:endParaRPr lang="en-US" altLang="zh-CN" sz="1200" b="1" dirty="0">
              <a:solidFill>
                <a:schemeClr val="bg2">
                  <a:lumMod val="25000"/>
                </a:schemeClr>
              </a:solidFill>
              <a:latin typeface="微软雅黑" pitchFamily="34" charset="-122"/>
              <a:ea typeface="微软雅黑" panose="020B0503020204020204" pitchFamily="34" charset="-122"/>
            </a:endParaRPr>
          </a:p>
          <a:p>
            <a:pPr algn="ctr" eaLnBrk="1" hangingPunct="1">
              <a:buClrTx/>
              <a:buSzTx/>
            </a:pPr>
            <a:r>
              <a:rPr lang="zh-CN" altLang="en-US" sz="1200" b="1" dirty="0">
                <a:solidFill>
                  <a:schemeClr val="bg2">
                    <a:lumMod val="25000"/>
                  </a:schemeClr>
                </a:solidFill>
                <a:latin typeface="微软雅黑" pitchFamily="34" charset="-122"/>
                <a:ea typeface="微软雅黑" panose="020B0503020204020204" pitchFamily="34" charset="-122"/>
              </a:rPr>
              <a:t>添加标题</a:t>
            </a:r>
            <a:endParaRPr lang="zh-CN" altLang="en-US" sz="18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06" name="TextBox 53"/>
          <p:cNvSpPr txBox="1">
            <a:spLocks noChangeArrowheads="1"/>
          </p:cNvSpPr>
          <p:nvPr/>
        </p:nvSpPr>
        <p:spPr bwMode="auto">
          <a:xfrm>
            <a:off x="4221432" y="2820965"/>
            <a:ext cx="1577591" cy="461665"/>
          </a:xfrm>
          <a:prstGeom prst="rect">
            <a:avLst/>
          </a:prstGeom>
          <a:noFill/>
          <a:ln>
            <a:noFill/>
          </a:ln>
        </p:spPr>
        <p:txBody>
          <a:bodyPr wrap="square">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eaLnBrk="1" hangingPunct="1">
              <a:buClrTx/>
              <a:buSzTx/>
            </a:pPr>
            <a:r>
              <a:rPr lang="zh-CN" altLang="en-US" sz="1200" b="1" dirty="0">
                <a:solidFill>
                  <a:schemeClr val="bg2">
                    <a:lumMod val="25000"/>
                  </a:schemeClr>
                </a:solidFill>
                <a:latin typeface="微软雅黑" pitchFamily="34" charset="-122"/>
                <a:ea typeface="微软雅黑" panose="020B0503020204020204" pitchFamily="34" charset="-122"/>
              </a:rPr>
              <a:t>单击此处</a:t>
            </a:r>
            <a:endParaRPr lang="en-US" altLang="zh-CN" sz="1200" b="1" dirty="0">
              <a:solidFill>
                <a:schemeClr val="bg2">
                  <a:lumMod val="25000"/>
                </a:schemeClr>
              </a:solidFill>
              <a:latin typeface="微软雅黑" pitchFamily="34" charset="-122"/>
              <a:ea typeface="微软雅黑" panose="020B0503020204020204" pitchFamily="34" charset="-122"/>
            </a:endParaRPr>
          </a:p>
          <a:p>
            <a:pPr algn="ctr" eaLnBrk="1" hangingPunct="1">
              <a:buClrTx/>
              <a:buSzTx/>
            </a:pPr>
            <a:r>
              <a:rPr lang="zh-CN" altLang="en-US" sz="1200" b="1" dirty="0">
                <a:solidFill>
                  <a:schemeClr val="bg2">
                    <a:lumMod val="25000"/>
                  </a:schemeClr>
                </a:solidFill>
                <a:latin typeface="微软雅黑" pitchFamily="34" charset="-122"/>
                <a:ea typeface="微软雅黑" panose="020B0503020204020204" pitchFamily="34" charset="-122"/>
              </a:rPr>
              <a:t>添加标题</a:t>
            </a:r>
          </a:p>
        </p:txBody>
      </p:sp>
      <p:sp>
        <p:nvSpPr>
          <p:cNvPr id="107" name="TextBox 53"/>
          <p:cNvSpPr txBox="1">
            <a:spLocks noChangeArrowheads="1"/>
          </p:cNvSpPr>
          <p:nvPr/>
        </p:nvSpPr>
        <p:spPr bwMode="auto">
          <a:xfrm>
            <a:off x="5852106" y="2064961"/>
            <a:ext cx="1575880" cy="415498"/>
          </a:xfrm>
          <a:prstGeom prst="rect">
            <a:avLst/>
          </a:prstGeom>
          <a:noFill/>
          <a:ln>
            <a:noFill/>
          </a:ln>
        </p:spPr>
        <p:txBody>
          <a:bodyPr wrap="square">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eaLnBrk="1" hangingPunct="1">
              <a:buClrTx/>
              <a:buSzTx/>
            </a:pPr>
            <a:r>
              <a:rPr lang="zh-CN" altLang="en-US" sz="1050" b="1" dirty="0">
                <a:solidFill>
                  <a:schemeClr val="bg2">
                    <a:lumMod val="25000"/>
                  </a:schemeClr>
                </a:solidFill>
                <a:latin typeface="微软雅黑" pitchFamily="34" charset="-122"/>
                <a:ea typeface="微软雅黑" panose="020B0503020204020204" pitchFamily="34" charset="-122"/>
              </a:rPr>
              <a:t>单击此处</a:t>
            </a:r>
            <a:endParaRPr lang="en-US" altLang="zh-CN" sz="1050" b="1" dirty="0">
              <a:solidFill>
                <a:schemeClr val="bg2">
                  <a:lumMod val="25000"/>
                </a:schemeClr>
              </a:solidFill>
              <a:latin typeface="微软雅黑" pitchFamily="34" charset="-122"/>
              <a:ea typeface="微软雅黑" panose="020B0503020204020204" pitchFamily="34" charset="-122"/>
            </a:endParaRPr>
          </a:p>
          <a:p>
            <a:pPr algn="ctr" eaLnBrk="1" hangingPunct="1">
              <a:buClrTx/>
              <a:buSzTx/>
            </a:pPr>
            <a:r>
              <a:rPr lang="zh-CN" altLang="en-US" sz="1050" b="1" dirty="0">
                <a:solidFill>
                  <a:schemeClr val="bg2">
                    <a:lumMod val="25000"/>
                  </a:schemeClr>
                </a:solidFill>
                <a:latin typeface="微软雅黑" pitchFamily="34" charset="-122"/>
                <a:ea typeface="微软雅黑" panose="020B0503020204020204" pitchFamily="34" charset="-122"/>
              </a:rPr>
              <a:t>添加标题</a:t>
            </a:r>
          </a:p>
        </p:txBody>
      </p:sp>
      <p:sp>
        <p:nvSpPr>
          <p:cNvPr id="108" name="TextBox 5"/>
          <p:cNvSpPr txBox="1">
            <a:spLocks noChangeArrowheads="1"/>
          </p:cNvSpPr>
          <p:nvPr/>
        </p:nvSpPr>
        <p:spPr bwMode="auto">
          <a:xfrm>
            <a:off x="6313678" y="3069420"/>
            <a:ext cx="1746941"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20000"/>
              </a:lnSpc>
            </a:pPr>
            <a:r>
              <a:rPr lang="zh-CN" altLang="en-US" sz="900" dirty="0">
                <a:solidFill>
                  <a:schemeClr val="bg2">
                    <a:lumMod val="25000"/>
                  </a:schemeClr>
                </a:solidFill>
                <a:latin typeface="微软雅黑" pitchFamily="34" charset="-122"/>
                <a:ea typeface="微软雅黑" panose="020B0503020204020204" pitchFamily="34" charset="-122"/>
              </a:rPr>
              <a:t>单击此处添加文本你也可以右击进行粘贴已有文本，文字改变动画效果不变，</a:t>
            </a:r>
          </a:p>
        </p:txBody>
      </p:sp>
      <p:sp>
        <p:nvSpPr>
          <p:cNvPr id="109" name="TextBox 5"/>
          <p:cNvSpPr txBox="1">
            <a:spLocks noChangeArrowheads="1"/>
          </p:cNvSpPr>
          <p:nvPr/>
        </p:nvSpPr>
        <p:spPr bwMode="auto">
          <a:xfrm>
            <a:off x="5852106" y="1023787"/>
            <a:ext cx="1746941"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20000"/>
              </a:lnSpc>
            </a:pPr>
            <a:r>
              <a:rPr lang="zh-CN" altLang="en-US" sz="900" dirty="0">
                <a:solidFill>
                  <a:schemeClr val="bg2">
                    <a:lumMod val="25000"/>
                  </a:schemeClr>
                </a:solidFill>
                <a:latin typeface="微软雅黑" pitchFamily="34" charset="-122"/>
                <a:ea typeface="微软雅黑" panose="020B0503020204020204" pitchFamily="34" charset="-122"/>
              </a:rPr>
              <a:t>单击此处添加文本你也可以右击进行粘贴已有文本，文字改变动画效果不变，</a:t>
            </a:r>
          </a:p>
        </p:txBody>
      </p:sp>
      <p:sp>
        <p:nvSpPr>
          <p:cNvPr id="110" name="TextBox 5"/>
          <p:cNvSpPr txBox="1">
            <a:spLocks noChangeArrowheads="1"/>
          </p:cNvSpPr>
          <p:nvPr/>
        </p:nvSpPr>
        <p:spPr bwMode="auto">
          <a:xfrm>
            <a:off x="2147650" y="745642"/>
            <a:ext cx="1746941"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gn="l" fontAlgn="base">
              <a:defRPr>
                <a:solidFill>
                  <a:schemeClr val="tx1"/>
                </a:solidFill>
                <a:latin typeface="Arial" charset="0"/>
              </a:defRPr>
            </a:lvl1pPr>
            <a:lvl2pPr marL="742950" indent="-285750" algn="l" fontAlgn="base">
              <a:defRPr>
                <a:solidFill>
                  <a:schemeClr val="tx1"/>
                </a:solidFill>
                <a:latin typeface="Arial" charset="0"/>
              </a:defRPr>
            </a:lvl2pPr>
            <a:lvl3pPr marL="1143000" indent="-228600" algn="l" fontAlgn="base">
              <a:defRPr>
                <a:solidFill>
                  <a:schemeClr val="tx1"/>
                </a:solidFill>
                <a:latin typeface="Arial" charset="0"/>
              </a:defRPr>
            </a:lvl3pPr>
            <a:lvl4pPr marL="1600200" indent="-228600" algn="l" fontAlgn="base">
              <a:defRPr>
                <a:solidFill>
                  <a:schemeClr val="tx1"/>
                </a:solidFill>
                <a:latin typeface="Arial" charset="0"/>
              </a:defRPr>
            </a:lvl4pPr>
            <a:lvl5pPr marL="2057400" indent="-228600" algn="l" fontAlgn="base">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20000"/>
              </a:lnSpc>
            </a:pPr>
            <a:r>
              <a:rPr lang="zh-CN" altLang="en-US" sz="900" dirty="0">
                <a:solidFill>
                  <a:schemeClr val="bg2">
                    <a:lumMod val="25000"/>
                  </a:schemeClr>
                </a:solidFill>
                <a:latin typeface="微软雅黑" pitchFamily="34" charset="-122"/>
                <a:ea typeface="微软雅黑" panose="020B0503020204020204" pitchFamily="34" charset="-122"/>
              </a:rPr>
              <a:t>单击此处添加文本你也可以右击进行粘贴已有文本，文字改变动画效果不变，</a:t>
            </a:r>
          </a:p>
        </p:txBody>
      </p:sp>
    </p:spTree>
    <p:extLst>
      <p:ext uri="{BB962C8B-B14F-4D97-AF65-F5344CB8AC3E}">
        <p14:creationId xmlns:p14="http://schemas.microsoft.com/office/powerpoint/2010/main" val="1877470783"/>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p:cTn id="7" dur="500" fill="hold"/>
                                        <p:tgtEl>
                                          <p:spTgt spid="101"/>
                                        </p:tgtEl>
                                        <p:attrNameLst>
                                          <p:attrName>ppt_w</p:attrName>
                                        </p:attrNameLst>
                                      </p:cBhvr>
                                      <p:tavLst>
                                        <p:tav tm="0">
                                          <p:val>
                                            <p:fltVal val="0"/>
                                          </p:val>
                                        </p:tav>
                                        <p:tav tm="100000">
                                          <p:val>
                                            <p:strVal val="#ppt_w"/>
                                          </p:val>
                                        </p:tav>
                                      </p:tavLst>
                                    </p:anim>
                                    <p:anim calcmode="lin" valueType="num">
                                      <p:cBhvr>
                                        <p:cTn id="8" dur="500" fill="hold"/>
                                        <p:tgtEl>
                                          <p:spTgt spid="101"/>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95"/>
                                        </p:tgtEl>
                                        <p:attrNameLst>
                                          <p:attrName>style.visibility</p:attrName>
                                        </p:attrNameLst>
                                      </p:cBhvr>
                                      <p:to>
                                        <p:strVal val="visible"/>
                                      </p:to>
                                    </p:set>
                                    <p:anim calcmode="lin" valueType="num">
                                      <p:cBhvr>
                                        <p:cTn id="11" dur="500" fill="hold"/>
                                        <p:tgtEl>
                                          <p:spTgt spid="95"/>
                                        </p:tgtEl>
                                        <p:attrNameLst>
                                          <p:attrName>ppt_w</p:attrName>
                                        </p:attrNameLst>
                                      </p:cBhvr>
                                      <p:tavLst>
                                        <p:tav tm="0">
                                          <p:val>
                                            <p:fltVal val="0"/>
                                          </p:val>
                                        </p:tav>
                                        <p:tav tm="100000">
                                          <p:val>
                                            <p:strVal val="#ppt_w"/>
                                          </p:val>
                                        </p:tav>
                                      </p:tavLst>
                                    </p:anim>
                                    <p:anim calcmode="lin" valueType="num">
                                      <p:cBhvr>
                                        <p:cTn id="12" dur="500" fill="hold"/>
                                        <p:tgtEl>
                                          <p:spTgt spid="95"/>
                                        </p:tgtEl>
                                        <p:attrNameLst>
                                          <p:attrName>ppt_h</p:attrName>
                                        </p:attrNameLst>
                                      </p:cBhvr>
                                      <p:tavLst>
                                        <p:tav tm="0">
                                          <p:val>
                                            <p:flt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98"/>
                                        </p:tgtEl>
                                        <p:attrNameLst>
                                          <p:attrName>style.visibility</p:attrName>
                                        </p:attrNameLst>
                                      </p:cBhvr>
                                      <p:to>
                                        <p:strVal val="visible"/>
                                      </p:to>
                                    </p:set>
                                    <p:anim calcmode="lin" valueType="num">
                                      <p:cBhvr>
                                        <p:cTn id="15" dur="500" fill="hold"/>
                                        <p:tgtEl>
                                          <p:spTgt spid="98"/>
                                        </p:tgtEl>
                                        <p:attrNameLst>
                                          <p:attrName>ppt_w</p:attrName>
                                        </p:attrNameLst>
                                      </p:cBhvr>
                                      <p:tavLst>
                                        <p:tav tm="0">
                                          <p:val>
                                            <p:fltVal val="0"/>
                                          </p:val>
                                        </p:tav>
                                        <p:tav tm="100000">
                                          <p:val>
                                            <p:strVal val="#ppt_w"/>
                                          </p:val>
                                        </p:tav>
                                      </p:tavLst>
                                    </p:anim>
                                    <p:anim calcmode="lin" valueType="num">
                                      <p:cBhvr>
                                        <p:cTn id="16" dur="500" fill="hold"/>
                                        <p:tgtEl>
                                          <p:spTgt spid="98"/>
                                        </p:tgtEl>
                                        <p:attrNameLst>
                                          <p:attrName>ppt_h</p:attrName>
                                        </p:attrNameLst>
                                      </p:cBhvr>
                                      <p:tavLst>
                                        <p:tav tm="0">
                                          <p:val>
                                            <p:fltVal val="0"/>
                                          </p:val>
                                        </p:tav>
                                        <p:tav tm="100000">
                                          <p:val>
                                            <p:strVal val="#ppt_h"/>
                                          </p:val>
                                        </p:tav>
                                      </p:tavLst>
                                    </p:anim>
                                  </p:childTnLst>
                                </p:cTn>
                              </p:par>
                            </p:childTnLst>
                          </p:cTn>
                        </p:par>
                        <p:par>
                          <p:cTn id="17" fill="hold">
                            <p:stCondLst>
                              <p:cond delay="500"/>
                            </p:stCondLst>
                            <p:childTnLst>
                              <p:par>
                                <p:cTn id="18" presetID="2" presetClass="entr" presetSubtype="8" fill="hold" grpId="0" nodeType="afterEffect">
                                  <p:stCondLst>
                                    <p:cond delay="0"/>
                                  </p:stCondLst>
                                  <p:childTnLst>
                                    <p:set>
                                      <p:cBhvr>
                                        <p:cTn id="19" dur="1" fill="hold">
                                          <p:stCondLst>
                                            <p:cond delay="0"/>
                                          </p:stCondLst>
                                        </p:cTn>
                                        <p:tgtEl>
                                          <p:spTgt spid="104"/>
                                        </p:tgtEl>
                                        <p:attrNameLst>
                                          <p:attrName>style.visibility</p:attrName>
                                        </p:attrNameLst>
                                      </p:cBhvr>
                                      <p:to>
                                        <p:strVal val="visible"/>
                                      </p:to>
                                    </p:set>
                                    <p:anim calcmode="lin" valueType="num">
                                      <p:cBhvr additive="base">
                                        <p:cTn id="20" dur="500" fill="hold"/>
                                        <p:tgtEl>
                                          <p:spTgt spid="104"/>
                                        </p:tgtEl>
                                        <p:attrNameLst>
                                          <p:attrName>ppt_x</p:attrName>
                                        </p:attrNameLst>
                                      </p:cBhvr>
                                      <p:tavLst>
                                        <p:tav tm="0">
                                          <p:val>
                                            <p:strVal val="0-#ppt_w/2"/>
                                          </p:val>
                                        </p:tav>
                                        <p:tav tm="100000">
                                          <p:val>
                                            <p:strVal val="#ppt_x"/>
                                          </p:val>
                                        </p:tav>
                                      </p:tavLst>
                                    </p:anim>
                                    <p:anim calcmode="lin" valueType="num">
                                      <p:cBhvr additive="base">
                                        <p:cTn id="21" dur="500" fill="hold"/>
                                        <p:tgtEl>
                                          <p:spTgt spid="104"/>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8" presetClass="emph" presetSubtype="0" fill="hold" nodeType="afterEffect">
                                  <p:stCondLst>
                                    <p:cond delay="0"/>
                                  </p:stCondLst>
                                  <p:childTnLst>
                                    <p:animRot by="21600000">
                                      <p:cBhvr>
                                        <p:cTn id="24" dur="2000" fill="hold"/>
                                        <p:tgtEl>
                                          <p:spTgt spid="101"/>
                                        </p:tgtEl>
                                        <p:attrNameLst>
                                          <p:attrName>r</p:attrName>
                                        </p:attrNameLst>
                                      </p:cBhvr>
                                    </p:animRot>
                                  </p:childTnLst>
                                </p:cTn>
                              </p:par>
                              <p:par>
                                <p:cTn id="25" presetID="8" presetClass="emph" presetSubtype="0" fill="hold" nodeType="withEffect">
                                  <p:stCondLst>
                                    <p:cond delay="0"/>
                                  </p:stCondLst>
                                  <p:childTnLst>
                                    <p:animRot by="21600000">
                                      <p:cBhvr>
                                        <p:cTn id="26" dur="2000" fill="hold"/>
                                        <p:tgtEl>
                                          <p:spTgt spid="95"/>
                                        </p:tgtEl>
                                        <p:attrNameLst>
                                          <p:attrName>r</p:attrName>
                                        </p:attrNameLst>
                                      </p:cBhvr>
                                    </p:animRot>
                                  </p:childTnLst>
                                </p:cTn>
                              </p:par>
                              <p:par>
                                <p:cTn id="27" presetID="8" presetClass="emph" presetSubtype="0" fill="hold" nodeType="withEffect">
                                  <p:stCondLst>
                                    <p:cond delay="0"/>
                                  </p:stCondLst>
                                  <p:childTnLst>
                                    <p:animRot by="21600000">
                                      <p:cBhvr>
                                        <p:cTn id="28" dur="2000" fill="hold"/>
                                        <p:tgtEl>
                                          <p:spTgt spid="98"/>
                                        </p:tgtEl>
                                        <p:attrNameLst>
                                          <p:attrName>r</p:attrName>
                                        </p:attrNameLst>
                                      </p:cBhvr>
                                    </p:animRot>
                                  </p:childTnLst>
                                </p:cTn>
                              </p:par>
                              <p:par>
                                <p:cTn id="29" presetID="53" presetClass="entr" presetSubtype="16"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anim calcmode="lin" valueType="num">
                                      <p:cBhvr>
                                        <p:cTn id="31" dur="1000" fill="hold"/>
                                        <p:tgtEl>
                                          <p:spTgt spid="105"/>
                                        </p:tgtEl>
                                        <p:attrNameLst>
                                          <p:attrName>ppt_w</p:attrName>
                                        </p:attrNameLst>
                                      </p:cBhvr>
                                      <p:tavLst>
                                        <p:tav tm="0">
                                          <p:val>
                                            <p:fltVal val="0"/>
                                          </p:val>
                                        </p:tav>
                                        <p:tav tm="100000">
                                          <p:val>
                                            <p:strVal val="#ppt_w"/>
                                          </p:val>
                                        </p:tav>
                                      </p:tavLst>
                                    </p:anim>
                                    <p:anim calcmode="lin" valueType="num">
                                      <p:cBhvr>
                                        <p:cTn id="32" dur="1000" fill="hold"/>
                                        <p:tgtEl>
                                          <p:spTgt spid="105"/>
                                        </p:tgtEl>
                                        <p:attrNameLst>
                                          <p:attrName>ppt_h</p:attrName>
                                        </p:attrNameLst>
                                      </p:cBhvr>
                                      <p:tavLst>
                                        <p:tav tm="0">
                                          <p:val>
                                            <p:fltVal val="0"/>
                                          </p:val>
                                        </p:tav>
                                        <p:tav tm="100000">
                                          <p:val>
                                            <p:strVal val="#ppt_h"/>
                                          </p:val>
                                        </p:tav>
                                      </p:tavLst>
                                    </p:anim>
                                    <p:animEffect transition="in" filter="fade">
                                      <p:cBhvr>
                                        <p:cTn id="33" dur="1000"/>
                                        <p:tgtEl>
                                          <p:spTgt spid="105"/>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06"/>
                                        </p:tgtEl>
                                        <p:attrNameLst>
                                          <p:attrName>style.visibility</p:attrName>
                                        </p:attrNameLst>
                                      </p:cBhvr>
                                      <p:to>
                                        <p:strVal val="visible"/>
                                      </p:to>
                                    </p:set>
                                    <p:anim calcmode="lin" valueType="num">
                                      <p:cBhvr>
                                        <p:cTn id="36" dur="1000" fill="hold"/>
                                        <p:tgtEl>
                                          <p:spTgt spid="106"/>
                                        </p:tgtEl>
                                        <p:attrNameLst>
                                          <p:attrName>ppt_w</p:attrName>
                                        </p:attrNameLst>
                                      </p:cBhvr>
                                      <p:tavLst>
                                        <p:tav tm="0">
                                          <p:val>
                                            <p:fltVal val="0"/>
                                          </p:val>
                                        </p:tav>
                                        <p:tav tm="100000">
                                          <p:val>
                                            <p:strVal val="#ppt_w"/>
                                          </p:val>
                                        </p:tav>
                                      </p:tavLst>
                                    </p:anim>
                                    <p:anim calcmode="lin" valueType="num">
                                      <p:cBhvr>
                                        <p:cTn id="37" dur="1000" fill="hold"/>
                                        <p:tgtEl>
                                          <p:spTgt spid="106"/>
                                        </p:tgtEl>
                                        <p:attrNameLst>
                                          <p:attrName>ppt_h</p:attrName>
                                        </p:attrNameLst>
                                      </p:cBhvr>
                                      <p:tavLst>
                                        <p:tav tm="0">
                                          <p:val>
                                            <p:fltVal val="0"/>
                                          </p:val>
                                        </p:tav>
                                        <p:tav tm="100000">
                                          <p:val>
                                            <p:strVal val="#ppt_h"/>
                                          </p:val>
                                        </p:tav>
                                      </p:tavLst>
                                    </p:anim>
                                    <p:animEffect transition="in" filter="fade">
                                      <p:cBhvr>
                                        <p:cTn id="38" dur="1000"/>
                                        <p:tgtEl>
                                          <p:spTgt spid="106"/>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07"/>
                                        </p:tgtEl>
                                        <p:attrNameLst>
                                          <p:attrName>style.visibility</p:attrName>
                                        </p:attrNameLst>
                                      </p:cBhvr>
                                      <p:to>
                                        <p:strVal val="visible"/>
                                      </p:to>
                                    </p:set>
                                    <p:anim calcmode="lin" valueType="num">
                                      <p:cBhvr>
                                        <p:cTn id="41" dur="1000" fill="hold"/>
                                        <p:tgtEl>
                                          <p:spTgt spid="107"/>
                                        </p:tgtEl>
                                        <p:attrNameLst>
                                          <p:attrName>ppt_w</p:attrName>
                                        </p:attrNameLst>
                                      </p:cBhvr>
                                      <p:tavLst>
                                        <p:tav tm="0">
                                          <p:val>
                                            <p:fltVal val="0"/>
                                          </p:val>
                                        </p:tav>
                                        <p:tav tm="100000">
                                          <p:val>
                                            <p:strVal val="#ppt_w"/>
                                          </p:val>
                                        </p:tav>
                                      </p:tavLst>
                                    </p:anim>
                                    <p:anim calcmode="lin" valueType="num">
                                      <p:cBhvr>
                                        <p:cTn id="42" dur="1000" fill="hold"/>
                                        <p:tgtEl>
                                          <p:spTgt spid="107"/>
                                        </p:tgtEl>
                                        <p:attrNameLst>
                                          <p:attrName>ppt_h</p:attrName>
                                        </p:attrNameLst>
                                      </p:cBhvr>
                                      <p:tavLst>
                                        <p:tav tm="0">
                                          <p:val>
                                            <p:fltVal val="0"/>
                                          </p:val>
                                        </p:tav>
                                        <p:tav tm="100000">
                                          <p:val>
                                            <p:strVal val="#ppt_h"/>
                                          </p:val>
                                        </p:tav>
                                      </p:tavLst>
                                    </p:anim>
                                    <p:animEffect transition="in" filter="fade">
                                      <p:cBhvr>
                                        <p:cTn id="43" dur="1000"/>
                                        <p:tgtEl>
                                          <p:spTgt spid="107"/>
                                        </p:tgtEl>
                                      </p:cBhvr>
                                    </p:animEffect>
                                  </p:childTnLst>
                                </p:cTn>
                              </p:par>
                              <p:par>
                                <p:cTn id="44" presetID="22" presetClass="entr" presetSubtype="8" fill="hold" grpId="0" nodeType="withEffect">
                                  <p:stCondLst>
                                    <p:cond delay="1000"/>
                                  </p:stCondLst>
                                  <p:iterate type="lt">
                                    <p:tmPct val="0"/>
                                  </p:iterate>
                                  <p:childTnLst>
                                    <p:set>
                                      <p:cBhvr>
                                        <p:cTn id="45" dur="1" fill="hold">
                                          <p:stCondLst>
                                            <p:cond delay="0"/>
                                          </p:stCondLst>
                                        </p:cTn>
                                        <p:tgtEl>
                                          <p:spTgt spid="109"/>
                                        </p:tgtEl>
                                        <p:attrNameLst>
                                          <p:attrName>style.visibility</p:attrName>
                                        </p:attrNameLst>
                                      </p:cBhvr>
                                      <p:to>
                                        <p:strVal val="visible"/>
                                      </p:to>
                                    </p:set>
                                    <p:animEffect transition="in" filter="wipe(left)">
                                      <p:cBhvr>
                                        <p:cTn id="46" dur="1000"/>
                                        <p:tgtEl>
                                          <p:spTgt spid="109"/>
                                        </p:tgtEl>
                                      </p:cBhvr>
                                    </p:animEffect>
                                  </p:childTnLst>
                                </p:cTn>
                              </p:par>
                              <p:par>
                                <p:cTn id="47" presetID="22" presetClass="entr" presetSubtype="8" fill="hold" grpId="0" nodeType="withEffect">
                                  <p:stCondLst>
                                    <p:cond delay="2000"/>
                                  </p:stCondLst>
                                  <p:iterate type="lt">
                                    <p:tmPct val="0"/>
                                  </p:iterate>
                                  <p:childTnLst>
                                    <p:set>
                                      <p:cBhvr>
                                        <p:cTn id="48" dur="1" fill="hold">
                                          <p:stCondLst>
                                            <p:cond delay="0"/>
                                          </p:stCondLst>
                                        </p:cTn>
                                        <p:tgtEl>
                                          <p:spTgt spid="110"/>
                                        </p:tgtEl>
                                        <p:attrNameLst>
                                          <p:attrName>style.visibility</p:attrName>
                                        </p:attrNameLst>
                                      </p:cBhvr>
                                      <p:to>
                                        <p:strVal val="visible"/>
                                      </p:to>
                                    </p:set>
                                    <p:animEffect transition="in" filter="wipe(left)">
                                      <p:cBhvr>
                                        <p:cTn id="49" dur="1000"/>
                                        <p:tgtEl>
                                          <p:spTgt spid="110"/>
                                        </p:tgtEl>
                                      </p:cBhvr>
                                    </p:animEffect>
                                  </p:childTnLst>
                                </p:cTn>
                              </p:par>
                            </p:childTnLst>
                          </p:cTn>
                        </p:par>
                        <p:par>
                          <p:cTn id="50" fill="hold">
                            <p:stCondLst>
                              <p:cond delay="4000"/>
                            </p:stCondLst>
                            <p:childTnLst>
                              <p:par>
                                <p:cTn id="51" presetID="22" presetClass="entr" presetSubtype="8" fill="hold" grpId="0" nodeType="afterEffect">
                                  <p:stCondLst>
                                    <p:cond delay="0"/>
                                  </p:stCondLst>
                                  <p:iterate type="lt">
                                    <p:tmPct val="0"/>
                                  </p:iterate>
                                  <p:childTnLst>
                                    <p:set>
                                      <p:cBhvr>
                                        <p:cTn id="52" dur="1" fill="hold">
                                          <p:stCondLst>
                                            <p:cond delay="0"/>
                                          </p:stCondLst>
                                        </p:cTn>
                                        <p:tgtEl>
                                          <p:spTgt spid="108"/>
                                        </p:tgtEl>
                                        <p:attrNameLst>
                                          <p:attrName>style.visibility</p:attrName>
                                        </p:attrNameLst>
                                      </p:cBhvr>
                                      <p:to>
                                        <p:strVal val="visible"/>
                                      </p:to>
                                    </p:set>
                                    <p:animEffect transition="in" filter="wipe(left)">
                                      <p:cBhvr>
                                        <p:cTn id="53" dur="10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05" grpId="0"/>
      <p:bldP spid="106" grpId="0"/>
      <p:bldP spid="107" grpId="0"/>
      <p:bldP spid="108" grpId="0"/>
      <p:bldP spid="109" grpId="0"/>
      <p:bldP spid="1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Freeform 233"/>
          <p:cNvSpPr>
            <a:spLocks/>
          </p:cNvSpPr>
          <p:nvPr/>
        </p:nvSpPr>
        <p:spPr bwMode="auto">
          <a:xfrm>
            <a:off x="4954224" y="935093"/>
            <a:ext cx="1645444" cy="1634729"/>
          </a:xfrm>
          <a:custGeom>
            <a:avLst/>
            <a:gdLst>
              <a:gd name="T0" fmla="*/ 21 w 129"/>
              <a:gd name="T1" fmla="*/ 128 h 128"/>
              <a:gd name="T2" fmla="*/ 117 w 129"/>
              <a:gd name="T3" fmla="*/ 128 h 128"/>
              <a:gd name="T4" fmla="*/ 125 w 129"/>
              <a:gd name="T5" fmla="*/ 115 h 128"/>
              <a:gd name="T6" fmla="*/ 62 w 129"/>
              <a:gd name="T7" fmla="*/ 7 h 128"/>
              <a:gd name="T8" fmla="*/ 47 w 129"/>
              <a:gd name="T9" fmla="*/ 7 h 128"/>
              <a:gd name="T10" fmla="*/ 0 w 129"/>
              <a:gd name="T11" fmla="*/ 90 h 128"/>
              <a:gd name="T12" fmla="*/ 21 w 129"/>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129" h="128">
                <a:moveTo>
                  <a:pt x="21" y="128"/>
                </a:moveTo>
                <a:cubicBezTo>
                  <a:pt x="117" y="128"/>
                  <a:pt x="117" y="128"/>
                  <a:pt x="117" y="128"/>
                </a:cubicBezTo>
                <a:cubicBezTo>
                  <a:pt x="126" y="128"/>
                  <a:pt x="129" y="123"/>
                  <a:pt x="125" y="115"/>
                </a:cubicBezTo>
                <a:cubicBezTo>
                  <a:pt x="62" y="7"/>
                  <a:pt x="62" y="7"/>
                  <a:pt x="62" y="7"/>
                </a:cubicBezTo>
                <a:cubicBezTo>
                  <a:pt x="58" y="0"/>
                  <a:pt x="51" y="0"/>
                  <a:pt x="47" y="7"/>
                </a:cubicBezTo>
                <a:cubicBezTo>
                  <a:pt x="0" y="90"/>
                  <a:pt x="0" y="90"/>
                  <a:pt x="0" y="90"/>
                </a:cubicBezTo>
                <a:cubicBezTo>
                  <a:pt x="11" y="99"/>
                  <a:pt x="19" y="113"/>
                  <a:pt x="21" y="128"/>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sp>
        <p:nvSpPr>
          <p:cNvPr id="65" name="Freeform 234"/>
          <p:cNvSpPr>
            <a:spLocks/>
          </p:cNvSpPr>
          <p:nvPr/>
        </p:nvSpPr>
        <p:spPr bwMode="auto">
          <a:xfrm>
            <a:off x="4954224" y="2684121"/>
            <a:ext cx="1645444" cy="1634729"/>
          </a:xfrm>
          <a:custGeom>
            <a:avLst/>
            <a:gdLst>
              <a:gd name="T0" fmla="*/ 117 w 129"/>
              <a:gd name="T1" fmla="*/ 0 h 128"/>
              <a:gd name="T2" fmla="*/ 21 w 129"/>
              <a:gd name="T3" fmla="*/ 0 h 128"/>
              <a:gd name="T4" fmla="*/ 0 w 129"/>
              <a:gd name="T5" fmla="*/ 38 h 128"/>
              <a:gd name="T6" fmla="*/ 47 w 129"/>
              <a:gd name="T7" fmla="*/ 121 h 128"/>
              <a:gd name="T8" fmla="*/ 62 w 129"/>
              <a:gd name="T9" fmla="*/ 121 h 128"/>
              <a:gd name="T10" fmla="*/ 125 w 129"/>
              <a:gd name="T11" fmla="*/ 12 h 128"/>
              <a:gd name="T12" fmla="*/ 117 w 129"/>
              <a:gd name="T13" fmla="*/ 0 h 128"/>
            </a:gdLst>
            <a:ahLst/>
            <a:cxnLst>
              <a:cxn ang="0">
                <a:pos x="T0" y="T1"/>
              </a:cxn>
              <a:cxn ang="0">
                <a:pos x="T2" y="T3"/>
              </a:cxn>
              <a:cxn ang="0">
                <a:pos x="T4" y="T5"/>
              </a:cxn>
              <a:cxn ang="0">
                <a:pos x="T6" y="T7"/>
              </a:cxn>
              <a:cxn ang="0">
                <a:pos x="T8" y="T9"/>
              </a:cxn>
              <a:cxn ang="0">
                <a:pos x="T10" y="T11"/>
              </a:cxn>
              <a:cxn ang="0">
                <a:pos x="T12" y="T13"/>
              </a:cxn>
            </a:cxnLst>
            <a:rect l="0" t="0" r="r" b="b"/>
            <a:pathLst>
              <a:path w="129" h="128">
                <a:moveTo>
                  <a:pt x="117" y="0"/>
                </a:moveTo>
                <a:cubicBezTo>
                  <a:pt x="21" y="0"/>
                  <a:pt x="21" y="0"/>
                  <a:pt x="21" y="0"/>
                </a:cubicBezTo>
                <a:cubicBezTo>
                  <a:pt x="19" y="15"/>
                  <a:pt x="11" y="29"/>
                  <a:pt x="0" y="38"/>
                </a:cubicBezTo>
                <a:cubicBezTo>
                  <a:pt x="47" y="121"/>
                  <a:pt x="47" y="121"/>
                  <a:pt x="47" y="121"/>
                </a:cubicBezTo>
                <a:cubicBezTo>
                  <a:pt x="51" y="128"/>
                  <a:pt x="58" y="128"/>
                  <a:pt x="62" y="121"/>
                </a:cubicBezTo>
                <a:cubicBezTo>
                  <a:pt x="125" y="12"/>
                  <a:pt x="125" y="12"/>
                  <a:pt x="125" y="12"/>
                </a:cubicBezTo>
                <a:cubicBezTo>
                  <a:pt x="129" y="5"/>
                  <a:pt x="126" y="0"/>
                  <a:pt x="117" y="0"/>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sp>
        <p:nvSpPr>
          <p:cNvPr id="66" name="Freeform 235"/>
          <p:cNvSpPr>
            <a:spLocks/>
          </p:cNvSpPr>
          <p:nvPr/>
        </p:nvSpPr>
        <p:spPr bwMode="auto">
          <a:xfrm>
            <a:off x="2467008" y="935093"/>
            <a:ext cx="1658541" cy="1634729"/>
          </a:xfrm>
          <a:custGeom>
            <a:avLst/>
            <a:gdLst>
              <a:gd name="T0" fmla="*/ 130 w 130"/>
              <a:gd name="T1" fmla="*/ 90 h 128"/>
              <a:gd name="T2" fmla="*/ 82 w 130"/>
              <a:gd name="T3" fmla="*/ 7 h 128"/>
              <a:gd name="T4" fmla="*/ 67 w 130"/>
              <a:gd name="T5" fmla="*/ 7 h 128"/>
              <a:gd name="T6" fmla="*/ 4 w 130"/>
              <a:gd name="T7" fmla="*/ 115 h 128"/>
              <a:gd name="T8" fmla="*/ 12 w 130"/>
              <a:gd name="T9" fmla="*/ 128 h 128"/>
              <a:gd name="T10" fmla="*/ 109 w 130"/>
              <a:gd name="T11" fmla="*/ 128 h 128"/>
              <a:gd name="T12" fmla="*/ 130 w 130"/>
              <a:gd name="T13" fmla="*/ 90 h 128"/>
            </a:gdLst>
            <a:ahLst/>
            <a:cxnLst>
              <a:cxn ang="0">
                <a:pos x="T0" y="T1"/>
              </a:cxn>
              <a:cxn ang="0">
                <a:pos x="T2" y="T3"/>
              </a:cxn>
              <a:cxn ang="0">
                <a:pos x="T4" y="T5"/>
              </a:cxn>
              <a:cxn ang="0">
                <a:pos x="T6" y="T7"/>
              </a:cxn>
              <a:cxn ang="0">
                <a:pos x="T8" y="T9"/>
              </a:cxn>
              <a:cxn ang="0">
                <a:pos x="T10" y="T11"/>
              </a:cxn>
              <a:cxn ang="0">
                <a:pos x="T12" y="T13"/>
              </a:cxn>
            </a:cxnLst>
            <a:rect l="0" t="0" r="r" b="b"/>
            <a:pathLst>
              <a:path w="130" h="128">
                <a:moveTo>
                  <a:pt x="130" y="90"/>
                </a:moveTo>
                <a:cubicBezTo>
                  <a:pt x="82" y="7"/>
                  <a:pt x="82" y="7"/>
                  <a:pt x="82" y="7"/>
                </a:cubicBezTo>
                <a:cubicBezTo>
                  <a:pt x="78" y="0"/>
                  <a:pt x="71" y="0"/>
                  <a:pt x="67" y="7"/>
                </a:cubicBezTo>
                <a:cubicBezTo>
                  <a:pt x="4" y="115"/>
                  <a:pt x="4" y="115"/>
                  <a:pt x="4" y="115"/>
                </a:cubicBezTo>
                <a:cubicBezTo>
                  <a:pt x="0" y="123"/>
                  <a:pt x="4" y="128"/>
                  <a:pt x="12" y="128"/>
                </a:cubicBezTo>
                <a:cubicBezTo>
                  <a:pt x="109" y="128"/>
                  <a:pt x="109" y="128"/>
                  <a:pt x="109" y="128"/>
                </a:cubicBezTo>
                <a:cubicBezTo>
                  <a:pt x="110" y="113"/>
                  <a:pt x="118" y="99"/>
                  <a:pt x="130" y="90"/>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sp>
        <p:nvSpPr>
          <p:cNvPr id="67" name="Freeform 236"/>
          <p:cNvSpPr>
            <a:spLocks/>
          </p:cNvSpPr>
          <p:nvPr/>
        </p:nvSpPr>
        <p:spPr bwMode="auto">
          <a:xfrm>
            <a:off x="2467008" y="2684121"/>
            <a:ext cx="1658541" cy="1634729"/>
          </a:xfrm>
          <a:custGeom>
            <a:avLst/>
            <a:gdLst>
              <a:gd name="T0" fmla="*/ 109 w 130"/>
              <a:gd name="T1" fmla="*/ 0 h 128"/>
              <a:gd name="T2" fmla="*/ 12 w 130"/>
              <a:gd name="T3" fmla="*/ 0 h 128"/>
              <a:gd name="T4" fmla="*/ 4 w 130"/>
              <a:gd name="T5" fmla="*/ 12 h 128"/>
              <a:gd name="T6" fmla="*/ 67 w 130"/>
              <a:gd name="T7" fmla="*/ 121 h 128"/>
              <a:gd name="T8" fmla="*/ 82 w 130"/>
              <a:gd name="T9" fmla="*/ 121 h 128"/>
              <a:gd name="T10" fmla="*/ 130 w 130"/>
              <a:gd name="T11" fmla="*/ 38 h 128"/>
              <a:gd name="T12" fmla="*/ 109 w 130"/>
              <a:gd name="T13" fmla="*/ 0 h 128"/>
            </a:gdLst>
            <a:ahLst/>
            <a:cxnLst>
              <a:cxn ang="0">
                <a:pos x="T0" y="T1"/>
              </a:cxn>
              <a:cxn ang="0">
                <a:pos x="T2" y="T3"/>
              </a:cxn>
              <a:cxn ang="0">
                <a:pos x="T4" y="T5"/>
              </a:cxn>
              <a:cxn ang="0">
                <a:pos x="T6" y="T7"/>
              </a:cxn>
              <a:cxn ang="0">
                <a:pos x="T8" y="T9"/>
              </a:cxn>
              <a:cxn ang="0">
                <a:pos x="T10" y="T11"/>
              </a:cxn>
              <a:cxn ang="0">
                <a:pos x="T12" y="T13"/>
              </a:cxn>
            </a:cxnLst>
            <a:rect l="0" t="0" r="r" b="b"/>
            <a:pathLst>
              <a:path w="130" h="128">
                <a:moveTo>
                  <a:pt x="109" y="0"/>
                </a:moveTo>
                <a:cubicBezTo>
                  <a:pt x="12" y="0"/>
                  <a:pt x="12" y="0"/>
                  <a:pt x="12" y="0"/>
                </a:cubicBezTo>
                <a:cubicBezTo>
                  <a:pt x="4" y="0"/>
                  <a:pt x="0" y="5"/>
                  <a:pt x="4" y="12"/>
                </a:cubicBezTo>
                <a:cubicBezTo>
                  <a:pt x="67" y="121"/>
                  <a:pt x="67" y="121"/>
                  <a:pt x="67" y="121"/>
                </a:cubicBezTo>
                <a:cubicBezTo>
                  <a:pt x="71" y="128"/>
                  <a:pt x="78" y="128"/>
                  <a:pt x="82" y="121"/>
                </a:cubicBezTo>
                <a:cubicBezTo>
                  <a:pt x="130" y="38"/>
                  <a:pt x="130" y="38"/>
                  <a:pt x="130" y="38"/>
                </a:cubicBezTo>
                <a:cubicBezTo>
                  <a:pt x="118" y="29"/>
                  <a:pt x="110" y="15"/>
                  <a:pt x="109" y="0"/>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sp>
        <p:nvSpPr>
          <p:cNvPr id="68" name="Freeform 237"/>
          <p:cNvSpPr>
            <a:spLocks/>
          </p:cNvSpPr>
          <p:nvPr/>
        </p:nvSpPr>
        <p:spPr bwMode="auto">
          <a:xfrm>
            <a:off x="3576671" y="820794"/>
            <a:ext cx="1887141" cy="1200150"/>
          </a:xfrm>
          <a:custGeom>
            <a:avLst/>
            <a:gdLst>
              <a:gd name="T0" fmla="*/ 98 w 148"/>
              <a:gd name="T1" fmla="*/ 93 h 94"/>
              <a:gd name="T2" fmla="*/ 144 w 148"/>
              <a:gd name="T3" fmla="*/ 13 h 94"/>
              <a:gd name="T4" fmla="*/ 136 w 148"/>
              <a:gd name="T5" fmla="*/ 0 h 94"/>
              <a:gd name="T6" fmla="*/ 11 w 148"/>
              <a:gd name="T7" fmla="*/ 0 h 94"/>
              <a:gd name="T8" fmla="*/ 4 w 148"/>
              <a:gd name="T9" fmla="*/ 13 h 94"/>
              <a:gd name="T10" fmla="*/ 50 w 148"/>
              <a:gd name="T11" fmla="*/ 94 h 94"/>
              <a:gd name="T12" fmla="*/ 75 w 148"/>
              <a:gd name="T13" fmla="*/ 88 h 94"/>
              <a:gd name="T14" fmla="*/ 98 w 148"/>
              <a:gd name="T15" fmla="*/ 93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94">
                <a:moveTo>
                  <a:pt x="98" y="93"/>
                </a:moveTo>
                <a:cubicBezTo>
                  <a:pt x="144" y="13"/>
                  <a:pt x="144" y="13"/>
                  <a:pt x="144" y="13"/>
                </a:cubicBezTo>
                <a:cubicBezTo>
                  <a:pt x="148" y="6"/>
                  <a:pt x="145" y="0"/>
                  <a:pt x="136" y="0"/>
                </a:cubicBezTo>
                <a:cubicBezTo>
                  <a:pt x="11" y="0"/>
                  <a:pt x="11" y="0"/>
                  <a:pt x="11" y="0"/>
                </a:cubicBezTo>
                <a:cubicBezTo>
                  <a:pt x="3" y="0"/>
                  <a:pt x="0" y="6"/>
                  <a:pt x="4" y="13"/>
                </a:cubicBezTo>
                <a:cubicBezTo>
                  <a:pt x="50" y="94"/>
                  <a:pt x="50" y="94"/>
                  <a:pt x="50" y="94"/>
                </a:cubicBezTo>
                <a:cubicBezTo>
                  <a:pt x="58" y="90"/>
                  <a:pt x="66" y="88"/>
                  <a:pt x="75" y="88"/>
                </a:cubicBezTo>
                <a:cubicBezTo>
                  <a:pt x="83" y="88"/>
                  <a:pt x="91" y="90"/>
                  <a:pt x="98" y="93"/>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sp>
        <p:nvSpPr>
          <p:cNvPr id="69" name="Freeform 238"/>
          <p:cNvSpPr>
            <a:spLocks/>
          </p:cNvSpPr>
          <p:nvPr/>
        </p:nvSpPr>
        <p:spPr bwMode="auto">
          <a:xfrm>
            <a:off x="3576671" y="3233000"/>
            <a:ext cx="1887141" cy="1200150"/>
          </a:xfrm>
          <a:custGeom>
            <a:avLst/>
            <a:gdLst>
              <a:gd name="T0" fmla="*/ 50 w 148"/>
              <a:gd name="T1" fmla="*/ 0 h 94"/>
              <a:gd name="T2" fmla="*/ 4 w 148"/>
              <a:gd name="T3" fmla="*/ 81 h 94"/>
              <a:gd name="T4" fmla="*/ 11 w 148"/>
              <a:gd name="T5" fmla="*/ 94 h 94"/>
              <a:gd name="T6" fmla="*/ 136 w 148"/>
              <a:gd name="T7" fmla="*/ 94 h 94"/>
              <a:gd name="T8" fmla="*/ 144 w 148"/>
              <a:gd name="T9" fmla="*/ 81 h 94"/>
              <a:gd name="T10" fmla="*/ 98 w 148"/>
              <a:gd name="T11" fmla="*/ 1 h 94"/>
              <a:gd name="T12" fmla="*/ 75 w 148"/>
              <a:gd name="T13" fmla="*/ 6 h 94"/>
              <a:gd name="T14" fmla="*/ 50 w 148"/>
              <a:gd name="T15" fmla="*/ 0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94">
                <a:moveTo>
                  <a:pt x="50" y="0"/>
                </a:moveTo>
                <a:cubicBezTo>
                  <a:pt x="4" y="81"/>
                  <a:pt x="4" y="81"/>
                  <a:pt x="4" y="81"/>
                </a:cubicBezTo>
                <a:cubicBezTo>
                  <a:pt x="0" y="88"/>
                  <a:pt x="3" y="94"/>
                  <a:pt x="11" y="94"/>
                </a:cubicBezTo>
                <a:cubicBezTo>
                  <a:pt x="136" y="94"/>
                  <a:pt x="136" y="94"/>
                  <a:pt x="136" y="94"/>
                </a:cubicBezTo>
                <a:cubicBezTo>
                  <a:pt x="145" y="94"/>
                  <a:pt x="148" y="88"/>
                  <a:pt x="144" y="81"/>
                </a:cubicBezTo>
                <a:cubicBezTo>
                  <a:pt x="98" y="1"/>
                  <a:pt x="98" y="1"/>
                  <a:pt x="98" y="1"/>
                </a:cubicBezTo>
                <a:cubicBezTo>
                  <a:pt x="91" y="4"/>
                  <a:pt x="83" y="6"/>
                  <a:pt x="75" y="6"/>
                </a:cubicBezTo>
                <a:cubicBezTo>
                  <a:pt x="66" y="6"/>
                  <a:pt x="58" y="4"/>
                  <a:pt x="50" y="0"/>
                </a:cubicBezTo>
                <a:close/>
              </a:path>
            </a:pathLst>
          </a:custGeom>
          <a:solidFill>
            <a:srgbClr val="C00000"/>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pic>
        <p:nvPicPr>
          <p:cNvPr id="70" name="图片 6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10306" y="2119164"/>
            <a:ext cx="1056687" cy="1056687"/>
          </a:xfrm>
          <a:prstGeom prst="rect">
            <a:avLst/>
          </a:prstGeom>
          <a:effectLst>
            <a:outerShdw blurRad="254000" dir="2700000" sx="102000" sy="102000" algn="tl" rotWithShape="0">
              <a:prstClr val="black">
                <a:alpha val="28000"/>
              </a:prstClr>
            </a:outerShdw>
          </a:effectLst>
        </p:spPr>
      </p:pic>
      <p:grpSp>
        <p:nvGrpSpPr>
          <p:cNvPr id="71" name="组合 70"/>
          <p:cNvGrpSpPr/>
          <p:nvPr/>
        </p:nvGrpSpPr>
        <p:grpSpPr>
          <a:xfrm>
            <a:off x="4061291" y="978635"/>
            <a:ext cx="833883" cy="774315"/>
            <a:chOff x="5414156" y="1307920"/>
            <a:chExt cx="1111845" cy="1032421"/>
          </a:xfrm>
        </p:grpSpPr>
        <p:sp>
          <p:nvSpPr>
            <p:cNvPr id="72" name="文本框 71"/>
            <p:cNvSpPr txBox="1"/>
            <p:nvPr/>
          </p:nvSpPr>
          <p:spPr>
            <a:xfrm>
              <a:off x="5708201" y="1601677"/>
              <a:ext cx="716436" cy="738664"/>
            </a:xfrm>
            <a:prstGeom prst="rect">
              <a:avLst/>
            </a:prstGeom>
            <a:noFill/>
          </p:spPr>
          <p:txBody>
            <a:bodyPr wrap="none" rtlCol="0">
              <a:spAutoFit/>
            </a:bodyPr>
            <a:lstStyle/>
            <a:p>
              <a:r>
                <a:rPr lang="en-US" altLang="zh-CN" sz="3000" dirty="0">
                  <a:solidFill>
                    <a:schemeClr val="bg1"/>
                  </a:solidFill>
                  <a:latin typeface="Impact" panose="020B0806030902050204" pitchFamily="34" charset="0"/>
                  <a:cs typeface="Aharoni" panose="02010803020104030203" pitchFamily="2" charset="-79"/>
                </a:rPr>
                <a:t>01</a:t>
              </a:r>
              <a:endParaRPr lang="zh-CN" altLang="en-US" sz="3000" dirty="0">
                <a:solidFill>
                  <a:schemeClr val="bg1"/>
                </a:solidFill>
                <a:latin typeface="Impact" panose="020B0806030902050204" pitchFamily="34" charset="0"/>
                <a:cs typeface="Aharoni" panose="02010803020104030203" pitchFamily="2" charset="-79"/>
              </a:endParaRPr>
            </a:p>
          </p:txBody>
        </p:sp>
        <p:sp>
          <p:nvSpPr>
            <p:cNvPr id="73" name="文本框 72"/>
            <p:cNvSpPr txBox="1"/>
            <p:nvPr/>
          </p:nvSpPr>
          <p:spPr>
            <a:xfrm>
              <a:off x="5414156" y="1307920"/>
              <a:ext cx="1111845" cy="330946"/>
            </a:xfrm>
            <a:prstGeom prst="rect">
              <a:avLst/>
            </a:prstGeom>
            <a:noFill/>
          </p:spPr>
          <p:txBody>
            <a:bodyPr wrap="none" rtlCol="0">
              <a:spAutoFit/>
            </a:bodyPr>
            <a:lstStyle/>
            <a:p>
              <a:r>
                <a:rPr lang="zh-CN" altLang="en-US" sz="1013" dirty="0">
                  <a:solidFill>
                    <a:schemeClr val="bg1"/>
                  </a:solidFill>
                  <a:latin typeface="+mj-ea"/>
                  <a:cs typeface="Arial Unicode MS" panose="020B0604020202020204" pitchFamily="34" charset="-122"/>
                </a:rPr>
                <a:t>输入小标题</a:t>
              </a:r>
              <a:endParaRPr lang="zh-CN" altLang="en-US" sz="1013" dirty="0">
                <a:solidFill>
                  <a:schemeClr val="bg1"/>
                </a:solidFill>
                <a:latin typeface="Tahoma" panose="020B0604030504040204" pitchFamily="34" charset="0"/>
                <a:cs typeface="Tahoma" panose="020B0604030504040204" pitchFamily="34" charset="0"/>
              </a:endParaRPr>
            </a:p>
          </p:txBody>
        </p:sp>
      </p:grpSp>
      <p:sp>
        <p:nvSpPr>
          <p:cNvPr id="74" name="Freeform 307"/>
          <p:cNvSpPr>
            <a:spLocks noChangeAspect="1" noEditPoints="1"/>
          </p:cNvSpPr>
          <p:nvPr/>
        </p:nvSpPr>
        <p:spPr bwMode="auto">
          <a:xfrm>
            <a:off x="4377540" y="2408832"/>
            <a:ext cx="326901" cy="477569"/>
          </a:xfrm>
          <a:custGeom>
            <a:avLst/>
            <a:gdLst>
              <a:gd name="T0" fmla="*/ 151 w 243"/>
              <a:gd name="T1" fmla="*/ 4 h 354"/>
              <a:gd name="T2" fmla="*/ 236 w 243"/>
              <a:gd name="T3" fmla="*/ 91 h 354"/>
              <a:gd name="T4" fmla="*/ 212 w 243"/>
              <a:gd name="T5" fmla="*/ 202 h 354"/>
              <a:gd name="T6" fmla="*/ 201 w 243"/>
              <a:gd name="T7" fmla="*/ 243 h 354"/>
              <a:gd name="T8" fmla="*/ 199 w 243"/>
              <a:gd name="T9" fmla="*/ 276 h 354"/>
              <a:gd name="T10" fmla="*/ 183 w 243"/>
              <a:gd name="T11" fmla="*/ 322 h 354"/>
              <a:gd name="T12" fmla="*/ 143 w 243"/>
              <a:gd name="T13" fmla="*/ 354 h 354"/>
              <a:gd name="T14" fmla="*/ 63 w 243"/>
              <a:gd name="T15" fmla="*/ 328 h 354"/>
              <a:gd name="T16" fmla="*/ 43 w 243"/>
              <a:gd name="T17" fmla="*/ 281 h 354"/>
              <a:gd name="T18" fmla="*/ 43 w 243"/>
              <a:gd name="T19" fmla="*/ 253 h 354"/>
              <a:gd name="T20" fmla="*/ 39 w 243"/>
              <a:gd name="T21" fmla="*/ 231 h 354"/>
              <a:gd name="T22" fmla="*/ 10 w 243"/>
              <a:gd name="T23" fmla="*/ 163 h 354"/>
              <a:gd name="T24" fmla="*/ 74 w 243"/>
              <a:gd name="T25" fmla="*/ 10 h 354"/>
              <a:gd name="T26" fmla="*/ 114 w 243"/>
              <a:gd name="T27" fmla="*/ 0 h 354"/>
              <a:gd name="T28" fmla="*/ 121 w 243"/>
              <a:gd name="T29" fmla="*/ 245 h 354"/>
              <a:gd name="T30" fmla="*/ 180 w 243"/>
              <a:gd name="T31" fmla="*/ 233 h 354"/>
              <a:gd name="T32" fmla="*/ 205 w 243"/>
              <a:gd name="T33" fmla="*/ 168 h 354"/>
              <a:gd name="T34" fmla="*/ 182 w 243"/>
              <a:gd name="T35" fmla="*/ 44 h 354"/>
              <a:gd name="T36" fmla="*/ 26 w 243"/>
              <a:gd name="T37" fmla="*/ 138 h 354"/>
              <a:gd name="T38" fmla="*/ 62 w 243"/>
              <a:gd name="T39" fmla="*/ 235 h 354"/>
              <a:gd name="T40" fmla="*/ 121 w 243"/>
              <a:gd name="T41" fmla="*/ 245 h 354"/>
              <a:gd name="T42" fmla="*/ 74 w 243"/>
              <a:gd name="T43" fmla="*/ 254 h 354"/>
              <a:gd name="T44" fmla="*/ 74 w 243"/>
              <a:gd name="T45" fmla="*/ 274 h 354"/>
              <a:gd name="T46" fmla="*/ 169 w 243"/>
              <a:gd name="T47" fmla="*/ 274 h 354"/>
              <a:gd name="T48" fmla="*/ 169 w 243"/>
              <a:gd name="T49" fmla="*/ 254 h 354"/>
              <a:gd name="T50" fmla="*/ 121 w 243"/>
              <a:gd name="T51" fmla="*/ 283 h 354"/>
              <a:gd name="T52" fmla="*/ 64 w 243"/>
              <a:gd name="T53" fmla="*/ 289 h 354"/>
              <a:gd name="T54" fmla="*/ 140 w 243"/>
              <a:gd name="T55" fmla="*/ 303 h 354"/>
              <a:gd name="T56" fmla="*/ 178 w 243"/>
              <a:gd name="T57" fmla="*/ 297 h 354"/>
              <a:gd name="T58" fmla="*/ 121 w 243"/>
              <a:gd name="T59" fmla="*/ 283 h 354"/>
              <a:gd name="T60" fmla="*/ 100 w 243"/>
              <a:gd name="T61" fmla="*/ 332 h 354"/>
              <a:gd name="T62" fmla="*/ 159 w 243"/>
              <a:gd name="T63" fmla="*/ 313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3" h="354">
                <a:moveTo>
                  <a:pt x="128" y="0"/>
                </a:moveTo>
                <a:cubicBezTo>
                  <a:pt x="136" y="1"/>
                  <a:pt x="144" y="2"/>
                  <a:pt x="151" y="4"/>
                </a:cubicBezTo>
                <a:cubicBezTo>
                  <a:pt x="172" y="9"/>
                  <a:pt x="190" y="20"/>
                  <a:pt x="205" y="35"/>
                </a:cubicBezTo>
                <a:cubicBezTo>
                  <a:pt x="221" y="51"/>
                  <a:pt x="231" y="69"/>
                  <a:pt x="236" y="91"/>
                </a:cubicBezTo>
                <a:cubicBezTo>
                  <a:pt x="243" y="121"/>
                  <a:pt x="240" y="149"/>
                  <a:pt x="225" y="177"/>
                </a:cubicBezTo>
                <a:cubicBezTo>
                  <a:pt x="221" y="185"/>
                  <a:pt x="216" y="194"/>
                  <a:pt x="212" y="202"/>
                </a:cubicBezTo>
                <a:cubicBezTo>
                  <a:pt x="206" y="214"/>
                  <a:pt x="203" y="226"/>
                  <a:pt x="202" y="238"/>
                </a:cubicBezTo>
                <a:cubicBezTo>
                  <a:pt x="202" y="240"/>
                  <a:pt x="201" y="241"/>
                  <a:pt x="201" y="243"/>
                </a:cubicBezTo>
                <a:cubicBezTo>
                  <a:pt x="200" y="246"/>
                  <a:pt x="200" y="255"/>
                  <a:pt x="200" y="258"/>
                </a:cubicBezTo>
                <a:cubicBezTo>
                  <a:pt x="202" y="264"/>
                  <a:pt x="201" y="270"/>
                  <a:pt x="199" y="276"/>
                </a:cubicBezTo>
                <a:cubicBezTo>
                  <a:pt x="198" y="278"/>
                  <a:pt x="198" y="279"/>
                  <a:pt x="199" y="281"/>
                </a:cubicBezTo>
                <a:cubicBezTo>
                  <a:pt x="205" y="297"/>
                  <a:pt x="198" y="314"/>
                  <a:pt x="183" y="322"/>
                </a:cubicBezTo>
                <a:cubicBezTo>
                  <a:pt x="181" y="322"/>
                  <a:pt x="180" y="324"/>
                  <a:pt x="180" y="325"/>
                </a:cubicBezTo>
                <a:cubicBezTo>
                  <a:pt x="173" y="342"/>
                  <a:pt x="161" y="353"/>
                  <a:pt x="143" y="354"/>
                </a:cubicBezTo>
                <a:cubicBezTo>
                  <a:pt x="127" y="354"/>
                  <a:pt x="111" y="354"/>
                  <a:pt x="96" y="353"/>
                </a:cubicBezTo>
                <a:cubicBezTo>
                  <a:pt x="80" y="352"/>
                  <a:pt x="69" y="342"/>
                  <a:pt x="63" y="328"/>
                </a:cubicBezTo>
                <a:cubicBezTo>
                  <a:pt x="62" y="324"/>
                  <a:pt x="60" y="322"/>
                  <a:pt x="57" y="321"/>
                </a:cubicBezTo>
                <a:cubicBezTo>
                  <a:pt x="43" y="313"/>
                  <a:pt x="37" y="296"/>
                  <a:pt x="43" y="281"/>
                </a:cubicBezTo>
                <a:cubicBezTo>
                  <a:pt x="44" y="279"/>
                  <a:pt x="44" y="278"/>
                  <a:pt x="43" y="276"/>
                </a:cubicBezTo>
                <a:cubicBezTo>
                  <a:pt x="40" y="268"/>
                  <a:pt x="40" y="261"/>
                  <a:pt x="43" y="253"/>
                </a:cubicBezTo>
                <a:cubicBezTo>
                  <a:pt x="43" y="252"/>
                  <a:pt x="43" y="250"/>
                  <a:pt x="43" y="248"/>
                </a:cubicBezTo>
                <a:cubicBezTo>
                  <a:pt x="41" y="242"/>
                  <a:pt x="40" y="237"/>
                  <a:pt x="39" y="231"/>
                </a:cubicBezTo>
                <a:cubicBezTo>
                  <a:pt x="37" y="218"/>
                  <a:pt x="32" y="206"/>
                  <a:pt x="26" y="195"/>
                </a:cubicBezTo>
                <a:cubicBezTo>
                  <a:pt x="21" y="184"/>
                  <a:pt x="15" y="174"/>
                  <a:pt x="10" y="163"/>
                </a:cubicBezTo>
                <a:cubicBezTo>
                  <a:pt x="2" y="143"/>
                  <a:pt x="0" y="121"/>
                  <a:pt x="4" y="100"/>
                </a:cubicBezTo>
                <a:cubicBezTo>
                  <a:pt x="11" y="57"/>
                  <a:pt x="35" y="27"/>
                  <a:pt x="74" y="10"/>
                </a:cubicBezTo>
                <a:cubicBezTo>
                  <a:pt x="86" y="4"/>
                  <a:pt x="98" y="1"/>
                  <a:pt x="111" y="1"/>
                </a:cubicBezTo>
                <a:cubicBezTo>
                  <a:pt x="112" y="0"/>
                  <a:pt x="113" y="0"/>
                  <a:pt x="114" y="0"/>
                </a:cubicBezTo>
                <a:lnTo>
                  <a:pt x="128" y="0"/>
                </a:lnTo>
                <a:close/>
                <a:moveTo>
                  <a:pt x="121" y="245"/>
                </a:moveTo>
                <a:cubicBezTo>
                  <a:pt x="136" y="245"/>
                  <a:pt x="151" y="245"/>
                  <a:pt x="167" y="245"/>
                </a:cubicBezTo>
                <a:cubicBezTo>
                  <a:pt x="176" y="245"/>
                  <a:pt x="179" y="242"/>
                  <a:pt x="180" y="233"/>
                </a:cubicBezTo>
                <a:cubicBezTo>
                  <a:pt x="182" y="223"/>
                  <a:pt x="184" y="213"/>
                  <a:pt x="187" y="203"/>
                </a:cubicBezTo>
                <a:cubicBezTo>
                  <a:pt x="192" y="191"/>
                  <a:pt x="199" y="180"/>
                  <a:pt x="205" y="168"/>
                </a:cubicBezTo>
                <a:cubicBezTo>
                  <a:pt x="212" y="156"/>
                  <a:pt x="216" y="143"/>
                  <a:pt x="217" y="128"/>
                </a:cubicBezTo>
                <a:cubicBezTo>
                  <a:pt x="220" y="94"/>
                  <a:pt x="208" y="66"/>
                  <a:pt x="182" y="44"/>
                </a:cubicBezTo>
                <a:cubicBezTo>
                  <a:pt x="149" y="17"/>
                  <a:pt x="106" y="15"/>
                  <a:pt x="70" y="37"/>
                </a:cubicBezTo>
                <a:cubicBezTo>
                  <a:pt x="35" y="58"/>
                  <a:pt x="19" y="98"/>
                  <a:pt x="26" y="138"/>
                </a:cubicBezTo>
                <a:cubicBezTo>
                  <a:pt x="28" y="152"/>
                  <a:pt x="35" y="165"/>
                  <a:pt x="42" y="177"/>
                </a:cubicBezTo>
                <a:cubicBezTo>
                  <a:pt x="52" y="195"/>
                  <a:pt x="60" y="214"/>
                  <a:pt x="62" y="235"/>
                </a:cubicBezTo>
                <a:cubicBezTo>
                  <a:pt x="62" y="242"/>
                  <a:pt x="66" y="245"/>
                  <a:pt x="73" y="245"/>
                </a:cubicBezTo>
                <a:cubicBezTo>
                  <a:pt x="89" y="245"/>
                  <a:pt x="105" y="245"/>
                  <a:pt x="121" y="245"/>
                </a:cubicBezTo>
                <a:moveTo>
                  <a:pt x="121" y="254"/>
                </a:moveTo>
                <a:cubicBezTo>
                  <a:pt x="105" y="254"/>
                  <a:pt x="89" y="254"/>
                  <a:pt x="74" y="254"/>
                </a:cubicBezTo>
                <a:cubicBezTo>
                  <a:pt x="69" y="254"/>
                  <a:pt x="65" y="256"/>
                  <a:pt x="64" y="260"/>
                </a:cubicBezTo>
                <a:cubicBezTo>
                  <a:pt x="61" y="267"/>
                  <a:pt x="66" y="274"/>
                  <a:pt x="74" y="274"/>
                </a:cubicBezTo>
                <a:cubicBezTo>
                  <a:pt x="96" y="274"/>
                  <a:pt x="118" y="274"/>
                  <a:pt x="140" y="274"/>
                </a:cubicBezTo>
                <a:cubicBezTo>
                  <a:pt x="149" y="274"/>
                  <a:pt x="159" y="274"/>
                  <a:pt x="169" y="274"/>
                </a:cubicBezTo>
                <a:cubicBezTo>
                  <a:pt x="173" y="274"/>
                  <a:pt x="176" y="272"/>
                  <a:pt x="178" y="268"/>
                </a:cubicBezTo>
                <a:cubicBezTo>
                  <a:pt x="181" y="261"/>
                  <a:pt x="176" y="254"/>
                  <a:pt x="169" y="254"/>
                </a:cubicBezTo>
                <a:cubicBezTo>
                  <a:pt x="153" y="254"/>
                  <a:pt x="137" y="254"/>
                  <a:pt x="121" y="254"/>
                </a:cubicBezTo>
                <a:moveTo>
                  <a:pt x="121" y="283"/>
                </a:moveTo>
                <a:cubicBezTo>
                  <a:pt x="105" y="283"/>
                  <a:pt x="89" y="283"/>
                  <a:pt x="74" y="283"/>
                </a:cubicBezTo>
                <a:cubicBezTo>
                  <a:pt x="69" y="283"/>
                  <a:pt x="65" y="285"/>
                  <a:pt x="64" y="289"/>
                </a:cubicBezTo>
                <a:cubicBezTo>
                  <a:pt x="61" y="296"/>
                  <a:pt x="66" y="303"/>
                  <a:pt x="74" y="303"/>
                </a:cubicBezTo>
                <a:cubicBezTo>
                  <a:pt x="96" y="303"/>
                  <a:pt x="118" y="303"/>
                  <a:pt x="140" y="303"/>
                </a:cubicBezTo>
                <a:cubicBezTo>
                  <a:pt x="149" y="303"/>
                  <a:pt x="159" y="303"/>
                  <a:pt x="169" y="303"/>
                </a:cubicBezTo>
                <a:cubicBezTo>
                  <a:pt x="173" y="303"/>
                  <a:pt x="176" y="301"/>
                  <a:pt x="178" y="297"/>
                </a:cubicBezTo>
                <a:cubicBezTo>
                  <a:pt x="181" y="290"/>
                  <a:pt x="176" y="283"/>
                  <a:pt x="169" y="283"/>
                </a:cubicBezTo>
                <a:cubicBezTo>
                  <a:pt x="153" y="283"/>
                  <a:pt x="137" y="283"/>
                  <a:pt x="121" y="283"/>
                </a:cubicBezTo>
                <a:moveTo>
                  <a:pt x="82" y="313"/>
                </a:moveTo>
                <a:cubicBezTo>
                  <a:pt x="82" y="323"/>
                  <a:pt x="90" y="331"/>
                  <a:pt x="100" y="332"/>
                </a:cubicBezTo>
                <a:cubicBezTo>
                  <a:pt x="114" y="332"/>
                  <a:pt x="128" y="332"/>
                  <a:pt x="142" y="332"/>
                </a:cubicBezTo>
                <a:cubicBezTo>
                  <a:pt x="152" y="331"/>
                  <a:pt x="159" y="323"/>
                  <a:pt x="159" y="313"/>
                </a:cubicBezTo>
                <a:lnTo>
                  <a:pt x="82" y="313"/>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zh-CN" altLang="en-US" sz="1013">
              <a:solidFill>
                <a:schemeClr val="tx1">
                  <a:lumMod val="85000"/>
                  <a:lumOff val="15000"/>
                </a:schemeClr>
              </a:solidFill>
            </a:endParaRPr>
          </a:p>
        </p:txBody>
      </p:sp>
      <p:grpSp>
        <p:nvGrpSpPr>
          <p:cNvPr id="75" name="组合 74"/>
          <p:cNvGrpSpPr/>
          <p:nvPr/>
        </p:nvGrpSpPr>
        <p:grpSpPr>
          <a:xfrm>
            <a:off x="4038715" y="3524702"/>
            <a:ext cx="833883" cy="680944"/>
            <a:chOff x="5384050" y="4702675"/>
            <a:chExt cx="1111844" cy="907925"/>
          </a:xfrm>
        </p:grpSpPr>
        <p:sp>
          <p:nvSpPr>
            <p:cNvPr id="76" name="文本框 75"/>
            <p:cNvSpPr txBox="1"/>
            <p:nvPr/>
          </p:nvSpPr>
          <p:spPr>
            <a:xfrm>
              <a:off x="5678095" y="4702675"/>
              <a:ext cx="778419" cy="738664"/>
            </a:xfrm>
            <a:prstGeom prst="rect">
              <a:avLst/>
            </a:prstGeom>
            <a:noFill/>
          </p:spPr>
          <p:txBody>
            <a:bodyPr wrap="none" rtlCol="0">
              <a:spAutoFit/>
            </a:bodyPr>
            <a:lstStyle/>
            <a:p>
              <a:r>
                <a:rPr lang="en-US" altLang="zh-CN" sz="3000" dirty="0">
                  <a:solidFill>
                    <a:schemeClr val="bg1"/>
                  </a:solidFill>
                  <a:latin typeface="Impact" panose="020B0806030902050204" pitchFamily="34" charset="0"/>
                  <a:cs typeface="Aharoni" panose="02010803020104030203" pitchFamily="2" charset="-79"/>
                </a:rPr>
                <a:t>04</a:t>
              </a:r>
              <a:endParaRPr lang="zh-CN" altLang="en-US" sz="3000" dirty="0">
                <a:solidFill>
                  <a:schemeClr val="bg1"/>
                </a:solidFill>
                <a:latin typeface="Impact" panose="020B0806030902050204" pitchFamily="34" charset="0"/>
                <a:cs typeface="Aharoni" panose="02010803020104030203" pitchFamily="2" charset="-79"/>
              </a:endParaRPr>
            </a:p>
          </p:txBody>
        </p:sp>
        <p:sp>
          <p:nvSpPr>
            <p:cNvPr id="77" name="文本框 76"/>
            <p:cNvSpPr txBox="1"/>
            <p:nvPr/>
          </p:nvSpPr>
          <p:spPr>
            <a:xfrm>
              <a:off x="5384050" y="5279655"/>
              <a:ext cx="1111844" cy="330945"/>
            </a:xfrm>
            <a:prstGeom prst="rect">
              <a:avLst/>
            </a:prstGeom>
            <a:noFill/>
          </p:spPr>
          <p:txBody>
            <a:bodyPr wrap="none" rtlCol="0">
              <a:spAutoFit/>
            </a:bodyPr>
            <a:lstStyle/>
            <a:p>
              <a:r>
                <a:rPr lang="zh-CN" altLang="en-US" sz="1013" dirty="0">
                  <a:solidFill>
                    <a:schemeClr val="bg1"/>
                  </a:solidFill>
                  <a:latin typeface="+mj-ea"/>
                  <a:cs typeface="Arial Unicode MS" panose="020B0604020202020204" pitchFamily="34" charset="-122"/>
                </a:rPr>
                <a:t>输入小标题</a:t>
              </a:r>
              <a:endParaRPr lang="zh-CN" altLang="en-US" sz="1013" dirty="0">
                <a:solidFill>
                  <a:schemeClr val="bg1"/>
                </a:solidFill>
                <a:latin typeface="Tahoma" panose="020B0604030504040204" pitchFamily="34" charset="0"/>
                <a:cs typeface="Tahoma" panose="020B0604030504040204" pitchFamily="34" charset="0"/>
              </a:endParaRPr>
            </a:p>
          </p:txBody>
        </p:sp>
      </p:grpSp>
      <p:grpSp>
        <p:nvGrpSpPr>
          <p:cNvPr id="78" name="组合 77"/>
          <p:cNvGrpSpPr/>
          <p:nvPr/>
        </p:nvGrpSpPr>
        <p:grpSpPr>
          <a:xfrm>
            <a:off x="2847151" y="1675059"/>
            <a:ext cx="833883" cy="680944"/>
            <a:chOff x="3795302" y="2236484"/>
            <a:chExt cx="1111844" cy="907925"/>
          </a:xfrm>
        </p:grpSpPr>
        <p:sp>
          <p:nvSpPr>
            <p:cNvPr id="79" name="文本框 78"/>
            <p:cNvSpPr txBox="1"/>
            <p:nvPr/>
          </p:nvSpPr>
          <p:spPr>
            <a:xfrm>
              <a:off x="4089347" y="2236484"/>
              <a:ext cx="799792" cy="738664"/>
            </a:xfrm>
            <a:prstGeom prst="rect">
              <a:avLst/>
            </a:prstGeom>
            <a:noFill/>
          </p:spPr>
          <p:txBody>
            <a:bodyPr wrap="none" rtlCol="0">
              <a:spAutoFit/>
            </a:bodyPr>
            <a:lstStyle/>
            <a:p>
              <a:r>
                <a:rPr lang="en-US" altLang="zh-CN" sz="3000" dirty="0">
                  <a:solidFill>
                    <a:schemeClr val="bg1"/>
                  </a:solidFill>
                  <a:latin typeface="Impact" panose="020B0806030902050204" pitchFamily="34" charset="0"/>
                  <a:cs typeface="Aharoni" panose="02010803020104030203" pitchFamily="2" charset="-79"/>
                </a:rPr>
                <a:t>06</a:t>
              </a:r>
              <a:endParaRPr lang="zh-CN" altLang="en-US" sz="3000" dirty="0">
                <a:solidFill>
                  <a:schemeClr val="bg1"/>
                </a:solidFill>
                <a:latin typeface="Impact" panose="020B0806030902050204" pitchFamily="34" charset="0"/>
                <a:cs typeface="Aharoni" panose="02010803020104030203" pitchFamily="2" charset="-79"/>
              </a:endParaRPr>
            </a:p>
          </p:txBody>
        </p:sp>
        <p:sp>
          <p:nvSpPr>
            <p:cNvPr id="80" name="文本框 79"/>
            <p:cNvSpPr txBox="1"/>
            <p:nvPr/>
          </p:nvSpPr>
          <p:spPr>
            <a:xfrm>
              <a:off x="3795302" y="2813464"/>
              <a:ext cx="1111844" cy="330945"/>
            </a:xfrm>
            <a:prstGeom prst="rect">
              <a:avLst/>
            </a:prstGeom>
            <a:noFill/>
          </p:spPr>
          <p:txBody>
            <a:bodyPr wrap="none" rtlCol="0">
              <a:spAutoFit/>
            </a:bodyPr>
            <a:lstStyle/>
            <a:p>
              <a:r>
                <a:rPr lang="zh-CN" altLang="en-US" sz="1013" dirty="0">
                  <a:solidFill>
                    <a:schemeClr val="bg1"/>
                  </a:solidFill>
                  <a:latin typeface="+mj-ea"/>
                  <a:cs typeface="Arial Unicode MS" panose="020B0604020202020204" pitchFamily="34" charset="-122"/>
                </a:rPr>
                <a:t>输入小标题</a:t>
              </a:r>
              <a:endParaRPr lang="zh-CN" altLang="en-US" sz="1013" dirty="0">
                <a:solidFill>
                  <a:schemeClr val="bg1"/>
                </a:solidFill>
                <a:latin typeface="Tahoma" panose="020B0604030504040204" pitchFamily="34" charset="0"/>
                <a:cs typeface="Tahoma" panose="020B0604030504040204" pitchFamily="34" charset="0"/>
              </a:endParaRPr>
            </a:p>
          </p:txBody>
        </p:sp>
      </p:grpSp>
      <p:grpSp>
        <p:nvGrpSpPr>
          <p:cNvPr id="81" name="组合 80"/>
          <p:cNvGrpSpPr/>
          <p:nvPr/>
        </p:nvGrpSpPr>
        <p:grpSpPr>
          <a:xfrm>
            <a:off x="5235214" y="1669217"/>
            <a:ext cx="833883" cy="680944"/>
            <a:chOff x="6979382" y="2228695"/>
            <a:chExt cx="1111844" cy="907925"/>
          </a:xfrm>
        </p:grpSpPr>
        <p:sp>
          <p:nvSpPr>
            <p:cNvPr id="82" name="文本框 81"/>
            <p:cNvSpPr txBox="1"/>
            <p:nvPr/>
          </p:nvSpPr>
          <p:spPr>
            <a:xfrm>
              <a:off x="7273427" y="2228695"/>
              <a:ext cx="778419" cy="738664"/>
            </a:xfrm>
            <a:prstGeom prst="rect">
              <a:avLst/>
            </a:prstGeom>
            <a:noFill/>
          </p:spPr>
          <p:txBody>
            <a:bodyPr wrap="none" rtlCol="0">
              <a:spAutoFit/>
            </a:bodyPr>
            <a:lstStyle/>
            <a:p>
              <a:r>
                <a:rPr lang="en-US" altLang="zh-CN" sz="3000" dirty="0">
                  <a:solidFill>
                    <a:schemeClr val="bg1"/>
                  </a:solidFill>
                  <a:latin typeface="Impact" panose="020B0806030902050204" pitchFamily="34" charset="0"/>
                  <a:cs typeface="Aharoni" panose="02010803020104030203" pitchFamily="2" charset="-79"/>
                </a:rPr>
                <a:t>02</a:t>
              </a:r>
              <a:endParaRPr lang="zh-CN" altLang="en-US" sz="3000" dirty="0">
                <a:solidFill>
                  <a:schemeClr val="bg1"/>
                </a:solidFill>
                <a:latin typeface="Impact" panose="020B0806030902050204" pitchFamily="34" charset="0"/>
                <a:cs typeface="Aharoni" panose="02010803020104030203" pitchFamily="2" charset="-79"/>
              </a:endParaRPr>
            </a:p>
          </p:txBody>
        </p:sp>
        <p:sp>
          <p:nvSpPr>
            <p:cNvPr id="83" name="文本框 82"/>
            <p:cNvSpPr txBox="1"/>
            <p:nvPr/>
          </p:nvSpPr>
          <p:spPr>
            <a:xfrm>
              <a:off x="6979382" y="2805675"/>
              <a:ext cx="1111844" cy="330945"/>
            </a:xfrm>
            <a:prstGeom prst="rect">
              <a:avLst/>
            </a:prstGeom>
            <a:noFill/>
          </p:spPr>
          <p:txBody>
            <a:bodyPr wrap="none" rtlCol="0">
              <a:spAutoFit/>
            </a:bodyPr>
            <a:lstStyle/>
            <a:p>
              <a:r>
                <a:rPr lang="zh-CN" altLang="en-US" sz="1013" dirty="0">
                  <a:solidFill>
                    <a:schemeClr val="bg1"/>
                  </a:solidFill>
                  <a:latin typeface="+mj-ea"/>
                  <a:cs typeface="Arial Unicode MS" panose="020B0604020202020204" pitchFamily="34" charset="-122"/>
                </a:rPr>
                <a:t>输入小标题</a:t>
              </a:r>
              <a:endParaRPr lang="zh-CN" altLang="en-US" sz="1013" dirty="0">
                <a:solidFill>
                  <a:schemeClr val="bg1"/>
                </a:solidFill>
                <a:latin typeface="Tahoma" panose="020B0604030504040204" pitchFamily="34" charset="0"/>
                <a:cs typeface="Tahoma" panose="020B0604030504040204" pitchFamily="34" charset="0"/>
              </a:endParaRPr>
            </a:p>
          </p:txBody>
        </p:sp>
      </p:grpSp>
      <p:grpSp>
        <p:nvGrpSpPr>
          <p:cNvPr id="84" name="组合 83"/>
          <p:cNvGrpSpPr/>
          <p:nvPr/>
        </p:nvGrpSpPr>
        <p:grpSpPr>
          <a:xfrm>
            <a:off x="2926668" y="2886399"/>
            <a:ext cx="833883" cy="774315"/>
            <a:chOff x="3901324" y="3851607"/>
            <a:chExt cx="1111843" cy="1032421"/>
          </a:xfrm>
        </p:grpSpPr>
        <p:sp>
          <p:nvSpPr>
            <p:cNvPr id="85" name="文本框 84"/>
            <p:cNvSpPr txBox="1"/>
            <p:nvPr/>
          </p:nvSpPr>
          <p:spPr>
            <a:xfrm>
              <a:off x="4195369" y="4145364"/>
              <a:ext cx="797654" cy="738664"/>
            </a:xfrm>
            <a:prstGeom prst="rect">
              <a:avLst/>
            </a:prstGeom>
            <a:noFill/>
          </p:spPr>
          <p:txBody>
            <a:bodyPr wrap="none" rtlCol="0">
              <a:spAutoFit/>
            </a:bodyPr>
            <a:lstStyle/>
            <a:p>
              <a:r>
                <a:rPr lang="en-US" altLang="zh-CN" sz="3000" dirty="0">
                  <a:solidFill>
                    <a:schemeClr val="bg1"/>
                  </a:solidFill>
                  <a:latin typeface="Impact" panose="020B0806030902050204" pitchFamily="34" charset="0"/>
                  <a:cs typeface="Aharoni" panose="02010803020104030203" pitchFamily="2" charset="-79"/>
                </a:rPr>
                <a:t>05</a:t>
              </a:r>
              <a:endParaRPr lang="zh-CN" altLang="en-US" sz="3000" dirty="0">
                <a:solidFill>
                  <a:schemeClr val="bg1"/>
                </a:solidFill>
                <a:latin typeface="Impact" panose="020B0806030902050204" pitchFamily="34" charset="0"/>
                <a:cs typeface="Aharoni" panose="02010803020104030203" pitchFamily="2" charset="-79"/>
              </a:endParaRPr>
            </a:p>
          </p:txBody>
        </p:sp>
        <p:sp>
          <p:nvSpPr>
            <p:cNvPr id="86" name="文本框 85"/>
            <p:cNvSpPr txBox="1"/>
            <p:nvPr/>
          </p:nvSpPr>
          <p:spPr>
            <a:xfrm>
              <a:off x="3901324" y="3851607"/>
              <a:ext cx="1111843" cy="330946"/>
            </a:xfrm>
            <a:prstGeom prst="rect">
              <a:avLst/>
            </a:prstGeom>
            <a:noFill/>
          </p:spPr>
          <p:txBody>
            <a:bodyPr wrap="none" rtlCol="0">
              <a:spAutoFit/>
            </a:bodyPr>
            <a:lstStyle/>
            <a:p>
              <a:r>
                <a:rPr lang="zh-CN" altLang="en-US" sz="1013" dirty="0">
                  <a:solidFill>
                    <a:schemeClr val="bg1"/>
                  </a:solidFill>
                  <a:latin typeface="+mj-ea"/>
                  <a:cs typeface="Arial Unicode MS" panose="020B0604020202020204" pitchFamily="34" charset="-122"/>
                </a:rPr>
                <a:t>输入小标题</a:t>
              </a:r>
              <a:endParaRPr lang="zh-CN" altLang="en-US" sz="1013" dirty="0">
                <a:solidFill>
                  <a:schemeClr val="bg1"/>
                </a:solidFill>
                <a:latin typeface="Tahoma" panose="020B0604030504040204" pitchFamily="34" charset="0"/>
                <a:cs typeface="Tahoma" panose="020B0604030504040204" pitchFamily="34" charset="0"/>
              </a:endParaRPr>
            </a:p>
          </p:txBody>
        </p:sp>
      </p:grpSp>
      <p:grpSp>
        <p:nvGrpSpPr>
          <p:cNvPr id="87" name="组合 86"/>
          <p:cNvGrpSpPr/>
          <p:nvPr/>
        </p:nvGrpSpPr>
        <p:grpSpPr>
          <a:xfrm>
            <a:off x="5211534" y="2900040"/>
            <a:ext cx="833883" cy="774315"/>
            <a:chOff x="6947812" y="3869794"/>
            <a:chExt cx="1111844" cy="1032421"/>
          </a:xfrm>
        </p:grpSpPr>
        <p:sp>
          <p:nvSpPr>
            <p:cNvPr id="88" name="文本框 87"/>
            <p:cNvSpPr txBox="1"/>
            <p:nvPr/>
          </p:nvSpPr>
          <p:spPr>
            <a:xfrm>
              <a:off x="7241857" y="4163551"/>
              <a:ext cx="793380" cy="738664"/>
            </a:xfrm>
            <a:prstGeom prst="rect">
              <a:avLst/>
            </a:prstGeom>
            <a:noFill/>
          </p:spPr>
          <p:txBody>
            <a:bodyPr wrap="none" rtlCol="0">
              <a:spAutoFit/>
            </a:bodyPr>
            <a:lstStyle/>
            <a:p>
              <a:r>
                <a:rPr lang="en-US" altLang="zh-CN" sz="3000" dirty="0">
                  <a:solidFill>
                    <a:schemeClr val="bg1"/>
                  </a:solidFill>
                  <a:latin typeface="Impact" panose="020B0806030902050204" pitchFamily="34" charset="0"/>
                  <a:cs typeface="Aharoni" panose="02010803020104030203" pitchFamily="2" charset="-79"/>
                </a:rPr>
                <a:t>03</a:t>
              </a:r>
              <a:endParaRPr lang="zh-CN" altLang="en-US" sz="3000" dirty="0">
                <a:solidFill>
                  <a:schemeClr val="bg1"/>
                </a:solidFill>
                <a:latin typeface="Impact" panose="020B0806030902050204" pitchFamily="34" charset="0"/>
                <a:cs typeface="Aharoni" panose="02010803020104030203" pitchFamily="2" charset="-79"/>
              </a:endParaRPr>
            </a:p>
          </p:txBody>
        </p:sp>
        <p:sp>
          <p:nvSpPr>
            <p:cNvPr id="89" name="文本框 88"/>
            <p:cNvSpPr txBox="1"/>
            <p:nvPr/>
          </p:nvSpPr>
          <p:spPr>
            <a:xfrm>
              <a:off x="6947812" y="3869794"/>
              <a:ext cx="1111844" cy="330946"/>
            </a:xfrm>
            <a:prstGeom prst="rect">
              <a:avLst/>
            </a:prstGeom>
            <a:noFill/>
          </p:spPr>
          <p:txBody>
            <a:bodyPr wrap="none" rtlCol="0">
              <a:spAutoFit/>
            </a:bodyPr>
            <a:lstStyle/>
            <a:p>
              <a:r>
                <a:rPr lang="zh-CN" altLang="en-US" sz="1013" dirty="0">
                  <a:solidFill>
                    <a:schemeClr val="bg1"/>
                  </a:solidFill>
                  <a:latin typeface="+mj-ea"/>
                  <a:cs typeface="Arial Unicode MS" panose="020B0604020202020204" pitchFamily="34" charset="-122"/>
                </a:rPr>
                <a:t>输入小标题</a:t>
              </a:r>
              <a:endParaRPr lang="zh-CN" altLang="en-US" sz="1013" dirty="0">
                <a:solidFill>
                  <a:schemeClr val="bg1"/>
                </a:solidFill>
                <a:latin typeface="Tahoma" panose="020B0604030504040204" pitchFamily="34" charset="0"/>
                <a:cs typeface="Tahoma" panose="020B0604030504040204" pitchFamily="34" charset="0"/>
              </a:endParaRPr>
            </a:p>
          </p:txBody>
        </p:sp>
      </p:grpSp>
      <p:sp>
        <p:nvSpPr>
          <p:cNvPr id="90" name="文本框 89"/>
          <p:cNvSpPr txBox="1"/>
          <p:nvPr/>
        </p:nvSpPr>
        <p:spPr>
          <a:xfrm>
            <a:off x="3576671" y="288951"/>
            <a:ext cx="1966911"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a:t>
            </a:r>
          </a:p>
        </p:txBody>
      </p:sp>
      <p:sp>
        <p:nvSpPr>
          <p:cNvPr id="91" name="文本框 90"/>
          <p:cNvSpPr txBox="1"/>
          <p:nvPr/>
        </p:nvSpPr>
        <p:spPr>
          <a:xfrm>
            <a:off x="6368745" y="1391135"/>
            <a:ext cx="1966911"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a:t>
            </a:r>
          </a:p>
        </p:txBody>
      </p:sp>
      <p:sp>
        <p:nvSpPr>
          <p:cNvPr id="92" name="文本框 91"/>
          <p:cNvSpPr txBox="1"/>
          <p:nvPr/>
        </p:nvSpPr>
        <p:spPr>
          <a:xfrm>
            <a:off x="6368745" y="3259650"/>
            <a:ext cx="1966911"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a:t>
            </a:r>
          </a:p>
        </p:txBody>
      </p:sp>
      <p:sp>
        <p:nvSpPr>
          <p:cNvPr id="93" name="文本框 92"/>
          <p:cNvSpPr txBox="1"/>
          <p:nvPr/>
        </p:nvSpPr>
        <p:spPr>
          <a:xfrm>
            <a:off x="3576671" y="4391025"/>
            <a:ext cx="1966911"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a:t>
            </a:r>
          </a:p>
        </p:txBody>
      </p:sp>
      <p:sp>
        <p:nvSpPr>
          <p:cNvPr id="94" name="文本框 93"/>
          <p:cNvSpPr txBox="1"/>
          <p:nvPr/>
        </p:nvSpPr>
        <p:spPr>
          <a:xfrm>
            <a:off x="865623" y="3458598"/>
            <a:ext cx="1966911"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a:t>
            </a:r>
          </a:p>
        </p:txBody>
      </p:sp>
      <p:sp>
        <p:nvSpPr>
          <p:cNvPr id="95" name="文本框 94"/>
          <p:cNvSpPr txBox="1"/>
          <p:nvPr/>
        </p:nvSpPr>
        <p:spPr>
          <a:xfrm>
            <a:off x="819825" y="1420869"/>
            <a:ext cx="1966911" cy="590931"/>
          </a:xfrm>
          <a:prstGeom prst="rect">
            <a:avLst/>
          </a:prstGeom>
          <a:noFill/>
        </p:spPr>
        <p:txBody>
          <a:bodyPr wrap="square" rtlCol="0">
            <a:spAutoFit/>
          </a:bodyPr>
          <a:lstStyle/>
          <a:p>
            <a:pPr>
              <a:lnSpc>
                <a:spcPct val="120000"/>
              </a:lnSpc>
            </a:pPr>
            <a:r>
              <a:rPr lang="zh-CN" altLang="en-US" sz="900" dirty="0">
                <a:solidFill>
                  <a:schemeClr val="tx1">
                    <a:lumMod val="85000"/>
                    <a:lumOff val="15000"/>
                  </a:schemeClr>
                </a:solidFill>
              </a:rPr>
              <a:t>此处填写具体条目内容，此处填写具体条目内容，此处填写具体条目内容。此处填写具体条目内容，</a:t>
            </a:r>
          </a:p>
        </p:txBody>
      </p:sp>
    </p:spTree>
    <p:extLst>
      <p:ext uri="{BB962C8B-B14F-4D97-AF65-F5344CB8AC3E}">
        <p14:creationId xmlns:p14="http://schemas.microsoft.com/office/powerpoint/2010/main" val="2355367908"/>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p:cTn id="7" dur="250" fill="hold"/>
                                        <p:tgtEl>
                                          <p:spTgt spid="70"/>
                                        </p:tgtEl>
                                        <p:attrNameLst>
                                          <p:attrName>ppt_w</p:attrName>
                                        </p:attrNameLst>
                                      </p:cBhvr>
                                      <p:tavLst>
                                        <p:tav tm="0">
                                          <p:val>
                                            <p:fltVal val="0"/>
                                          </p:val>
                                        </p:tav>
                                        <p:tav tm="100000">
                                          <p:val>
                                            <p:strVal val="#ppt_w"/>
                                          </p:val>
                                        </p:tav>
                                      </p:tavLst>
                                    </p:anim>
                                    <p:anim calcmode="lin" valueType="num">
                                      <p:cBhvr>
                                        <p:cTn id="8" dur="250" fill="hold"/>
                                        <p:tgtEl>
                                          <p:spTgt spid="70"/>
                                        </p:tgtEl>
                                        <p:attrNameLst>
                                          <p:attrName>ppt_h</p:attrName>
                                        </p:attrNameLst>
                                      </p:cBhvr>
                                      <p:tavLst>
                                        <p:tav tm="0">
                                          <p:val>
                                            <p:fltVal val="0"/>
                                          </p:val>
                                        </p:tav>
                                        <p:tav tm="100000">
                                          <p:val>
                                            <p:strVal val="#ppt_h"/>
                                          </p:val>
                                        </p:tav>
                                      </p:tavLst>
                                    </p:anim>
                                    <p:animEffect transition="in" filter="fade">
                                      <p:cBhvr>
                                        <p:cTn id="9" dur="250"/>
                                        <p:tgtEl>
                                          <p:spTgt spid="70"/>
                                        </p:tgtEl>
                                      </p:cBhvr>
                                    </p:animEffect>
                                  </p:childTnLst>
                                </p:cTn>
                              </p:par>
                            </p:childTnLst>
                          </p:cTn>
                        </p:par>
                        <p:par>
                          <p:cTn id="10" fill="hold">
                            <p:stCondLst>
                              <p:cond delay="250"/>
                            </p:stCondLst>
                            <p:childTnLst>
                              <p:par>
                                <p:cTn id="11" presetID="53" presetClass="entr" presetSubtype="16" fill="hold" grpId="0" nodeType="afterEffect">
                                  <p:stCondLst>
                                    <p:cond delay="0"/>
                                  </p:stCondLst>
                                  <p:childTnLst>
                                    <p:set>
                                      <p:cBhvr>
                                        <p:cTn id="12" dur="1" fill="hold">
                                          <p:stCondLst>
                                            <p:cond delay="0"/>
                                          </p:stCondLst>
                                        </p:cTn>
                                        <p:tgtEl>
                                          <p:spTgt spid="74"/>
                                        </p:tgtEl>
                                        <p:attrNameLst>
                                          <p:attrName>style.visibility</p:attrName>
                                        </p:attrNameLst>
                                      </p:cBhvr>
                                      <p:to>
                                        <p:strVal val="visible"/>
                                      </p:to>
                                    </p:set>
                                    <p:anim calcmode="lin" valueType="num">
                                      <p:cBhvr>
                                        <p:cTn id="13" dur="250" fill="hold"/>
                                        <p:tgtEl>
                                          <p:spTgt spid="74"/>
                                        </p:tgtEl>
                                        <p:attrNameLst>
                                          <p:attrName>ppt_w</p:attrName>
                                        </p:attrNameLst>
                                      </p:cBhvr>
                                      <p:tavLst>
                                        <p:tav tm="0">
                                          <p:val>
                                            <p:fltVal val="0"/>
                                          </p:val>
                                        </p:tav>
                                        <p:tav tm="100000">
                                          <p:val>
                                            <p:strVal val="#ppt_w"/>
                                          </p:val>
                                        </p:tav>
                                      </p:tavLst>
                                    </p:anim>
                                    <p:anim calcmode="lin" valueType="num">
                                      <p:cBhvr>
                                        <p:cTn id="14" dur="250" fill="hold"/>
                                        <p:tgtEl>
                                          <p:spTgt spid="74"/>
                                        </p:tgtEl>
                                        <p:attrNameLst>
                                          <p:attrName>ppt_h</p:attrName>
                                        </p:attrNameLst>
                                      </p:cBhvr>
                                      <p:tavLst>
                                        <p:tav tm="0">
                                          <p:val>
                                            <p:fltVal val="0"/>
                                          </p:val>
                                        </p:tav>
                                        <p:tav tm="100000">
                                          <p:val>
                                            <p:strVal val="#ppt_h"/>
                                          </p:val>
                                        </p:tav>
                                      </p:tavLst>
                                    </p:anim>
                                    <p:animEffect transition="in" filter="fade">
                                      <p:cBhvr>
                                        <p:cTn id="15" dur="250"/>
                                        <p:tgtEl>
                                          <p:spTgt spid="74"/>
                                        </p:tgtEl>
                                      </p:cBhvr>
                                    </p:animEffect>
                                  </p:childTnLst>
                                </p:cTn>
                              </p:par>
                            </p:childTnLst>
                          </p:cTn>
                        </p:par>
                        <p:par>
                          <p:cTn id="16" fill="hold">
                            <p:stCondLst>
                              <p:cond delay="500"/>
                            </p:stCondLst>
                            <p:childTnLst>
                              <p:par>
                                <p:cTn id="17" presetID="2" presetClass="entr" presetSubtype="1" fill="hold" grpId="0" nodeType="afterEffect">
                                  <p:stCondLst>
                                    <p:cond delay="0"/>
                                  </p:stCondLst>
                                  <p:childTnLst>
                                    <p:set>
                                      <p:cBhvr>
                                        <p:cTn id="18" dur="1" fill="hold">
                                          <p:stCondLst>
                                            <p:cond delay="0"/>
                                          </p:stCondLst>
                                        </p:cTn>
                                        <p:tgtEl>
                                          <p:spTgt spid="68"/>
                                        </p:tgtEl>
                                        <p:attrNameLst>
                                          <p:attrName>style.visibility</p:attrName>
                                        </p:attrNameLst>
                                      </p:cBhvr>
                                      <p:to>
                                        <p:strVal val="visible"/>
                                      </p:to>
                                    </p:set>
                                    <p:anim calcmode="lin" valueType="num">
                                      <p:cBhvr additive="base">
                                        <p:cTn id="19" dur="250" fill="hold"/>
                                        <p:tgtEl>
                                          <p:spTgt spid="68"/>
                                        </p:tgtEl>
                                        <p:attrNameLst>
                                          <p:attrName>ppt_x</p:attrName>
                                        </p:attrNameLst>
                                      </p:cBhvr>
                                      <p:tavLst>
                                        <p:tav tm="0">
                                          <p:val>
                                            <p:strVal val="#ppt_x"/>
                                          </p:val>
                                        </p:tav>
                                        <p:tav tm="100000">
                                          <p:val>
                                            <p:strVal val="#ppt_x"/>
                                          </p:val>
                                        </p:tav>
                                      </p:tavLst>
                                    </p:anim>
                                    <p:anim calcmode="lin" valueType="num">
                                      <p:cBhvr additive="base">
                                        <p:cTn id="20" dur="250" fill="hold"/>
                                        <p:tgtEl>
                                          <p:spTgt spid="68"/>
                                        </p:tgtEl>
                                        <p:attrNameLst>
                                          <p:attrName>ppt_y</p:attrName>
                                        </p:attrNameLst>
                                      </p:cBhvr>
                                      <p:tavLst>
                                        <p:tav tm="0">
                                          <p:val>
                                            <p:strVal val="0-#ppt_h/2"/>
                                          </p:val>
                                        </p:tav>
                                        <p:tav tm="100000">
                                          <p:val>
                                            <p:strVal val="#ppt_y"/>
                                          </p:val>
                                        </p:tav>
                                      </p:tavLst>
                                    </p:anim>
                                  </p:childTnLst>
                                </p:cTn>
                              </p:par>
                            </p:childTnLst>
                          </p:cTn>
                        </p:par>
                        <p:par>
                          <p:cTn id="21" fill="hold">
                            <p:stCondLst>
                              <p:cond delay="750"/>
                            </p:stCondLst>
                            <p:childTnLst>
                              <p:par>
                                <p:cTn id="22" presetID="2" presetClass="entr" presetSubtype="3" fill="hold" grpId="0" nodeType="afterEffect">
                                  <p:stCondLst>
                                    <p:cond delay="0"/>
                                  </p:stCondLst>
                                  <p:childTnLst>
                                    <p:set>
                                      <p:cBhvr>
                                        <p:cTn id="23" dur="1" fill="hold">
                                          <p:stCondLst>
                                            <p:cond delay="0"/>
                                          </p:stCondLst>
                                        </p:cTn>
                                        <p:tgtEl>
                                          <p:spTgt spid="64"/>
                                        </p:tgtEl>
                                        <p:attrNameLst>
                                          <p:attrName>style.visibility</p:attrName>
                                        </p:attrNameLst>
                                      </p:cBhvr>
                                      <p:to>
                                        <p:strVal val="visible"/>
                                      </p:to>
                                    </p:set>
                                    <p:anim calcmode="lin" valueType="num">
                                      <p:cBhvr additive="base">
                                        <p:cTn id="24" dur="250" fill="hold"/>
                                        <p:tgtEl>
                                          <p:spTgt spid="64"/>
                                        </p:tgtEl>
                                        <p:attrNameLst>
                                          <p:attrName>ppt_x</p:attrName>
                                        </p:attrNameLst>
                                      </p:cBhvr>
                                      <p:tavLst>
                                        <p:tav tm="0">
                                          <p:val>
                                            <p:strVal val="1+#ppt_w/2"/>
                                          </p:val>
                                        </p:tav>
                                        <p:tav tm="100000">
                                          <p:val>
                                            <p:strVal val="#ppt_x"/>
                                          </p:val>
                                        </p:tav>
                                      </p:tavLst>
                                    </p:anim>
                                    <p:anim calcmode="lin" valueType="num">
                                      <p:cBhvr additive="base">
                                        <p:cTn id="25" dur="250" fill="hold"/>
                                        <p:tgtEl>
                                          <p:spTgt spid="64"/>
                                        </p:tgtEl>
                                        <p:attrNameLst>
                                          <p:attrName>ppt_y</p:attrName>
                                        </p:attrNameLst>
                                      </p:cBhvr>
                                      <p:tavLst>
                                        <p:tav tm="0">
                                          <p:val>
                                            <p:strVal val="0-#ppt_h/2"/>
                                          </p:val>
                                        </p:tav>
                                        <p:tav tm="100000">
                                          <p:val>
                                            <p:strVal val="#ppt_y"/>
                                          </p:val>
                                        </p:tav>
                                      </p:tavLst>
                                    </p:anim>
                                  </p:childTnLst>
                                </p:cTn>
                              </p:par>
                            </p:childTnLst>
                          </p:cTn>
                        </p:par>
                        <p:par>
                          <p:cTn id="26" fill="hold">
                            <p:stCondLst>
                              <p:cond delay="1000"/>
                            </p:stCondLst>
                            <p:childTnLst>
                              <p:par>
                                <p:cTn id="27" presetID="2" presetClass="entr" presetSubtype="6" fill="hold" grpId="0" nodeType="afterEffect">
                                  <p:stCondLst>
                                    <p:cond delay="0"/>
                                  </p:stCondLst>
                                  <p:childTnLst>
                                    <p:set>
                                      <p:cBhvr>
                                        <p:cTn id="28" dur="1" fill="hold">
                                          <p:stCondLst>
                                            <p:cond delay="0"/>
                                          </p:stCondLst>
                                        </p:cTn>
                                        <p:tgtEl>
                                          <p:spTgt spid="65"/>
                                        </p:tgtEl>
                                        <p:attrNameLst>
                                          <p:attrName>style.visibility</p:attrName>
                                        </p:attrNameLst>
                                      </p:cBhvr>
                                      <p:to>
                                        <p:strVal val="visible"/>
                                      </p:to>
                                    </p:set>
                                    <p:anim calcmode="lin" valueType="num">
                                      <p:cBhvr additive="base">
                                        <p:cTn id="29" dur="250" fill="hold"/>
                                        <p:tgtEl>
                                          <p:spTgt spid="65"/>
                                        </p:tgtEl>
                                        <p:attrNameLst>
                                          <p:attrName>ppt_x</p:attrName>
                                        </p:attrNameLst>
                                      </p:cBhvr>
                                      <p:tavLst>
                                        <p:tav tm="0">
                                          <p:val>
                                            <p:strVal val="1+#ppt_w/2"/>
                                          </p:val>
                                        </p:tav>
                                        <p:tav tm="100000">
                                          <p:val>
                                            <p:strVal val="#ppt_x"/>
                                          </p:val>
                                        </p:tav>
                                      </p:tavLst>
                                    </p:anim>
                                    <p:anim calcmode="lin" valueType="num">
                                      <p:cBhvr additive="base">
                                        <p:cTn id="30" dur="250" fill="hold"/>
                                        <p:tgtEl>
                                          <p:spTgt spid="65"/>
                                        </p:tgtEl>
                                        <p:attrNameLst>
                                          <p:attrName>ppt_y</p:attrName>
                                        </p:attrNameLst>
                                      </p:cBhvr>
                                      <p:tavLst>
                                        <p:tav tm="0">
                                          <p:val>
                                            <p:strVal val="1+#ppt_h/2"/>
                                          </p:val>
                                        </p:tav>
                                        <p:tav tm="100000">
                                          <p:val>
                                            <p:strVal val="#ppt_y"/>
                                          </p:val>
                                        </p:tav>
                                      </p:tavLst>
                                    </p:anim>
                                  </p:childTnLst>
                                </p:cTn>
                              </p:par>
                            </p:childTnLst>
                          </p:cTn>
                        </p:par>
                        <p:par>
                          <p:cTn id="31" fill="hold">
                            <p:stCondLst>
                              <p:cond delay="1250"/>
                            </p:stCondLst>
                            <p:childTnLst>
                              <p:par>
                                <p:cTn id="32" presetID="2" presetClass="entr" presetSubtype="4" fill="hold" grpId="0" nodeType="afterEffect">
                                  <p:stCondLst>
                                    <p:cond delay="0"/>
                                  </p:stCondLst>
                                  <p:childTnLst>
                                    <p:set>
                                      <p:cBhvr>
                                        <p:cTn id="33" dur="1" fill="hold">
                                          <p:stCondLst>
                                            <p:cond delay="0"/>
                                          </p:stCondLst>
                                        </p:cTn>
                                        <p:tgtEl>
                                          <p:spTgt spid="69"/>
                                        </p:tgtEl>
                                        <p:attrNameLst>
                                          <p:attrName>style.visibility</p:attrName>
                                        </p:attrNameLst>
                                      </p:cBhvr>
                                      <p:to>
                                        <p:strVal val="visible"/>
                                      </p:to>
                                    </p:set>
                                    <p:anim calcmode="lin" valueType="num">
                                      <p:cBhvr additive="base">
                                        <p:cTn id="34" dur="250" fill="hold"/>
                                        <p:tgtEl>
                                          <p:spTgt spid="69"/>
                                        </p:tgtEl>
                                        <p:attrNameLst>
                                          <p:attrName>ppt_x</p:attrName>
                                        </p:attrNameLst>
                                      </p:cBhvr>
                                      <p:tavLst>
                                        <p:tav tm="0">
                                          <p:val>
                                            <p:strVal val="#ppt_x"/>
                                          </p:val>
                                        </p:tav>
                                        <p:tav tm="100000">
                                          <p:val>
                                            <p:strVal val="#ppt_x"/>
                                          </p:val>
                                        </p:tav>
                                      </p:tavLst>
                                    </p:anim>
                                    <p:anim calcmode="lin" valueType="num">
                                      <p:cBhvr additive="base">
                                        <p:cTn id="35" dur="250" fill="hold"/>
                                        <p:tgtEl>
                                          <p:spTgt spid="69"/>
                                        </p:tgtEl>
                                        <p:attrNameLst>
                                          <p:attrName>ppt_y</p:attrName>
                                        </p:attrNameLst>
                                      </p:cBhvr>
                                      <p:tavLst>
                                        <p:tav tm="0">
                                          <p:val>
                                            <p:strVal val="1+#ppt_h/2"/>
                                          </p:val>
                                        </p:tav>
                                        <p:tav tm="100000">
                                          <p:val>
                                            <p:strVal val="#ppt_y"/>
                                          </p:val>
                                        </p:tav>
                                      </p:tavLst>
                                    </p:anim>
                                  </p:childTnLst>
                                </p:cTn>
                              </p:par>
                            </p:childTnLst>
                          </p:cTn>
                        </p:par>
                        <p:par>
                          <p:cTn id="36" fill="hold">
                            <p:stCondLst>
                              <p:cond delay="1500"/>
                            </p:stCondLst>
                            <p:childTnLst>
                              <p:par>
                                <p:cTn id="37" presetID="2" presetClass="entr" presetSubtype="12" fill="hold" grpId="0" nodeType="afterEffect">
                                  <p:stCondLst>
                                    <p:cond delay="0"/>
                                  </p:stCondLst>
                                  <p:childTnLst>
                                    <p:set>
                                      <p:cBhvr>
                                        <p:cTn id="38" dur="1" fill="hold">
                                          <p:stCondLst>
                                            <p:cond delay="0"/>
                                          </p:stCondLst>
                                        </p:cTn>
                                        <p:tgtEl>
                                          <p:spTgt spid="67"/>
                                        </p:tgtEl>
                                        <p:attrNameLst>
                                          <p:attrName>style.visibility</p:attrName>
                                        </p:attrNameLst>
                                      </p:cBhvr>
                                      <p:to>
                                        <p:strVal val="visible"/>
                                      </p:to>
                                    </p:set>
                                    <p:anim calcmode="lin" valueType="num">
                                      <p:cBhvr additive="base">
                                        <p:cTn id="39" dur="250" fill="hold"/>
                                        <p:tgtEl>
                                          <p:spTgt spid="67"/>
                                        </p:tgtEl>
                                        <p:attrNameLst>
                                          <p:attrName>ppt_x</p:attrName>
                                        </p:attrNameLst>
                                      </p:cBhvr>
                                      <p:tavLst>
                                        <p:tav tm="0">
                                          <p:val>
                                            <p:strVal val="0-#ppt_w/2"/>
                                          </p:val>
                                        </p:tav>
                                        <p:tav tm="100000">
                                          <p:val>
                                            <p:strVal val="#ppt_x"/>
                                          </p:val>
                                        </p:tav>
                                      </p:tavLst>
                                    </p:anim>
                                    <p:anim calcmode="lin" valueType="num">
                                      <p:cBhvr additive="base">
                                        <p:cTn id="40" dur="250" fill="hold"/>
                                        <p:tgtEl>
                                          <p:spTgt spid="67"/>
                                        </p:tgtEl>
                                        <p:attrNameLst>
                                          <p:attrName>ppt_y</p:attrName>
                                        </p:attrNameLst>
                                      </p:cBhvr>
                                      <p:tavLst>
                                        <p:tav tm="0">
                                          <p:val>
                                            <p:strVal val="1+#ppt_h/2"/>
                                          </p:val>
                                        </p:tav>
                                        <p:tav tm="100000">
                                          <p:val>
                                            <p:strVal val="#ppt_y"/>
                                          </p:val>
                                        </p:tav>
                                      </p:tavLst>
                                    </p:anim>
                                  </p:childTnLst>
                                </p:cTn>
                              </p:par>
                            </p:childTnLst>
                          </p:cTn>
                        </p:par>
                        <p:par>
                          <p:cTn id="41" fill="hold">
                            <p:stCondLst>
                              <p:cond delay="1750"/>
                            </p:stCondLst>
                            <p:childTnLst>
                              <p:par>
                                <p:cTn id="42" presetID="2" presetClass="entr" presetSubtype="9" fill="hold" grpId="0" nodeType="afterEffect">
                                  <p:stCondLst>
                                    <p:cond delay="0"/>
                                  </p:stCondLst>
                                  <p:childTnLst>
                                    <p:set>
                                      <p:cBhvr>
                                        <p:cTn id="43" dur="1" fill="hold">
                                          <p:stCondLst>
                                            <p:cond delay="0"/>
                                          </p:stCondLst>
                                        </p:cTn>
                                        <p:tgtEl>
                                          <p:spTgt spid="66"/>
                                        </p:tgtEl>
                                        <p:attrNameLst>
                                          <p:attrName>style.visibility</p:attrName>
                                        </p:attrNameLst>
                                      </p:cBhvr>
                                      <p:to>
                                        <p:strVal val="visible"/>
                                      </p:to>
                                    </p:set>
                                    <p:anim calcmode="lin" valueType="num">
                                      <p:cBhvr additive="base">
                                        <p:cTn id="44" dur="250" fill="hold"/>
                                        <p:tgtEl>
                                          <p:spTgt spid="66"/>
                                        </p:tgtEl>
                                        <p:attrNameLst>
                                          <p:attrName>ppt_x</p:attrName>
                                        </p:attrNameLst>
                                      </p:cBhvr>
                                      <p:tavLst>
                                        <p:tav tm="0">
                                          <p:val>
                                            <p:strVal val="0-#ppt_w/2"/>
                                          </p:val>
                                        </p:tav>
                                        <p:tav tm="100000">
                                          <p:val>
                                            <p:strVal val="#ppt_x"/>
                                          </p:val>
                                        </p:tav>
                                      </p:tavLst>
                                    </p:anim>
                                    <p:anim calcmode="lin" valueType="num">
                                      <p:cBhvr additive="base">
                                        <p:cTn id="45" dur="250" fill="hold"/>
                                        <p:tgtEl>
                                          <p:spTgt spid="66"/>
                                        </p:tgtEl>
                                        <p:attrNameLst>
                                          <p:attrName>ppt_y</p:attrName>
                                        </p:attrNameLst>
                                      </p:cBhvr>
                                      <p:tavLst>
                                        <p:tav tm="0">
                                          <p:val>
                                            <p:strVal val="0-#ppt_h/2"/>
                                          </p:val>
                                        </p:tav>
                                        <p:tav tm="100000">
                                          <p:val>
                                            <p:strVal val="#ppt_y"/>
                                          </p:val>
                                        </p:tav>
                                      </p:tavLst>
                                    </p:anim>
                                  </p:childTnLst>
                                </p:cTn>
                              </p:par>
                            </p:childTnLst>
                          </p:cTn>
                        </p:par>
                        <p:par>
                          <p:cTn id="46" fill="hold">
                            <p:stCondLst>
                              <p:cond delay="2000"/>
                            </p:stCondLst>
                            <p:childTnLst>
                              <p:par>
                                <p:cTn id="47" presetID="22" presetClass="entr" presetSubtype="1" fill="hold" nodeType="afterEffect">
                                  <p:stCondLst>
                                    <p:cond delay="0"/>
                                  </p:stCondLst>
                                  <p:childTnLst>
                                    <p:set>
                                      <p:cBhvr>
                                        <p:cTn id="48" dur="1" fill="hold">
                                          <p:stCondLst>
                                            <p:cond delay="0"/>
                                          </p:stCondLst>
                                        </p:cTn>
                                        <p:tgtEl>
                                          <p:spTgt spid="71"/>
                                        </p:tgtEl>
                                        <p:attrNameLst>
                                          <p:attrName>style.visibility</p:attrName>
                                        </p:attrNameLst>
                                      </p:cBhvr>
                                      <p:to>
                                        <p:strVal val="visible"/>
                                      </p:to>
                                    </p:set>
                                    <p:animEffect transition="in" filter="wipe(up)">
                                      <p:cBhvr>
                                        <p:cTn id="49" dur="250"/>
                                        <p:tgtEl>
                                          <p:spTgt spid="71"/>
                                        </p:tgtEl>
                                      </p:cBhvr>
                                    </p:animEffect>
                                  </p:childTnLst>
                                </p:cTn>
                              </p:par>
                            </p:childTnLst>
                          </p:cTn>
                        </p:par>
                        <p:par>
                          <p:cTn id="50" fill="hold">
                            <p:stCondLst>
                              <p:cond delay="2250"/>
                            </p:stCondLst>
                            <p:childTnLst>
                              <p:par>
                                <p:cTn id="51" presetID="22" presetClass="entr" presetSubtype="1" fill="hold" nodeType="afterEffect">
                                  <p:stCondLst>
                                    <p:cond delay="0"/>
                                  </p:stCondLst>
                                  <p:childTnLst>
                                    <p:set>
                                      <p:cBhvr>
                                        <p:cTn id="52" dur="1" fill="hold">
                                          <p:stCondLst>
                                            <p:cond delay="0"/>
                                          </p:stCondLst>
                                        </p:cTn>
                                        <p:tgtEl>
                                          <p:spTgt spid="81"/>
                                        </p:tgtEl>
                                        <p:attrNameLst>
                                          <p:attrName>style.visibility</p:attrName>
                                        </p:attrNameLst>
                                      </p:cBhvr>
                                      <p:to>
                                        <p:strVal val="visible"/>
                                      </p:to>
                                    </p:set>
                                    <p:animEffect transition="in" filter="wipe(up)">
                                      <p:cBhvr>
                                        <p:cTn id="53" dur="250"/>
                                        <p:tgtEl>
                                          <p:spTgt spid="81"/>
                                        </p:tgtEl>
                                      </p:cBhvr>
                                    </p:animEffect>
                                  </p:childTnLst>
                                </p:cTn>
                              </p:par>
                            </p:childTnLst>
                          </p:cTn>
                        </p:par>
                        <p:par>
                          <p:cTn id="54" fill="hold">
                            <p:stCondLst>
                              <p:cond delay="2500"/>
                            </p:stCondLst>
                            <p:childTnLst>
                              <p:par>
                                <p:cTn id="55" presetID="22" presetClass="entr" presetSubtype="1" fill="hold" nodeType="afterEffect">
                                  <p:stCondLst>
                                    <p:cond delay="0"/>
                                  </p:stCondLst>
                                  <p:childTnLst>
                                    <p:set>
                                      <p:cBhvr>
                                        <p:cTn id="56" dur="1" fill="hold">
                                          <p:stCondLst>
                                            <p:cond delay="0"/>
                                          </p:stCondLst>
                                        </p:cTn>
                                        <p:tgtEl>
                                          <p:spTgt spid="87"/>
                                        </p:tgtEl>
                                        <p:attrNameLst>
                                          <p:attrName>style.visibility</p:attrName>
                                        </p:attrNameLst>
                                      </p:cBhvr>
                                      <p:to>
                                        <p:strVal val="visible"/>
                                      </p:to>
                                    </p:set>
                                    <p:animEffect transition="in" filter="wipe(up)">
                                      <p:cBhvr>
                                        <p:cTn id="57" dur="250"/>
                                        <p:tgtEl>
                                          <p:spTgt spid="87"/>
                                        </p:tgtEl>
                                      </p:cBhvr>
                                    </p:animEffect>
                                  </p:childTnLst>
                                </p:cTn>
                              </p:par>
                            </p:childTnLst>
                          </p:cTn>
                        </p:par>
                        <p:par>
                          <p:cTn id="58" fill="hold">
                            <p:stCondLst>
                              <p:cond delay="2750"/>
                            </p:stCondLst>
                            <p:childTnLst>
                              <p:par>
                                <p:cTn id="59" presetID="22" presetClass="entr" presetSubtype="4" fill="hold" nodeType="afterEffect">
                                  <p:stCondLst>
                                    <p:cond delay="0"/>
                                  </p:stCondLst>
                                  <p:childTnLst>
                                    <p:set>
                                      <p:cBhvr>
                                        <p:cTn id="60" dur="1" fill="hold">
                                          <p:stCondLst>
                                            <p:cond delay="0"/>
                                          </p:stCondLst>
                                        </p:cTn>
                                        <p:tgtEl>
                                          <p:spTgt spid="75"/>
                                        </p:tgtEl>
                                        <p:attrNameLst>
                                          <p:attrName>style.visibility</p:attrName>
                                        </p:attrNameLst>
                                      </p:cBhvr>
                                      <p:to>
                                        <p:strVal val="visible"/>
                                      </p:to>
                                    </p:set>
                                    <p:animEffect transition="in" filter="wipe(down)">
                                      <p:cBhvr>
                                        <p:cTn id="61" dur="250"/>
                                        <p:tgtEl>
                                          <p:spTgt spid="75"/>
                                        </p:tgtEl>
                                      </p:cBhvr>
                                    </p:animEffect>
                                  </p:childTnLst>
                                </p:cTn>
                              </p:par>
                            </p:childTnLst>
                          </p:cTn>
                        </p:par>
                        <p:par>
                          <p:cTn id="62" fill="hold">
                            <p:stCondLst>
                              <p:cond delay="3000"/>
                            </p:stCondLst>
                            <p:childTnLst>
                              <p:par>
                                <p:cTn id="63" presetID="22" presetClass="entr" presetSubtype="4" fill="hold" nodeType="after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wipe(down)">
                                      <p:cBhvr>
                                        <p:cTn id="65" dur="250"/>
                                        <p:tgtEl>
                                          <p:spTgt spid="84"/>
                                        </p:tgtEl>
                                      </p:cBhvr>
                                    </p:animEffect>
                                  </p:childTnLst>
                                </p:cTn>
                              </p:par>
                            </p:childTnLst>
                          </p:cTn>
                        </p:par>
                        <p:par>
                          <p:cTn id="66" fill="hold">
                            <p:stCondLst>
                              <p:cond delay="3250"/>
                            </p:stCondLst>
                            <p:childTnLst>
                              <p:par>
                                <p:cTn id="67" presetID="22" presetClass="entr" presetSubtype="4" fill="hold" nodeType="afterEffect">
                                  <p:stCondLst>
                                    <p:cond delay="0"/>
                                  </p:stCondLst>
                                  <p:childTnLst>
                                    <p:set>
                                      <p:cBhvr>
                                        <p:cTn id="68" dur="1" fill="hold">
                                          <p:stCondLst>
                                            <p:cond delay="0"/>
                                          </p:stCondLst>
                                        </p:cTn>
                                        <p:tgtEl>
                                          <p:spTgt spid="78"/>
                                        </p:tgtEl>
                                        <p:attrNameLst>
                                          <p:attrName>style.visibility</p:attrName>
                                        </p:attrNameLst>
                                      </p:cBhvr>
                                      <p:to>
                                        <p:strVal val="visible"/>
                                      </p:to>
                                    </p:set>
                                    <p:animEffect transition="in" filter="wipe(down)">
                                      <p:cBhvr>
                                        <p:cTn id="69" dur="250"/>
                                        <p:tgtEl>
                                          <p:spTgt spid="78"/>
                                        </p:tgtEl>
                                      </p:cBhvr>
                                    </p:animEffect>
                                  </p:childTnLst>
                                </p:cTn>
                              </p:par>
                            </p:childTnLst>
                          </p:cTn>
                        </p:par>
                        <p:par>
                          <p:cTn id="70" fill="hold">
                            <p:stCondLst>
                              <p:cond delay="3500"/>
                            </p:stCondLst>
                            <p:childTnLst>
                              <p:par>
                                <p:cTn id="71" presetID="12" presetClass="entr" presetSubtype="8" fill="hold" grpId="0" nodeType="afterEffect">
                                  <p:stCondLst>
                                    <p:cond delay="0"/>
                                  </p:stCondLst>
                                  <p:childTnLst>
                                    <p:set>
                                      <p:cBhvr>
                                        <p:cTn id="72" dur="1" fill="hold">
                                          <p:stCondLst>
                                            <p:cond delay="0"/>
                                          </p:stCondLst>
                                        </p:cTn>
                                        <p:tgtEl>
                                          <p:spTgt spid="90"/>
                                        </p:tgtEl>
                                        <p:attrNameLst>
                                          <p:attrName>style.visibility</p:attrName>
                                        </p:attrNameLst>
                                      </p:cBhvr>
                                      <p:to>
                                        <p:strVal val="visible"/>
                                      </p:to>
                                    </p:set>
                                    <p:anim calcmode="lin" valueType="num">
                                      <p:cBhvr additive="base">
                                        <p:cTn id="73" dur="250"/>
                                        <p:tgtEl>
                                          <p:spTgt spid="90"/>
                                        </p:tgtEl>
                                        <p:attrNameLst>
                                          <p:attrName>ppt_x</p:attrName>
                                        </p:attrNameLst>
                                      </p:cBhvr>
                                      <p:tavLst>
                                        <p:tav tm="0">
                                          <p:val>
                                            <p:strVal val="#ppt_x-#ppt_w*1.125000"/>
                                          </p:val>
                                        </p:tav>
                                        <p:tav tm="100000">
                                          <p:val>
                                            <p:strVal val="#ppt_x"/>
                                          </p:val>
                                        </p:tav>
                                      </p:tavLst>
                                    </p:anim>
                                    <p:animEffect transition="in" filter="wipe(right)">
                                      <p:cBhvr>
                                        <p:cTn id="74" dur="250"/>
                                        <p:tgtEl>
                                          <p:spTgt spid="90"/>
                                        </p:tgtEl>
                                      </p:cBhvr>
                                    </p:animEffect>
                                  </p:childTnLst>
                                </p:cTn>
                              </p:par>
                            </p:childTnLst>
                          </p:cTn>
                        </p:par>
                        <p:par>
                          <p:cTn id="75" fill="hold">
                            <p:stCondLst>
                              <p:cond delay="3750"/>
                            </p:stCondLst>
                            <p:childTnLst>
                              <p:par>
                                <p:cTn id="76" presetID="12" presetClass="entr" presetSubtype="8" fill="hold" grpId="0" nodeType="afterEffect">
                                  <p:stCondLst>
                                    <p:cond delay="0"/>
                                  </p:stCondLst>
                                  <p:childTnLst>
                                    <p:set>
                                      <p:cBhvr>
                                        <p:cTn id="77" dur="1" fill="hold">
                                          <p:stCondLst>
                                            <p:cond delay="0"/>
                                          </p:stCondLst>
                                        </p:cTn>
                                        <p:tgtEl>
                                          <p:spTgt spid="91"/>
                                        </p:tgtEl>
                                        <p:attrNameLst>
                                          <p:attrName>style.visibility</p:attrName>
                                        </p:attrNameLst>
                                      </p:cBhvr>
                                      <p:to>
                                        <p:strVal val="visible"/>
                                      </p:to>
                                    </p:set>
                                    <p:anim calcmode="lin" valueType="num">
                                      <p:cBhvr additive="base">
                                        <p:cTn id="78" dur="250"/>
                                        <p:tgtEl>
                                          <p:spTgt spid="91"/>
                                        </p:tgtEl>
                                        <p:attrNameLst>
                                          <p:attrName>ppt_x</p:attrName>
                                        </p:attrNameLst>
                                      </p:cBhvr>
                                      <p:tavLst>
                                        <p:tav tm="0">
                                          <p:val>
                                            <p:strVal val="#ppt_x-#ppt_w*1.125000"/>
                                          </p:val>
                                        </p:tav>
                                        <p:tav tm="100000">
                                          <p:val>
                                            <p:strVal val="#ppt_x"/>
                                          </p:val>
                                        </p:tav>
                                      </p:tavLst>
                                    </p:anim>
                                    <p:animEffect transition="in" filter="wipe(right)">
                                      <p:cBhvr>
                                        <p:cTn id="79" dur="250"/>
                                        <p:tgtEl>
                                          <p:spTgt spid="91"/>
                                        </p:tgtEl>
                                      </p:cBhvr>
                                    </p:animEffect>
                                  </p:childTnLst>
                                </p:cTn>
                              </p:par>
                            </p:childTnLst>
                          </p:cTn>
                        </p:par>
                        <p:par>
                          <p:cTn id="80" fill="hold">
                            <p:stCondLst>
                              <p:cond delay="4000"/>
                            </p:stCondLst>
                            <p:childTnLst>
                              <p:par>
                                <p:cTn id="81" presetID="12" presetClass="entr" presetSubtype="8" fill="hold" grpId="0" nodeType="afterEffect">
                                  <p:stCondLst>
                                    <p:cond delay="0"/>
                                  </p:stCondLst>
                                  <p:childTnLst>
                                    <p:set>
                                      <p:cBhvr>
                                        <p:cTn id="82" dur="1" fill="hold">
                                          <p:stCondLst>
                                            <p:cond delay="0"/>
                                          </p:stCondLst>
                                        </p:cTn>
                                        <p:tgtEl>
                                          <p:spTgt spid="92"/>
                                        </p:tgtEl>
                                        <p:attrNameLst>
                                          <p:attrName>style.visibility</p:attrName>
                                        </p:attrNameLst>
                                      </p:cBhvr>
                                      <p:to>
                                        <p:strVal val="visible"/>
                                      </p:to>
                                    </p:set>
                                    <p:anim calcmode="lin" valueType="num">
                                      <p:cBhvr additive="base">
                                        <p:cTn id="83" dur="250"/>
                                        <p:tgtEl>
                                          <p:spTgt spid="92"/>
                                        </p:tgtEl>
                                        <p:attrNameLst>
                                          <p:attrName>ppt_x</p:attrName>
                                        </p:attrNameLst>
                                      </p:cBhvr>
                                      <p:tavLst>
                                        <p:tav tm="0">
                                          <p:val>
                                            <p:strVal val="#ppt_x-#ppt_w*1.125000"/>
                                          </p:val>
                                        </p:tav>
                                        <p:tav tm="100000">
                                          <p:val>
                                            <p:strVal val="#ppt_x"/>
                                          </p:val>
                                        </p:tav>
                                      </p:tavLst>
                                    </p:anim>
                                    <p:animEffect transition="in" filter="wipe(right)">
                                      <p:cBhvr>
                                        <p:cTn id="84" dur="250"/>
                                        <p:tgtEl>
                                          <p:spTgt spid="92"/>
                                        </p:tgtEl>
                                      </p:cBhvr>
                                    </p:animEffect>
                                  </p:childTnLst>
                                </p:cTn>
                              </p:par>
                            </p:childTnLst>
                          </p:cTn>
                        </p:par>
                        <p:par>
                          <p:cTn id="85" fill="hold">
                            <p:stCondLst>
                              <p:cond delay="4250"/>
                            </p:stCondLst>
                            <p:childTnLst>
                              <p:par>
                                <p:cTn id="86" presetID="12" presetClass="entr" presetSubtype="8" fill="hold" grpId="0" nodeType="afterEffect">
                                  <p:stCondLst>
                                    <p:cond delay="0"/>
                                  </p:stCondLst>
                                  <p:childTnLst>
                                    <p:set>
                                      <p:cBhvr>
                                        <p:cTn id="87" dur="1" fill="hold">
                                          <p:stCondLst>
                                            <p:cond delay="0"/>
                                          </p:stCondLst>
                                        </p:cTn>
                                        <p:tgtEl>
                                          <p:spTgt spid="93"/>
                                        </p:tgtEl>
                                        <p:attrNameLst>
                                          <p:attrName>style.visibility</p:attrName>
                                        </p:attrNameLst>
                                      </p:cBhvr>
                                      <p:to>
                                        <p:strVal val="visible"/>
                                      </p:to>
                                    </p:set>
                                    <p:anim calcmode="lin" valueType="num">
                                      <p:cBhvr additive="base">
                                        <p:cTn id="88" dur="250"/>
                                        <p:tgtEl>
                                          <p:spTgt spid="93"/>
                                        </p:tgtEl>
                                        <p:attrNameLst>
                                          <p:attrName>ppt_x</p:attrName>
                                        </p:attrNameLst>
                                      </p:cBhvr>
                                      <p:tavLst>
                                        <p:tav tm="0">
                                          <p:val>
                                            <p:strVal val="#ppt_x-#ppt_w*1.125000"/>
                                          </p:val>
                                        </p:tav>
                                        <p:tav tm="100000">
                                          <p:val>
                                            <p:strVal val="#ppt_x"/>
                                          </p:val>
                                        </p:tav>
                                      </p:tavLst>
                                    </p:anim>
                                    <p:animEffect transition="in" filter="wipe(right)">
                                      <p:cBhvr>
                                        <p:cTn id="89" dur="250"/>
                                        <p:tgtEl>
                                          <p:spTgt spid="93"/>
                                        </p:tgtEl>
                                      </p:cBhvr>
                                    </p:animEffect>
                                  </p:childTnLst>
                                </p:cTn>
                              </p:par>
                            </p:childTnLst>
                          </p:cTn>
                        </p:par>
                        <p:par>
                          <p:cTn id="90" fill="hold">
                            <p:stCondLst>
                              <p:cond delay="4500"/>
                            </p:stCondLst>
                            <p:childTnLst>
                              <p:par>
                                <p:cTn id="91" presetID="12" presetClass="entr" presetSubtype="2" fill="hold" grpId="0" nodeType="afterEffect">
                                  <p:stCondLst>
                                    <p:cond delay="0"/>
                                  </p:stCondLst>
                                  <p:childTnLst>
                                    <p:set>
                                      <p:cBhvr>
                                        <p:cTn id="92" dur="1" fill="hold">
                                          <p:stCondLst>
                                            <p:cond delay="0"/>
                                          </p:stCondLst>
                                        </p:cTn>
                                        <p:tgtEl>
                                          <p:spTgt spid="94"/>
                                        </p:tgtEl>
                                        <p:attrNameLst>
                                          <p:attrName>style.visibility</p:attrName>
                                        </p:attrNameLst>
                                      </p:cBhvr>
                                      <p:to>
                                        <p:strVal val="visible"/>
                                      </p:to>
                                    </p:set>
                                    <p:anim calcmode="lin" valueType="num">
                                      <p:cBhvr additive="base">
                                        <p:cTn id="93" dur="250"/>
                                        <p:tgtEl>
                                          <p:spTgt spid="94"/>
                                        </p:tgtEl>
                                        <p:attrNameLst>
                                          <p:attrName>ppt_x</p:attrName>
                                        </p:attrNameLst>
                                      </p:cBhvr>
                                      <p:tavLst>
                                        <p:tav tm="0">
                                          <p:val>
                                            <p:strVal val="#ppt_x+#ppt_w*1.125000"/>
                                          </p:val>
                                        </p:tav>
                                        <p:tav tm="100000">
                                          <p:val>
                                            <p:strVal val="#ppt_x"/>
                                          </p:val>
                                        </p:tav>
                                      </p:tavLst>
                                    </p:anim>
                                    <p:animEffect transition="in" filter="wipe(left)">
                                      <p:cBhvr>
                                        <p:cTn id="94" dur="250"/>
                                        <p:tgtEl>
                                          <p:spTgt spid="94"/>
                                        </p:tgtEl>
                                      </p:cBhvr>
                                    </p:animEffect>
                                  </p:childTnLst>
                                </p:cTn>
                              </p:par>
                            </p:childTnLst>
                          </p:cTn>
                        </p:par>
                        <p:par>
                          <p:cTn id="95" fill="hold">
                            <p:stCondLst>
                              <p:cond delay="4750"/>
                            </p:stCondLst>
                            <p:childTnLst>
                              <p:par>
                                <p:cTn id="96" presetID="12" presetClass="entr" presetSubtype="2" fill="hold" grpId="0" nodeType="afterEffect">
                                  <p:stCondLst>
                                    <p:cond delay="0"/>
                                  </p:stCondLst>
                                  <p:childTnLst>
                                    <p:set>
                                      <p:cBhvr>
                                        <p:cTn id="97" dur="1" fill="hold">
                                          <p:stCondLst>
                                            <p:cond delay="0"/>
                                          </p:stCondLst>
                                        </p:cTn>
                                        <p:tgtEl>
                                          <p:spTgt spid="95"/>
                                        </p:tgtEl>
                                        <p:attrNameLst>
                                          <p:attrName>style.visibility</p:attrName>
                                        </p:attrNameLst>
                                      </p:cBhvr>
                                      <p:to>
                                        <p:strVal val="visible"/>
                                      </p:to>
                                    </p:set>
                                    <p:anim calcmode="lin" valueType="num">
                                      <p:cBhvr additive="base">
                                        <p:cTn id="98" dur="250"/>
                                        <p:tgtEl>
                                          <p:spTgt spid="95"/>
                                        </p:tgtEl>
                                        <p:attrNameLst>
                                          <p:attrName>ppt_x</p:attrName>
                                        </p:attrNameLst>
                                      </p:cBhvr>
                                      <p:tavLst>
                                        <p:tav tm="0">
                                          <p:val>
                                            <p:strVal val="#ppt_x+#ppt_w*1.125000"/>
                                          </p:val>
                                        </p:tav>
                                        <p:tav tm="100000">
                                          <p:val>
                                            <p:strVal val="#ppt_x"/>
                                          </p:val>
                                        </p:tav>
                                      </p:tavLst>
                                    </p:anim>
                                    <p:animEffect transition="in" filter="wipe(left)">
                                      <p:cBhvr>
                                        <p:cTn id="99" dur="25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68" grpId="0" animBg="1"/>
      <p:bldP spid="69" grpId="0" animBg="1"/>
      <p:bldP spid="74" grpId="0" animBg="1"/>
      <p:bldP spid="90" grpId="0"/>
      <p:bldP spid="91" grpId="0"/>
      <p:bldP spid="92" grpId="0"/>
      <p:bldP spid="93" grpId="0"/>
      <p:bldP spid="94" grpId="0"/>
      <p:bldP spid="9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右箭头 1"/>
          <p:cNvSpPr>
            <a:spLocks noChangeArrowheads="1"/>
          </p:cNvSpPr>
          <p:nvPr/>
        </p:nvSpPr>
        <p:spPr bwMode="auto">
          <a:xfrm>
            <a:off x="755576" y="1059582"/>
            <a:ext cx="7776864" cy="3024336"/>
          </a:xfrm>
          <a:prstGeom prst="rightArrow">
            <a:avLst>
              <a:gd name="adj1" fmla="val 50000"/>
              <a:gd name="adj2" fmla="val 49990"/>
            </a:avLst>
          </a:prstGeom>
          <a:solidFill>
            <a:schemeClr val="accent1"/>
          </a:solidFill>
          <a:ln w="12700" cap="flat" cmpd="sng">
            <a:noFill/>
            <a:bevel/>
            <a:headEnd/>
            <a:tailEnd/>
          </a:ln>
        </p:spPr>
        <p:txBody>
          <a:bodyPr anchor="ct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zh-CN" sz="1600" b="0" i="0" u="none" strike="noStrike" kern="1200" cap="none" spc="0" normalizeH="0" baseline="0" noProof="0">
              <a:ln>
                <a:noFill/>
              </a:ln>
              <a:solidFill>
                <a:srgbClr val="FFFFFF"/>
              </a:solidFill>
              <a:effectLst/>
              <a:uLnTx/>
              <a:uFillTx/>
              <a:latin typeface="宋体" pitchFamily="2" charset="-122"/>
              <a:ea typeface="宋体" panose="02010600030101010101" pitchFamily="2" charset="-122"/>
              <a:cs typeface="+mn-cs"/>
              <a:sym typeface="宋体" pitchFamily="2" charset="-122"/>
            </a:endParaRPr>
          </a:p>
        </p:txBody>
      </p:sp>
      <p:sp>
        <p:nvSpPr>
          <p:cNvPr id="3" name="椭圆 2"/>
          <p:cNvSpPr/>
          <p:nvPr/>
        </p:nvSpPr>
        <p:spPr>
          <a:xfrm>
            <a:off x="1491907" y="1923678"/>
            <a:ext cx="1296144" cy="129614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椭圆 3"/>
          <p:cNvSpPr/>
          <p:nvPr/>
        </p:nvSpPr>
        <p:spPr>
          <a:xfrm>
            <a:off x="3292107" y="1923678"/>
            <a:ext cx="1296144" cy="129614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椭圆 4"/>
          <p:cNvSpPr/>
          <p:nvPr/>
        </p:nvSpPr>
        <p:spPr>
          <a:xfrm>
            <a:off x="5092307" y="1923678"/>
            <a:ext cx="1296144" cy="129614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6" name="组合 5"/>
          <p:cNvGrpSpPr/>
          <p:nvPr/>
        </p:nvGrpSpPr>
        <p:grpSpPr>
          <a:xfrm>
            <a:off x="1403648" y="3435769"/>
            <a:ext cx="1528419" cy="936181"/>
            <a:chOff x="1110889" y="3219822"/>
            <a:chExt cx="1528419" cy="936181"/>
          </a:xfrm>
        </p:grpSpPr>
        <p:sp>
          <p:nvSpPr>
            <p:cNvPr id="7" name="Freeform 5"/>
            <p:cNvSpPr>
              <a:spLocks/>
            </p:cNvSpPr>
            <p:nvPr/>
          </p:nvSpPr>
          <p:spPr bwMode="auto">
            <a:xfrm>
              <a:off x="1110889" y="3219822"/>
              <a:ext cx="1496506" cy="936181"/>
            </a:xfrm>
            <a:custGeom>
              <a:avLst/>
              <a:gdLst>
                <a:gd name="T0" fmla="*/ 1172 w 2596"/>
                <a:gd name="T1" fmla="*/ 180 h 1624"/>
                <a:gd name="T2" fmla="*/ 1298 w 2596"/>
                <a:gd name="T3" fmla="*/ 0 h 1624"/>
                <a:gd name="T4" fmla="*/ 1424 w 2596"/>
                <a:gd name="T5" fmla="*/ 180 h 1624"/>
                <a:gd name="T6" fmla="*/ 2370 w 2596"/>
                <a:gd name="T7" fmla="*/ 180 h 1624"/>
                <a:gd name="T8" fmla="*/ 2414 w 2596"/>
                <a:gd name="T9" fmla="*/ 186 h 1624"/>
                <a:gd name="T10" fmla="*/ 2458 w 2596"/>
                <a:gd name="T11" fmla="*/ 198 h 1624"/>
                <a:gd name="T12" fmla="*/ 2496 w 2596"/>
                <a:gd name="T13" fmla="*/ 220 h 1624"/>
                <a:gd name="T14" fmla="*/ 2528 w 2596"/>
                <a:gd name="T15" fmla="*/ 246 h 1624"/>
                <a:gd name="T16" fmla="*/ 2556 w 2596"/>
                <a:gd name="T17" fmla="*/ 280 h 1624"/>
                <a:gd name="T18" fmla="*/ 2578 w 2596"/>
                <a:gd name="T19" fmla="*/ 318 h 1624"/>
                <a:gd name="T20" fmla="*/ 2590 w 2596"/>
                <a:gd name="T21" fmla="*/ 360 h 1624"/>
                <a:gd name="T22" fmla="*/ 2596 w 2596"/>
                <a:gd name="T23" fmla="*/ 406 h 1624"/>
                <a:gd name="T24" fmla="*/ 2596 w 2596"/>
                <a:gd name="T25" fmla="*/ 1398 h 1624"/>
                <a:gd name="T26" fmla="*/ 2590 w 2596"/>
                <a:gd name="T27" fmla="*/ 1444 h 1624"/>
                <a:gd name="T28" fmla="*/ 2578 w 2596"/>
                <a:gd name="T29" fmla="*/ 1486 h 1624"/>
                <a:gd name="T30" fmla="*/ 2556 w 2596"/>
                <a:gd name="T31" fmla="*/ 1524 h 1624"/>
                <a:gd name="T32" fmla="*/ 2528 w 2596"/>
                <a:gd name="T33" fmla="*/ 1558 h 1624"/>
                <a:gd name="T34" fmla="*/ 2496 w 2596"/>
                <a:gd name="T35" fmla="*/ 1586 h 1624"/>
                <a:gd name="T36" fmla="*/ 2458 w 2596"/>
                <a:gd name="T37" fmla="*/ 1606 h 1624"/>
                <a:gd name="T38" fmla="*/ 2414 w 2596"/>
                <a:gd name="T39" fmla="*/ 1620 h 1624"/>
                <a:gd name="T40" fmla="*/ 2370 w 2596"/>
                <a:gd name="T41" fmla="*/ 1624 h 1624"/>
                <a:gd name="T42" fmla="*/ 226 w 2596"/>
                <a:gd name="T43" fmla="*/ 1624 h 1624"/>
                <a:gd name="T44" fmla="*/ 182 w 2596"/>
                <a:gd name="T45" fmla="*/ 1620 h 1624"/>
                <a:gd name="T46" fmla="*/ 138 w 2596"/>
                <a:gd name="T47" fmla="*/ 1606 h 1624"/>
                <a:gd name="T48" fmla="*/ 100 w 2596"/>
                <a:gd name="T49" fmla="*/ 1586 h 1624"/>
                <a:gd name="T50" fmla="*/ 68 w 2596"/>
                <a:gd name="T51" fmla="*/ 1558 h 1624"/>
                <a:gd name="T52" fmla="*/ 40 w 2596"/>
                <a:gd name="T53" fmla="*/ 1524 h 1624"/>
                <a:gd name="T54" fmla="*/ 18 w 2596"/>
                <a:gd name="T55" fmla="*/ 1486 h 1624"/>
                <a:gd name="T56" fmla="*/ 6 w 2596"/>
                <a:gd name="T57" fmla="*/ 1444 h 1624"/>
                <a:gd name="T58" fmla="*/ 0 w 2596"/>
                <a:gd name="T59" fmla="*/ 1398 h 1624"/>
                <a:gd name="T60" fmla="*/ 0 w 2596"/>
                <a:gd name="T61" fmla="*/ 406 h 1624"/>
                <a:gd name="T62" fmla="*/ 6 w 2596"/>
                <a:gd name="T63" fmla="*/ 360 h 1624"/>
                <a:gd name="T64" fmla="*/ 18 w 2596"/>
                <a:gd name="T65" fmla="*/ 318 h 1624"/>
                <a:gd name="T66" fmla="*/ 40 w 2596"/>
                <a:gd name="T67" fmla="*/ 280 h 1624"/>
                <a:gd name="T68" fmla="*/ 68 w 2596"/>
                <a:gd name="T69" fmla="*/ 246 h 1624"/>
                <a:gd name="T70" fmla="*/ 100 w 2596"/>
                <a:gd name="T71" fmla="*/ 220 h 1624"/>
                <a:gd name="T72" fmla="*/ 138 w 2596"/>
                <a:gd name="T73" fmla="*/ 198 h 1624"/>
                <a:gd name="T74" fmla="*/ 182 w 2596"/>
                <a:gd name="T75" fmla="*/ 186 h 1624"/>
                <a:gd name="T76" fmla="*/ 226 w 2596"/>
                <a:gd name="T77" fmla="*/ 180 h 1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96" h="1624">
                  <a:moveTo>
                    <a:pt x="226" y="180"/>
                  </a:moveTo>
                  <a:lnTo>
                    <a:pt x="1172" y="180"/>
                  </a:lnTo>
                  <a:lnTo>
                    <a:pt x="1226" y="102"/>
                  </a:lnTo>
                  <a:lnTo>
                    <a:pt x="1298" y="0"/>
                  </a:lnTo>
                  <a:lnTo>
                    <a:pt x="1370" y="102"/>
                  </a:lnTo>
                  <a:lnTo>
                    <a:pt x="1424" y="180"/>
                  </a:lnTo>
                  <a:lnTo>
                    <a:pt x="2370" y="180"/>
                  </a:lnTo>
                  <a:lnTo>
                    <a:pt x="2370" y="180"/>
                  </a:lnTo>
                  <a:lnTo>
                    <a:pt x="2392" y="182"/>
                  </a:lnTo>
                  <a:lnTo>
                    <a:pt x="2414" y="186"/>
                  </a:lnTo>
                  <a:lnTo>
                    <a:pt x="2436" y="190"/>
                  </a:lnTo>
                  <a:lnTo>
                    <a:pt x="2458" y="198"/>
                  </a:lnTo>
                  <a:lnTo>
                    <a:pt x="2476" y="208"/>
                  </a:lnTo>
                  <a:lnTo>
                    <a:pt x="2496" y="220"/>
                  </a:lnTo>
                  <a:lnTo>
                    <a:pt x="2512" y="232"/>
                  </a:lnTo>
                  <a:lnTo>
                    <a:pt x="2528" y="246"/>
                  </a:lnTo>
                  <a:lnTo>
                    <a:pt x="2544" y="264"/>
                  </a:lnTo>
                  <a:lnTo>
                    <a:pt x="2556" y="280"/>
                  </a:lnTo>
                  <a:lnTo>
                    <a:pt x="2568" y="300"/>
                  </a:lnTo>
                  <a:lnTo>
                    <a:pt x="2578" y="318"/>
                  </a:lnTo>
                  <a:lnTo>
                    <a:pt x="2586" y="340"/>
                  </a:lnTo>
                  <a:lnTo>
                    <a:pt x="2590" y="360"/>
                  </a:lnTo>
                  <a:lnTo>
                    <a:pt x="2594" y="384"/>
                  </a:lnTo>
                  <a:lnTo>
                    <a:pt x="2596" y="406"/>
                  </a:lnTo>
                  <a:lnTo>
                    <a:pt x="2596" y="1398"/>
                  </a:lnTo>
                  <a:lnTo>
                    <a:pt x="2596" y="1398"/>
                  </a:lnTo>
                  <a:lnTo>
                    <a:pt x="2594" y="1422"/>
                  </a:lnTo>
                  <a:lnTo>
                    <a:pt x="2590" y="1444"/>
                  </a:lnTo>
                  <a:lnTo>
                    <a:pt x="2586" y="1466"/>
                  </a:lnTo>
                  <a:lnTo>
                    <a:pt x="2578" y="1486"/>
                  </a:lnTo>
                  <a:lnTo>
                    <a:pt x="2568" y="1506"/>
                  </a:lnTo>
                  <a:lnTo>
                    <a:pt x="2556" y="1524"/>
                  </a:lnTo>
                  <a:lnTo>
                    <a:pt x="2544" y="1542"/>
                  </a:lnTo>
                  <a:lnTo>
                    <a:pt x="2528" y="1558"/>
                  </a:lnTo>
                  <a:lnTo>
                    <a:pt x="2512" y="1572"/>
                  </a:lnTo>
                  <a:lnTo>
                    <a:pt x="2496" y="1586"/>
                  </a:lnTo>
                  <a:lnTo>
                    <a:pt x="2476" y="1598"/>
                  </a:lnTo>
                  <a:lnTo>
                    <a:pt x="2458" y="1606"/>
                  </a:lnTo>
                  <a:lnTo>
                    <a:pt x="2436" y="1614"/>
                  </a:lnTo>
                  <a:lnTo>
                    <a:pt x="2414" y="1620"/>
                  </a:lnTo>
                  <a:lnTo>
                    <a:pt x="2392" y="1624"/>
                  </a:lnTo>
                  <a:lnTo>
                    <a:pt x="2370" y="1624"/>
                  </a:lnTo>
                  <a:lnTo>
                    <a:pt x="226" y="1624"/>
                  </a:lnTo>
                  <a:lnTo>
                    <a:pt x="226" y="1624"/>
                  </a:lnTo>
                  <a:lnTo>
                    <a:pt x="204" y="1624"/>
                  </a:lnTo>
                  <a:lnTo>
                    <a:pt x="182" y="1620"/>
                  </a:lnTo>
                  <a:lnTo>
                    <a:pt x="160" y="1614"/>
                  </a:lnTo>
                  <a:lnTo>
                    <a:pt x="138" y="1606"/>
                  </a:lnTo>
                  <a:lnTo>
                    <a:pt x="120" y="1598"/>
                  </a:lnTo>
                  <a:lnTo>
                    <a:pt x="100" y="1586"/>
                  </a:lnTo>
                  <a:lnTo>
                    <a:pt x="84" y="1572"/>
                  </a:lnTo>
                  <a:lnTo>
                    <a:pt x="68" y="1558"/>
                  </a:lnTo>
                  <a:lnTo>
                    <a:pt x="52" y="1542"/>
                  </a:lnTo>
                  <a:lnTo>
                    <a:pt x="40" y="1524"/>
                  </a:lnTo>
                  <a:lnTo>
                    <a:pt x="28" y="1506"/>
                  </a:lnTo>
                  <a:lnTo>
                    <a:pt x="18" y="1486"/>
                  </a:lnTo>
                  <a:lnTo>
                    <a:pt x="12" y="1466"/>
                  </a:lnTo>
                  <a:lnTo>
                    <a:pt x="6" y="1444"/>
                  </a:lnTo>
                  <a:lnTo>
                    <a:pt x="2" y="1422"/>
                  </a:lnTo>
                  <a:lnTo>
                    <a:pt x="0" y="1398"/>
                  </a:lnTo>
                  <a:lnTo>
                    <a:pt x="0" y="406"/>
                  </a:lnTo>
                  <a:lnTo>
                    <a:pt x="0" y="406"/>
                  </a:lnTo>
                  <a:lnTo>
                    <a:pt x="2" y="384"/>
                  </a:lnTo>
                  <a:lnTo>
                    <a:pt x="6" y="360"/>
                  </a:lnTo>
                  <a:lnTo>
                    <a:pt x="12" y="340"/>
                  </a:lnTo>
                  <a:lnTo>
                    <a:pt x="18" y="318"/>
                  </a:lnTo>
                  <a:lnTo>
                    <a:pt x="28" y="300"/>
                  </a:lnTo>
                  <a:lnTo>
                    <a:pt x="40" y="280"/>
                  </a:lnTo>
                  <a:lnTo>
                    <a:pt x="52" y="264"/>
                  </a:lnTo>
                  <a:lnTo>
                    <a:pt x="68" y="246"/>
                  </a:lnTo>
                  <a:lnTo>
                    <a:pt x="84" y="232"/>
                  </a:lnTo>
                  <a:lnTo>
                    <a:pt x="100" y="220"/>
                  </a:lnTo>
                  <a:lnTo>
                    <a:pt x="120" y="208"/>
                  </a:lnTo>
                  <a:lnTo>
                    <a:pt x="138" y="198"/>
                  </a:lnTo>
                  <a:lnTo>
                    <a:pt x="160" y="190"/>
                  </a:lnTo>
                  <a:lnTo>
                    <a:pt x="182" y="186"/>
                  </a:lnTo>
                  <a:lnTo>
                    <a:pt x="204" y="182"/>
                  </a:lnTo>
                  <a:lnTo>
                    <a:pt x="226" y="180"/>
                  </a:lnTo>
                  <a:lnTo>
                    <a:pt x="226" y="180"/>
                  </a:lnTo>
                  <a:close/>
                </a:path>
              </a:pathLst>
            </a:custGeom>
            <a:noFill/>
            <a:ln w="12700">
              <a:solidFill>
                <a:schemeClr val="tx1">
                  <a:lumMod val="65000"/>
                  <a:lumOff val="35000"/>
                </a:schemeClr>
              </a:solidFill>
              <a:prstDash val="sys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8" name="组合 7"/>
            <p:cNvGrpSpPr/>
            <p:nvPr/>
          </p:nvGrpSpPr>
          <p:grpSpPr>
            <a:xfrm>
              <a:off x="1115616" y="3396950"/>
              <a:ext cx="1523692" cy="614634"/>
              <a:chOff x="3638480" y="1770394"/>
              <a:chExt cx="1523692" cy="614634"/>
            </a:xfrm>
          </p:grpSpPr>
          <p:sp>
            <p:nvSpPr>
              <p:cNvPr id="9" name="Text Placeholder 2"/>
              <p:cNvSpPr txBox="1">
                <a:spLocks/>
              </p:cNvSpPr>
              <p:nvPr/>
            </p:nvSpPr>
            <p:spPr bwMode="auto">
              <a:xfrm>
                <a:off x="3638480" y="1770394"/>
                <a:ext cx="1523692" cy="268421"/>
              </a:xfrm>
              <a:prstGeom prst="rect">
                <a:avLst/>
              </a:prstGeom>
              <a:noFill/>
              <a:ln>
                <a:noFill/>
              </a:ln>
            </p:spPr>
            <p:txBody>
              <a:bodyPr/>
              <a:lstStyle>
                <a:lvl1pPr>
                  <a:defRPr>
                    <a:solidFill>
                      <a:schemeClr val="tx1"/>
                    </a:solidFill>
                    <a:latin typeface="Open Sans" charset="0"/>
                    <a:ea typeface="MS PGothic" pitchFamily="34" charset="-128"/>
                  </a:defRPr>
                </a:lvl1pPr>
                <a:lvl2pPr marL="742950" indent="-285750">
                  <a:defRPr>
                    <a:solidFill>
                      <a:schemeClr val="tx1"/>
                    </a:solidFill>
                    <a:latin typeface="Open Sans" charset="0"/>
                    <a:ea typeface="MS PGothic" pitchFamily="34" charset="-128"/>
                  </a:defRPr>
                </a:lvl2pPr>
                <a:lvl3pPr marL="1143000" indent="-228600">
                  <a:defRPr>
                    <a:solidFill>
                      <a:schemeClr val="tx1"/>
                    </a:solidFill>
                    <a:latin typeface="Open Sans" charset="0"/>
                    <a:ea typeface="MS PGothic" pitchFamily="34" charset="-128"/>
                  </a:defRPr>
                </a:lvl3pPr>
                <a:lvl4pPr marL="1600200" indent="-228600">
                  <a:defRPr>
                    <a:solidFill>
                      <a:schemeClr val="tx1"/>
                    </a:solidFill>
                    <a:latin typeface="Open Sans" charset="0"/>
                    <a:ea typeface="MS PGothic" pitchFamily="34" charset="-128"/>
                  </a:defRPr>
                </a:lvl4pPr>
                <a:lvl5pPr marL="2057400" indent="-228600">
                  <a:defRPr>
                    <a:solidFill>
                      <a:schemeClr val="tx1"/>
                    </a:solidFill>
                    <a:latin typeface="Open Sans" charset="0"/>
                    <a:ea typeface="MS PGothic" pitchFamily="34" charset="-128"/>
                  </a:defRPr>
                </a:lvl5pPr>
                <a:lvl6pPr marL="2514600" indent="-228600" fontAlgn="base">
                  <a:spcBef>
                    <a:spcPct val="0"/>
                  </a:spcBef>
                  <a:spcAft>
                    <a:spcPct val="0"/>
                  </a:spcAft>
                  <a:defRPr>
                    <a:solidFill>
                      <a:schemeClr val="tx1"/>
                    </a:solidFill>
                    <a:latin typeface="Open Sans" charset="0"/>
                    <a:ea typeface="MS PGothic" pitchFamily="34" charset="-128"/>
                  </a:defRPr>
                </a:lvl6pPr>
                <a:lvl7pPr marL="2971800" indent="-228600" fontAlgn="base">
                  <a:spcBef>
                    <a:spcPct val="0"/>
                  </a:spcBef>
                  <a:spcAft>
                    <a:spcPct val="0"/>
                  </a:spcAft>
                  <a:defRPr>
                    <a:solidFill>
                      <a:schemeClr val="tx1"/>
                    </a:solidFill>
                    <a:latin typeface="Open Sans" charset="0"/>
                    <a:ea typeface="MS PGothic" pitchFamily="34" charset="-128"/>
                  </a:defRPr>
                </a:lvl7pPr>
                <a:lvl8pPr marL="3429000" indent="-228600" fontAlgn="base">
                  <a:spcBef>
                    <a:spcPct val="0"/>
                  </a:spcBef>
                  <a:spcAft>
                    <a:spcPct val="0"/>
                  </a:spcAft>
                  <a:defRPr>
                    <a:solidFill>
                      <a:schemeClr val="tx1"/>
                    </a:solidFill>
                    <a:latin typeface="Open Sans" charset="0"/>
                    <a:ea typeface="MS PGothic" pitchFamily="34" charset="-128"/>
                  </a:defRPr>
                </a:lvl8pPr>
                <a:lvl9pPr marL="3886200" indent="-228600" fontAlgn="base">
                  <a:spcBef>
                    <a:spcPct val="0"/>
                  </a:spcBef>
                  <a:spcAft>
                    <a:spcPct val="0"/>
                  </a:spcAft>
                  <a:defRPr>
                    <a:solidFill>
                      <a:schemeClr val="tx1"/>
                    </a:solidFill>
                    <a:latin typeface="Open Sans" charset="0"/>
                    <a:ea typeface="MS PGothic" pitchFamily="34" charset="-128"/>
                  </a:defRPr>
                </a:lvl9pPr>
              </a:lstStyle>
              <a:p>
                <a:pPr marL="0" marR="0" lvl="0" indent="0" algn="ctr" defTabSz="816337" rtl="0" eaLnBrk="1" fontAlgn="auto" latinLnBrk="0" hangingPunct="1">
                  <a:lnSpc>
                    <a:spcPct val="100000"/>
                  </a:lnSpc>
                  <a:spcBef>
                    <a:spcPts val="0"/>
                  </a:spcBef>
                  <a:spcAft>
                    <a:spcPts val="0"/>
                  </a:spcAft>
                  <a:buClr>
                    <a:srgbClr val="C00000"/>
                  </a:buClr>
                  <a:buSzPct val="80000"/>
                  <a:buFont typeface="Corbel" pitchFamily="34" charset="0"/>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添加会议主题</a:t>
                </a:r>
                <a:endParaRPr kumimoji="0" lang="en-AU"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10" name="Text Placeholder 2"/>
              <p:cNvSpPr txBox="1">
                <a:spLocks/>
              </p:cNvSpPr>
              <p:nvPr/>
            </p:nvSpPr>
            <p:spPr bwMode="auto">
              <a:xfrm>
                <a:off x="3697191" y="1963110"/>
                <a:ext cx="1371005" cy="421918"/>
              </a:xfrm>
              <a:prstGeom prst="rect">
                <a:avLst/>
              </a:prstGeom>
              <a:noFill/>
              <a:ln>
                <a:noFill/>
              </a:ln>
            </p:spPr>
            <p:txBody>
              <a:bodyPr/>
              <a:lstStyle>
                <a:lvl1pPr>
                  <a:defRPr>
                    <a:solidFill>
                      <a:schemeClr val="tx1"/>
                    </a:solidFill>
                    <a:latin typeface="Open Sans" charset="0"/>
                    <a:ea typeface="MS PGothic" pitchFamily="34" charset="-128"/>
                  </a:defRPr>
                </a:lvl1pPr>
                <a:lvl2pPr marL="742950" indent="-285750">
                  <a:defRPr>
                    <a:solidFill>
                      <a:schemeClr val="tx1"/>
                    </a:solidFill>
                    <a:latin typeface="Open Sans" charset="0"/>
                    <a:ea typeface="MS PGothic" pitchFamily="34" charset="-128"/>
                  </a:defRPr>
                </a:lvl2pPr>
                <a:lvl3pPr marL="1143000" indent="-228600">
                  <a:defRPr>
                    <a:solidFill>
                      <a:schemeClr val="tx1"/>
                    </a:solidFill>
                    <a:latin typeface="Open Sans" charset="0"/>
                    <a:ea typeface="MS PGothic" pitchFamily="34" charset="-128"/>
                  </a:defRPr>
                </a:lvl3pPr>
                <a:lvl4pPr marL="1600200" indent="-228600">
                  <a:defRPr>
                    <a:solidFill>
                      <a:schemeClr val="tx1"/>
                    </a:solidFill>
                    <a:latin typeface="Open Sans" charset="0"/>
                    <a:ea typeface="MS PGothic" pitchFamily="34" charset="-128"/>
                  </a:defRPr>
                </a:lvl4pPr>
                <a:lvl5pPr marL="2057400" indent="-228600">
                  <a:defRPr>
                    <a:solidFill>
                      <a:schemeClr val="tx1"/>
                    </a:solidFill>
                    <a:latin typeface="Open Sans" charset="0"/>
                    <a:ea typeface="MS PGothic" pitchFamily="34" charset="-128"/>
                  </a:defRPr>
                </a:lvl5pPr>
                <a:lvl6pPr marL="2514600" indent="-228600" fontAlgn="base">
                  <a:spcBef>
                    <a:spcPct val="0"/>
                  </a:spcBef>
                  <a:spcAft>
                    <a:spcPct val="0"/>
                  </a:spcAft>
                  <a:defRPr>
                    <a:solidFill>
                      <a:schemeClr val="tx1"/>
                    </a:solidFill>
                    <a:latin typeface="Open Sans" charset="0"/>
                    <a:ea typeface="MS PGothic" pitchFamily="34" charset="-128"/>
                  </a:defRPr>
                </a:lvl6pPr>
                <a:lvl7pPr marL="2971800" indent="-228600" fontAlgn="base">
                  <a:spcBef>
                    <a:spcPct val="0"/>
                  </a:spcBef>
                  <a:spcAft>
                    <a:spcPct val="0"/>
                  </a:spcAft>
                  <a:defRPr>
                    <a:solidFill>
                      <a:schemeClr val="tx1"/>
                    </a:solidFill>
                    <a:latin typeface="Open Sans" charset="0"/>
                    <a:ea typeface="MS PGothic" pitchFamily="34" charset="-128"/>
                  </a:defRPr>
                </a:lvl7pPr>
                <a:lvl8pPr marL="3429000" indent="-228600" fontAlgn="base">
                  <a:spcBef>
                    <a:spcPct val="0"/>
                  </a:spcBef>
                  <a:spcAft>
                    <a:spcPct val="0"/>
                  </a:spcAft>
                  <a:defRPr>
                    <a:solidFill>
                      <a:schemeClr val="tx1"/>
                    </a:solidFill>
                    <a:latin typeface="Open Sans" charset="0"/>
                    <a:ea typeface="MS PGothic" pitchFamily="34" charset="-128"/>
                  </a:defRPr>
                </a:lvl8pPr>
                <a:lvl9pPr marL="3886200" indent="-228600" fontAlgn="base">
                  <a:spcBef>
                    <a:spcPct val="0"/>
                  </a:spcBef>
                  <a:spcAft>
                    <a:spcPct val="0"/>
                  </a:spcAft>
                  <a:defRPr>
                    <a:solidFill>
                      <a:schemeClr val="tx1"/>
                    </a:solidFill>
                    <a:latin typeface="Open Sans" charset="0"/>
                    <a:ea typeface="MS PGothic" pitchFamily="34" charset="-128"/>
                  </a:defRPr>
                </a:lvl9pPr>
              </a:lstStyle>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点击输入简要文字内容</a:t>
                </a:r>
                <a:endParaRPr kumimoji="0" lang="en-US" altLang="zh-CN"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文字内容需概括精炼</a:t>
                </a:r>
                <a:endParaRPr kumimoji="0" lang="en-US" altLang="zh-CN"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不用多余的</a:t>
                </a:r>
                <a:endParaRPr kumimoji="0" lang="en-US" altLang="zh-CN"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grpSp>
      </p:grpSp>
      <p:grpSp>
        <p:nvGrpSpPr>
          <p:cNvPr id="11" name="组合 10"/>
          <p:cNvGrpSpPr/>
          <p:nvPr/>
        </p:nvGrpSpPr>
        <p:grpSpPr>
          <a:xfrm>
            <a:off x="3203848" y="3435769"/>
            <a:ext cx="1528419" cy="936181"/>
            <a:chOff x="1110889" y="3219822"/>
            <a:chExt cx="1528419" cy="936181"/>
          </a:xfrm>
        </p:grpSpPr>
        <p:sp>
          <p:nvSpPr>
            <p:cNvPr id="12" name="Freeform 5"/>
            <p:cNvSpPr>
              <a:spLocks/>
            </p:cNvSpPr>
            <p:nvPr/>
          </p:nvSpPr>
          <p:spPr bwMode="auto">
            <a:xfrm>
              <a:off x="1110889" y="3219822"/>
              <a:ext cx="1496506" cy="936181"/>
            </a:xfrm>
            <a:custGeom>
              <a:avLst/>
              <a:gdLst>
                <a:gd name="T0" fmla="*/ 1172 w 2596"/>
                <a:gd name="T1" fmla="*/ 180 h 1624"/>
                <a:gd name="T2" fmla="*/ 1298 w 2596"/>
                <a:gd name="T3" fmla="*/ 0 h 1624"/>
                <a:gd name="T4" fmla="*/ 1424 w 2596"/>
                <a:gd name="T5" fmla="*/ 180 h 1624"/>
                <a:gd name="T6" fmla="*/ 2370 w 2596"/>
                <a:gd name="T7" fmla="*/ 180 h 1624"/>
                <a:gd name="T8" fmla="*/ 2414 w 2596"/>
                <a:gd name="T9" fmla="*/ 186 h 1624"/>
                <a:gd name="T10" fmla="*/ 2458 w 2596"/>
                <a:gd name="T11" fmla="*/ 198 h 1624"/>
                <a:gd name="T12" fmla="*/ 2496 w 2596"/>
                <a:gd name="T13" fmla="*/ 220 h 1624"/>
                <a:gd name="T14" fmla="*/ 2528 w 2596"/>
                <a:gd name="T15" fmla="*/ 246 h 1624"/>
                <a:gd name="T16" fmla="*/ 2556 w 2596"/>
                <a:gd name="T17" fmla="*/ 280 h 1624"/>
                <a:gd name="T18" fmla="*/ 2578 w 2596"/>
                <a:gd name="T19" fmla="*/ 318 h 1624"/>
                <a:gd name="T20" fmla="*/ 2590 w 2596"/>
                <a:gd name="T21" fmla="*/ 360 h 1624"/>
                <a:gd name="T22" fmla="*/ 2596 w 2596"/>
                <a:gd name="T23" fmla="*/ 406 h 1624"/>
                <a:gd name="T24" fmla="*/ 2596 w 2596"/>
                <a:gd name="T25" fmla="*/ 1398 h 1624"/>
                <a:gd name="T26" fmla="*/ 2590 w 2596"/>
                <a:gd name="T27" fmla="*/ 1444 h 1624"/>
                <a:gd name="T28" fmla="*/ 2578 w 2596"/>
                <a:gd name="T29" fmla="*/ 1486 h 1624"/>
                <a:gd name="T30" fmla="*/ 2556 w 2596"/>
                <a:gd name="T31" fmla="*/ 1524 h 1624"/>
                <a:gd name="T32" fmla="*/ 2528 w 2596"/>
                <a:gd name="T33" fmla="*/ 1558 h 1624"/>
                <a:gd name="T34" fmla="*/ 2496 w 2596"/>
                <a:gd name="T35" fmla="*/ 1586 h 1624"/>
                <a:gd name="T36" fmla="*/ 2458 w 2596"/>
                <a:gd name="T37" fmla="*/ 1606 h 1624"/>
                <a:gd name="T38" fmla="*/ 2414 w 2596"/>
                <a:gd name="T39" fmla="*/ 1620 h 1624"/>
                <a:gd name="T40" fmla="*/ 2370 w 2596"/>
                <a:gd name="T41" fmla="*/ 1624 h 1624"/>
                <a:gd name="T42" fmla="*/ 226 w 2596"/>
                <a:gd name="T43" fmla="*/ 1624 h 1624"/>
                <a:gd name="T44" fmla="*/ 182 w 2596"/>
                <a:gd name="T45" fmla="*/ 1620 h 1624"/>
                <a:gd name="T46" fmla="*/ 138 w 2596"/>
                <a:gd name="T47" fmla="*/ 1606 h 1624"/>
                <a:gd name="T48" fmla="*/ 100 w 2596"/>
                <a:gd name="T49" fmla="*/ 1586 h 1624"/>
                <a:gd name="T50" fmla="*/ 68 w 2596"/>
                <a:gd name="T51" fmla="*/ 1558 h 1624"/>
                <a:gd name="T52" fmla="*/ 40 w 2596"/>
                <a:gd name="T53" fmla="*/ 1524 h 1624"/>
                <a:gd name="T54" fmla="*/ 18 w 2596"/>
                <a:gd name="T55" fmla="*/ 1486 h 1624"/>
                <a:gd name="T56" fmla="*/ 6 w 2596"/>
                <a:gd name="T57" fmla="*/ 1444 h 1624"/>
                <a:gd name="T58" fmla="*/ 0 w 2596"/>
                <a:gd name="T59" fmla="*/ 1398 h 1624"/>
                <a:gd name="T60" fmla="*/ 0 w 2596"/>
                <a:gd name="T61" fmla="*/ 406 h 1624"/>
                <a:gd name="T62" fmla="*/ 6 w 2596"/>
                <a:gd name="T63" fmla="*/ 360 h 1624"/>
                <a:gd name="T64" fmla="*/ 18 w 2596"/>
                <a:gd name="T65" fmla="*/ 318 h 1624"/>
                <a:gd name="T66" fmla="*/ 40 w 2596"/>
                <a:gd name="T67" fmla="*/ 280 h 1624"/>
                <a:gd name="T68" fmla="*/ 68 w 2596"/>
                <a:gd name="T69" fmla="*/ 246 h 1624"/>
                <a:gd name="T70" fmla="*/ 100 w 2596"/>
                <a:gd name="T71" fmla="*/ 220 h 1624"/>
                <a:gd name="T72" fmla="*/ 138 w 2596"/>
                <a:gd name="T73" fmla="*/ 198 h 1624"/>
                <a:gd name="T74" fmla="*/ 182 w 2596"/>
                <a:gd name="T75" fmla="*/ 186 h 1624"/>
                <a:gd name="T76" fmla="*/ 226 w 2596"/>
                <a:gd name="T77" fmla="*/ 180 h 1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96" h="1624">
                  <a:moveTo>
                    <a:pt x="226" y="180"/>
                  </a:moveTo>
                  <a:lnTo>
                    <a:pt x="1172" y="180"/>
                  </a:lnTo>
                  <a:lnTo>
                    <a:pt x="1226" y="102"/>
                  </a:lnTo>
                  <a:lnTo>
                    <a:pt x="1298" y="0"/>
                  </a:lnTo>
                  <a:lnTo>
                    <a:pt x="1370" y="102"/>
                  </a:lnTo>
                  <a:lnTo>
                    <a:pt x="1424" y="180"/>
                  </a:lnTo>
                  <a:lnTo>
                    <a:pt x="2370" y="180"/>
                  </a:lnTo>
                  <a:lnTo>
                    <a:pt x="2370" y="180"/>
                  </a:lnTo>
                  <a:lnTo>
                    <a:pt x="2392" y="182"/>
                  </a:lnTo>
                  <a:lnTo>
                    <a:pt x="2414" y="186"/>
                  </a:lnTo>
                  <a:lnTo>
                    <a:pt x="2436" y="190"/>
                  </a:lnTo>
                  <a:lnTo>
                    <a:pt x="2458" y="198"/>
                  </a:lnTo>
                  <a:lnTo>
                    <a:pt x="2476" y="208"/>
                  </a:lnTo>
                  <a:lnTo>
                    <a:pt x="2496" y="220"/>
                  </a:lnTo>
                  <a:lnTo>
                    <a:pt x="2512" y="232"/>
                  </a:lnTo>
                  <a:lnTo>
                    <a:pt x="2528" y="246"/>
                  </a:lnTo>
                  <a:lnTo>
                    <a:pt x="2544" y="264"/>
                  </a:lnTo>
                  <a:lnTo>
                    <a:pt x="2556" y="280"/>
                  </a:lnTo>
                  <a:lnTo>
                    <a:pt x="2568" y="300"/>
                  </a:lnTo>
                  <a:lnTo>
                    <a:pt x="2578" y="318"/>
                  </a:lnTo>
                  <a:lnTo>
                    <a:pt x="2586" y="340"/>
                  </a:lnTo>
                  <a:lnTo>
                    <a:pt x="2590" y="360"/>
                  </a:lnTo>
                  <a:lnTo>
                    <a:pt x="2594" y="384"/>
                  </a:lnTo>
                  <a:lnTo>
                    <a:pt x="2596" y="406"/>
                  </a:lnTo>
                  <a:lnTo>
                    <a:pt x="2596" y="1398"/>
                  </a:lnTo>
                  <a:lnTo>
                    <a:pt x="2596" y="1398"/>
                  </a:lnTo>
                  <a:lnTo>
                    <a:pt x="2594" y="1422"/>
                  </a:lnTo>
                  <a:lnTo>
                    <a:pt x="2590" y="1444"/>
                  </a:lnTo>
                  <a:lnTo>
                    <a:pt x="2586" y="1466"/>
                  </a:lnTo>
                  <a:lnTo>
                    <a:pt x="2578" y="1486"/>
                  </a:lnTo>
                  <a:lnTo>
                    <a:pt x="2568" y="1506"/>
                  </a:lnTo>
                  <a:lnTo>
                    <a:pt x="2556" y="1524"/>
                  </a:lnTo>
                  <a:lnTo>
                    <a:pt x="2544" y="1542"/>
                  </a:lnTo>
                  <a:lnTo>
                    <a:pt x="2528" y="1558"/>
                  </a:lnTo>
                  <a:lnTo>
                    <a:pt x="2512" y="1572"/>
                  </a:lnTo>
                  <a:lnTo>
                    <a:pt x="2496" y="1586"/>
                  </a:lnTo>
                  <a:lnTo>
                    <a:pt x="2476" y="1598"/>
                  </a:lnTo>
                  <a:lnTo>
                    <a:pt x="2458" y="1606"/>
                  </a:lnTo>
                  <a:lnTo>
                    <a:pt x="2436" y="1614"/>
                  </a:lnTo>
                  <a:lnTo>
                    <a:pt x="2414" y="1620"/>
                  </a:lnTo>
                  <a:lnTo>
                    <a:pt x="2392" y="1624"/>
                  </a:lnTo>
                  <a:lnTo>
                    <a:pt x="2370" y="1624"/>
                  </a:lnTo>
                  <a:lnTo>
                    <a:pt x="226" y="1624"/>
                  </a:lnTo>
                  <a:lnTo>
                    <a:pt x="226" y="1624"/>
                  </a:lnTo>
                  <a:lnTo>
                    <a:pt x="204" y="1624"/>
                  </a:lnTo>
                  <a:lnTo>
                    <a:pt x="182" y="1620"/>
                  </a:lnTo>
                  <a:lnTo>
                    <a:pt x="160" y="1614"/>
                  </a:lnTo>
                  <a:lnTo>
                    <a:pt x="138" y="1606"/>
                  </a:lnTo>
                  <a:lnTo>
                    <a:pt x="120" y="1598"/>
                  </a:lnTo>
                  <a:lnTo>
                    <a:pt x="100" y="1586"/>
                  </a:lnTo>
                  <a:lnTo>
                    <a:pt x="84" y="1572"/>
                  </a:lnTo>
                  <a:lnTo>
                    <a:pt x="68" y="1558"/>
                  </a:lnTo>
                  <a:lnTo>
                    <a:pt x="52" y="1542"/>
                  </a:lnTo>
                  <a:lnTo>
                    <a:pt x="40" y="1524"/>
                  </a:lnTo>
                  <a:lnTo>
                    <a:pt x="28" y="1506"/>
                  </a:lnTo>
                  <a:lnTo>
                    <a:pt x="18" y="1486"/>
                  </a:lnTo>
                  <a:lnTo>
                    <a:pt x="12" y="1466"/>
                  </a:lnTo>
                  <a:lnTo>
                    <a:pt x="6" y="1444"/>
                  </a:lnTo>
                  <a:lnTo>
                    <a:pt x="2" y="1422"/>
                  </a:lnTo>
                  <a:lnTo>
                    <a:pt x="0" y="1398"/>
                  </a:lnTo>
                  <a:lnTo>
                    <a:pt x="0" y="406"/>
                  </a:lnTo>
                  <a:lnTo>
                    <a:pt x="0" y="406"/>
                  </a:lnTo>
                  <a:lnTo>
                    <a:pt x="2" y="384"/>
                  </a:lnTo>
                  <a:lnTo>
                    <a:pt x="6" y="360"/>
                  </a:lnTo>
                  <a:lnTo>
                    <a:pt x="12" y="340"/>
                  </a:lnTo>
                  <a:lnTo>
                    <a:pt x="18" y="318"/>
                  </a:lnTo>
                  <a:lnTo>
                    <a:pt x="28" y="300"/>
                  </a:lnTo>
                  <a:lnTo>
                    <a:pt x="40" y="280"/>
                  </a:lnTo>
                  <a:lnTo>
                    <a:pt x="52" y="264"/>
                  </a:lnTo>
                  <a:lnTo>
                    <a:pt x="68" y="246"/>
                  </a:lnTo>
                  <a:lnTo>
                    <a:pt x="84" y="232"/>
                  </a:lnTo>
                  <a:lnTo>
                    <a:pt x="100" y="220"/>
                  </a:lnTo>
                  <a:lnTo>
                    <a:pt x="120" y="208"/>
                  </a:lnTo>
                  <a:lnTo>
                    <a:pt x="138" y="198"/>
                  </a:lnTo>
                  <a:lnTo>
                    <a:pt x="160" y="190"/>
                  </a:lnTo>
                  <a:lnTo>
                    <a:pt x="182" y="186"/>
                  </a:lnTo>
                  <a:lnTo>
                    <a:pt x="204" y="182"/>
                  </a:lnTo>
                  <a:lnTo>
                    <a:pt x="226" y="180"/>
                  </a:lnTo>
                  <a:lnTo>
                    <a:pt x="226" y="180"/>
                  </a:lnTo>
                  <a:close/>
                </a:path>
              </a:pathLst>
            </a:custGeom>
            <a:noFill/>
            <a:ln w="12700">
              <a:solidFill>
                <a:schemeClr val="tx1">
                  <a:lumMod val="65000"/>
                  <a:lumOff val="35000"/>
                </a:schemeClr>
              </a:solidFill>
              <a:prstDash val="sys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3" name="组合 12"/>
            <p:cNvGrpSpPr/>
            <p:nvPr/>
          </p:nvGrpSpPr>
          <p:grpSpPr>
            <a:xfrm>
              <a:off x="1115616" y="3396950"/>
              <a:ext cx="1523692" cy="614634"/>
              <a:chOff x="3638480" y="1770394"/>
              <a:chExt cx="1523692" cy="614634"/>
            </a:xfrm>
          </p:grpSpPr>
          <p:sp>
            <p:nvSpPr>
              <p:cNvPr id="14" name="Text Placeholder 2"/>
              <p:cNvSpPr txBox="1">
                <a:spLocks/>
              </p:cNvSpPr>
              <p:nvPr/>
            </p:nvSpPr>
            <p:spPr bwMode="auto">
              <a:xfrm>
                <a:off x="3638480" y="1770394"/>
                <a:ext cx="1523692" cy="268421"/>
              </a:xfrm>
              <a:prstGeom prst="rect">
                <a:avLst/>
              </a:prstGeom>
              <a:noFill/>
              <a:ln>
                <a:noFill/>
              </a:ln>
            </p:spPr>
            <p:txBody>
              <a:bodyPr/>
              <a:lstStyle>
                <a:lvl1pPr>
                  <a:defRPr>
                    <a:solidFill>
                      <a:schemeClr val="tx1"/>
                    </a:solidFill>
                    <a:latin typeface="Open Sans" charset="0"/>
                    <a:ea typeface="MS PGothic" pitchFamily="34" charset="-128"/>
                  </a:defRPr>
                </a:lvl1pPr>
                <a:lvl2pPr marL="742950" indent="-285750">
                  <a:defRPr>
                    <a:solidFill>
                      <a:schemeClr val="tx1"/>
                    </a:solidFill>
                    <a:latin typeface="Open Sans" charset="0"/>
                    <a:ea typeface="MS PGothic" pitchFamily="34" charset="-128"/>
                  </a:defRPr>
                </a:lvl2pPr>
                <a:lvl3pPr marL="1143000" indent="-228600">
                  <a:defRPr>
                    <a:solidFill>
                      <a:schemeClr val="tx1"/>
                    </a:solidFill>
                    <a:latin typeface="Open Sans" charset="0"/>
                    <a:ea typeface="MS PGothic" pitchFamily="34" charset="-128"/>
                  </a:defRPr>
                </a:lvl3pPr>
                <a:lvl4pPr marL="1600200" indent="-228600">
                  <a:defRPr>
                    <a:solidFill>
                      <a:schemeClr val="tx1"/>
                    </a:solidFill>
                    <a:latin typeface="Open Sans" charset="0"/>
                    <a:ea typeface="MS PGothic" pitchFamily="34" charset="-128"/>
                  </a:defRPr>
                </a:lvl4pPr>
                <a:lvl5pPr marL="2057400" indent="-228600">
                  <a:defRPr>
                    <a:solidFill>
                      <a:schemeClr val="tx1"/>
                    </a:solidFill>
                    <a:latin typeface="Open Sans" charset="0"/>
                    <a:ea typeface="MS PGothic" pitchFamily="34" charset="-128"/>
                  </a:defRPr>
                </a:lvl5pPr>
                <a:lvl6pPr marL="2514600" indent="-228600" fontAlgn="base">
                  <a:spcBef>
                    <a:spcPct val="0"/>
                  </a:spcBef>
                  <a:spcAft>
                    <a:spcPct val="0"/>
                  </a:spcAft>
                  <a:defRPr>
                    <a:solidFill>
                      <a:schemeClr val="tx1"/>
                    </a:solidFill>
                    <a:latin typeface="Open Sans" charset="0"/>
                    <a:ea typeface="MS PGothic" pitchFamily="34" charset="-128"/>
                  </a:defRPr>
                </a:lvl6pPr>
                <a:lvl7pPr marL="2971800" indent="-228600" fontAlgn="base">
                  <a:spcBef>
                    <a:spcPct val="0"/>
                  </a:spcBef>
                  <a:spcAft>
                    <a:spcPct val="0"/>
                  </a:spcAft>
                  <a:defRPr>
                    <a:solidFill>
                      <a:schemeClr val="tx1"/>
                    </a:solidFill>
                    <a:latin typeface="Open Sans" charset="0"/>
                    <a:ea typeface="MS PGothic" pitchFamily="34" charset="-128"/>
                  </a:defRPr>
                </a:lvl7pPr>
                <a:lvl8pPr marL="3429000" indent="-228600" fontAlgn="base">
                  <a:spcBef>
                    <a:spcPct val="0"/>
                  </a:spcBef>
                  <a:spcAft>
                    <a:spcPct val="0"/>
                  </a:spcAft>
                  <a:defRPr>
                    <a:solidFill>
                      <a:schemeClr val="tx1"/>
                    </a:solidFill>
                    <a:latin typeface="Open Sans" charset="0"/>
                    <a:ea typeface="MS PGothic" pitchFamily="34" charset="-128"/>
                  </a:defRPr>
                </a:lvl8pPr>
                <a:lvl9pPr marL="3886200" indent="-228600" fontAlgn="base">
                  <a:spcBef>
                    <a:spcPct val="0"/>
                  </a:spcBef>
                  <a:spcAft>
                    <a:spcPct val="0"/>
                  </a:spcAft>
                  <a:defRPr>
                    <a:solidFill>
                      <a:schemeClr val="tx1"/>
                    </a:solidFill>
                    <a:latin typeface="Open Sans" charset="0"/>
                    <a:ea typeface="MS PGothic" pitchFamily="34" charset="-128"/>
                  </a:defRPr>
                </a:lvl9pPr>
              </a:lstStyle>
              <a:p>
                <a:pPr marL="0" marR="0" lvl="0" indent="0" algn="ctr" defTabSz="816337" rtl="0" eaLnBrk="1" fontAlgn="auto" latinLnBrk="0" hangingPunct="1">
                  <a:lnSpc>
                    <a:spcPct val="100000"/>
                  </a:lnSpc>
                  <a:spcBef>
                    <a:spcPts val="0"/>
                  </a:spcBef>
                  <a:spcAft>
                    <a:spcPts val="0"/>
                  </a:spcAft>
                  <a:buClr>
                    <a:srgbClr val="C00000"/>
                  </a:buClr>
                  <a:buSzPct val="80000"/>
                  <a:buFont typeface="Corbel" pitchFamily="34" charset="0"/>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添加会议主题</a:t>
                </a:r>
                <a:endParaRPr kumimoji="0" lang="en-AU"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15" name="Text Placeholder 2"/>
              <p:cNvSpPr txBox="1">
                <a:spLocks/>
              </p:cNvSpPr>
              <p:nvPr/>
            </p:nvSpPr>
            <p:spPr bwMode="auto">
              <a:xfrm>
                <a:off x="3697191" y="1963110"/>
                <a:ext cx="1371005" cy="421918"/>
              </a:xfrm>
              <a:prstGeom prst="rect">
                <a:avLst/>
              </a:prstGeom>
              <a:noFill/>
              <a:ln>
                <a:noFill/>
              </a:ln>
            </p:spPr>
            <p:txBody>
              <a:bodyPr/>
              <a:lstStyle>
                <a:lvl1pPr>
                  <a:defRPr>
                    <a:solidFill>
                      <a:schemeClr val="tx1"/>
                    </a:solidFill>
                    <a:latin typeface="Open Sans" charset="0"/>
                    <a:ea typeface="MS PGothic" pitchFamily="34" charset="-128"/>
                  </a:defRPr>
                </a:lvl1pPr>
                <a:lvl2pPr marL="742950" indent="-285750">
                  <a:defRPr>
                    <a:solidFill>
                      <a:schemeClr val="tx1"/>
                    </a:solidFill>
                    <a:latin typeface="Open Sans" charset="0"/>
                    <a:ea typeface="MS PGothic" pitchFamily="34" charset="-128"/>
                  </a:defRPr>
                </a:lvl2pPr>
                <a:lvl3pPr marL="1143000" indent="-228600">
                  <a:defRPr>
                    <a:solidFill>
                      <a:schemeClr val="tx1"/>
                    </a:solidFill>
                    <a:latin typeface="Open Sans" charset="0"/>
                    <a:ea typeface="MS PGothic" pitchFamily="34" charset="-128"/>
                  </a:defRPr>
                </a:lvl3pPr>
                <a:lvl4pPr marL="1600200" indent="-228600">
                  <a:defRPr>
                    <a:solidFill>
                      <a:schemeClr val="tx1"/>
                    </a:solidFill>
                    <a:latin typeface="Open Sans" charset="0"/>
                    <a:ea typeface="MS PGothic" pitchFamily="34" charset="-128"/>
                  </a:defRPr>
                </a:lvl4pPr>
                <a:lvl5pPr marL="2057400" indent="-228600">
                  <a:defRPr>
                    <a:solidFill>
                      <a:schemeClr val="tx1"/>
                    </a:solidFill>
                    <a:latin typeface="Open Sans" charset="0"/>
                    <a:ea typeface="MS PGothic" pitchFamily="34" charset="-128"/>
                  </a:defRPr>
                </a:lvl5pPr>
                <a:lvl6pPr marL="2514600" indent="-228600" fontAlgn="base">
                  <a:spcBef>
                    <a:spcPct val="0"/>
                  </a:spcBef>
                  <a:spcAft>
                    <a:spcPct val="0"/>
                  </a:spcAft>
                  <a:defRPr>
                    <a:solidFill>
                      <a:schemeClr val="tx1"/>
                    </a:solidFill>
                    <a:latin typeface="Open Sans" charset="0"/>
                    <a:ea typeface="MS PGothic" pitchFamily="34" charset="-128"/>
                  </a:defRPr>
                </a:lvl6pPr>
                <a:lvl7pPr marL="2971800" indent="-228600" fontAlgn="base">
                  <a:spcBef>
                    <a:spcPct val="0"/>
                  </a:spcBef>
                  <a:spcAft>
                    <a:spcPct val="0"/>
                  </a:spcAft>
                  <a:defRPr>
                    <a:solidFill>
                      <a:schemeClr val="tx1"/>
                    </a:solidFill>
                    <a:latin typeface="Open Sans" charset="0"/>
                    <a:ea typeface="MS PGothic" pitchFamily="34" charset="-128"/>
                  </a:defRPr>
                </a:lvl7pPr>
                <a:lvl8pPr marL="3429000" indent="-228600" fontAlgn="base">
                  <a:spcBef>
                    <a:spcPct val="0"/>
                  </a:spcBef>
                  <a:spcAft>
                    <a:spcPct val="0"/>
                  </a:spcAft>
                  <a:defRPr>
                    <a:solidFill>
                      <a:schemeClr val="tx1"/>
                    </a:solidFill>
                    <a:latin typeface="Open Sans" charset="0"/>
                    <a:ea typeface="MS PGothic" pitchFamily="34" charset="-128"/>
                  </a:defRPr>
                </a:lvl8pPr>
                <a:lvl9pPr marL="3886200" indent="-228600" fontAlgn="base">
                  <a:spcBef>
                    <a:spcPct val="0"/>
                  </a:spcBef>
                  <a:spcAft>
                    <a:spcPct val="0"/>
                  </a:spcAft>
                  <a:defRPr>
                    <a:solidFill>
                      <a:schemeClr val="tx1"/>
                    </a:solidFill>
                    <a:latin typeface="Open Sans" charset="0"/>
                    <a:ea typeface="MS PGothic" pitchFamily="34" charset="-128"/>
                  </a:defRPr>
                </a:lvl9pPr>
              </a:lstStyle>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点击输入简要文字内容</a:t>
                </a:r>
                <a:endParaRPr kumimoji="0" lang="en-US" altLang="zh-CN"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文字内容需概括精炼</a:t>
                </a:r>
                <a:endParaRPr kumimoji="0" lang="en-US" altLang="zh-CN"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不用多余的</a:t>
                </a:r>
                <a:endParaRPr kumimoji="0" lang="en-US" altLang="zh-CN"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grpSp>
      </p:grpSp>
      <p:grpSp>
        <p:nvGrpSpPr>
          <p:cNvPr id="16" name="组合 15"/>
          <p:cNvGrpSpPr/>
          <p:nvPr/>
        </p:nvGrpSpPr>
        <p:grpSpPr>
          <a:xfrm>
            <a:off x="5004048" y="3435769"/>
            <a:ext cx="1528419" cy="936181"/>
            <a:chOff x="1110889" y="3219822"/>
            <a:chExt cx="1528419" cy="936181"/>
          </a:xfrm>
        </p:grpSpPr>
        <p:sp>
          <p:nvSpPr>
            <p:cNvPr id="17" name="Freeform 5"/>
            <p:cNvSpPr>
              <a:spLocks/>
            </p:cNvSpPr>
            <p:nvPr/>
          </p:nvSpPr>
          <p:spPr bwMode="auto">
            <a:xfrm>
              <a:off x="1110889" y="3219822"/>
              <a:ext cx="1496506" cy="936181"/>
            </a:xfrm>
            <a:custGeom>
              <a:avLst/>
              <a:gdLst>
                <a:gd name="T0" fmla="*/ 1172 w 2596"/>
                <a:gd name="T1" fmla="*/ 180 h 1624"/>
                <a:gd name="T2" fmla="*/ 1298 w 2596"/>
                <a:gd name="T3" fmla="*/ 0 h 1624"/>
                <a:gd name="T4" fmla="*/ 1424 w 2596"/>
                <a:gd name="T5" fmla="*/ 180 h 1624"/>
                <a:gd name="T6" fmla="*/ 2370 w 2596"/>
                <a:gd name="T7" fmla="*/ 180 h 1624"/>
                <a:gd name="T8" fmla="*/ 2414 w 2596"/>
                <a:gd name="T9" fmla="*/ 186 h 1624"/>
                <a:gd name="T10" fmla="*/ 2458 w 2596"/>
                <a:gd name="T11" fmla="*/ 198 h 1624"/>
                <a:gd name="T12" fmla="*/ 2496 w 2596"/>
                <a:gd name="T13" fmla="*/ 220 h 1624"/>
                <a:gd name="T14" fmla="*/ 2528 w 2596"/>
                <a:gd name="T15" fmla="*/ 246 h 1624"/>
                <a:gd name="T16" fmla="*/ 2556 w 2596"/>
                <a:gd name="T17" fmla="*/ 280 h 1624"/>
                <a:gd name="T18" fmla="*/ 2578 w 2596"/>
                <a:gd name="T19" fmla="*/ 318 h 1624"/>
                <a:gd name="T20" fmla="*/ 2590 w 2596"/>
                <a:gd name="T21" fmla="*/ 360 h 1624"/>
                <a:gd name="T22" fmla="*/ 2596 w 2596"/>
                <a:gd name="T23" fmla="*/ 406 h 1624"/>
                <a:gd name="T24" fmla="*/ 2596 w 2596"/>
                <a:gd name="T25" fmla="*/ 1398 h 1624"/>
                <a:gd name="T26" fmla="*/ 2590 w 2596"/>
                <a:gd name="T27" fmla="*/ 1444 h 1624"/>
                <a:gd name="T28" fmla="*/ 2578 w 2596"/>
                <a:gd name="T29" fmla="*/ 1486 h 1624"/>
                <a:gd name="T30" fmla="*/ 2556 w 2596"/>
                <a:gd name="T31" fmla="*/ 1524 h 1624"/>
                <a:gd name="T32" fmla="*/ 2528 w 2596"/>
                <a:gd name="T33" fmla="*/ 1558 h 1624"/>
                <a:gd name="T34" fmla="*/ 2496 w 2596"/>
                <a:gd name="T35" fmla="*/ 1586 h 1624"/>
                <a:gd name="T36" fmla="*/ 2458 w 2596"/>
                <a:gd name="T37" fmla="*/ 1606 h 1624"/>
                <a:gd name="T38" fmla="*/ 2414 w 2596"/>
                <a:gd name="T39" fmla="*/ 1620 h 1624"/>
                <a:gd name="T40" fmla="*/ 2370 w 2596"/>
                <a:gd name="T41" fmla="*/ 1624 h 1624"/>
                <a:gd name="T42" fmla="*/ 226 w 2596"/>
                <a:gd name="T43" fmla="*/ 1624 h 1624"/>
                <a:gd name="T44" fmla="*/ 182 w 2596"/>
                <a:gd name="T45" fmla="*/ 1620 h 1624"/>
                <a:gd name="T46" fmla="*/ 138 w 2596"/>
                <a:gd name="T47" fmla="*/ 1606 h 1624"/>
                <a:gd name="T48" fmla="*/ 100 w 2596"/>
                <a:gd name="T49" fmla="*/ 1586 h 1624"/>
                <a:gd name="T50" fmla="*/ 68 w 2596"/>
                <a:gd name="T51" fmla="*/ 1558 h 1624"/>
                <a:gd name="T52" fmla="*/ 40 w 2596"/>
                <a:gd name="T53" fmla="*/ 1524 h 1624"/>
                <a:gd name="T54" fmla="*/ 18 w 2596"/>
                <a:gd name="T55" fmla="*/ 1486 h 1624"/>
                <a:gd name="T56" fmla="*/ 6 w 2596"/>
                <a:gd name="T57" fmla="*/ 1444 h 1624"/>
                <a:gd name="T58" fmla="*/ 0 w 2596"/>
                <a:gd name="T59" fmla="*/ 1398 h 1624"/>
                <a:gd name="T60" fmla="*/ 0 w 2596"/>
                <a:gd name="T61" fmla="*/ 406 h 1624"/>
                <a:gd name="T62" fmla="*/ 6 w 2596"/>
                <a:gd name="T63" fmla="*/ 360 h 1624"/>
                <a:gd name="T64" fmla="*/ 18 w 2596"/>
                <a:gd name="T65" fmla="*/ 318 h 1624"/>
                <a:gd name="T66" fmla="*/ 40 w 2596"/>
                <a:gd name="T67" fmla="*/ 280 h 1624"/>
                <a:gd name="T68" fmla="*/ 68 w 2596"/>
                <a:gd name="T69" fmla="*/ 246 h 1624"/>
                <a:gd name="T70" fmla="*/ 100 w 2596"/>
                <a:gd name="T71" fmla="*/ 220 h 1624"/>
                <a:gd name="T72" fmla="*/ 138 w 2596"/>
                <a:gd name="T73" fmla="*/ 198 h 1624"/>
                <a:gd name="T74" fmla="*/ 182 w 2596"/>
                <a:gd name="T75" fmla="*/ 186 h 1624"/>
                <a:gd name="T76" fmla="*/ 226 w 2596"/>
                <a:gd name="T77" fmla="*/ 180 h 1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96" h="1624">
                  <a:moveTo>
                    <a:pt x="226" y="180"/>
                  </a:moveTo>
                  <a:lnTo>
                    <a:pt x="1172" y="180"/>
                  </a:lnTo>
                  <a:lnTo>
                    <a:pt x="1226" y="102"/>
                  </a:lnTo>
                  <a:lnTo>
                    <a:pt x="1298" y="0"/>
                  </a:lnTo>
                  <a:lnTo>
                    <a:pt x="1370" y="102"/>
                  </a:lnTo>
                  <a:lnTo>
                    <a:pt x="1424" y="180"/>
                  </a:lnTo>
                  <a:lnTo>
                    <a:pt x="2370" y="180"/>
                  </a:lnTo>
                  <a:lnTo>
                    <a:pt x="2370" y="180"/>
                  </a:lnTo>
                  <a:lnTo>
                    <a:pt x="2392" y="182"/>
                  </a:lnTo>
                  <a:lnTo>
                    <a:pt x="2414" y="186"/>
                  </a:lnTo>
                  <a:lnTo>
                    <a:pt x="2436" y="190"/>
                  </a:lnTo>
                  <a:lnTo>
                    <a:pt x="2458" y="198"/>
                  </a:lnTo>
                  <a:lnTo>
                    <a:pt x="2476" y="208"/>
                  </a:lnTo>
                  <a:lnTo>
                    <a:pt x="2496" y="220"/>
                  </a:lnTo>
                  <a:lnTo>
                    <a:pt x="2512" y="232"/>
                  </a:lnTo>
                  <a:lnTo>
                    <a:pt x="2528" y="246"/>
                  </a:lnTo>
                  <a:lnTo>
                    <a:pt x="2544" y="264"/>
                  </a:lnTo>
                  <a:lnTo>
                    <a:pt x="2556" y="280"/>
                  </a:lnTo>
                  <a:lnTo>
                    <a:pt x="2568" y="300"/>
                  </a:lnTo>
                  <a:lnTo>
                    <a:pt x="2578" y="318"/>
                  </a:lnTo>
                  <a:lnTo>
                    <a:pt x="2586" y="340"/>
                  </a:lnTo>
                  <a:lnTo>
                    <a:pt x="2590" y="360"/>
                  </a:lnTo>
                  <a:lnTo>
                    <a:pt x="2594" y="384"/>
                  </a:lnTo>
                  <a:lnTo>
                    <a:pt x="2596" y="406"/>
                  </a:lnTo>
                  <a:lnTo>
                    <a:pt x="2596" y="1398"/>
                  </a:lnTo>
                  <a:lnTo>
                    <a:pt x="2596" y="1398"/>
                  </a:lnTo>
                  <a:lnTo>
                    <a:pt x="2594" y="1422"/>
                  </a:lnTo>
                  <a:lnTo>
                    <a:pt x="2590" y="1444"/>
                  </a:lnTo>
                  <a:lnTo>
                    <a:pt x="2586" y="1466"/>
                  </a:lnTo>
                  <a:lnTo>
                    <a:pt x="2578" y="1486"/>
                  </a:lnTo>
                  <a:lnTo>
                    <a:pt x="2568" y="1506"/>
                  </a:lnTo>
                  <a:lnTo>
                    <a:pt x="2556" y="1524"/>
                  </a:lnTo>
                  <a:lnTo>
                    <a:pt x="2544" y="1542"/>
                  </a:lnTo>
                  <a:lnTo>
                    <a:pt x="2528" y="1558"/>
                  </a:lnTo>
                  <a:lnTo>
                    <a:pt x="2512" y="1572"/>
                  </a:lnTo>
                  <a:lnTo>
                    <a:pt x="2496" y="1586"/>
                  </a:lnTo>
                  <a:lnTo>
                    <a:pt x="2476" y="1598"/>
                  </a:lnTo>
                  <a:lnTo>
                    <a:pt x="2458" y="1606"/>
                  </a:lnTo>
                  <a:lnTo>
                    <a:pt x="2436" y="1614"/>
                  </a:lnTo>
                  <a:lnTo>
                    <a:pt x="2414" y="1620"/>
                  </a:lnTo>
                  <a:lnTo>
                    <a:pt x="2392" y="1624"/>
                  </a:lnTo>
                  <a:lnTo>
                    <a:pt x="2370" y="1624"/>
                  </a:lnTo>
                  <a:lnTo>
                    <a:pt x="226" y="1624"/>
                  </a:lnTo>
                  <a:lnTo>
                    <a:pt x="226" y="1624"/>
                  </a:lnTo>
                  <a:lnTo>
                    <a:pt x="204" y="1624"/>
                  </a:lnTo>
                  <a:lnTo>
                    <a:pt x="182" y="1620"/>
                  </a:lnTo>
                  <a:lnTo>
                    <a:pt x="160" y="1614"/>
                  </a:lnTo>
                  <a:lnTo>
                    <a:pt x="138" y="1606"/>
                  </a:lnTo>
                  <a:lnTo>
                    <a:pt x="120" y="1598"/>
                  </a:lnTo>
                  <a:lnTo>
                    <a:pt x="100" y="1586"/>
                  </a:lnTo>
                  <a:lnTo>
                    <a:pt x="84" y="1572"/>
                  </a:lnTo>
                  <a:lnTo>
                    <a:pt x="68" y="1558"/>
                  </a:lnTo>
                  <a:lnTo>
                    <a:pt x="52" y="1542"/>
                  </a:lnTo>
                  <a:lnTo>
                    <a:pt x="40" y="1524"/>
                  </a:lnTo>
                  <a:lnTo>
                    <a:pt x="28" y="1506"/>
                  </a:lnTo>
                  <a:lnTo>
                    <a:pt x="18" y="1486"/>
                  </a:lnTo>
                  <a:lnTo>
                    <a:pt x="12" y="1466"/>
                  </a:lnTo>
                  <a:lnTo>
                    <a:pt x="6" y="1444"/>
                  </a:lnTo>
                  <a:lnTo>
                    <a:pt x="2" y="1422"/>
                  </a:lnTo>
                  <a:lnTo>
                    <a:pt x="0" y="1398"/>
                  </a:lnTo>
                  <a:lnTo>
                    <a:pt x="0" y="406"/>
                  </a:lnTo>
                  <a:lnTo>
                    <a:pt x="0" y="406"/>
                  </a:lnTo>
                  <a:lnTo>
                    <a:pt x="2" y="384"/>
                  </a:lnTo>
                  <a:lnTo>
                    <a:pt x="6" y="360"/>
                  </a:lnTo>
                  <a:lnTo>
                    <a:pt x="12" y="340"/>
                  </a:lnTo>
                  <a:lnTo>
                    <a:pt x="18" y="318"/>
                  </a:lnTo>
                  <a:lnTo>
                    <a:pt x="28" y="300"/>
                  </a:lnTo>
                  <a:lnTo>
                    <a:pt x="40" y="280"/>
                  </a:lnTo>
                  <a:lnTo>
                    <a:pt x="52" y="264"/>
                  </a:lnTo>
                  <a:lnTo>
                    <a:pt x="68" y="246"/>
                  </a:lnTo>
                  <a:lnTo>
                    <a:pt x="84" y="232"/>
                  </a:lnTo>
                  <a:lnTo>
                    <a:pt x="100" y="220"/>
                  </a:lnTo>
                  <a:lnTo>
                    <a:pt x="120" y="208"/>
                  </a:lnTo>
                  <a:lnTo>
                    <a:pt x="138" y="198"/>
                  </a:lnTo>
                  <a:lnTo>
                    <a:pt x="160" y="190"/>
                  </a:lnTo>
                  <a:lnTo>
                    <a:pt x="182" y="186"/>
                  </a:lnTo>
                  <a:lnTo>
                    <a:pt x="204" y="182"/>
                  </a:lnTo>
                  <a:lnTo>
                    <a:pt x="226" y="180"/>
                  </a:lnTo>
                  <a:lnTo>
                    <a:pt x="226" y="180"/>
                  </a:lnTo>
                  <a:close/>
                </a:path>
              </a:pathLst>
            </a:custGeom>
            <a:noFill/>
            <a:ln w="12700">
              <a:solidFill>
                <a:schemeClr val="tx1">
                  <a:lumMod val="65000"/>
                  <a:lumOff val="35000"/>
                </a:schemeClr>
              </a:solidFill>
              <a:prstDash val="sys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nvGrpSpPr>
            <p:cNvPr id="18" name="组合 17"/>
            <p:cNvGrpSpPr/>
            <p:nvPr/>
          </p:nvGrpSpPr>
          <p:grpSpPr>
            <a:xfrm>
              <a:off x="1115616" y="3396950"/>
              <a:ext cx="1523692" cy="614634"/>
              <a:chOff x="3638480" y="1770394"/>
              <a:chExt cx="1523692" cy="614634"/>
            </a:xfrm>
          </p:grpSpPr>
          <p:sp>
            <p:nvSpPr>
              <p:cNvPr id="19" name="Text Placeholder 2"/>
              <p:cNvSpPr txBox="1">
                <a:spLocks/>
              </p:cNvSpPr>
              <p:nvPr/>
            </p:nvSpPr>
            <p:spPr bwMode="auto">
              <a:xfrm>
                <a:off x="3638480" y="1770394"/>
                <a:ext cx="1523692" cy="268421"/>
              </a:xfrm>
              <a:prstGeom prst="rect">
                <a:avLst/>
              </a:prstGeom>
              <a:noFill/>
              <a:ln>
                <a:noFill/>
              </a:ln>
            </p:spPr>
            <p:txBody>
              <a:bodyPr/>
              <a:lstStyle>
                <a:lvl1pPr>
                  <a:defRPr>
                    <a:solidFill>
                      <a:schemeClr val="tx1"/>
                    </a:solidFill>
                    <a:latin typeface="Open Sans" charset="0"/>
                    <a:ea typeface="MS PGothic" pitchFamily="34" charset="-128"/>
                  </a:defRPr>
                </a:lvl1pPr>
                <a:lvl2pPr marL="742950" indent="-285750">
                  <a:defRPr>
                    <a:solidFill>
                      <a:schemeClr val="tx1"/>
                    </a:solidFill>
                    <a:latin typeface="Open Sans" charset="0"/>
                    <a:ea typeface="MS PGothic" pitchFamily="34" charset="-128"/>
                  </a:defRPr>
                </a:lvl2pPr>
                <a:lvl3pPr marL="1143000" indent="-228600">
                  <a:defRPr>
                    <a:solidFill>
                      <a:schemeClr val="tx1"/>
                    </a:solidFill>
                    <a:latin typeface="Open Sans" charset="0"/>
                    <a:ea typeface="MS PGothic" pitchFamily="34" charset="-128"/>
                  </a:defRPr>
                </a:lvl3pPr>
                <a:lvl4pPr marL="1600200" indent="-228600">
                  <a:defRPr>
                    <a:solidFill>
                      <a:schemeClr val="tx1"/>
                    </a:solidFill>
                    <a:latin typeface="Open Sans" charset="0"/>
                    <a:ea typeface="MS PGothic" pitchFamily="34" charset="-128"/>
                  </a:defRPr>
                </a:lvl4pPr>
                <a:lvl5pPr marL="2057400" indent="-228600">
                  <a:defRPr>
                    <a:solidFill>
                      <a:schemeClr val="tx1"/>
                    </a:solidFill>
                    <a:latin typeface="Open Sans" charset="0"/>
                    <a:ea typeface="MS PGothic" pitchFamily="34" charset="-128"/>
                  </a:defRPr>
                </a:lvl5pPr>
                <a:lvl6pPr marL="2514600" indent="-228600" fontAlgn="base">
                  <a:spcBef>
                    <a:spcPct val="0"/>
                  </a:spcBef>
                  <a:spcAft>
                    <a:spcPct val="0"/>
                  </a:spcAft>
                  <a:defRPr>
                    <a:solidFill>
                      <a:schemeClr val="tx1"/>
                    </a:solidFill>
                    <a:latin typeface="Open Sans" charset="0"/>
                    <a:ea typeface="MS PGothic" pitchFamily="34" charset="-128"/>
                  </a:defRPr>
                </a:lvl6pPr>
                <a:lvl7pPr marL="2971800" indent="-228600" fontAlgn="base">
                  <a:spcBef>
                    <a:spcPct val="0"/>
                  </a:spcBef>
                  <a:spcAft>
                    <a:spcPct val="0"/>
                  </a:spcAft>
                  <a:defRPr>
                    <a:solidFill>
                      <a:schemeClr val="tx1"/>
                    </a:solidFill>
                    <a:latin typeface="Open Sans" charset="0"/>
                    <a:ea typeface="MS PGothic" pitchFamily="34" charset="-128"/>
                  </a:defRPr>
                </a:lvl7pPr>
                <a:lvl8pPr marL="3429000" indent="-228600" fontAlgn="base">
                  <a:spcBef>
                    <a:spcPct val="0"/>
                  </a:spcBef>
                  <a:spcAft>
                    <a:spcPct val="0"/>
                  </a:spcAft>
                  <a:defRPr>
                    <a:solidFill>
                      <a:schemeClr val="tx1"/>
                    </a:solidFill>
                    <a:latin typeface="Open Sans" charset="0"/>
                    <a:ea typeface="MS PGothic" pitchFamily="34" charset="-128"/>
                  </a:defRPr>
                </a:lvl8pPr>
                <a:lvl9pPr marL="3886200" indent="-228600" fontAlgn="base">
                  <a:spcBef>
                    <a:spcPct val="0"/>
                  </a:spcBef>
                  <a:spcAft>
                    <a:spcPct val="0"/>
                  </a:spcAft>
                  <a:defRPr>
                    <a:solidFill>
                      <a:schemeClr val="tx1"/>
                    </a:solidFill>
                    <a:latin typeface="Open Sans" charset="0"/>
                    <a:ea typeface="MS PGothic" pitchFamily="34" charset="-128"/>
                  </a:defRPr>
                </a:lvl9pPr>
              </a:lstStyle>
              <a:p>
                <a:pPr marL="0" marR="0" lvl="0" indent="0" algn="ctr" defTabSz="816337" rtl="0" eaLnBrk="1" fontAlgn="auto" latinLnBrk="0" hangingPunct="1">
                  <a:lnSpc>
                    <a:spcPct val="100000"/>
                  </a:lnSpc>
                  <a:spcBef>
                    <a:spcPts val="0"/>
                  </a:spcBef>
                  <a:spcAft>
                    <a:spcPts val="0"/>
                  </a:spcAft>
                  <a:buClr>
                    <a:srgbClr val="C00000"/>
                  </a:buClr>
                  <a:buSzPct val="80000"/>
                  <a:buFont typeface="Corbel" pitchFamily="34" charset="0"/>
                  <a:buNone/>
                  <a:tabLst/>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添加会议主题</a:t>
                </a:r>
                <a:endParaRPr kumimoji="0" lang="en-AU" sz="12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20" name="Text Placeholder 2"/>
              <p:cNvSpPr txBox="1">
                <a:spLocks/>
              </p:cNvSpPr>
              <p:nvPr/>
            </p:nvSpPr>
            <p:spPr bwMode="auto">
              <a:xfrm>
                <a:off x="3697191" y="1963110"/>
                <a:ext cx="1371005" cy="421918"/>
              </a:xfrm>
              <a:prstGeom prst="rect">
                <a:avLst/>
              </a:prstGeom>
              <a:noFill/>
              <a:ln>
                <a:noFill/>
              </a:ln>
            </p:spPr>
            <p:txBody>
              <a:bodyPr/>
              <a:lstStyle>
                <a:lvl1pPr>
                  <a:defRPr>
                    <a:solidFill>
                      <a:schemeClr val="tx1"/>
                    </a:solidFill>
                    <a:latin typeface="Open Sans" charset="0"/>
                    <a:ea typeface="MS PGothic" pitchFamily="34" charset="-128"/>
                  </a:defRPr>
                </a:lvl1pPr>
                <a:lvl2pPr marL="742950" indent="-285750">
                  <a:defRPr>
                    <a:solidFill>
                      <a:schemeClr val="tx1"/>
                    </a:solidFill>
                    <a:latin typeface="Open Sans" charset="0"/>
                    <a:ea typeface="MS PGothic" pitchFamily="34" charset="-128"/>
                  </a:defRPr>
                </a:lvl2pPr>
                <a:lvl3pPr marL="1143000" indent="-228600">
                  <a:defRPr>
                    <a:solidFill>
                      <a:schemeClr val="tx1"/>
                    </a:solidFill>
                    <a:latin typeface="Open Sans" charset="0"/>
                    <a:ea typeface="MS PGothic" pitchFamily="34" charset="-128"/>
                  </a:defRPr>
                </a:lvl3pPr>
                <a:lvl4pPr marL="1600200" indent="-228600">
                  <a:defRPr>
                    <a:solidFill>
                      <a:schemeClr val="tx1"/>
                    </a:solidFill>
                    <a:latin typeface="Open Sans" charset="0"/>
                    <a:ea typeface="MS PGothic" pitchFamily="34" charset="-128"/>
                  </a:defRPr>
                </a:lvl4pPr>
                <a:lvl5pPr marL="2057400" indent="-228600">
                  <a:defRPr>
                    <a:solidFill>
                      <a:schemeClr val="tx1"/>
                    </a:solidFill>
                    <a:latin typeface="Open Sans" charset="0"/>
                    <a:ea typeface="MS PGothic" pitchFamily="34" charset="-128"/>
                  </a:defRPr>
                </a:lvl5pPr>
                <a:lvl6pPr marL="2514600" indent="-228600" fontAlgn="base">
                  <a:spcBef>
                    <a:spcPct val="0"/>
                  </a:spcBef>
                  <a:spcAft>
                    <a:spcPct val="0"/>
                  </a:spcAft>
                  <a:defRPr>
                    <a:solidFill>
                      <a:schemeClr val="tx1"/>
                    </a:solidFill>
                    <a:latin typeface="Open Sans" charset="0"/>
                    <a:ea typeface="MS PGothic" pitchFamily="34" charset="-128"/>
                  </a:defRPr>
                </a:lvl6pPr>
                <a:lvl7pPr marL="2971800" indent="-228600" fontAlgn="base">
                  <a:spcBef>
                    <a:spcPct val="0"/>
                  </a:spcBef>
                  <a:spcAft>
                    <a:spcPct val="0"/>
                  </a:spcAft>
                  <a:defRPr>
                    <a:solidFill>
                      <a:schemeClr val="tx1"/>
                    </a:solidFill>
                    <a:latin typeface="Open Sans" charset="0"/>
                    <a:ea typeface="MS PGothic" pitchFamily="34" charset="-128"/>
                  </a:defRPr>
                </a:lvl7pPr>
                <a:lvl8pPr marL="3429000" indent="-228600" fontAlgn="base">
                  <a:spcBef>
                    <a:spcPct val="0"/>
                  </a:spcBef>
                  <a:spcAft>
                    <a:spcPct val="0"/>
                  </a:spcAft>
                  <a:defRPr>
                    <a:solidFill>
                      <a:schemeClr val="tx1"/>
                    </a:solidFill>
                    <a:latin typeface="Open Sans" charset="0"/>
                    <a:ea typeface="MS PGothic" pitchFamily="34" charset="-128"/>
                  </a:defRPr>
                </a:lvl8pPr>
                <a:lvl9pPr marL="3886200" indent="-228600" fontAlgn="base">
                  <a:spcBef>
                    <a:spcPct val="0"/>
                  </a:spcBef>
                  <a:spcAft>
                    <a:spcPct val="0"/>
                  </a:spcAft>
                  <a:defRPr>
                    <a:solidFill>
                      <a:schemeClr val="tx1"/>
                    </a:solidFill>
                    <a:latin typeface="Open Sans" charset="0"/>
                    <a:ea typeface="MS PGothic" pitchFamily="34" charset="-128"/>
                  </a:defRPr>
                </a:lvl9pPr>
              </a:lstStyle>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点击输入简要文字内容</a:t>
                </a:r>
                <a:endParaRPr kumimoji="0" lang="en-US" altLang="zh-CN"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文字内容需概括精炼</a:t>
                </a:r>
                <a:endParaRPr kumimoji="0" lang="en-US" altLang="zh-CN"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a:p>
                <a:pPr marL="0" marR="0" lvl="0" indent="0" algn="ctr" defTabSz="816337"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不用多余的</a:t>
                </a:r>
                <a:endParaRPr kumimoji="0" lang="en-US" altLang="zh-CN" sz="900" b="0"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grpSp>
      </p:grpSp>
      <p:grpSp>
        <p:nvGrpSpPr>
          <p:cNvPr id="21" name="组合 20"/>
          <p:cNvGrpSpPr/>
          <p:nvPr/>
        </p:nvGrpSpPr>
        <p:grpSpPr>
          <a:xfrm>
            <a:off x="1777809" y="2333336"/>
            <a:ext cx="798452" cy="664210"/>
            <a:chOff x="4992688" y="0"/>
            <a:chExt cx="906463" cy="754063"/>
          </a:xfrm>
          <a:solidFill>
            <a:schemeClr val="accent2"/>
          </a:solidFill>
        </p:grpSpPr>
        <p:sp>
          <p:nvSpPr>
            <p:cNvPr id="22" name="Freeform 14"/>
            <p:cNvSpPr>
              <a:spLocks/>
            </p:cNvSpPr>
            <p:nvPr/>
          </p:nvSpPr>
          <p:spPr bwMode="auto">
            <a:xfrm>
              <a:off x="5253038" y="566738"/>
              <a:ext cx="234950" cy="187325"/>
            </a:xfrm>
            <a:custGeom>
              <a:avLst/>
              <a:gdLst>
                <a:gd name="T0" fmla="*/ 148 w 148"/>
                <a:gd name="T1" fmla="*/ 72 h 118"/>
                <a:gd name="T2" fmla="*/ 148 w 148"/>
                <a:gd name="T3" fmla="*/ 72 h 118"/>
                <a:gd name="T4" fmla="*/ 148 w 148"/>
                <a:gd name="T5" fmla="*/ 80 h 118"/>
                <a:gd name="T6" fmla="*/ 146 w 148"/>
                <a:gd name="T7" fmla="*/ 86 h 118"/>
                <a:gd name="T8" fmla="*/ 141 w 148"/>
                <a:gd name="T9" fmla="*/ 91 h 118"/>
                <a:gd name="T10" fmla="*/ 134 w 148"/>
                <a:gd name="T11" fmla="*/ 95 h 118"/>
                <a:gd name="T12" fmla="*/ 45 w 148"/>
                <a:gd name="T13" fmla="*/ 118 h 118"/>
                <a:gd name="T14" fmla="*/ 45 w 148"/>
                <a:gd name="T15" fmla="*/ 118 h 118"/>
                <a:gd name="T16" fmla="*/ 37 w 148"/>
                <a:gd name="T17" fmla="*/ 118 h 118"/>
                <a:gd name="T18" fmla="*/ 31 w 148"/>
                <a:gd name="T19" fmla="*/ 115 h 118"/>
                <a:gd name="T20" fmla="*/ 26 w 148"/>
                <a:gd name="T21" fmla="*/ 111 h 118"/>
                <a:gd name="T22" fmla="*/ 23 w 148"/>
                <a:gd name="T23" fmla="*/ 107 h 118"/>
                <a:gd name="T24" fmla="*/ 22 w 148"/>
                <a:gd name="T25" fmla="*/ 104 h 118"/>
                <a:gd name="T26" fmla="*/ 1 w 148"/>
                <a:gd name="T27" fmla="*/ 51 h 118"/>
                <a:gd name="T28" fmla="*/ 1 w 148"/>
                <a:gd name="T29" fmla="*/ 51 h 118"/>
                <a:gd name="T30" fmla="*/ 0 w 148"/>
                <a:gd name="T31" fmla="*/ 43 h 118"/>
                <a:gd name="T32" fmla="*/ 2 w 148"/>
                <a:gd name="T33" fmla="*/ 37 h 118"/>
                <a:gd name="T34" fmla="*/ 7 w 148"/>
                <a:gd name="T35" fmla="*/ 31 h 118"/>
                <a:gd name="T36" fmla="*/ 13 w 148"/>
                <a:gd name="T37" fmla="*/ 28 h 118"/>
                <a:gd name="T38" fmla="*/ 119 w 148"/>
                <a:gd name="T39" fmla="*/ 2 h 118"/>
                <a:gd name="T40" fmla="*/ 119 w 148"/>
                <a:gd name="T41" fmla="*/ 2 h 118"/>
                <a:gd name="T42" fmla="*/ 127 w 148"/>
                <a:gd name="T43" fmla="*/ 0 h 118"/>
                <a:gd name="T44" fmla="*/ 133 w 148"/>
                <a:gd name="T45" fmla="*/ 3 h 118"/>
                <a:gd name="T46" fmla="*/ 138 w 148"/>
                <a:gd name="T47" fmla="*/ 8 h 118"/>
                <a:gd name="T48" fmla="*/ 142 w 148"/>
                <a:gd name="T49" fmla="*/ 14 h 118"/>
                <a:gd name="T50" fmla="*/ 148 w 148"/>
                <a:gd name="T51" fmla="*/ 7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8" h="118">
                  <a:moveTo>
                    <a:pt x="148" y="72"/>
                  </a:moveTo>
                  <a:lnTo>
                    <a:pt x="148" y="72"/>
                  </a:lnTo>
                  <a:lnTo>
                    <a:pt x="148" y="80"/>
                  </a:lnTo>
                  <a:lnTo>
                    <a:pt x="146" y="86"/>
                  </a:lnTo>
                  <a:lnTo>
                    <a:pt x="141" y="91"/>
                  </a:lnTo>
                  <a:lnTo>
                    <a:pt x="134" y="95"/>
                  </a:lnTo>
                  <a:lnTo>
                    <a:pt x="45" y="118"/>
                  </a:lnTo>
                  <a:lnTo>
                    <a:pt x="45" y="118"/>
                  </a:lnTo>
                  <a:lnTo>
                    <a:pt x="37" y="118"/>
                  </a:lnTo>
                  <a:lnTo>
                    <a:pt x="31" y="115"/>
                  </a:lnTo>
                  <a:lnTo>
                    <a:pt x="26" y="111"/>
                  </a:lnTo>
                  <a:lnTo>
                    <a:pt x="23" y="107"/>
                  </a:lnTo>
                  <a:lnTo>
                    <a:pt x="22" y="104"/>
                  </a:lnTo>
                  <a:lnTo>
                    <a:pt x="1" y="51"/>
                  </a:lnTo>
                  <a:lnTo>
                    <a:pt x="1" y="51"/>
                  </a:lnTo>
                  <a:lnTo>
                    <a:pt x="0" y="43"/>
                  </a:lnTo>
                  <a:lnTo>
                    <a:pt x="2" y="37"/>
                  </a:lnTo>
                  <a:lnTo>
                    <a:pt x="7" y="31"/>
                  </a:lnTo>
                  <a:lnTo>
                    <a:pt x="13" y="28"/>
                  </a:lnTo>
                  <a:lnTo>
                    <a:pt x="119" y="2"/>
                  </a:lnTo>
                  <a:lnTo>
                    <a:pt x="119" y="2"/>
                  </a:lnTo>
                  <a:lnTo>
                    <a:pt x="127" y="0"/>
                  </a:lnTo>
                  <a:lnTo>
                    <a:pt x="133" y="3"/>
                  </a:lnTo>
                  <a:lnTo>
                    <a:pt x="138" y="8"/>
                  </a:lnTo>
                  <a:lnTo>
                    <a:pt x="142" y="14"/>
                  </a:lnTo>
                  <a:lnTo>
                    <a:pt x="148"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3" name="Freeform 15"/>
            <p:cNvSpPr>
              <a:spLocks/>
            </p:cNvSpPr>
            <p:nvPr/>
          </p:nvSpPr>
          <p:spPr bwMode="auto">
            <a:xfrm>
              <a:off x="5218113" y="555625"/>
              <a:ext cx="82550" cy="100013"/>
            </a:xfrm>
            <a:custGeom>
              <a:avLst/>
              <a:gdLst>
                <a:gd name="T0" fmla="*/ 0 w 52"/>
                <a:gd name="T1" fmla="*/ 10 h 63"/>
                <a:gd name="T2" fmla="*/ 13 w 52"/>
                <a:gd name="T3" fmla="*/ 0 h 63"/>
                <a:gd name="T4" fmla="*/ 52 w 52"/>
                <a:gd name="T5" fmla="*/ 53 h 63"/>
                <a:gd name="T6" fmla="*/ 38 w 52"/>
                <a:gd name="T7" fmla="*/ 63 h 63"/>
                <a:gd name="T8" fmla="*/ 0 w 52"/>
                <a:gd name="T9" fmla="*/ 10 h 63"/>
              </a:gdLst>
              <a:ahLst/>
              <a:cxnLst>
                <a:cxn ang="0">
                  <a:pos x="T0" y="T1"/>
                </a:cxn>
                <a:cxn ang="0">
                  <a:pos x="T2" y="T3"/>
                </a:cxn>
                <a:cxn ang="0">
                  <a:pos x="T4" y="T5"/>
                </a:cxn>
                <a:cxn ang="0">
                  <a:pos x="T6" y="T7"/>
                </a:cxn>
                <a:cxn ang="0">
                  <a:pos x="T8" y="T9"/>
                </a:cxn>
              </a:cxnLst>
              <a:rect l="0" t="0" r="r" b="b"/>
              <a:pathLst>
                <a:path w="52" h="63">
                  <a:moveTo>
                    <a:pt x="0" y="10"/>
                  </a:moveTo>
                  <a:lnTo>
                    <a:pt x="13" y="0"/>
                  </a:lnTo>
                  <a:lnTo>
                    <a:pt x="52" y="53"/>
                  </a:lnTo>
                  <a:lnTo>
                    <a:pt x="38" y="63"/>
                  </a:lnTo>
                  <a:lnTo>
                    <a:pt x="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4" name="Freeform 16"/>
            <p:cNvSpPr>
              <a:spLocks/>
            </p:cNvSpPr>
            <p:nvPr/>
          </p:nvSpPr>
          <p:spPr bwMode="auto">
            <a:xfrm>
              <a:off x="5434013" y="503238"/>
              <a:ext cx="38100" cy="106363"/>
            </a:xfrm>
            <a:custGeom>
              <a:avLst/>
              <a:gdLst>
                <a:gd name="T0" fmla="*/ 24 w 24"/>
                <a:gd name="T1" fmla="*/ 1 h 67"/>
                <a:gd name="T2" fmla="*/ 9 w 24"/>
                <a:gd name="T3" fmla="*/ 0 h 67"/>
                <a:gd name="T4" fmla="*/ 0 w 24"/>
                <a:gd name="T5" fmla="*/ 64 h 67"/>
                <a:gd name="T6" fmla="*/ 16 w 24"/>
                <a:gd name="T7" fmla="*/ 67 h 67"/>
                <a:gd name="T8" fmla="*/ 24 w 24"/>
                <a:gd name="T9" fmla="*/ 1 h 67"/>
              </a:gdLst>
              <a:ahLst/>
              <a:cxnLst>
                <a:cxn ang="0">
                  <a:pos x="T0" y="T1"/>
                </a:cxn>
                <a:cxn ang="0">
                  <a:pos x="T2" y="T3"/>
                </a:cxn>
                <a:cxn ang="0">
                  <a:pos x="T4" y="T5"/>
                </a:cxn>
                <a:cxn ang="0">
                  <a:pos x="T6" y="T7"/>
                </a:cxn>
                <a:cxn ang="0">
                  <a:pos x="T8" y="T9"/>
                </a:cxn>
              </a:cxnLst>
              <a:rect l="0" t="0" r="r" b="b"/>
              <a:pathLst>
                <a:path w="24" h="67">
                  <a:moveTo>
                    <a:pt x="24" y="1"/>
                  </a:moveTo>
                  <a:lnTo>
                    <a:pt x="9" y="0"/>
                  </a:lnTo>
                  <a:lnTo>
                    <a:pt x="0" y="64"/>
                  </a:lnTo>
                  <a:lnTo>
                    <a:pt x="16" y="67"/>
                  </a:lnTo>
                  <a:lnTo>
                    <a:pt x="24"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5" name="Freeform 17"/>
            <p:cNvSpPr>
              <a:spLocks noEditPoints="1"/>
            </p:cNvSpPr>
            <p:nvPr/>
          </p:nvSpPr>
          <p:spPr bwMode="auto">
            <a:xfrm>
              <a:off x="4992688" y="0"/>
              <a:ext cx="577850" cy="577850"/>
            </a:xfrm>
            <a:custGeom>
              <a:avLst/>
              <a:gdLst>
                <a:gd name="T0" fmla="*/ 2 w 364"/>
                <a:gd name="T1" fmla="*/ 209 h 364"/>
                <a:gd name="T2" fmla="*/ 2 w 364"/>
                <a:gd name="T3" fmla="*/ 155 h 364"/>
                <a:gd name="T4" fmla="*/ 18 w 364"/>
                <a:gd name="T5" fmla="*/ 104 h 364"/>
                <a:gd name="T6" fmla="*/ 46 w 364"/>
                <a:gd name="T7" fmla="*/ 62 h 364"/>
                <a:gd name="T8" fmla="*/ 87 w 364"/>
                <a:gd name="T9" fmla="*/ 28 h 364"/>
                <a:gd name="T10" fmla="*/ 137 w 364"/>
                <a:gd name="T11" fmla="*/ 6 h 364"/>
                <a:gd name="T12" fmla="*/ 174 w 364"/>
                <a:gd name="T13" fmla="*/ 0 h 364"/>
                <a:gd name="T14" fmla="*/ 226 w 364"/>
                <a:gd name="T15" fmla="*/ 6 h 364"/>
                <a:gd name="T16" fmla="*/ 276 w 364"/>
                <a:gd name="T17" fmla="*/ 25 h 364"/>
                <a:gd name="T18" fmla="*/ 316 w 364"/>
                <a:gd name="T19" fmla="*/ 59 h 364"/>
                <a:gd name="T20" fmla="*/ 346 w 364"/>
                <a:gd name="T21" fmla="*/ 103 h 364"/>
                <a:gd name="T22" fmla="*/ 359 w 364"/>
                <a:gd name="T23" fmla="*/ 137 h 364"/>
                <a:gd name="T24" fmla="*/ 364 w 364"/>
                <a:gd name="T25" fmla="*/ 191 h 364"/>
                <a:gd name="T26" fmla="*/ 354 w 364"/>
                <a:gd name="T27" fmla="*/ 244 h 364"/>
                <a:gd name="T28" fmla="*/ 328 w 364"/>
                <a:gd name="T29" fmla="*/ 290 h 364"/>
                <a:gd name="T30" fmla="*/ 292 w 364"/>
                <a:gd name="T31" fmla="*/ 327 h 364"/>
                <a:gd name="T32" fmla="*/ 245 w 364"/>
                <a:gd name="T33" fmla="*/ 354 h 364"/>
                <a:gd name="T34" fmla="*/ 209 w 364"/>
                <a:gd name="T35" fmla="*/ 363 h 364"/>
                <a:gd name="T36" fmla="*/ 155 w 364"/>
                <a:gd name="T37" fmla="*/ 363 h 364"/>
                <a:gd name="T38" fmla="*/ 104 w 364"/>
                <a:gd name="T39" fmla="*/ 347 h 364"/>
                <a:gd name="T40" fmla="*/ 60 w 364"/>
                <a:gd name="T41" fmla="*/ 318 h 364"/>
                <a:gd name="T42" fmla="*/ 26 w 364"/>
                <a:gd name="T43" fmla="*/ 278 h 364"/>
                <a:gd name="T44" fmla="*/ 6 w 364"/>
                <a:gd name="T45" fmla="*/ 228 h 364"/>
                <a:gd name="T46" fmla="*/ 21 w 364"/>
                <a:gd name="T47" fmla="*/ 223 h 364"/>
                <a:gd name="T48" fmla="*/ 41 w 364"/>
                <a:gd name="T49" fmla="*/ 269 h 364"/>
                <a:gd name="T50" fmla="*/ 72 w 364"/>
                <a:gd name="T51" fmla="*/ 306 h 364"/>
                <a:gd name="T52" fmla="*/ 112 w 364"/>
                <a:gd name="T53" fmla="*/ 332 h 364"/>
                <a:gd name="T54" fmla="*/ 157 w 364"/>
                <a:gd name="T55" fmla="*/ 346 h 364"/>
                <a:gd name="T56" fmla="*/ 206 w 364"/>
                <a:gd name="T57" fmla="*/ 346 h 364"/>
                <a:gd name="T58" fmla="*/ 239 w 364"/>
                <a:gd name="T59" fmla="*/ 337 h 364"/>
                <a:gd name="T60" fmla="*/ 282 w 364"/>
                <a:gd name="T61" fmla="*/ 315 h 364"/>
                <a:gd name="T62" fmla="*/ 316 w 364"/>
                <a:gd name="T63" fmla="*/ 281 h 364"/>
                <a:gd name="T64" fmla="*/ 338 w 364"/>
                <a:gd name="T65" fmla="*/ 238 h 364"/>
                <a:gd name="T66" fmla="*/ 347 w 364"/>
                <a:gd name="T67" fmla="*/ 191 h 364"/>
                <a:gd name="T68" fmla="*/ 342 w 364"/>
                <a:gd name="T69" fmla="*/ 141 h 364"/>
                <a:gd name="T70" fmla="*/ 331 w 364"/>
                <a:gd name="T71" fmla="*/ 110 h 364"/>
                <a:gd name="T72" fmla="*/ 303 w 364"/>
                <a:gd name="T73" fmla="*/ 69 h 364"/>
                <a:gd name="T74" fmla="*/ 267 w 364"/>
                <a:gd name="T75" fmla="*/ 40 h 364"/>
                <a:gd name="T76" fmla="*/ 223 w 364"/>
                <a:gd name="T77" fmla="*/ 21 h 364"/>
                <a:gd name="T78" fmla="*/ 175 w 364"/>
                <a:gd name="T79" fmla="*/ 16 h 364"/>
                <a:gd name="T80" fmla="*/ 141 w 364"/>
                <a:gd name="T81" fmla="*/ 21 h 364"/>
                <a:gd name="T82" fmla="*/ 96 w 364"/>
                <a:gd name="T83" fmla="*/ 42 h 364"/>
                <a:gd name="T84" fmla="*/ 58 w 364"/>
                <a:gd name="T85" fmla="*/ 72 h 364"/>
                <a:gd name="T86" fmla="*/ 33 w 364"/>
                <a:gd name="T87" fmla="*/ 112 h 364"/>
                <a:gd name="T88" fmla="*/ 18 w 364"/>
                <a:gd name="T89" fmla="*/ 157 h 364"/>
                <a:gd name="T90" fmla="*/ 18 w 364"/>
                <a:gd name="T91" fmla="*/ 206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64" h="364">
                  <a:moveTo>
                    <a:pt x="6" y="228"/>
                  </a:moveTo>
                  <a:lnTo>
                    <a:pt x="6" y="228"/>
                  </a:lnTo>
                  <a:lnTo>
                    <a:pt x="2" y="209"/>
                  </a:lnTo>
                  <a:lnTo>
                    <a:pt x="0" y="191"/>
                  </a:lnTo>
                  <a:lnTo>
                    <a:pt x="0" y="172"/>
                  </a:lnTo>
                  <a:lnTo>
                    <a:pt x="2" y="155"/>
                  </a:lnTo>
                  <a:lnTo>
                    <a:pt x="5" y="137"/>
                  </a:lnTo>
                  <a:lnTo>
                    <a:pt x="10" y="121"/>
                  </a:lnTo>
                  <a:lnTo>
                    <a:pt x="18" y="104"/>
                  </a:lnTo>
                  <a:lnTo>
                    <a:pt x="25" y="89"/>
                  </a:lnTo>
                  <a:lnTo>
                    <a:pt x="35" y="74"/>
                  </a:lnTo>
                  <a:lnTo>
                    <a:pt x="46" y="62"/>
                  </a:lnTo>
                  <a:lnTo>
                    <a:pt x="58" y="49"/>
                  </a:lnTo>
                  <a:lnTo>
                    <a:pt x="72" y="38"/>
                  </a:lnTo>
                  <a:lnTo>
                    <a:pt x="87" y="28"/>
                  </a:lnTo>
                  <a:lnTo>
                    <a:pt x="102" y="19"/>
                  </a:lnTo>
                  <a:lnTo>
                    <a:pt x="119" y="11"/>
                  </a:lnTo>
                  <a:lnTo>
                    <a:pt x="137" y="6"/>
                  </a:lnTo>
                  <a:lnTo>
                    <a:pt x="137" y="6"/>
                  </a:lnTo>
                  <a:lnTo>
                    <a:pt x="155" y="3"/>
                  </a:lnTo>
                  <a:lnTo>
                    <a:pt x="174" y="0"/>
                  </a:lnTo>
                  <a:lnTo>
                    <a:pt x="191" y="0"/>
                  </a:lnTo>
                  <a:lnTo>
                    <a:pt x="209" y="3"/>
                  </a:lnTo>
                  <a:lnTo>
                    <a:pt x="226" y="6"/>
                  </a:lnTo>
                  <a:lnTo>
                    <a:pt x="243" y="11"/>
                  </a:lnTo>
                  <a:lnTo>
                    <a:pt x="259" y="18"/>
                  </a:lnTo>
                  <a:lnTo>
                    <a:pt x="276" y="25"/>
                  </a:lnTo>
                  <a:lnTo>
                    <a:pt x="289" y="35"/>
                  </a:lnTo>
                  <a:lnTo>
                    <a:pt x="303" y="47"/>
                  </a:lnTo>
                  <a:lnTo>
                    <a:pt x="316" y="59"/>
                  </a:lnTo>
                  <a:lnTo>
                    <a:pt x="327" y="72"/>
                  </a:lnTo>
                  <a:lnTo>
                    <a:pt x="337" y="87"/>
                  </a:lnTo>
                  <a:lnTo>
                    <a:pt x="346" y="103"/>
                  </a:lnTo>
                  <a:lnTo>
                    <a:pt x="352" y="120"/>
                  </a:lnTo>
                  <a:lnTo>
                    <a:pt x="359" y="137"/>
                  </a:lnTo>
                  <a:lnTo>
                    <a:pt x="359" y="137"/>
                  </a:lnTo>
                  <a:lnTo>
                    <a:pt x="362" y="156"/>
                  </a:lnTo>
                  <a:lnTo>
                    <a:pt x="364" y="174"/>
                  </a:lnTo>
                  <a:lnTo>
                    <a:pt x="364" y="191"/>
                  </a:lnTo>
                  <a:lnTo>
                    <a:pt x="362" y="209"/>
                  </a:lnTo>
                  <a:lnTo>
                    <a:pt x="359" y="227"/>
                  </a:lnTo>
                  <a:lnTo>
                    <a:pt x="354" y="244"/>
                  </a:lnTo>
                  <a:lnTo>
                    <a:pt x="347" y="259"/>
                  </a:lnTo>
                  <a:lnTo>
                    <a:pt x="338" y="276"/>
                  </a:lnTo>
                  <a:lnTo>
                    <a:pt x="328" y="290"/>
                  </a:lnTo>
                  <a:lnTo>
                    <a:pt x="318" y="303"/>
                  </a:lnTo>
                  <a:lnTo>
                    <a:pt x="306" y="316"/>
                  </a:lnTo>
                  <a:lnTo>
                    <a:pt x="292" y="327"/>
                  </a:lnTo>
                  <a:lnTo>
                    <a:pt x="278" y="337"/>
                  </a:lnTo>
                  <a:lnTo>
                    <a:pt x="262" y="346"/>
                  </a:lnTo>
                  <a:lnTo>
                    <a:pt x="245" y="354"/>
                  </a:lnTo>
                  <a:lnTo>
                    <a:pt x="226" y="359"/>
                  </a:lnTo>
                  <a:lnTo>
                    <a:pt x="226" y="359"/>
                  </a:lnTo>
                  <a:lnTo>
                    <a:pt x="209" y="363"/>
                  </a:lnTo>
                  <a:lnTo>
                    <a:pt x="190" y="364"/>
                  </a:lnTo>
                  <a:lnTo>
                    <a:pt x="172" y="364"/>
                  </a:lnTo>
                  <a:lnTo>
                    <a:pt x="155" y="363"/>
                  </a:lnTo>
                  <a:lnTo>
                    <a:pt x="137" y="359"/>
                  </a:lnTo>
                  <a:lnTo>
                    <a:pt x="121" y="354"/>
                  </a:lnTo>
                  <a:lnTo>
                    <a:pt x="104" y="347"/>
                  </a:lnTo>
                  <a:lnTo>
                    <a:pt x="89" y="339"/>
                  </a:lnTo>
                  <a:lnTo>
                    <a:pt x="74" y="330"/>
                  </a:lnTo>
                  <a:lnTo>
                    <a:pt x="60" y="318"/>
                  </a:lnTo>
                  <a:lnTo>
                    <a:pt x="48" y="306"/>
                  </a:lnTo>
                  <a:lnTo>
                    <a:pt x="36" y="292"/>
                  </a:lnTo>
                  <a:lnTo>
                    <a:pt x="26" y="278"/>
                  </a:lnTo>
                  <a:lnTo>
                    <a:pt x="19" y="262"/>
                  </a:lnTo>
                  <a:lnTo>
                    <a:pt x="11" y="245"/>
                  </a:lnTo>
                  <a:lnTo>
                    <a:pt x="6" y="228"/>
                  </a:lnTo>
                  <a:lnTo>
                    <a:pt x="6" y="228"/>
                  </a:lnTo>
                  <a:close/>
                  <a:moveTo>
                    <a:pt x="21" y="223"/>
                  </a:moveTo>
                  <a:lnTo>
                    <a:pt x="21" y="223"/>
                  </a:lnTo>
                  <a:lnTo>
                    <a:pt x="26" y="239"/>
                  </a:lnTo>
                  <a:lnTo>
                    <a:pt x="33" y="254"/>
                  </a:lnTo>
                  <a:lnTo>
                    <a:pt x="41" y="269"/>
                  </a:lnTo>
                  <a:lnTo>
                    <a:pt x="50" y="282"/>
                  </a:lnTo>
                  <a:lnTo>
                    <a:pt x="60" y="295"/>
                  </a:lnTo>
                  <a:lnTo>
                    <a:pt x="72" y="306"/>
                  </a:lnTo>
                  <a:lnTo>
                    <a:pt x="84" y="316"/>
                  </a:lnTo>
                  <a:lnTo>
                    <a:pt x="98" y="325"/>
                  </a:lnTo>
                  <a:lnTo>
                    <a:pt x="112" y="332"/>
                  </a:lnTo>
                  <a:lnTo>
                    <a:pt x="126" y="339"/>
                  </a:lnTo>
                  <a:lnTo>
                    <a:pt x="142" y="342"/>
                  </a:lnTo>
                  <a:lnTo>
                    <a:pt x="157" y="346"/>
                  </a:lnTo>
                  <a:lnTo>
                    <a:pt x="174" y="347"/>
                  </a:lnTo>
                  <a:lnTo>
                    <a:pt x="190" y="347"/>
                  </a:lnTo>
                  <a:lnTo>
                    <a:pt x="206" y="346"/>
                  </a:lnTo>
                  <a:lnTo>
                    <a:pt x="223" y="342"/>
                  </a:lnTo>
                  <a:lnTo>
                    <a:pt x="223" y="342"/>
                  </a:lnTo>
                  <a:lnTo>
                    <a:pt x="239" y="337"/>
                  </a:lnTo>
                  <a:lnTo>
                    <a:pt x="254" y="331"/>
                  </a:lnTo>
                  <a:lnTo>
                    <a:pt x="269" y="323"/>
                  </a:lnTo>
                  <a:lnTo>
                    <a:pt x="282" y="315"/>
                  </a:lnTo>
                  <a:lnTo>
                    <a:pt x="294" y="303"/>
                  </a:lnTo>
                  <a:lnTo>
                    <a:pt x="306" y="292"/>
                  </a:lnTo>
                  <a:lnTo>
                    <a:pt x="316" y="281"/>
                  </a:lnTo>
                  <a:lnTo>
                    <a:pt x="325" y="267"/>
                  </a:lnTo>
                  <a:lnTo>
                    <a:pt x="332" y="253"/>
                  </a:lnTo>
                  <a:lnTo>
                    <a:pt x="338" y="238"/>
                  </a:lnTo>
                  <a:lnTo>
                    <a:pt x="342" y="223"/>
                  </a:lnTo>
                  <a:lnTo>
                    <a:pt x="346" y="206"/>
                  </a:lnTo>
                  <a:lnTo>
                    <a:pt x="347" y="191"/>
                  </a:lnTo>
                  <a:lnTo>
                    <a:pt x="347" y="175"/>
                  </a:lnTo>
                  <a:lnTo>
                    <a:pt x="346" y="157"/>
                  </a:lnTo>
                  <a:lnTo>
                    <a:pt x="342" y="141"/>
                  </a:lnTo>
                  <a:lnTo>
                    <a:pt x="342" y="141"/>
                  </a:lnTo>
                  <a:lnTo>
                    <a:pt x="337" y="125"/>
                  </a:lnTo>
                  <a:lnTo>
                    <a:pt x="331" y="110"/>
                  </a:lnTo>
                  <a:lnTo>
                    <a:pt x="323" y="96"/>
                  </a:lnTo>
                  <a:lnTo>
                    <a:pt x="315" y="82"/>
                  </a:lnTo>
                  <a:lnTo>
                    <a:pt x="303" y="69"/>
                  </a:lnTo>
                  <a:lnTo>
                    <a:pt x="292" y="59"/>
                  </a:lnTo>
                  <a:lnTo>
                    <a:pt x="279" y="49"/>
                  </a:lnTo>
                  <a:lnTo>
                    <a:pt x="267" y="40"/>
                  </a:lnTo>
                  <a:lnTo>
                    <a:pt x="253" y="33"/>
                  </a:lnTo>
                  <a:lnTo>
                    <a:pt x="238" y="26"/>
                  </a:lnTo>
                  <a:lnTo>
                    <a:pt x="223" y="21"/>
                  </a:lnTo>
                  <a:lnTo>
                    <a:pt x="206" y="19"/>
                  </a:lnTo>
                  <a:lnTo>
                    <a:pt x="191" y="16"/>
                  </a:lnTo>
                  <a:lnTo>
                    <a:pt x="175" y="16"/>
                  </a:lnTo>
                  <a:lnTo>
                    <a:pt x="157" y="19"/>
                  </a:lnTo>
                  <a:lnTo>
                    <a:pt x="141" y="21"/>
                  </a:lnTo>
                  <a:lnTo>
                    <a:pt x="141" y="21"/>
                  </a:lnTo>
                  <a:lnTo>
                    <a:pt x="125" y="26"/>
                  </a:lnTo>
                  <a:lnTo>
                    <a:pt x="109" y="33"/>
                  </a:lnTo>
                  <a:lnTo>
                    <a:pt x="96" y="42"/>
                  </a:lnTo>
                  <a:lnTo>
                    <a:pt x="82" y="50"/>
                  </a:lnTo>
                  <a:lnTo>
                    <a:pt x="69" y="60"/>
                  </a:lnTo>
                  <a:lnTo>
                    <a:pt x="58" y="72"/>
                  </a:lnTo>
                  <a:lnTo>
                    <a:pt x="48" y="84"/>
                  </a:lnTo>
                  <a:lnTo>
                    <a:pt x="40" y="98"/>
                  </a:lnTo>
                  <a:lnTo>
                    <a:pt x="33" y="112"/>
                  </a:lnTo>
                  <a:lnTo>
                    <a:pt x="26" y="126"/>
                  </a:lnTo>
                  <a:lnTo>
                    <a:pt x="21" y="142"/>
                  </a:lnTo>
                  <a:lnTo>
                    <a:pt x="18" y="157"/>
                  </a:lnTo>
                  <a:lnTo>
                    <a:pt x="16" y="174"/>
                  </a:lnTo>
                  <a:lnTo>
                    <a:pt x="16" y="190"/>
                  </a:lnTo>
                  <a:lnTo>
                    <a:pt x="18" y="206"/>
                  </a:lnTo>
                  <a:lnTo>
                    <a:pt x="21" y="223"/>
                  </a:lnTo>
                  <a:lnTo>
                    <a:pt x="21"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6" name="Freeform 18"/>
            <p:cNvSpPr>
              <a:spLocks/>
            </p:cNvSpPr>
            <p:nvPr/>
          </p:nvSpPr>
          <p:spPr bwMode="auto">
            <a:xfrm>
              <a:off x="5006976" y="74613"/>
              <a:ext cx="227013" cy="487363"/>
            </a:xfrm>
            <a:custGeom>
              <a:avLst/>
              <a:gdLst>
                <a:gd name="T0" fmla="*/ 65 w 143"/>
                <a:gd name="T1" fmla="*/ 0 h 307"/>
                <a:gd name="T2" fmla="*/ 65 w 143"/>
                <a:gd name="T3" fmla="*/ 0 h 307"/>
                <a:gd name="T4" fmla="*/ 55 w 143"/>
                <a:gd name="T5" fmla="*/ 7 h 307"/>
                <a:gd name="T6" fmla="*/ 46 w 143"/>
                <a:gd name="T7" fmla="*/ 16 h 307"/>
                <a:gd name="T8" fmla="*/ 39 w 143"/>
                <a:gd name="T9" fmla="*/ 25 h 307"/>
                <a:gd name="T10" fmla="*/ 31 w 143"/>
                <a:gd name="T11" fmla="*/ 35 h 307"/>
                <a:gd name="T12" fmla="*/ 25 w 143"/>
                <a:gd name="T13" fmla="*/ 45 h 307"/>
                <a:gd name="T14" fmla="*/ 19 w 143"/>
                <a:gd name="T15" fmla="*/ 56 h 307"/>
                <a:gd name="T16" fmla="*/ 14 w 143"/>
                <a:gd name="T17" fmla="*/ 68 h 307"/>
                <a:gd name="T18" fmla="*/ 9 w 143"/>
                <a:gd name="T19" fmla="*/ 79 h 307"/>
                <a:gd name="T20" fmla="*/ 5 w 143"/>
                <a:gd name="T21" fmla="*/ 90 h 307"/>
                <a:gd name="T22" fmla="*/ 2 w 143"/>
                <a:gd name="T23" fmla="*/ 103 h 307"/>
                <a:gd name="T24" fmla="*/ 0 w 143"/>
                <a:gd name="T25" fmla="*/ 115 h 307"/>
                <a:gd name="T26" fmla="*/ 0 w 143"/>
                <a:gd name="T27" fmla="*/ 127 h 307"/>
                <a:gd name="T28" fmla="*/ 0 w 143"/>
                <a:gd name="T29" fmla="*/ 139 h 307"/>
                <a:gd name="T30" fmla="*/ 0 w 143"/>
                <a:gd name="T31" fmla="*/ 153 h 307"/>
                <a:gd name="T32" fmla="*/ 2 w 143"/>
                <a:gd name="T33" fmla="*/ 166 h 307"/>
                <a:gd name="T34" fmla="*/ 5 w 143"/>
                <a:gd name="T35" fmla="*/ 178 h 307"/>
                <a:gd name="T36" fmla="*/ 5 w 143"/>
                <a:gd name="T37" fmla="*/ 178 h 307"/>
                <a:gd name="T38" fmla="*/ 9 w 143"/>
                <a:gd name="T39" fmla="*/ 191 h 307"/>
                <a:gd name="T40" fmla="*/ 12 w 143"/>
                <a:gd name="T41" fmla="*/ 203 h 307"/>
                <a:gd name="T42" fmla="*/ 19 w 143"/>
                <a:gd name="T43" fmla="*/ 215 h 307"/>
                <a:gd name="T44" fmla="*/ 25 w 143"/>
                <a:gd name="T45" fmla="*/ 226 h 307"/>
                <a:gd name="T46" fmla="*/ 31 w 143"/>
                <a:gd name="T47" fmla="*/ 236 h 307"/>
                <a:gd name="T48" fmla="*/ 39 w 143"/>
                <a:gd name="T49" fmla="*/ 246 h 307"/>
                <a:gd name="T50" fmla="*/ 48 w 143"/>
                <a:gd name="T51" fmla="*/ 255 h 307"/>
                <a:gd name="T52" fmla="*/ 56 w 143"/>
                <a:gd name="T53" fmla="*/ 264 h 307"/>
                <a:gd name="T54" fmla="*/ 65 w 143"/>
                <a:gd name="T55" fmla="*/ 271 h 307"/>
                <a:gd name="T56" fmla="*/ 75 w 143"/>
                <a:gd name="T57" fmla="*/ 279 h 307"/>
                <a:gd name="T58" fmla="*/ 85 w 143"/>
                <a:gd name="T59" fmla="*/ 285 h 307"/>
                <a:gd name="T60" fmla="*/ 97 w 143"/>
                <a:gd name="T61" fmla="*/ 292 h 307"/>
                <a:gd name="T62" fmla="*/ 108 w 143"/>
                <a:gd name="T63" fmla="*/ 297 h 307"/>
                <a:gd name="T64" fmla="*/ 119 w 143"/>
                <a:gd name="T65" fmla="*/ 300 h 307"/>
                <a:gd name="T66" fmla="*/ 132 w 143"/>
                <a:gd name="T67" fmla="*/ 304 h 307"/>
                <a:gd name="T68" fmla="*/ 143 w 143"/>
                <a:gd name="T69" fmla="*/ 307 h 307"/>
                <a:gd name="T70" fmla="*/ 143 w 143"/>
                <a:gd name="T71" fmla="*/ 307 h 307"/>
                <a:gd name="T72" fmla="*/ 118 w 143"/>
                <a:gd name="T73" fmla="*/ 284 h 307"/>
                <a:gd name="T74" fmla="*/ 97 w 143"/>
                <a:gd name="T75" fmla="*/ 263 h 307"/>
                <a:gd name="T76" fmla="*/ 79 w 143"/>
                <a:gd name="T77" fmla="*/ 240 h 307"/>
                <a:gd name="T78" fmla="*/ 65 w 143"/>
                <a:gd name="T79" fmla="*/ 219 h 307"/>
                <a:gd name="T80" fmla="*/ 54 w 143"/>
                <a:gd name="T81" fmla="*/ 196 h 307"/>
                <a:gd name="T82" fmla="*/ 46 w 143"/>
                <a:gd name="T83" fmla="*/ 175 h 307"/>
                <a:gd name="T84" fmla="*/ 40 w 143"/>
                <a:gd name="T85" fmla="*/ 153 h 307"/>
                <a:gd name="T86" fmla="*/ 37 w 143"/>
                <a:gd name="T87" fmla="*/ 132 h 307"/>
                <a:gd name="T88" fmla="*/ 36 w 143"/>
                <a:gd name="T89" fmla="*/ 112 h 307"/>
                <a:gd name="T90" fmla="*/ 37 w 143"/>
                <a:gd name="T91" fmla="*/ 93 h 307"/>
                <a:gd name="T92" fmla="*/ 40 w 143"/>
                <a:gd name="T93" fmla="*/ 74 h 307"/>
                <a:gd name="T94" fmla="*/ 44 w 143"/>
                <a:gd name="T95" fmla="*/ 56 h 307"/>
                <a:gd name="T96" fmla="*/ 49 w 143"/>
                <a:gd name="T97" fmla="*/ 40 h 307"/>
                <a:gd name="T98" fmla="*/ 54 w 143"/>
                <a:gd name="T99" fmla="*/ 25 h 307"/>
                <a:gd name="T100" fmla="*/ 59 w 143"/>
                <a:gd name="T101" fmla="*/ 11 h 307"/>
                <a:gd name="T102" fmla="*/ 65 w 143"/>
                <a:gd name="T103" fmla="*/ 0 h 307"/>
                <a:gd name="T104" fmla="*/ 65 w 143"/>
                <a:gd name="T105"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3" h="307">
                  <a:moveTo>
                    <a:pt x="65" y="0"/>
                  </a:moveTo>
                  <a:lnTo>
                    <a:pt x="65" y="0"/>
                  </a:lnTo>
                  <a:lnTo>
                    <a:pt x="55" y="7"/>
                  </a:lnTo>
                  <a:lnTo>
                    <a:pt x="46" y="16"/>
                  </a:lnTo>
                  <a:lnTo>
                    <a:pt x="39" y="25"/>
                  </a:lnTo>
                  <a:lnTo>
                    <a:pt x="31" y="35"/>
                  </a:lnTo>
                  <a:lnTo>
                    <a:pt x="25" y="45"/>
                  </a:lnTo>
                  <a:lnTo>
                    <a:pt x="19" y="56"/>
                  </a:lnTo>
                  <a:lnTo>
                    <a:pt x="14" y="68"/>
                  </a:lnTo>
                  <a:lnTo>
                    <a:pt x="9" y="79"/>
                  </a:lnTo>
                  <a:lnTo>
                    <a:pt x="5" y="90"/>
                  </a:lnTo>
                  <a:lnTo>
                    <a:pt x="2" y="103"/>
                  </a:lnTo>
                  <a:lnTo>
                    <a:pt x="0" y="115"/>
                  </a:lnTo>
                  <a:lnTo>
                    <a:pt x="0" y="127"/>
                  </a:lnTo>
                  <a:lnTo>
                    <a:pt x="0" y="139"/>
                  </a:lnTo>
                  <a:lnTo>
                    <a:pt x="0" y="153"/>
                  </a:lnTo>
                  <a:lnTo>
                    <a:pt x="2" y="166"/>
                  </a:lnTo>
                  <a:lnTo>
                    <a:pt x="5" y="178"/>
                  </a:lnTo>
                  <a:lnTo>
                    <a:pt x="5" y="178"/>
                  </a:lnTo>
                  <a:lnTo>
                    <a:pt x="9" y="191"/>
                  </a:lnTo>
                  <a:lnTo>
                    <a:pt x="12" y="203"/>
                  </a:lnTo>
                  <a:lnTo>
                    <a:pt x="19" y="215"/>
                  </a:lnTo>
                  <a:lnTo>
                    <a:pt x="25" y="226"/>
                  </a:lnTo>
                  <a:lnTo>
                    <a:pt x="31" y="236"/>
                  </a:lnTo>
                  <a:lnTo>
                    <a:pt x="39" y="246"/>
                  </a:lnTo>
                  <a:lnTo>
                    <a:pt x="48" y="255"/>
                  </a:lnTo>
                  <a:lnTo>
                    <a:pt x="56" y="264"/>
                  </a:lnTo>
                  <a:lnTo>
                    <a:pt x="65" y="271"/>
                  </a:lnTo>
                  <a:lnTo>
                    <a:pt x="75" y="279"/>
                  </a:lnTo>
                  <a:lnTo>
                    <a:pt x="85" y="285"/>
                  </a:lnTo>
                  <a:lnTo>
                    <a:pt x="97" y="292"/>
                  </a:lnTo>
                  <a:lnTo>
                    <a:pt x="108" y="297"/>
                  </a:lnTo>
                  <a:lnTo>
                    <a:pt x="119" y="300"/>
                  </a:lnTo>
                  <a:lnTo>
                    <a:pt x="132" y="304"/>
                  </a:lnTo>
                  <a:lnTo>
                    <a:pt x="143" y="307"/>
                  </a:lnTo>
                  <a:lnTo>
                    <a:pt x="143" y="307"/>
                  </a:lnTo>
                  <a:lnTo>
                    <a:pt x="118" y="284"/>
                  </a:lnTo>
                  <a:lnTo>
                    <a:pt x="97" y="263"/>
                  </a:lnTo>
                  <a:lnTo>
                    <a:pt x="79" y="240"/>
                  </a:lnTo>
                  <a:lnTo>
                    <a:pt x="65" y="219"/>
                  </a:lnTo>
                  <a:lnTo>
                    <a:pt x="54" y="196"/>
                  </a:lnTo>
                  <a:lnTo>
                    <a:pt x="46" y="175"/>
                  </a:lnTo>
                  <a:lnTo>
                    <a:pt x="40" y="153"/>
                  </a:lnTo>
                  <a:lnTo>
                    <a:pt x="37" y="132"/>
                  </a:lnTo>
                  <a:lnTo>
                    <a:pt x="36" y="112"/>
                  </a:lnTo>
                  <a:lnTo>
                    <a:pt x="37" y="93"/>
                  </a:lnTo>
                  <a:lnTo>
                    <a:pt x="40" y="74"/>
                  </a:lnTo>
                  <a:lnTo>
                    <a:pt x="44" y="56"/>
                  </a:lnTo>
                  <a:lnTo>
                    <a:pt x="49" y="40"/>
                  </a:lnTo>
                  <a:lnTo>
                    <a:pt x="54" y="25"/>
                  </a:lnTo>
                  <a:lnTo>
                    <a:pt x="59" y="11"/>
                  </a:lnTo>
                  <a:lnTo>
                    <a:pt x="65" y="0"/>
                  </a:lnTo>
                  <a:lnTo>
                    <a:pt x="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7" name="Freeform 19"/>
            <p:cNvSpPr>
              <a:spLocks/>
            </p:cNvSpPr>
            <p:nvPr/>
          </p:nvSpPr>
          <p:spPr bwMode="auto">
            <a:xfrm>
              <a:off x="5164138" y="68263"/>
              <a:ext cx="217488" cy="495300"/>
            </a:xfrm>
            <a:custGeom>
              <a:avLst/>
              <a:gdLst>
                <a:gd name="T0" fmla="*/ 72 w 137"/>
                <a:gd name="T1" fmla="*/ 0 h 312"/>
                <a:gd name="T2" fmla="*/ 72 w 137"/>
                <a:gd name="T3" fmla="*/ 0 h 312"/>
                <a:gd name="T4" fmla="*/ 67 w 137"/>
                <a:gd name="T5" fmla="*/ 6 h 312"/>
                <a:gd name="T6" fmla="*/ 61 w 137"/>
                <a:gd name="T7" fmla="*/ 12 h 312"/>
                <a:gd name="T8" fmla="*/ 53 w 137"/>
                <a:gd name="T9" fmla="*/ 17 h 312"/>
                <a:gd name="T10" fmla="*/ 43 w 137"/>
                <a:gd name="T11" fmla="*/ 21 h 312"/>
                <a:gd name="T12" fmla="*/ 43 w 137"/>
                <a:gd name="T13" fmla="*/ 21 h 312"/>
                <a:gd name="T14" fmla="*/ 30 w 137"/>
                <a:gd name="T15" fmla="*/ 22 h 312"/>
                <a:gd name="T16" fmla="*/ 19 w 137"/>
                <a:gd name="T17" fmla="*/ 21 h 312"/>
                <a:gd name="T18" fmla="*/ 10 w 137"/>
                <a:gd name="T19" fmla="*/ 19 h 312"/>
                <a:gd name="T20" fmla="*/ 1 w 137"/>
                <a:gd name="T21" fmla="*/ 12 h 312"/>
                <a:gd name="T22" fmla="*/ 1 w 137"/>
                <a:gd name="T23" fmla="*/ 12 h 312"/>
                <a:gd name="T24" fmla="*/ 0 w 137"/>
                <a:gd name="T25" fmla="*/ 40 h 312"/>
                <a:gd name="T26" fmla="*/ 0 w 137"/>
                <a:gd name="T27" fmla="*/ 70 h 312"/>
                <a:gd name="T28" fmla="*/ 1 w 137"/>
                <a:gd name="T29" fmla="*/ 88 h 312"/>
                <a:gd name="T30" fmla="*/ 3 w 137"/>
                <a:gd name="T31" fmla="*/ 106 h 312"/>
                <a:gd name="T32" fmla="*/ 6 w 137"/>
                <a:gd name="T33" fmla="*/ 124 h 312"/>
                <a:gd name="T34" fmla="*/ 10 w 137"/>
                <a:gd name="T35" fmla="*/ 143 h 312"/>
                <a:gd name="T36" fmla="*/ 15 w 137"/>
                <a:gd name="T37" fmla="*/ 163 h 312"/>
                <a:gd name="T38" fmla="*/ 23 w 137"/>
                <a:gd name="T39" fmla="*/ 184 h 312"/>
                <a:gd name="T40" fmla="*/ 30 w 137"/>
                <a:gd name="T41" fmla="*/ 205 h 312"/>
                <a:gd name="T42" fmla="*/ 40 w 137"/>
                <a:gd name="T43" fmla="*/ 226 h 312"/>
                <a:gd name="T44" fmla="*/ 52 w 137"/>
                <a:gd name="T45" fmla="*/ 248 h 312"/>
                <a:gd name="T46" fmla="*/ 66 w 137"/>
                <a:gd name="T47" fmla="*/ 269 h 312"/>
                <a:gd name="T48" fmla="*/ 81 w 137"/>
                <a:gd name="T49" fmla="*/ 291 h 312"/>
                <a:gd name="T50" fmla="*/ 97 w 137"/>
                <a:gd name="T51" fmla="*/ 312 h 312"/>
                <a:gd name="T52" fmla="*/ 97 w 137"/>
                <a:gd name="T53" fmla="*/ 312 h 312"/>
                <a:gd name="T54" fmla="*/ 117 w 137"/>
                <a:gd name="T55" fmla="*/ 308 h 312"/>
                <a:gd name="T56" fmla="*/ 117 w 137"/>
                <a:gd name="T57" fmla="*/ 308 h 312"/>
                <a:gd name="T58" fmla="*/ 129 w 137"/>
                <a:gd name="T59" fmla="*/ 304 h 312"/>
                <a:gd name="T60" fmla="*/ 129 w 137"/>
                <a:gd name="T61" fmla="*/ 304 h 312"/>
                <a:gd name="T62" fmla="*/ 132 w 137"/>
                <a:gd name="T63" fmla="*/ 278 h 312"/>
                <a:gd name="T64" fmla="*/ 136 w 137"/>
                <a:gd name="T65" fmla="*/ 253 h 312"/>
                <a:gd name="T66" fmla="*/ 137 w 137"/>
                <a:gd name="T67" fmla="*/ 228 h 312"/>
                <a:gd name="T68" fmla="*/ 137 w 137"/>
                <a:gd name="T69" fmla="*/ 204 h 312"/>
                <a:gd name="T70" fmla="*/ 136 w 137"/>
                <a:gd name="T71" fmla="*/ 181 h 312"/>
                <a:gd name="T72" fmla="*/ 134 w 137"/>
                <a:gd name="T73" fmla="*/ 160 h 312"/>
                <a:gd name="T74" fmla="*/ 130 w 137"/>
                <a:gd name="T75" fmla="*/ 138 h 312"/>
                <a:gd name="T76" fmla="*/ 125 w 137"/>
                <a:gd name="T77" fmla="*/ 118 h 312"/>
                <a:gd name="T78" fmla="*/ 120 w 137"/>
                <a:gd name="T79" fmla="*/ 100 h 312"/>
                <a:gd name="T80" fmla="*/ 113 w 137"/>
                <a:gd name="T81" fmla="*/ 82 h 312"/>
                <a:gd name="T82" fmla="*/ 107 w 137"/>
                <a:gd name="T83" fmla="*/ 65 h 312"/>
                <a:gd name="T84" fmla="*/ 101 w 137"/>
                <a:gd name="T85" fmla="*/ 50 h 312"/>
                <a:gd name="T86" fmla="*/ 86 w 137"/>
                <a:gd name="T87" fmla="*/ 22 h 312"/>
                <a:gd name="T88" fmla="*/ 72 w 137"/>
                <a:gd name="T89" fmla="*/ 0 h 312"/>
                <a:gd name="T90" fmla="*/ 72 w 137"/>
                <a:gd name="T91"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7" h="312">
                  <a:moveTo>
                    <a:pt x="72" y="0"/>
                  </a:moveTo>
                  <a:lnTo>
                    <a:pt x="72" y="0"/>
                  </a:lnTo>
                  <a:lnTo>
                    <a:pt x="67" y="6"/>
                  </a:lnTo>
                  <a:lnTo>
                    <a:pt x="61" y="12"/>
                  </a:lnTo>
                  <a:lnTo>
                    <a:pt x="53" y="17"/>
                  </a:lnTo>
                  <a:lnTo>
                    <a:pt x="43" y="21"/>
                  </a:lnTo>
                  <a:lnTo>
                    <a:pt x="43" y="21"/>
                  </a:lnTo>
                  <a:lnTo>
                    <a:pt x="30" y="22"/>
                  </a:lnTo>
                  <a:lnTo>
                    <a:pt x="19" y="21"/>
                  </a:lnTo>
                  <a:lnTo>
                    <a:pt x="10" y="19"/>
                  </a:lnTo>
                  <a:lnTo>
                    <a:pt x="1" y="12"/>
                  </a:lnTo>
                  <a:lnTo>
                    <a:pt x="1" y="12"/>
                  </a:lnTo>
                  <a:lnTo>
                    <a:pt x="0" y="40"/>
                  </a:lnTo>
                  <a:lnTo>
                    <a:pt x="0" y="70"/>
                  </a:lnTo>
                  <a:lnTo>
                    <a:pt x="1" y="88"/>
                  </a:lnTo>
                  <a:lnTo>
                    <a:pt x="3" y="106"/>
                  </a:lnTo>
                  <a:lnTo>
                    <a:pt x="6" y="124"/>
                  </a:lnTo>
                  <a:lnTo>
                    <a:pt x="10" y="143"/>
                  </a:lnTo>
                  <a:lnTo>
                    <a:pt x="15" y="163"/>
                  </a:lnTo>
                  <a:lnTo>
                    <a:pt x="23" y="184"/>
                  </a:lnTo>
                  <a:lnTo>
                    <a:pt x="30" y="205"/>
                  </a:lnTo>
                  <a:lnTo>
                    <a:pt x="40" y="226"/>
                  </a:lnTo>
                  <a:lnTo>
                    <a:pt x="52" y="248"/>
                  </a:lnTo>
                  <a:lnTo>
                    <a:pt x="66" y="269"/>
                  </a:lnTo>
                  <a:lnTo>
                    <a:pt x="81" y="291"/>
                  </a:lnTo>
                  <a:lnTo>
                    <a:pt x="97" y="312"/>
                  </a:lnTo>
                  <a:lnTo>
                    <a:pt x="97" y="312"/>
                  </a:lnTo>
                  <a:lnTo>
                    <a:pt x="117" y="308"/>
                  </a:lnTo>
                  <a:lnTo>
                    <a:pt x="117" y="308"/>
                  </a:lnTo>
                  <a:lnTo>
                    <a:pt x="129" y="304"/>
                  </a:lnTo>
                  <a:lnTo>
                    <a:pt x="129" y="304"/>
                  </a:lnTo>
                  <a:lnTo>
                    <a:pt x="132" y="278"/>
                  </a:lnTo>
                  <a:lnTo>
                    <a:pt x="136" y="253"/>
                  </a:lnTo>
                  <a:lnTo>
                    <a:pt x="137" y="228"/>
                  </a:lnTo>
                  <a:lnTo>
                    <a:pt x="137" y="204"/>
                  </a:lnTo>
                  <a:lnTo>
                    <a:pt x="136" y="181"/>
                  </a:lnTo>
                  <a:lnTo>
                    <a:pt x="134" y="160"/>
                  </a:lnTo>
                  <a:lnTo>
                    <a:pt x="130" y="138"/>
                  </a:lnTo>
                  <a:lnTo>
                    <a:pt x="125" y="118"/>
                  </a:lnTo>
                  <a:lnTo>
                    <a:pt x="120" y="100"/>
                  </a:lnTo>
                  <a:lnTo>
                    <a:pt x="113" y="82"/>
                  </a:lnTo>
                  <a:lnTo>
                    <a:pt x="107" y="65"/>
                  </a:lnTo>
                  <a:lnTo>
                    <a:pt x="101" y="50"/>
                  </a:lnTo>
                  <a:lnTo>
                    <a:pt x="86" y="22"/>
                  </a:lnTo>
                  <a:lnTo>
                    <a:pt x="72" y="0"/>
                  </a:lnTo>
                  <a:lnTo>
                    <a:pt x="7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8" name="Freeform 20"/>
            <p:cNvSpPr>
              <a:spLocks/>
            </p:cNvSpPr>
            <p:nvPr/>
          </p:nvSpPr>
          <p:spPr bwMode="auto">
            <a:xfrm>
              <a:off x="5308601" y="14288"/>
              <a:ext cx="249238" cy="503238"/>
            </a:xfrm>
            <a:custGeom>
              <a:avLst/>
              <a:gdLst>
                <a:gd name="T0" fmla="*/ 152 w 157"/>
                <a:gd name="T1" fmla="*/ 131 h 317"/>
                <a:gd name="T2" fmla="*/ 152 w 157"/>
                <a:gd name="T3" fmla="*/ 131 h 317"/>
                <a:gd name="T4" fmla="*/ 147 w 157"/>
                <a:gd name="T5" fmla="*/ 117 h 317"/>
                <a:gd name="T6" fmla="*/ 142 w 157"/>
                <a:gd name="T7" fmla="*/ 104 h 317"/>
                <a:gd name="T8" fmla="*/ 137 w 157"/>
                <a:gd name="T9" fmla="*/ 92 h 317"/>
                <a:gd name="T10" fmla="*/ 129 w 157"/>
                <a:gd name="T11" fmla="*/ 80 h 317"/>
                <a:gd name="T12" fmla="*/ 122 w 157"/>
                <a:gd name="T13" fmla="*/ 69 h 317"/>
                <a:gd name="T14" fmla="*/ 114 w 157"/>
                <a:gd name="T15" fmla="*/ 59 h 317"/>
                <a:gd name="T16" fmla="*/ 106 w 157"/>
                <a:gd name="T17" fmla="*/ 49 h 317"/>
                <a:gd name="T18" fmla="*/ 95 w 157"/>
                <a:gd name="T19" fmla="*/ 40 h 317"/>
                <a:gd name="T20" fmla="*/ 85 w 157"/>
                <a:gd name="T21" fmla="*/ 33 h 317"/>
                <a:gd name="T22" fmla="*/ 74 w 157"/>
                <a:gd name="T23" fmla="*/ 25 h 317"/>
                <a:gd name="T24" fmla="*/ 63 w 157"/>
                <a:gd name="T25" fmla="*/ 19 h 317"/>
                <a:gd name="T26" fmla="*/ 50 w 157"/>
                <a:gd name="T27" fmla="*/ 14 h 317"/>
                <a:gd name="T28" fmla="*/ 39 w 157"/>
                <a:gd name="T29" fmla="*/ 9 h 317"/>
                <a:gd name="T30" fmla="*/ 26 w 157"/>
                <a:gd name="T31" fmla="*/ 5 h 317"/>
                <a:gd name="T32" fmla="*/ 12 w 157"/>
                <a:gd name="T33" fmla="*/ 2 h 317"/>
                <a:gd name="T34" fmla="*/ 0 w 157"/>
                <a:gd name="T35" fmla="*/ 0 h 317"/>
                <a:gd name="T36" fmla="*/ 0 w 157"/>
                <a:gd name="T37" fmla="*/ 0 h 317"/>
                <a:gd name="T38" fmla="*/ 10 w 157"/>
                <a:gd name="T39" fmla="*/ 7 h 317"/>
                <a:gd name="T40" fmla="*/ 22 w 157"/>
                <a:gd name="T41" fmla="*/ 16 h 317"/>
                <a:gd name="T42" fmla="*/ 34 w 157"/>
                <a:gd name="T43" fmla="*/ 28 h 317"/>
                <a:gd name="T44" fmla="*/ 46 w 157"/>
                <a:gd name="T45" fmla="*/ 39 h 317"/>
                <a:gd name="T46" fmla="*/ 59 w 157"/>
                <a:gd name="T47" fmla="*/ 53 h 317"/>
                <a:gd name="T48" fmla="*/ 70 w 157"/>
                <a:gd name="T49" fmla="*/ 68 h 317"/>
                <a:gd name="T50" fmla="*/ 82 w 157"/>
                <a:gd name="T51" fmla="*/ 85 h 317"/>
                <a:gd name="T52" fmla="*/ 90 w 157"/>
                <a:gd name="T53" fmla="*/ 104 h 317"/>
                <a:gd name="T54" fmla="*/ 99 w 157"/>
                <a:gd name="T55" fmla="*/ 124 h 317"/>
                <a:gd name="T56" fmla="*/ 106 w 157"/>
                <a:gd name="T57" fmla="*/ 146 h 317"/>
                <a:gd name="T58" fmla="*/ 109 w 157"/>
                <a:gd name="T59" fmla="*/ 170 h 317"/>
                <a:gd name="T60" fmla="*/ 109 w 157"/>
                <a:gd name="T61" fmla="*/ 196 h 317"/>
                <a:gd name="T62" fmla="*/ 109 w 157"/>
                <a:gd name="T63" fmla="*/ 209 h 317"/>
                <a:gd name="T64" fmla="*/ 108 w 157"/>
                <a:gd name="T65" fmla="*/ 224 h 317"/>
                <a:gd name="T66" fmla="*/ 106 w 157"/>
                <a:gd name="T67" fmla="*/ 238 h 317"/>
                <a:gd name="T68" fmla="*/ 103 w 157"/>
                <a:gd name="T69" fmla="*/ 253 h 317"/>
                <a:gd name="T70" fmla="*/ 99 w 157"/>
                <a:gd name="T71" fmla="*/ 268 h 317"/>
                <a:gd name="T72" fmla="*/ 94 w 157"/>
                <a:gd name="T73" fmla="*/ 284 h 317"/>
                <a:gd name="T74" fmla="*/ 88 w 157"/>
                <a:gd name="T75" fmla="*/ 301 h 317"/>
                <a:gd name="T76" fmla="*/ 80 w 157"/>
                <a:gd name="T77" fmla="*/ 317 h 317"/>
                <a:gd name="T78" fmla="*/ 80 w 157"/>
                <a:gd name="T79" fmla="*/ 317 h 317"/>
                <a:gd name="T80" fmla="*/ 92 w 157"/>
                <a:gd name="T81" fmla="*/ 309 h 317"/>
                <a:gd name="T82" fmla="*/ 102 w 157"/>
                <a:gd name="T83" fmla="*/ 301 h 317"/>
                <a:gd name="T84" fmla="*/ 111 w 157"/>
                <a:gd name="T85" fmla="*/ 291 h 317"/>
                <a:gd name="T86" fmla="*/ 119 w 157"/>
                <a:gd name="T87" fmla="*/ 282 h 317"/>
                <a:gd name="T88" fmla="*/ 127 w 157"/>
                <a:gd name="T89" fmla="*/ 270 h 317"/>
                <a:gd name="T90" fmla="*/ 134 w 157"/>
                <a:gd name="T91" fmla="*/ 259 h 317"/>
                <a:gd name="T92" fmla="*/ 139 w 157"/>
                <a:gd name="T93" fmla="*/ 248 h 317"/>
                <a:gd name="T94" fmla="*/ 146 w 157"/>
                <a:gd name="T95" fmla="*/ 236 h 317"/>
                <a:gd name="T96" fmla="*/ 150 w 157"/>
                <a:gd name="T97" fmla="*/ 224 h 317"/>
                <a:gd name="T98" fmla="*/ 153 w 157"/>
                <a:gd name="T99" fmla="*/ 211 h 317"/>
                <a:gd name="T100" fmla="*/ 156 w 157"/>
                <a:gd name="T101" fmla="*/ 197 h 317"/>
                <a:gd name="T102" fmla="*/ 157 w 157"/>
                <a:gd name="T103" fmla="*/ 185 h 317"/>
                <a:gd name="T104" fmla="*/ 157 w 157"/>
                <a:gd name="T105" fmla="*/ 171 h 317"/>
                <a:gd name="T106" fmla="*/ 156 w 157"/>
                <a:gd name="T107" fmla="*/ 157 h 317"/>
                <a:gd name="T108" fmla="*/ 155 w 157"/>
                <a:gd name="T109" fmla="*/ 145 h 317"/>
                <a:gd name="T110" fmla="*/ 152 w 157"/>
                <a:gd name="T111" fmla="*/ 131 h 317"/>
                <a:gd name="T112" fmla="*/ 152 w 157"/>
                <a:gd name="T113" fmla="*/ 13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7" h="317">
                  <a:moveTo>
                    <a:pt x="152" y="131"/>
                  </a:moveTo>
                  <a:lnTo>
                    <a:pt x="152" y="131"/>
                  </a:lnTo>
                  <a:lnTo>
                    <a:pt x="147" y="117"/>
                  </a:lnTo>
                  <a:lnTo>
                    <a:pt x="142" y="104"/>
                  </a:lnTo>
                  <a:lnTo>
                    <a:pt x="137" y="92"/>
                  </a:lnTo>
                  <a:lnTo>
                    <a:pt x="129" y="80"/>
                  </a:lnTo>
                  <a:lnTo>
                    <a:pt x="122" y="69"/>
                  </a:lnTo>
                  <a:lnTo>
                    <a:pt x="114" y="59"/>
                  </a:lnTo>
                  <a:lnTo>
                    <a:pt x="106" y="49"/>
                  </a:lnTo>
                  <a:lnTo>
                    <a:pt x="95" y="40"/>
                  </a:lnTo>
                  <a:lnTo>
                    <a:pt x="85" y="33"/>
                  </a:lnTo>
                  <a:lnTo>
                    <a:pt x="74" y="25"/>
                  </a:lnTo>
                  <a:lnTo>
                    <a:pt x="63" y="19"/>
                  </a:lnTo>
                  <a:lnTo>
                    <a:pt x="50" y="14"/>
                  </a:lnTo>
                  <a:lnTo>
                    <a:pt x="39" y="9"/>
                  </a:lnTo>
                  <a:lnTo>
                    <a:pt x="26" y="5"/>
                  </a:lnTo>
                  <a:lnTo>
                    <a:pt x="12" y="2"/>
                  </a:lnTo>
                  <a:lnTo>
                    <a:pt x="0" y="0"/>
                  </a:lnTo>
                  <a:lnTo>
                    <a:pt x="0" y="0"/>
                  </a:lnTo>
                  <a:lnTo>
                    <a:pt x="10" y="7"/>
                  </a:lnTo>
                  <a:lnTo>
                    <a:pt x="22" y="16"/>
                  </a:lnTo>
                  <a:lnTo>
                    <a:pt x="34" y="28"/>
                  </a:lnTo>
                  <a:lnTo>
                    <a:pt x="46" y="39"/>
                  </a:lnTo>
                  <a:lnTo>
                    <a:pt x="59" y="53"/>
                  </a:lnTo>
                  <a:lnTo>
                    <a:pt x="70" y="68"/>
                  </a:lnTo>
                  <a:lnTo>
                    <a:pt x="82" y="85"/>
                  </a:lnTo>
                  <a:lnTo>
                    <a:pt x="90" y="104"/>
                  </a:lnTo>
                  <a:lnTo>
                    <a:pt x="99" y="124"/>
                  </a:lnTo>
                  <a:lnTo>
                    <a:pt x="106" y="146"/>
                  </a:lnTo>
                  <a:lnTo>
                    <a:pt x="109" y="170"/>
                  </a:lnTo>
                  <a:lnTo>
                    <a:pt x="109" y="196"/>
                  </a:lnTo>
                  <a:lnTo>
                    <a:pt x="109" y="209"/>
                  </a:lnTo>
                  <a:lnTo>
                    <a:pt x="108" y="224"/>
                  </a:lnTo>
                  <a:lnTo>
                    <a:pt x="106" y="238"/>
                  </a:lnTo>
                  <a:lnTo>
                    <a:pt x="103" y="253"/>
                  </a:lnTo>
                  <a:lnTo>
                    <a:pt x="99" y="268"/>
                  </a:lnTo>
                  <a:lnTo>
                    <a:pt x="94" y="284"/>
                  </a:lnTo>
                  <a:lnTo>
                    <a:pt x="88" y="301"/>
                  </a:lnTo>
                  <a:lnTo>
                    <a:pt x="80" y="317"/>
                  </a:lnTo>
                  <a:lnTo>
                    <a:pt x="80" y="317"/>
                  </a:lnTo>
                  <a:lnTo>
                    <a:pt x="92" y="309"/>
                  </a:lnTo>
                  <a:lnTo>
                    <a:pt x="102" y="301"/>
                  </a:lnTo>
                  <a:lnTo>
                    <a:pt x="111" y="291"/>
                  </a:lnTo>
                  <a:lnTo>
                    <a:pt x="119" y="282"/>
                  </a:lnTo>
                  <a:lnTo>
                    <a:pt x="127" y="270"/>
                  </a:lnTo>
                  <a:lnTo>
                    <a:pt x="134" y="259"/>
                  </a:lnTo>
                  <a:lnTo>
                    <a:pt x="139" y="248"/>
                  </a:lnTo>
                  <a:lnTo>
                    <a:pt x="146" y="236"/>
                  </a:lnTo>
                  <a:lnTo>
                    <a:pt x="150" y="224"/>
                  </a:lnTo>
                  <a:lnTo>
                    <a:pt x="153" y="211"/>
                  </a:lnTo>
                  <a:lnTo>
                    <a:pt x="156" y="197"/>
                  </a:lnTo>
                  <a:lnTo>
                    <a:pt x="157" y="185"/>
                  </a:lnTo>
                  <a:lnTo>
                    <a:pt x="157" y="171"/>
                  </a:lnTo>
                  <a:lnTo>
                    <a:pt x="156" y="157"/>
                  </a:lnTo>
                  <a:lnTo>
                    <a:pt x="155" y="145"/>
                  </a:lnTo>
                  <a:lnTo>
                    <a:pt x="152" y="131"/>
                  </a:lnTo>
                  <a:lnTo>
                    <a:pt x="152" y="1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9" name="Freeform 21"/>
            <p:cNvSpPr>
              <a:spLocks noEditPoints="1"/>
            </p:cNvSpPr>
            <p:nvPr/>
          </p:nvSpPr>
          <p:spPr bwMode="auto">
            <a:xfrm>
              <a:off x="5119688" y="1588"/>
              <a:ext cx="212725" cy="109538"/>
            </a:xfrm>
            <a:custGeom>
              <a:avLst/>
              <a:gdLst>
                <a:gd name="T0" fmla="*/ 28 w 134"/>
                <a:gd name="T1" fmla="*/ 69 h 69"/>
                <a:gd name="T2" fmla="*/ 12 w 134"/>
                <a:gd name="T3" fmla="*/ 64 h 69"/>
                <a:gd name="T4" fmla="*/ 4 w 134"/>
                <a:gd name="T5" fmla="*/ 59 h 69"/>
                <a:gd name="T6" fmla="*/ 0 w 134"/>
                <a:gd name="T7" fmla="*/ 52 h 69"/>
                <a:gd name="T8" fmla="*/ 0 w 134"/>
                <a:gd name="T9" fmla="*/ 48 h 69"/>
                <a:gd name="T10" fmla="*/ 2 w 134"/>
                <a:gd name="T11" fmla="*/ 39 h 69"/>
                <a:gd name="T12" fmla="*/ 9 w 134"/>
                <a:gd name="T13" fmla="*/ 29 h 69"/>
                <a:gd name="T14" fmla="*/ 17 w 134"/>
                <a:gd name="T15" fmla="*/ 24 h 69"/>
                <a:gd name="T16" fmla="*/ 36 w 134"/>
                <a:gd name="T17" fmla="*/ 14 h 69"/>
                <a:gd name="T18" fmla="*/ 60 w 134"/>
                <a:gd name="T19" fmla="*/ 5 h 69"/>
                <a:gd name="T20" fmla="*/ 72 w 134"/>
                <a:gd name="T21" fmla="*/ 3 h 69"/>
                <a:gd name="T22" fmla="*/ 95 w 134"/>
                <a:gd name="T23" fmla="*/ 0 h 69"/>
                <a:gd name="T24" fmla="*/ 105 w 134"/>
                <a:gd name="T25" fmla="*/ 2 h 69"/>
                <a:gd name="T26" fmla="*/ 123 w 134"/>
                <a:gd name="T27" fmla="*/ 5 h 69"/>
                <a:gd name="T28" fmla="*/ 129 w 134"/>
                <a:gd name="T29" fmla="*/ 10 h 69"/>
                <a:gd name="T30" fmla="*/ 134 w 134"/>
                <a:gd name="T31" fmla="*/ 18 h 69"/>
                <a:gd name="T32" fmla="*/ 134 w 134"/>
                <a:gd name="T33" fmla="*/ 23 h 69"/>
                <a:gd name="T34" fmla="*/ 131 w 134"/>
                <a:gd name="T35" fmla="*/ 30 h 69"/>
                <a:gd name="T36" fmla="*/ 124 w 134"/>
                <a:gd name="T37" fmla="*/ 41 h 69"/>
                <a:gd name="T38" fmla="*/ 116 w 134"/>
                <a:gd name="T39" fmla="*/ 47 h 69"/>
                <a:gd name="T40" fmla="*/ 97 w 134"/>
                <a:gd name="T41" fmla="*/ 57 h 69"/>
                <a:gd name="T42" fmla="*/ 75 w 134"/>
                <a:gd name="T43" fmla="*/ 64 h 69"/>
                <a:gd name="T44" fmla="*/ 62 w 134"/>
                <a:gd name="T45" fmla="*/ 67 h 69"/>
                <a:gd name="T46" fmla="*/ 38 w 134"/>
                <a:gd name="T47" fmla="*/ 69 h 69"/>
                <a:gd name="T48" fmla="*/ 28 w 134"/>
                <a:gd name="T49" fmla="*/ 69 h 69"/>
                <a:gd name="T50" fmla="*/ 116 w 134"/>
                <a:gd name="T51" fmla="*/ 25 h 69"/>
                <a:gd name="T52" fmla="*/ 118 w 134"/>
                <a:gd name="T53" fmla="*/ 23 h 69"/>
                <a:gd name="T54" fmla="*/ 115 w 134"/>
                <a:gd name="T55" fmla="*/ 20 h 69"/>
                <a:gd name="T56" fmla="*/ 104 w 134"/>
                <a:gd name="T57" fmla="*/ 18 h 69"/>
                <a:gd name="T58" fmla="*/ 95 w 134"/>
                <a:gd name="T59" fmla="*/ 17 h 69"/>
                <a:gd name="T60" fmla="*/ 75 w 134"/>
                <a:gd name="T61" fmla="*/ 19 h 69"/>
                <a:gd name="T62" fmla="*/ 63 w 134"/>
                <a:gd name="T63" fmla="*/ 22 h 69"/>
                <a:gd name="T64" fmla="*/ 33 w 134"/>
                <a:gd name="T65" fmla="*/ 33 h 69"/>
                <a:gd name="T66" fmla="*/ 18 w 134"/>
                <a:gd name="T67" fmla="*/ 46 h 69"/>
                <a:gd name="T68" fmla="*/ 17 w 134"/>
                <a:gd name="T69" fmla="*/ 48 h 69"/>
                <a:gd name="T70" fmla="*/ 19 w 134"/>
                <a:gd name="T71" fmla="*/ 51 h 69"/>
                <a:gd name="T72" fmla="*/ 23 w 134"/>
                <a:gd name="T73" fmla="*/ 52 h 69"/>
                <a:gd name="T74" fmla="*/ 31 w 134"/>
                <a:gd name="T75" fmla="*/ 53 h 69"/>
                <a:gd name="T76" fmla="*/ 48 w 134"/>
                <a:gd name="T77" fmla="*/ 53 h 69"/>
                <a:gd name="T78" fmla="*/ 71 w 134"/>
                <a:gd name="T79" fmla="*/ 49 h 69"/>
                <a:gd name="T80" fmla="*/ 86 w 134"/>
                <a:gd name="T81" fmla="*/ 44 h 69"/>
                <a:gd name="T82" fmla="*/ 110 w 134"/>
                <a:gd name="T83" fmla="*/ 32 h 69"/>
                <a:gd name="T84" fmla="*/ 116 w 134"/>
                <a:gd name="T85" fmla="*/ 2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4" h="69">
                  <a:moveTo>
                    <a:pt x="28" y="69"/>
                  </a:moveTo>
                  <a:lnTo>
                    <a:pt x="28" y="69"/>
                  </a:lnTo>
                  <a:lnTo>
                    <a:pt x="19" y="68"/>
                  </a:lnTo>
                  <a:lnTo>
                    <a:pt x="12" y="64"/>
                  </a:lnTo>
                  <a:lnTo>
                    <a:pt x="8" y="63"/>
                  </a:lnTo>
                  <a:lnTo>
                    <a:pt x="4" y="59"/>
                  </a:lnTo>
                  <a:lnTo>
                    <a:pt x="2" y="57"/>
                  </a:lnTo>
                  <a:lnTo>
                    <a:pt x="0" y="52"/>
                  </a:lnTo>
                  <a:lnTo>
                    <a:pt x="0" y="52"/>
                  </a:lnTo>
                  <a:lnTo>
                    <a:pt x="0" y="48"/>
                  </a:lnTo>
                  <a:lnTo>
                    <a:pt x="0" y="43"/>
                  </a:lnTo>
                  <a:lnTo>
                    <a:pt x="2" y="39"/>
                  </a:lnTo>
                  <a:lnTo>
                    <a:pt x="4" y="36"/>
                  </a:lnTo>
                  <a:lnTo>
                    <a:pt x="9" y="29"/>
                  </a:lnTo>
                  <a:lnTo>
                    <a:pt x="17" y="24"/>
                  </a:lnTo>
                  <a:lnTo>
                    <a:pt x="17" y="24"/>
                  </a:lnTo>
                  <a:lnTo>
                    <a:pt x="26" y="19"/>
                  </a:lnTo>
                  <a:lnTo>
                    <a:pt x="36" y="14"/>
                  </a:lnTo>
                  <a:lnTo>
                    <a:pt x="47" y="9"/>
                  </a:lnTo>
                  <a:lnTo>
                    <a:pt x="60" y="5"/>
                  </a:lnTo>
                  <a:lnTo>
                    <a:pt x="60" y="5"/>
                  </a:lnTo>
                  <a:lnTo>
                    <a:pt x="72" y="3"/>
                  </a:lnTo>
                  <a:lnTo>
                    <a:pt x="84" y="2"/>
                  </a:lnTo>
                  <a:lnTo>
                    <a:pt x="95" y="0"/>
                  </a:lnTo>
                  <a:lnTo>
                    <a:pt x="105" y="2"/>
                  </a:lnTo>
                  <a:lnTo>
                    <a:pt x="105" y="2"/>
                  </a:lnTo>
                  <a:lnTo>
                    <a:pt x="114" y="3"/>
                  </a:lnTo>
                  <a:lnTo>
                    <a:pt x="123" y="5"/>
                  </a:lnTo>
                  <a:lnTo>
                    <a:pt x="126" y="8"/>
                  </a:lnTo>
                  <a:lnTo>
                    <a:pt x="129" y="10"/>
                  </a:lnTo>
                  <a:lnTo>
                    <a:pt x="131" y="14"/>
                  </a:lnTo>
                  <a:lnTo>
                    <a:pt x="134" y="18"/>
                  </a:lnTo>
                  <a:lnTo>
                    <a:pt x="134" y="18"/>
                  </a:lnTo>
                  <a:lnTo>
                    <a:pt x="134" y="23"/>
                  </a:lnTo>
                  <a:lnTo>
                    <a:pt x="133" y="27"/>
                  </a:lnTo>
                  <a:lnTo>
                    <a:pt x="131" y="30"/>
                  </a:lnTo>
                  <a:lnTo>
                    <a:pt x="130" y="34"/>
                  </a:lnTo>
                  <a:lnTo>
                    <a:pt x="124" y="41"/>
                  </a:lnTo>
                  <a:lnTo>
                    <a:pt x="116" y="47"/>
                  </a:lnTo>
                  <a:lnTo>
                    <a:pt x="116" y="47"/>
                  </a:lnTo>
                  <a:lnTo>
                    <a:pt x="109" y="52"/>
                  </a:lnTo>
                  <a:lnTo>
                    <a:pt x="97" y="57"/>
                  </a:lnTo>
                  <a:lnTo>
                    <a:pt x="87" y="61"/>
                  </a:lnTo>
                  <a:lnTo>
                    <a:pt x="75" y="64"/>
                  </a:lnTo>
                  <a:lnTo>
                    <a:pt x="75" y="64"/>
                  </a:lnTo>
                  <a:lnTo>
                    <a:pt x="62" y="67"/>
                  </a:lnTo>
                  <a:lnTo>
                    <a:pt x="50" y="69"/>
                  </a:lnTo>
                  <a:lnTo>
                    <a:pt x="38" y="69"/>
                  </a:lnTo>
                  <a:lnTo>
                    <a:pt x="28" y="69"/>
                  </a:lnTo>
                  <a:lnTo>
                    <a:pt x="28" y="69"/>
                  </a:lnTo>
                  <a:close/>
                  <a:moveTo>
                    <a:pt x="116" y="25"/>
                  </a:moveTo>
                  <a:lnTo>
                    <a:pt x="116" y="25"/>
                  </a:lnTo>
                  <a:lnTo>
                    <a:pt x="118" y="23"/>
                  </a:lnTo>
                  <a:lnTo>
                    <a:pt x="118" y="23"/>
                  </a:lnTo>
                  <a:lnTo>
                    <a:pt x="115" y="20"/>
                  </a:lnTo>
                  <a:lnTo>
                    <a:pt x="115" y="20"/>
                  </a:lnTo>
                  <a:lnTo>
                    <a:pt x="110" y="19"/>
                  </a:lnTo>
                  <a:lnTo>
                    <a:pt x="104" y="18"/>
                  </a:lnTo>
                  <a:lnTo>
                    <a:pt x="104" y="18"/>
                  </a:lnTo>
                  <a:lnTo>
                    <a:pt x="95" y="17"/>
                  </a:lnTo>
                  <a:lnTo>
                    <a:pt x="85" y="18"/>
                  </a:lnTo>
                  <a:lnTo>
                    <a:pt x="75" y="19"/>
                  </a:lnTo>
                  <a:lnTo>
                    <a:pt x="63" y="22"/>
                  </a:lnTo>
                  <a:lnTo>
                    <a:pt x="63" y="22"/>
                  </a:lnTo>
                  <a:lnTo>
                    <a:pt x="47" y="27"/>
                  </a:lnTo>
                  <a:lnTo>
                    <a:pt x="33" y="33"/>
                  </a:lnTo>
                  <a:lnTo>
                    <a:pt x="23" y="39"/>
                  </a:lnTo>
                  <a:lnTo>
                    <a:pt x="18" y="46"/>
                  </a:lnTo>
                  <a:lnTo>
                    <a:pt x="18" y="46"/>
                  </a:lnTo>
                  <a:lnTo>
                    <a:pt x="17" y="48"/>
                  </a:lnTo>
                  <a:lnTo>
                    <a:pt x="17" y="48"/>
                  </a:lnTo>
                  <a:lnTo>
                    <a:pt x="19" y="51"/>
                  </a:lnTo>
                  <a:lnTo>
                    <a:pt x="19" y="51"/>
                  </a:lnTo>
                  <a:lnTo>
                    <a:pt x="23" y="52"/>
                  </a:lnTo>
                  <a:lnTo>
                    <a:pt x="31" y="53"/>
                  </a:lnTo>
                  <a:lnTo>
                    <a:pt x="31" y="53"/>
                  </a:lnTo>
                  <a:lnTo>
                    <a:pt x="38" y="53"/>
                  </a:lnTo>
                  <a:lnTo>
                    <a:pt x="48" y="53"/>
                  </a:lnTo>
                  <a:lnTo>
                    <a:pt x="60" y="52"/>
                  </a:lnTo>
                  <a:lnTo>
                    <a:pt x="71" y="49"/>
                  </a:lnTo>
                  <a:lnTo>
                    <a:pt x="71" y="49"/>
                  </a:lnTo>
                  <a:lnTo>
                    <a:pt x="86" y="44"/>
                  </a:lnTo>
                  <a:lnTo>
                    <a:pt x="100" y="38"/>
                  </a:lnTo>
                  <a:lnTo>
                    <a:pt x="110" y="32"/>
                  </a:lnTo>
                  <a:lnTo>
                    <a:pt x="116" y="25"/>
                  </a:lnTo>
                  <a:lnTo>
                    <a:pt x="116"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0" name="Freeform 22"/>
            <p:cNvSpPr>
              <a:spLocks/>
            </p:cNvSpPr>
            <p:nvPr/>
          </p:nvSpPr>
          <p:spPr bwMode="auto">
            <a:xfrm>
              <a:off x="5627688" y="368300"/>
              <a:ext cx="30163" cy="33338"/>
            </a:xfrm>
            <a:custGeom>
              <a:avLst/>
              <a:gdLst>
                <a:gd name="T0" fmla="*/ 19 w 19"/>
                <a:gd name="T1" fmla="*/ 7 h 21"/>
                <a:gd name="T2" fmla="*/ 19 w 19"/>
                <a:gd name="T3" fmla="*/ 7 h 21"/>
                <a:gd name="T4" fmla="*/ 1 w 19"/>
                <a:gd name="T5" fmla="*/ 21 h 21"/>
                <a:gd name="T6" fmla="*/ 1 w 19"/>
                <a:gd name="T7" fmla="*/ 21 h 21"/>
                <a:gd name="T8" fmla="*/ 0 w 19"/>
                <a:gd name="T9" fmla="*/ 0 h 21"/>
                <a:gd name="T10" fmla="*/ 0 w 19"/>
                <a:gd name="T11" fmla="*/ 0 h 21"/>
                <a:gd name="T12" fmla="*/ 6 w 19"/>
                <a:gd name="T13" fmla="*/ 3 h 21"/>
                <a:gd name="T14" fmla="*/ 6 w 19"/>
                <a:gd name="T15" fmla="*/ 3 h 21"/>
                <a:gd name="T16" fmla="*/ 19 w 19"/>
                <a:gd name="T17" fmla="*/ 7 h 21"/>
                <a:gd name="T18" fmla="*/ 19 w 19"/>
                <a:gd name="T19"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1">
                  <a:moveTo>
                    <a:pt x="19" y="7"/>
                  </a:moveTo>
                  <a:lnTo>
                    <a:pt x="19" y="7"/>
                  </a:lnTo>
                  <a:lnTo>
                    <a:pt x="1" y="21"/>
                  </a:lnTo>
                  <a:lnTo>
                    <a:pt x="1" y="21"/>
                  </a:lnTo>
                  <a:lnTo>
                    <a:pt x="0" y="0"/>
                  </a:lnTo>
                  <a:lnTo>
                    <a:pt x="0" y="0"/>
                  </a:lnTo>
                  <a:lnTo>
                    <a:pt x="6" y="3"/>
                  </a:lnTo>
                  <a:lnTo>
                    <a:pt x="6" y="3"/>
                  </a:lnTo>
                  <a:lnTo>
                    <a:pt x="19" y="7"/>
                  </a:lnTo>
                  <a:lnTo>
                    <a:pt x="1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1" name="Freeform 23"/>
            <p:cNvSpPr>
              <a:spLocks/>
            </p:cNvSpPr>
            <p:nvPr/>
          </p:nvSpPr>
          <p:spPr bwMode="auto">
            <a:xfrm>
              <a:off x="5716588" y="93663"/>
              <a:ext cx="174625" cy="295275"/>
            </a:xfrm>
            <a:custGeom>
              <a:avLst/>
              <a:gdLst>
                <a:gd name="T0" fmla="*/ 81 w 110"/>
                <a:gd name="T1" fmla="*/ 0 h 186"/>
                <a:gd name="T2" fmla="*/ 81 w 110"/>
                <a:gd name="T3" fmla="*/ 0 h 186"/>
                <a:gd name="T4" fmla="*/ 91 w 110"/>
                <a:gd name="T5" fmla="*/ 13 h 186"/>
                <a:gd name="T6" fmla="*/ 99 w 110"/>
                <a:gd name="T7" fmla="*/ 25 h 186"/>
                <a:gd name="T8" fmla="*/ 105 w 110"/>
                <a:gd name="T9" fmla="*/ 40 h 186"/>
                <a:gd name="T10" fmla="*/ 109 w 110"/>
                <a:gd name="T11" fmla="*/ 56 h 186"/>
                <a:gd name="T12" fmla="*/ 110 w 110"/>
                <a:gd name="T13" fmla="*/ 72 h 186"/>
                <a:gd name="T14" fmla="*/ 110 w 110"/>
                <a:gd name="T15" fmla="*/ 88 h 186"/>
                <a:gd name="T16" fmla="*/ 107 w 110"/>
                <a:gd name="T17" fmla="*/ 103 h 186"/>
                <a:gd name="T18" fmla="*/ 101 w 110"/>
                <a:gd name="T19" fmla="*/ 120 h 186"/>
                <a:gd name="T20" fmla="*/ 101 w 110"/>
                <a:gd name="T21" fmla="*/ 120 h 186"/>
                <a:gd name="T22" fmla="*/ 93 w 110"/>
                <a:gd name="T23" fmla="*/ 135 h 186"/>
                <a:gd name="T24" fmla="*/ 84 w 110"/>
                <a:gd name="T25" fmla="*/ 147 h 186"/>
                <a:gd name="T26" fmla="*/ 73 w 110"/>
                <a:gd name="T27" fmla="*/ 159 h 186"/>
                <a:gd name="T28" fmla="*/ 60 w 110"/>
                <a:gd name="T29" fmla="*/ 169 h 186"/>
                <a:gd name="T30" fmla="*/ 46 w 110"/>
                <a:gd name="T31" fmla="*/ 176 h 186"/>
                <a:gd name="T32" fmla="*/ 31 w 110"/>
                <a:gd name="T33" fmla="*/ 181 h 186"/>
                <a:gd name="T34" fmla="*/ 15 w 110"/>
                <a:gd name="T35" fmla="*/ 185 h 186"/>
                <a:gd name="T36" fmla="*/ 0 w 110"/>
                <a:gd name="T37" fmla="*/ 186 h 186"/>
                <a:gd name="T38" fmla="*/ 0 w 110"/>
                <a:gd name="T39" fmla="*/ 186 h 186"/>
                <a:gd name="T40" fmla="*/ 17 w 110"/>
                <a:gd name="T41" fmla="*/ 175 h 186"/>
                <a:gd name="T42" fmla="*/ 34 w 110"/>
                <a:gd name="T43" fmla="*/ 164 h 186"/>
                <a:gd name="T44" fmla="*/ 47 w 110"/>
                <a:gd name="T45" fmla="*/ 151 h 186"/>
                <a:gd name="T46" fmla="*/ 59 w 110"/>
                <a:gd name="T47" fmla="*/ 139 h 186"/>
                <a:gd name="T48" fmla="*/ 67 w 110"/>
                <a:gd name="T49" fmla="*/ 126 h 186"/>
                <a:gd name="T50" fmla="*/ 75 w 110"/>
                <a:gd name="T51" fmla="*/ 113 h 186"/>
                <a:gd name="T52" fmla="*/ 81 w 110"/>
                <a:gd name="T53" fmla="*/ 100 h 186"/>
                <a:gd name="T54" fmla="*/ 85 w 110"/>
                <a:gd name="T55" fmla="*/ 87 h 186"/>
                <a:gd name="T56" fmla="*/ 88 w 110"/>
                <a:gd name="T57" fmla="*/ 74 h 186"/>
                <a:gd name="T58" fmla="*/ 89 w 110"/>
                <a:gd name="T59" fmla="*/ 62 h 186"/>
                <a:gd name="T60" fmla="*/ 90 w 110"/>
                <a:gd name="T61" fmla="*/ 49 h 186"/>
                <a:gd name="T62" fmla="*/ 89 w 110"/>
                <a:gd name="T63" fmla="*/ 38 h 186"/>
                <a:gd name="T64" fmla="*/ 86 w 110"/>
                <a:gd name="T65" fmla="*/ 18 h 186"/>
                <a:gd name="T66" fmla="*/ 81 w 110"/>
                <a:gd name="T67" fmla="*/ 0 h 186"/>
                <a:gd name="T68" fmla="*/ 81 w 110"/>
                <a:gd name="T6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0" h="186">
                  <a:moveTo>
                    <a:pt x="81" y="0"/>
                  </a:moveTo>
                  <a:lnTo>
                    <a:pt x="81" y="0"/>
                  </a:lnTo>
                  <a:lnTo>
                    <a:pt x="91" y="13"/>
                  </a:lnTo>
                  <a:lnTo>
                    <a:pt x="99" y="25"/>
                  </a:lnTo>
                  <a:lnTo>
                    <a:pt x="105" y="40"/>
                  </a:lnTo>
                  <a:lnTo>
                    <a:pt x="109" y="56"/>
                  </a:lnTo>
                  <a:lnTo>
                    <a:pt x="110" y="72"/>
                  </a:lnTo>
                  <a:lnTo>
                    <a:pt x="110" y="88"/>
                  </a:lnTo>
                  <a:lnTo>
                    <a:pt x="107" y="103"/>
                  </a:lnTo>
                  <a:lnTo>
                    <a:pt x="101" y="120"/>
                  </a:lnTo>
                  <a:lnTo>
                    <a:pt x="101" y="120"/>
                  </a:lnTo>
                  <a:lnTo>
                    <a:pt x="93" y="135"/>
                  </a:lnTo>
                  <a:lnTo>
                    <a:pt x="84" y="147"/>
                  </a:lnTo>
                  <a:lnTo>
                    <a:pt x="73" y="159"/>
                  </a:lnTo>
                  <a:lnTo>
                    <a:pt x="60" y="169"/>
                  </a:lnTo>
                  <a:lnTo>
                    <a:pt x="46" y="176"/>
                  </a:lnTo>
                  <a:lnTo>
                    <a:pt x="31" y="181"/>
                  </a:lnTo>
                  <a:lnTo>
                    <a:pt x="15" y="185"/>
                  </a:lnTo>
                  <a:lnTo>
                    <a:pt x="0" y="186"/>
                  </a:lnTo>
                  <a:lnTo>
                    <a:pt x="0" y="186"/>
                  </a:lnTo>
                  <a:lnTo>
                    <a:pt x="17" y="175"/>
                  </a:lnTo>
                  <a:lnTo>
                    <a:pt x="34" y="164"/>
                  </a:lnTo>
                  <a:lnTo>
                    <a:pt x="47" y="151"/>
                  </a:lnTo>
                  <a:lnTo>
                    <a:pt x="59" y="139"/>
                  </a:lnTo>
                  <a:lnTo>
                    <a:pt x="67" y="126"/>
                  </a:lnTo>
                  <a:lnTo>
                    <a:pt x="75" y="113"/>
                  </a:lnTo>
                  <a:lnTo>
                    <a:pt x="81" y="100"/>
                  </a:lnTo>
                  <a:lnTo>
                    <a:pt x="85" y="87"/>
                  </a:lnTo>
                  <a:lnTo>
                    <a:pt x="88" y="74"/>
                  </a:lnTo>
                  <a:lnTo>
                    <a:pt x="89" y="62"/>
                  </a:lnTo>
                  <a:lnTo>
                    <a:pt x="90" y="49"/>
                  </a:lnTo>
                  <a:lnTo>
                    <a:pt x="89" y="38"/>
                  </a:lnTo>
                  <a:lnTo>
                    <a:pt x="86" y="18"/>
                  </a:lnTo>
                  <a:lnTo>
                    <a:pt x="81" y="0"/>
                  </a:lnTo>
                  <a:lnTo>
                    <a:pt x="8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2" name="Freeform 24"/>
            <p:cNvSpPr>
              <a:spLocks/>
            </p:cNvSpPr>
            <p:nvPr/>
          </p:nvSpPr>
          <p:spPr bwMode="auto">
            <a:xfrm>
              <a:off x="5632451" y="71438"/>
              <a:ext cx="174625" cy="309563"/>
            </a:xfrm>
            <a:custGeom>
              <a:avLst/>
              <a:gdLst>
                <a:gd name="T0" fmla="*/ 68 w 110"/>
                <a:gd name="T1" fmla="*/ 0 h 195"/>
                <a:gd name="T2" fmla="*/ 68 w 110"/>
                <a:gd name="T3" fmla="*/ 0 h 195"/>
                <a:gd name="T4" fmla="*/ 70 w 110"/>
                <a:gd name="T5" fmla="*/ 5 h 195"/>
                <a:gd name="T6" fmla="*/ 74 w 110"/>
                <a:gd name="T7" fmla="*/ 9 h 195"/>
                <a:gd name="T8" fmla="*/ 78 w 110"/>
                <a:gd name="T9" fmla="*/ 14 h 195"/>
                <a:gd name="T10" fmla="*/ 84 w 110"/>
                <a:gd name="T11" fmla="*/ 17 h 195"/>
                <a:gd name="T12" fmla="*/ 84 w 110"/>
                <a:gd name="T13" fmla="*/ 17 h 195"/>
                <a:gd name="T14" fmla="*/ 92 w 110"/>
                <a:gd name="T15" fmla="*/ 19 h 195"/>
                <a:gd name="T16" fmla="*/ 99 w 110"/>
                <a:gd name="T17" fmla="*/ 19 h 195"/>
                <a:gd name="T18" fmla="*/ 105 w 110"/>
                <a:gd name="T19" fmla="*/ 18 h 195"/>
                <a:gd name="T20" fmla="*/ 110 w 110"/>
                <a:gd name="T21" fmla="*/ 15 h 195"/>
                <a:gd name="T22" fmla="*/ 110 w 110"/>
                <a:gd name="T23" fmla="*/ 15 h 195"/>
                <a:gd name="T24" fmla="*/ 109 w 110"/>
                <a:gd name="T25" fmla="*/ 33 h 195"/>
                <a:gd name="T26" fmla="*/ 105 w 110"/>
                <a:gd name="T27" fmla="*/ 53 h 195"/>
                <a:gd name="T28" fmla="*/ 100 w 110"/>
                <a:gd name="T29" fmla="*/ 75 h 195"/>
                <a:gd name="T30" fmla="*/ 92 w 110"/>
                <a:gd name="T31" fmla="*/ 98 h 195"/>
                <a:gd name="T32" fmla="*/ 87 w 110"/>
                <a:gd name="T33" fmla="*/ 110 h 195"/>
                <a:gd name="T34" fmla="*/ 80 w 110"/>
                <a:gd name="T35" fmla="*/ 122 h 195"/>
                <a:gd name="T36" fmla="*/ 73 w 110"/>
                <a:gd name="T37" fmla="*/ 135 h 195"/>
                <a:gd name="T38" fmla="*/ 64 w 110"/>
                <a:gd name="T39" fmla="*/ 148 h 195"/>
                <a:gd name="T40" fmla="*/ 54 w 110"/>
                <a:gd name="T41" fmla="*/ 160 h 195"/>
                <a:gd name="T42" fmla="*/ 44 w 110"/>
                <a:gd name="T43" fmla="*/ 172 h 195"/>
                <a:gd name="T44" fmla="*/ 32 w 110"/>
                <a:gd name="T45" fmla="*/ 184 h 195"/>
                <a:gd name="T46" fmla="*/ 19 w 110"/>
                <a:gd name="T47" fmla="*/ 195 h 195"/>
                <a:gd name="T48" fmla="*/ 19 w 110"/>
                <a:gd name="T49" fmla="*/ 195 h 195"/>
                <a:gd name="T50" fmla="*/ 6 w 110"/>
                <a:gd name="T51" fmla="*/ 192 h 195"/>
                <a:gd name="T52" fmla="*/ 6 w 110"/>
                <a:gd name="T53" fmla="*/ 192 h 195"/>
                <a:gd name="T54" fmla="*/ 0 w 110"/>
                <a:gd name="T55" fmla="*/ 188 h 195"/>
                <a:gd name="T56" fmla="*/ 0 w 110"/>
                <a:gd name="T57" fmla="*/ 188 h 195"/>
                <a:gd name="T58" fmla="*/ 0 w 110"/>
                <a:gd name="T59" fmla="*/ 170 h 195"/>
                <a:gd name="T60" fmla="*/ 0 w 110"/>
                <a:gd name="T61" fmla="*/ 154 h 195"/>
                <a:gd name="T62" fmla="*/ 2 w 110"/>
                <a:gd name="T63" fmla="*/ 139 h 195"/>
                <a:gd name="T64" fmla="*/ 5 w 110"/>
                <a:gd name="T65" fmla="*/ 124 h 195"/>
                <a:gd name="T66" fmla="*/ 7 w 110"/>
                <a:gd name="T67" fmla="*/ 109 h 195"/>
                <a:gd name="T68" fmla="*/ 12 w 110"/>
                <a:gd name="T69" fmla="*/ 95 h 195"/>
                <a:gd name="T70" fmla="*/ 21 w 110"/>
                <a:gd name="T71" fmla="*/ 71 h 195"/>
                <a:gd name="T72" fmla="*/ 32 w 110"/>
                <a:gd name="T73" fmla="*/ 48 h 195"/>
                <a:gd name="T74" fmla="*/ 44 w 110"/>
                <a:gd name="T75" fmla="*/ 29 h 195"/>
                <a:gd name="T76" fmla="*/ 56 w 110"/>
                <a:gd name="T77" fmla="*/ 13 h 195"/>
                <a:gd name="T78" fmla="*/ 68 w 110"/>
                <a:gd name="T79" fmla="*/ 0 h 195"/>
                <a:gd name="T80" fmla="*/ 68 w 110"/>
                <a:gd name="T81"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0" h="195">
                  <a:moveTo>
                    <a:pt x="68" y="0"/>
                  </a:moveTo>
                  <a:lnTo>
                    <a:pt x="68" y="0"/>
                  </a:lnTo>
                  <a:lnTo>
                    <a:pt x="70" y="5"/>
                  </a:lnTo>
                  <a:lnTo>
                    <a:pt x="74" y="9"/>
                  </a:lnTo>
                  <a:lnTo>
                    <a:pt x="78" y="14"/>
                  </a:lnTo>
                  <a:lnTo>
                    <a:pt x="84" y="17"/>
                  </a:lnTo>
                  <a:lnTo>
                    <a:pt x="84" y="17"/>
                  </a:lnTo>
                  <a:lnTo>
                    <a:pt x="92" y="19"/>
                  </a:lnTo>
                  <a:lnTo>
                    <a:pt x="99" y="19"/>
                  </a:lnTo>
                  <a:lnTo>
                    <a:pt x="105" y="18"/>
                  </a:lnTo>
                  <a:lnTo>
                    <a:pt x="110" y="15"/>
                  </a:lnTo>
                  <a:lnTo>
                    <a:pt x="110" y="15"/>
                  </a:lnTo>
                  <a:lnTo>
                    <a:pt x="109" y="33"/>
                  </a:lnTo>
                  <a:lnTo>
                    <a:pt x="105" y="53"/>
                  </a:lnTo>
                  <a:lnTo>
                    <a:pt x="100" y="75"/>
                  </a:lnTo>
                  <a:lnTo>
                    <a:pt x="92" y="98"/>
                  </a:lnTo>
                  <a:lnTo>
                    <a:pt x="87" y="110"/>
                  </a:lnTo>
                  <a:lnTo>
                    <a:pt x="80" y="122"/>
                  </a:lnTo>
                  <a:lnTo>
                    <a:pt x="73" y="135"/>
                  </a:lnTo>
                  <a:lnTo>
                    <a:pt x="64" y="148"/>
                  </a:lnTo>
                  <a:lnTo>
                    <a:pt x="54" y="160"/>
                  </a:lnTo>
                  <a:lnTo>
                    <a:pt x="44" y="172"/>
                  </a:lnTo>
                  <a:lnTo>
                    <a:pt x="32" y="184"/>
                  </a:lnTo>
                  <a:lnTo>
                    <a:pt x="19" y="195"/>
                  </a:lnTo>
                  <a:lnTo>
                    <a:pt x="19" y="195"/>
                  </a:lnTo>
                  <a:lnTo>
                    <a:pt x="6" y="192"/>
                  </a:lnTo>
                  <a:lnTo>
                    <a:pt x="6" y="192"/>
                  </a:lnTo>
                  <a:lnTo>
                    <a:pt x="0" y="188"/>
                  </a:lnTo>
                  <a:lnTo>
                    <a:pt x="0" y="188"/>
                  </a:lnTo>
                  <a:lnTo>
                    <a:pt x="0" y="170"/>
                  </a:lnTo>
                  <a:lnTo>
                    <a:pt x="0" y="154"/>
                  </a:lnTo>
                  <a:lnTo>
                    <a:pt x="2" y="139"/>
                  </a:lnTo>
                  <a:lnTo>
                    <a:pt x="5" y="124"/>
                  </a:lnTo>
                  <a:lnTo>
                    <a:pt x="7" y="109"/>
                  </a:lnTo>
                  <a:lnTo>
                    <a:pt x="12" y="95"/>
                  </a:lnTo>
                  <a:lnTo>
                    <a:pt x="21" y="71"/>
                  </a:lnTo>
                  <a:lnTo>
                    <a:pt x="32" y="48"/>
                  </a:lnTo>
                  <a:lnTo>
                    <a:pt x="44" y="29"/>
                  </a:lnTo>
                  <a:lnTo>
                    <a:pt x="56" y="13"/>
                  </a:lnTo>
                  <a:lnTo>
                    <a:pt x="68" y="0"/>
                  </a:lnTo>
                  <a:lnTo>
                    <a:pt x="6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3" name="Freeform 25"/>
            <p:cNvSpPr>
              <a:spLocks noEditPoints="1"/>
            </p:cNvSpPr>
            <p:nvPr/>
          </p:nvSpPr>
          <p:spPr bwMode="auto">
            <a:xfrm>
              <a:off x="5707063" y="30163"/>
              <a:ext cx="133350" cy="80963"/>
            </a:xfrm>
            <a:custGeom>
              <a:avLst/>
              <a:gdLst>
                <a:gd name="T0" fmla="*/ 63 w 84"/>
                <a:gd name="T1" fmla="*/ 51 h 51"/>
                <a:gd name="T2" fmla="*/ 75 w 84"/>
                <a:gd name="T3" fmla="*/ 50 h 51"/>
                <a:gd name="T4" fmla="*/ 82 w 84"/>
                <a:gd name="T5" fmla="*/ 44 h 51"/>
                <a:gd name="T6" fmla="*/ 84 w 84"/>
                <a:gd name="T7" fmla="*/ 38 h 51"/>
                <a:gd name="T8" fmla="*/ 80 w 84"/>
                <a:gd name="T9" fmla="*/ 28 h 51"/>
                <a:gd name="T10" fmla="*/ 75 w 84"/>
                <a:gd name="T11" fmla="*/ 24 h 51"/>
                <a:gd name="T12" fmla="*/ 50 w 84"/>
                <a:gd name="T13" fmla="*/ 7 h 51"/>
                <a:gd name="T14" fmla="*/ 34 w 84"/>
                <a:gd name="T15" fmla="*/ 2 h 51"/>
                <a:gd name="T16" fmla="*/ 22 w 84"/>
                <a:gd name="T17" fmla="*/ 0 h 51"/>
                <a:gd name="T18" fmla="*/ 11 w 84"/>
                <a:gd name="T19" fmla="*/ 1 h 51"/>
                <a:gd name="T20" fmla="*/ 2 w 84"/>
                <a:gd name="T21" fmla="*/ 7 h 51"/>
                <a:gd name="T22" fmla="*/ 0 w 84"/>
                <a:gd name="T23" fmla="*/ 14 h 51"/>
                <a:gd name="T24" fmla="*/ 6 w 84"/>
                <a:gd name="T25" fmla="*/ 24 h 51"/>
                <a:gd name="T26" fmla="*/ 9 w 84"/>
                <a:gd name="T27" fmla="*/ 28 h 51"/>
                <a:gd name="T28" fmla="*/ 34 w 84"/>
                <a:gd name="T29" fmla="*/ 44 h 51"/>
                <a:gd name="T30" fmla="*/ 50 w 84"/>
                <a:gd name="T31" fmla="*/ 49 h 51"/>
                <a:gd name="T32" fmla="*/ 63 w 84"/>
                <a:gd name="T33" fmla="*/ 51 h 51"/>
                <a:gd name="T34" fmla="*/ 12 w 84"/>
                <a:gd name="T35" fmla="*/ 14 h 51"/>
                <a:gd name="T36" fmla="*/ 12 w 84"/>
                <a:gd name="T37" fmla="*/ 12 h 51"/>
                <a:gd name="T38" fmla="*/ 13 w 84"/>
                <a:gd name="T39" fmla="*/ 11 h 51"/>
                <a:gd name="T40" fmla="*/ 21 w 84"/>
                <a:gd name="T41" fmla="*/ 10 h 51"/>
                <a:gd name="T42" fmla="*/ 46 w 84"/>
                <a:gd name="T43" fmla="*/ 18 h 51"/>
                <a:gd name="T44" fmla="*/ 56 w 84"/>
                <a:gd name="T45" fmla="*/ 23 h 51"/>
                <a:gd name="T46" fmla="*/ 70 w 84"/>
                <a:gd name="T47" fmla="*/ 33 h 51"/>
                <a:gd name="T48" fmla="*/ 72 w 84"/>
                <a:gd name="T49" fmla="*/ 38 h 51"/>
                <a:gd name="T50" fmla="*/ 73 w 84"/>
                <a:gd name="T51" fmla="*/ 39 h 51"/>
                <a:gd name="T52" fmla="*/ 71 w 84"/>
                <a:gd name="T53" fmla="*/ 40 h 51"/>
                <a:gd name="T54" fmla="*/ 63 w 84"/>
                <a:gd name="T55" fmla="*/ 40 h 51"/>
                <a:gd name="T56" fmla="*/ 38 w 84"/>
                <a:gd name="T57" fmla="*/ 34 h 51"/>
                <a:gd name="T58" fmla="*/ 28 w 84"/>
                <a:gd name="T59" fmla="*/ 29 h 51"/>
                <a:gd name="T60" fmla="*/ 14 w 84"/>
                <a:gd name="T61" fmla="*/ 19 h 51"/>
                <a:gd name="T62" fmla="*/ 12 w 84"/>
                <a:gd name="T63" fmla="*/ 1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4" h="51">
                  <a:moveTo>
                    <a:pt x="63" y="51"/>
                  </a:moveTo>
                  <a:lnTo>
                    <a:pt x="63" y="51"/>
                  </a:lnTo>
                  <a:lnTo>
                    <a:pt x="68" y="51"/>
                  </a:lnTo>
                  <a:lnTo>
                    <a:pt x="75" y="50"/>
                  </a:lnTo>
                  <a:lnTo>
                    <a:pt x="80" y="48"/>
                  </a:lnTo>
                  <a:lnTo>
                    <a:pt x="82" y="44"/>
                  </a:lnTo>
                  <a:lnTo>
                    <a:pt x="82" y="44"/>
                  </a:lnTo>
                  <a:lnTo>
                    <a:pt x="84" y="38"/>
                  </a:lnTo>
                  <a:lnTo>
                    <a:pt x="82" y="33"/>
                  </a:lnTo>
                  <a:lnTo>
                    <a:pt x="80" y="28"/>
                  </a:lnTo>
                  <a:lnTo>
                    <a:pt x="75" y="24"/>
                  </a:lnTo>
                  <a:lnTo>
                    <a:pt x="75" y="24"/>
                  </a:lnTo>
                  <a:lnTo>
                    <a:pt x="65" y="15"/>
                  </a:lnTo>
                  <a:lnTo>
                    <a:pt x="50" y="7"/>
                  </a:lnTo>
                  <a:lnTo>
                    <a:pt x="50" y="7"/>
                  </a:lnTo>
                  <a:lnTo>
                    <a:pt x="34" y="2"/>
                  </a:lnTo>
                  <a:lnTo>
                    <a:pt x="22" y="0"/>
                  </a:lnTo>
                  <a:lnTo>
                    <a:pt x="22" y="0"/>
                  </a:lnTo>
                  <a:lnTo>
                    <a:pt x="16" y="0"/>
                  </a:lnTo>
                  <a:lnTo>
                    <a:pt x="11" y="1"/>
                  </a:lnTo>
                  <a:lnTo>
                    <a:pt x="6" y="4"/>
                  </a:lnTo>
                  <a:lnTo>
                    <a:pt x="2" y="7"/>
                  </a:lnTo>
                  <a:lnTo>
                    <a:pt x="2" y="7"/>
                  </a:lnTo>
                  <a:lnTo>
                    <a:pt x="0" y="14"/>
                  </a:lnTo>
                  <a:lnTo>
                    <a:pt x="2" y="19"/>
                  </a:lnTo>
                  <a:lnTo>
                    <a:pt x="6" y="24"/>
                  </a:lnTo>
                  <a:lnTo>
                    <a:pt x="9" y="28"/>
                  </a:lnTo>
                  <a:lnTo>
                    <a:pt x="9" y="28"/>
                  </a:lnTo>
                  <a:lnTo>
                    <a:pt x="21" y="36"/>
                  </a:lnTo>
                  <a:lnTo>
                    <a:pt x="34" y="44"/>
                  </a:lnTo>
                  <a:lnTo>
                    <a:pt x="34" y="44"/>
                  </a:lnTo>
                  <a:lnTo>
                    <a:pt x="50" y="49"/>
                  </a:lnTo>
                  <a:lnTo>
                    <a:pt x="63" y="51"/>
                  </a:lnTo>
                  <a:lnTo>
                    <a:pt x="63" y="51"/>
                  </a:lnTo>
                  <a:close/>
                  <a:moveTo>
                    <a:pt x="12" y="14"/>
                  </a:moveTo>
                  <a:lnTo>
                    <a:pt x="12" y="14"/>
                  </a:lnTo>
                  <a:lnTo>
                    <a:pt x="12" y="12"/>
                  </a:lnTo>
                  <a:lnTo>
                    <a:pt x="12" y="12"/>
                  </a:lnTo>
                  <a:lnTo>
                    <a:pt x="13" y="11"/>
                  </a:lnTo>
                  <a:lnTo>
                    <a:pt x="13" y="11"/>
                  </a:lnTo>
                  <a:lnTo>
                    <a:pt x="21" y="10"/>
                  </a:lnTo>
                  <a:lnTo>
                    <a:pt x="21" y="10"/>
                  </a:lnTo>
                  <a:lnTo>
                    <a:pt x="32" y="12"/>
                  </a:lnTo>
                  <a:lnTo>
                    <a:pt x="46" y="18"/>
                  </a:lnTo>
                  <a:lnTo>
                    <a:pt x="46" y="18"/>
                  </a:lnTo>
                  <a:lnTo>
                    <a:pt x="56" y="23"/>
                  </a:lnTo>
                  <a:lnTo>
                    <a:pt x="63" y="28"/>
                  </a:lnTo>
                  <a:lnTo>
                    <a:pt x="70" y="33"/>
                  </a:lnTo>
                  <a:lnTo>
                    <a:pt x="72" y="38"/>
                  </a:lnTo>
                  <a:lnTo>
                    <a:pt x="72" y="38"/>
                  </a:lnTo>
                  <a:lnTo>
                    <a:pt x="73" y="39"/>
                  </a:lnTo>
                  <a:lnTo>
                    <a:pt x="73" y="39"/>
                  </a:lnTo>
                  <a:lnTo>
                    <a:pt x="71" y="40"/>
                  </a:lnTo>
                  <a:lnTo>
                    <a:pt x="71" y="40"/>
                  </a:lnTo>
                  <a:lnTo>
                    <a:pt x="63" y="40"/>
                  </a:lnTo>
                  <a:lnTo>
                    <a:pt x="63" y="40"/>
                  </a:lnTo>
                  <a:lnTo>
                    <a:pt x="52" y="39"/>
                  </a:lnTo>
                  <a:lnTo>
                    <a:pt x="38" y="34"/>
                  </a:lnTo>
                  <a:lnTo>
                    <a:pt x="38" y="34"/>
                  </a:lnTo>
                  <a:lnTo>
                    <a:pt x="28" y="29"/>
                  </a:lnTo>
                  <a:lnTo>
                    <a:pt x="21" y="24"/>
                  </a:lnTo>
                  <a:lnTo>
                    <a:pt x="14" y="19"/>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4" name="Freeform 26"/>
            <p:cNvSpPr>
              <a:spLocks noEditPoints="1"/>
            </p:cNvSpPr>
            <p:nvPr/>
          </p:nvSpPr>
          <p:spPr bwMode="auto">
            <a:xfrm>
              <a:off x="5540376" y="25400"/>
              <a:ext cx="358775" cy="477838"/>
            </a:xfrm>
            <a:custGeom>
              <a:avLst/>
              <a:gdLst>
                <a:gd name="T0" fmla="*/ 146 w 226"/>
                <a:gd name="T1" fmla="*/ 5 h 301"/>
                <a:gd name="T2" fmla="*/ 112 w 226"/>
                <a:gd name="T3" fmla="*/ 0 h 301"/>
                <a:gd name="T4" fmla="*/ 78 w 226"/>
                <a:gd name="T5" fmla="*/ 5 h 301"/>
                <a:gd name="T6" fmla="*/ 46 w 226"/>
                <a:gd name="T7" fmla="*/ 18 h 301"/>
                <a:gd name="T8" fmla="*/ 21 w 226"/>
                <a:gd name="T9" fmla="*/ 41 h 301"/>
                <a:gd name="T10" fmla="*/ 2 w 226"/>
                <a:gd name="T11" fmla="*/ 71 h 301"/>
                <a:gd name="T12" fmla="*/ 9 w 226"/>
                <a:gd name="T13" fmla="*/ 82 h 301"/>
                <a:gd name="T14" fmla="*/ 22 w 226"/>
                <a:gd name="T15" fmla="*/ 119 h 301"/>
                <a:gd name="T16" fmla="*/ 25 w 226"/>
                <a:gd name="T17" fmla="*/ 134 h 301"/>
                <a:gd name="T18" fmla="*/ 31 w 226"/>
                <a:gd name="T19" fmla="*/ 99 h 301"/>
                <a:gd name="T20" fmla="*/ 44 w 226"/>
                <a:gd name="T21" fmla="*/ 68 h 301"/>
                <a:gd name="T22" fmla="*/ 82 w 226"/>
                <a:gd name="T23" fmla="*/ 27 h 301"/>
                <a:gd name="T24" fmla="*/ 107 w 226"/>
                <a:gd name="T25" fmla="*/ 10 h 301"/>
                <a:gd name="T26" fmla="*/ 141 w 226"/>
                <a:gd name="T27" fmla="*/ 15 h 301"/>
                <a:gd name="T28" fmla="*/ 162 w 226"/>
                <a:gd name="T29" fmla="*/ 24 h 301"/>
                <a:gd name="T30" fmla="*/ 187 w 226"/>
                <a:gd name="T31" fmla="*/ 44 h 301"/>
                <a:gd name="T32" fmla="*/ 205 w 226"/>
                <a:gd name="T33" fmla="*/ 70 h 301"/>
                <a:gd name="T34" fmla="*/ 215 w 226"/>
                <a:gd name="T35" fmla="*/ 99 h 301"/>
                <a:gd name="T36" fmla="*/ 216 w 226"/>
                <a:gd name="T37" fmla="*/ 130 h 301"/>
                <a:gd name="T38" fmla="*/ 207 w 226"/>
                <a:gd name="T39" fmla="*/ 160 h 301"/>
                <a:gd name="T40" fmla="*/ 196 w 226"/>
                <a:gd name="T41" fmla="*/ 179 h 301"/>
                <a:gd name="T42" fmla="*/ 175 w 226"/>
                <a:gd name="T43" fmla="*/ 202 h 301"/>
                <a:gd name="T44" fmla="*/ 148 w 226"/>
                <a:gd name="T45" fmla="*/ 217 h 301"/>
                <a:gd name="T46" fmla="*/ 118 w 226"/>
                <a:gd name="T47" fmla="*/ 224 h 301"/>
                <a:gd name="T48" fmla="*/ 87 w 226"/>
                <a:gd name="T49" fmla="*/ 222 h 301"/>
                <a:gd name="T50" fmla="*/ 66 w 226"/>
                <a:gd name="T51" fmla="*/ 216 h 301"/>
                <a:gd name="T52" fmla="*/ 38 w 226"/>
                <a:gd name="T53" fmla="*/ 197 h 301"/>
                <a:gd name="T54" fmla="*/ 27 w 226"/>
                <a:gd name="T55" fmla="*/ 177 h 301"/>
                <a:gd name="T56" fmla="*/ 20 w 226"/>
                <a:gd name="T57" fmla="*/ 222 h 301"/>
                <a:gd name="T58" fmla="*/ 0 w 226"/>
                <a:gd name="T59" fmla="*/ 265 h 301"/>
                <a:gd name="T60" fmla="*/ 4 w 226"/>
                <a:gd name="T61" fmla="*/ 275 h 301"/>
                <a:gd name="T62" fmla="*/ 61 w 226"/>
                <a:gd name="T63" fmla="*/ 301 h 301"/>
                <a:gd name="T64" fmla="*/ 74 w 226"/>
                <a:gd name="T65" fmla="*/ 299 h 301"/>
                <a:gd name="T66" fmla="*/ 97 w 226"/>
                <a:gd name="T67" fmla="*/ 262 h 301"/>
                <a:gd name="T68" fmla="*/ 117 w 226"/>
                <a:gd name="T69" fmla="*/ 234 h 301"/>
                <a:gd name="T70" fmla="*/ 147 w 226"/>
                <a:gd name="T71" fmla="*/ 228 h 301"/>
                <a:gd name="T72" fmla="*/ 189 w 226"/>
                <a:gd name="T73" fmla="*/ 204 h 301"/>
                <a:gd name="T74" fmla="*/ 218 w 226"/>
                <a:gd name="T75" fmla="*/ 165 h 301"/>
                <a:gd name="T76" fmla="*/ 224 w 226"/>
                <a:gd name="T77" fmla="*/ 143 h 301"/>
                <a:gd name="T78" fmla="*/ 226 w 226"/>
                <a:gd name="T79" fmla="*/ 109 h 301"/>
                <a:gd name="T80" fmla="*/ 219 w 226"/>
                <a:gd name="T81" fmla="*/ 75 h 301"/>
                <a:gd name="T82" fmla="*/ 202 w 226"/>
                <a:gd name="T83" fmla="*/ 46 h 301"/>
                <a:gd name="T84" fmla="*/ 177 w 226"/>
                <a:gd name="T85" fmla="*/ 22 h 301"/>
                <a:gd name="T86" fmla="*/ 157 w 226"/>
                <a:gd name="T87" fmla="*/ 10 h 301"/>
                <a:gd name="T88" fmla="*/ 29 w 226"/>
                <a:gd name="T89" fmla="*/ 203 h 301"/>
                <a:gd name="T90" fmla="*/ 44 w 226"/>
                <a:gd name="T91" fmla="*/ 216 h 301"/>
                <a:gd name="T92" fmla="*/ 63 w 226"/>
                <a:gd name="T93" fmla="*/ 226 h 301"/>
                <a:gd name="T94" fmla="*/ 92 w 226"/>
                <a:gd name="T95" fmla="*/ 23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6" h="301">
                  <a:moveTo>
                    <a:pt x="157" y="10"/>
                  </a:moveTo>
                  <a:lnTo>
                    <a:pt x="157" y="10"/>
                  </a:lnTo>
                  <a:lnTo>
                    <a:pt x="146" y="5"/>
                  </a:lnTo>
                  <a:lnTo>
                    <a:pt x="134" y="3"/>
                  </a:lnTo>
                  <a:lnTo>
                    <a:pt x="123" y="2"/>
                  </a:lnTo>
                  <a:lnTo>
                    <a:pt x="112" y="0"/>
                  </a:lnTo>
                  <a:lnTo>
                    <a:pt x="99" y="0"/>
                  </a:lnTo>
                  <a:lnTo>
                    <a:pt x="89" y="2"/>
                  </a:lnTo>
                  <a:lnTo>
                    <a:pt x="78" y="5"/>
                  </a:lnTo>
                  <a:lnTo>
                    <a:pt x="66" y="8"/>
                  </a:lnTo>
                  <a:lnTo>
                    <a:pt x="56" y="13"/>
                  </a:lnTo>
                  <a:lnTo>
                    <a:pt x="46" y="18"/>
                  </a:lnTo>
                  <a:lnTo>
                    <a:pt x="38" y="26"/>
                  </a:lnTo>
                  <a:lnTo>
                    <a:pt x="29" y="32"/>
                  </a:lnTo>
                  <a:lnTo>
                    <a:pt x="21" y="41"/>
                  </a:lnTo>
                  <a:lnTo>
                    <a:pt x="14" y="49"/>
                  </a:lnTo>
                  <a:lnTo>
                    <a:pt x="7" y="60"/>
                  </a:lnTo>
                  <a:lnTo>
                    <a:pt x="2" y="71"/>
                  </a:lnTo>
                  <a:lnTo>
                    <a:pt x="2" y="71"/>
                  </a:lnTo>
                  <a:lnTo>
                    <a:pt x="2" y="71"/>
                  </a:lnTo>
                  <a:lnTo>
                    <a:pt x="9" y="82"/>
                  </a:lnTo>
                  <a:lnTo>
                    <a:pt x="14" y="94"/>
                  </a:lnTo>
                  <a:lnTo>
                    <a:pt x="19" y="106"/>
                  </a:lnTo>
                  <a:lnTo>
                    <a:pt x="22" y="119"/>
                  </a:lnTo>
                  <a:lnTo>
                    <a:pt x="22" y="119"/>
                  </a:lnTo>
                  <a:lnTo>
                    <a:pt x="25" y="134"/>
                  </a:lnTo>
                  <a:lnTo>
                    <a:pt x="25" y="134"/>
                  </a:lnTo>
                  <a:lnTo>
                    <a:pt x="26" y="121"/>
                  </a:lnTo>
                  <a:lnTo>
                    <a:pt x="29" y="110"/>
                  </a:lnTo>
                  <a:lnTo>
                    <a:pt x="31" y="99"/>
                  </a:lnTo>
                  <a:lnTo>
                    <a:pt x="35" y="87"/>
                  </a:lnTo>
                  <a:lnTo>
                    <a:pt x="39" y="78"/>
                  </a:lnTo>
                  <a:lnTo>
                    <a:pt x="44" y="68"/>
                  </a:lnTo>
                  <a:lnTo>
                    <a:pt x="55" y="52"/>
                  </a:lnTo>
                  <a:lnTo>
                    <a:pt x="68" y="38"/>
                  </a:lnTo>
                  <a:lnTo>
                    <a:pt x="82" y="27"/>
                  </a:lnTo>
                  <a:lnTo>
                    <a:pt x="94" y="18"/>
                  </a:lnTo>
                  <a:lnTo>
                    <a:pt x="107" y="10"/>
                  </a:lnTo>
                  <a:lnTo>
                    <a:pt x="107" y="10"/>
                  </a:lnTo>
                  <a:lnTo>
                    <a:pt x="118" y="12"/>
                  </a:lnTo>
                  <a:lnTo>
                    <a:pt x="129" y="13"/>
                  </a:lnTo>
                  <a:lnTo>
                    <a:pt x="141" y="15"/>
                  </a:lnTo>
                  <a:lnTo>
                    <a:pt x="152" y="21"/>
                  </a:lnTo>
                  <a:lnTo>
                    <a:pt x="152" y="21"/>
                  </a:lnTo>
                  <a:lnTo>
                    <a:pt x="162" y="24"/>
                  </a:lnTo>
                  <a:lnTo>
                    <a:pt x="171" y="31"/>
                  </a:lnTo>
                  <a:lnTo>
                    <a:pt x="180" y="37"/>
                  </a:lnTo>
                  <a:lnTo>
                    <a:pt x="187" y="44"/>
                  </a:lnTo>
                  <a:lnTo>
                    <a:pt x="194" y="52"/>
                  </a:lnTo>
                  <a:lnTo>
                    <a:pt x="200" y="61"/>
                  </a:lnTo>
                  <a:lnTo>
                    <a:pt x="205" y="70"/>
                  </a:lnTo>
                  <a:lnTo>
                    <a:pt x="209" y="78"/>
                  </a:lnTo>
                  <a:lnTo>
                    <a:pt x="212" y="88"/>
                  </a:lnTo>
                  <a:lnTo>
                    <a:pt x="215" y="99"/>
                  </a:lnTo>
                  <a:lnTo>
                    <a:pt x="216" y="109"/>
                  </a:lnTo>
                  <a:lnTo>
                    <a:pt x="216" y="119"/>
                  </a:lnTo>
                  <a:lnTo>
                    <a:pt x="216" y="130"/>
                  </a:lnTo>
                  <a:lnTo>
                    <a:pt x="214" y="140"/>
                  </a:lnTo>
                  <a:lnTo>
                    <a:pt x="211" y="150"/>
                  </a:lnTo>
                  <a:lnTo>
                    <a:pt x="207" y="160"/>
                  </a:lnTo>
                  <a:lnTo>
                    <a:pt x="207" y="160"/>
                  </a:lnTo>
                  <a:lnTo>
                    <a:pt x="202" y="170"/>
                  </a:lnTo>
                  <a:lnTo>
                    <a:pt x="196" y="179"/>
                  </a:lnTo>
                  <a:lnTo>
                    <a:pt x="190" y="188"/>
                  </a:lnTo>
                  <a:lnTo>
                    <a:pt x="184" y="195"/>
                  </a:lnTo>
                  <a:lnTo>
                    <a:pt x="175" y="202"/>
                  </a:lnTo>
                  <a:lnTo>
                    <a:pt x="167" y="208"/>
                  </a:lnTo>
                  <a:lnTo>
                    <a:pt x="157" y="213"/>
                  </a:lnTo>
                  <a:lnTo>
                    <a:pt x="148" y="217"/>
                  </a:lnTo>
                  <a:lnTo>
                    <a:pt x="138" y="221"/>
                  </a:lnTo>
                  <a:lnTo>
                    <a:pt x="128" y="223"/>
                  </a:lnTo>
                  <a:lnTo>
                    <a:pt x="118" y="224"/>
                  </a:lnTo>
                  <a:lnTo>
                    <a:pt x="108" y="224"/>
                  </a:lnTo>
                  <a:lnTo>
                    <a:pt x="98" y="224"/>
                  </a:lnTo>
                  <a:lnTo>
                    <a:pt x="87" y="222"/>
                  </a:lnTo>
                  <a:lnTo>
                    <a:pt x="77" y="219"/>
                  </a:lnTo>
                  <a:lnTo>
                    <a:pt x="66" y="216"/>
                  </a:lnTo>
                  <a:lnTo>
                    <a:pt x="66" y="216"/>
                  </a:lnTo>
                  <a:lnTo>
                    <a:pt x="56" y="211"/>
                  </a:lnTo>
                  <a:lnTo>
                    <a:pt x="46" y="204"/>
                  </a:lnTo>
                  <a:lnTo>
                    <a:pt x="38" y="197"/>
                  </a:lnTo>
                  <a:lnTo>
                    <a:pt x="30" y="189"/>
                  </a:lnTo>
                  <a:lnTo>
                    <a:pt x="30" y="189"/>
                  </a:lnTo>
                  <a:lnTo>
                    <a:pt x="27" y="177"/>
                  </a:lnTo>
                  <a:lnTo>
                    <a:pt x="27" y="177"/>
                  </a:lnTo>
                  <a:lnTo>
                    <a:pt x="25" y="199"/>
                  </a:lnTo>
                  <a:lnTo>
                    <a:pt x="20" y="222"/>
                  </a:lnTo>
                  <a:lnTo>
                    <a:pt x="11" y="245"/>
                  </a:lnTo>
                  <a:lnTo>
                    <a:pt x="0" y="265"/>
                  </a:lnTo>
                  <a:lnTo>
                    <a:pt x="0" y="265"/>
                  </a:lnTo>
                  <a:lnTo>
                    <a:pt x="1" y="268"/>
                  </a:lnTo>
                  <a:lnTo>
                    <a:pt x="2" y="272"/>
                  </a:lnTo>
                  <a:lnTo>
                    <a:pt x="4" y="275"/>
                  </a:lnTo>
                  <a:lnTo>
                    <a:pt x="7" y="277"/>
                  </a:lnTo>
                  <a:lnTo>
                    <a:pt x="61" y="301"/>
                  </a:lnTo>
                  <a:lnTo>
                    <a:pt x="61" y="301"/>
                  </a:lnTo>
                  <a:lnTo>
                    <a:pt x="66" y="301"/>
                  </a:lnTo>
                  <a:lnTo>
                    <a:pt x="70" y="301"/>
                  </a:lnTo>
                  <a:lnTo>
                    <a:pt x="74" y="299"/>
                  </a:lnTo>
                  <a:lnTo>
                    <a:pt x="78" y="295"/>
                  </a:lnTo>
                  <a:lnTo>
                    <a:pt x="97" y="262"/>
                  </a:lnTo>
                  <a:lnTo>
                    <a:pt x="97" y="262"/>
                  </a:lnTo>
                  <a:lnTo>
                    <a:pt x="98" y="258"/>
                  </a:lnTo>
                  <a:lnTo>
                    <a:pt x="97" y="253"/>
                  </a:lnTo>
                  <a:lnTo>
                    <a:pt x="117" y="234"/>
                  </a:lnTo>
                  <a:lnTo>
                    <a:pt x="117" y="234"/>
                  </a:lnTo>
                  <a:lnTo>
                    <a:pt x="132" y="233"/>
                  </a:lnTo>
                  <a:lnTo>
                    <a:pt x="147" y="228"/>
                  </a:lnTo>
                  <a:lnTo>
                    <a:pt x="162" y="223"/>
                  </a:lnTo>
                  <a:lnTo>
                    <a:pt x="176" y="214"/>
                  </a:lnTo>
                  <a:lnTo>
                    <a:pt x="189" y="204"/>
                  </a:lnTo>
                  <a:lnTo>
                    <a:pt x="200" y="193"/>
                  </a:lnTo>
                  <a:lnTo>
                    <a:pt x="209" y="180"/>
                  </a:lnTo>
                  <a:lnTo>
                    <a:pt x="218" y="165"/>
                  </a:lnTo>
                  <a:lnTo>
                    <a:pt x="218" y="165"/>
                  </a:lnTo>
                  <a:lnTo>
                    <a:pt x="221" y="154"/>
                  </a:lnTo>
                  <a:lnTo>
                    <a:pt x="224" y="143"/>
                  </a:lnTo>
                  <a:lnTo>
                    <a:pt x="226" y="131"/>
                  </a:lnTo>
                  <a:lnTo>
                    <a:pt x="226" y="120"/>
                  </a:lnTo>
                  <a:lnTo>
                    <a:pt x="226" y="109"/>
                  </a:lnTo>
                  <a:lnTo>
                    <a:pt x="225" y="97"/>
                  </a:lnTo>
                  <a:lnTo>
                    <a:pt x="223" y="86"/>
                  </a:lnTo>
                  <a:lnTo>
                    <a:pt x="219" y="75"/>
                  </a:lnTo>
                  <a:lnTo>
                    <a:pt x="214" y="65"/>
                  </a:lnTo>
                  <a:lnTo>
                    <a:pt x="209" y="54"/>
                  </a:lnTo>
                  <a:lnTo>
                    <a:pt x="202" y="46"/>
                  </a:lnTo>
                  <a:lnTo>
                    <a:pt x="195" y="37"/>
                  </a:lnTo>
                  <a:lnTo>
                    <a:pt x="186" y="29"/>
                  </a:lnTo>
                  <a:lnTo>
                    <a:pt x="177" y="22"/>
                  </a:lnTo>
                  <a:lnTo>
                    <a:pt x="167" y="15"/>
                  </a:lnTo>
                  <a:lnTo>
                    <a:pt x="157" y="10"/>
                  </a:lnTo>
                  <a:lnTo>
                    <a:pt x="157" y="10"/>
                  </a:lnTo>
                  <a:close/>
                  <a:moveTo>
                    <a:pt x="89" y="247"/>
                  </a:moveTo>
                  <a:lnTo>
                    <a:pt x="29" y="219"/>
                  </a:lnTo>
                  <a:lnTo>
                    <a:pt x="29" y="203"/>
                  </a:lnTo>
                  <a:lnTo>
                    <a:pt x="29" y="203"/>
                  </a:lnTo>
                  <a:lnTo>
                    <a:pt x="36" y="209"/>
                  </a:lnTo>
                  <a:lnTo>
                    <a:pt x="44" y="216"/>
                  </a:lnTo>
                  <a:lnTo>
                    <a:pt x="53" y="221"/>
                  </a:lnTo>
                  <a:lnTo>
                    <a:pt x="63" y="226"/>
                  </a:lnTo>
                  <a:lnTo>
                    <a:pt x="63" y="226"/>
                  </a:lnTo>
                  <a:lnTo>
                    <a:pt x="72" y="229"/>
                  </a:lnTo>
                  <a:lnTo>
                    <a:pt x="82" y="232"/>
                  </a:lnTo>
                  <a:lnTo>
                    <a:pt x="92" y="233"/>
                  </a:lnTo>
                  <a:lnTo>
                    <a:pt x="102" y="234"/>
                  </a:lnTo>
                  <a:lnTo>
                    <a:pt x="89" y="2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35" name="组合 34"/>
          <p:cNvGrpSpPr/>
          <p:nvPr/>
        </p:nvGrpSpPr>
        <p:grpSpPr>
          <a:xfrm>
            <a:off x="3590096" y="2211029"/>
            <a:ext cx="760650" cy="773432"/>
            <a:chOff x="8175626" y="1322388"/>
            <a:chExt cx="566737" cy="576263"/>
          </a:xfrm>
          <a:solidFill>
            <a:schemeClr val="accent3"/>
          </a:solidFill>
        </p:grpSpPr>
        <p:sp>
          <p:nvSpPr>
            <p:cNvPr id="36" name="Freeform 247"/>
            <p:cNvSpPr>
              <a:spLocks/>
            </p:cNvSpPr>
            <p:nvPr/>
          </p:nvSpPr>
          <p:spPr bwMode="auto">
            <a:xfrm>
              <a:off x="8580438" y="1731963"/>
              <a:ext cx="161925" cy="38100"/>
            </a:xfrm>
            <a:custGeom>
              <a:avLst/>
              <a:gdLst>
                <a:gd name="T0" fmla="*/ 102 w 102"/>
                <a:gd name="T1" fmla="*/ 12 h 24"/>
                <a:gd name="T2" fmla="*/ 102 w 102"/>
                <a:gd name="T3" fmla="*/ 12 h 24"/>
                <a:gd name="T4" fmla="*/ 102 w 102"/>
                <a:gd name="T5" fmla="*/ 17 h 24"/>
                <a:gd name="T6" fmla="*/ 98 w 102"/>
                <a:gd name="T7" fmla="*/ 22 h 24"/>
                <a:gd name="T8" fmla="*/ 95 w 102"/>
                <a:gd name="T9" fmla="*/ 24 h 24"/>
                <a:gd name="T10" fmla="*/ 90 w 102"/>
                <a:gd name="T11" fmla="*/ 24 h 24"/>
                <a:gd name="T12" fmla="*/ 13 w 102"/>
                <a:gd name="T13" fmla="*/ 24 h 24"/>
                <a:gd name="T14" fmla="*/ 13 w 102"/>
                <a:gd name="T15" fmla="*/ 24 h 24"/>
                <a:gd name="T16" fmla="*/ 8 w 102"/>
                <a:gd name="T17" fmla="*/ 24 h 24"/>
                <a:gd name="T18" fmla="*/ 4 w 102"/>
                <a:gd name="T19" fmla="*/ 22 h 24"/>
                <a:gd name="T20" fmla="*/ 0 w 102"/>
                <a:gd name="T21" fmla="*/ 17 h 24"/>
                <a:gd name="T22" fmla="*/ 0 w 102"/>
                <a:gd name="T23" fmla="*/ 12 h 24"/>
                <a:gd name="T24" fmla="*/ 0 w 102"/>
                <a:gd name="T25" fmla="*/ 12 h 24"/>
                <a:gd name="T26" fmla="*/ 0 w 102"/>
                <a:gd name="T27" fmla="*/ 8 h 24"/>
                <a:gd name="T28" fmla="*/ 4 w 102"/>
                <a:gd name="T29" fmla="*/ 3 h 24"/>
                <a:gd name="T30" fmla="*/ 8 w 102"/>
                <a:gd name="T31" fmla="*/ 0 h 24"/>
                <a:gd name="T32" fmla="*/ 13 w 102"/>
                <a:gd name="T33" fmla="*/ 0 h 24"/>
                <a:gd name="T34" fmla="*/ 90 w 102"/>
                <a:gd name="T35" fmla="*/ 0 h 24"/>
                <a:gd name="T36" fmla="*/ 90 w 102"/>
                <a:gd name="T37" fmla="*/ 0 h 24"/>
                <a:gd name="T38" fmla="*/ 95 w 102"/>
                <a:gd name="T39" fmla="*/ 0 h 24"/>
                <a:gd name="T40" fmla="*/ 98 w 102"/>
                <a:gd name="T41" fmla="*/ 3 h 24"/>
                <a:gd name="T42" fmla="*/ 102 w 102"/>
                <a:gd name="T43" fmla="*/ 8 h 24"/>
                <a:gd name="T44" fmla="*/ 102 w 102"/>
                <a:gd name="T45" fmla="*/ 12 h 24"/>
                <a:gd name="T46" fmla="*/ 102 w 102"/>
                <a:gd name="T47"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2" h="24">
                  <a:moveTo>
                    <a:pt x="102" y="12"/>
                  </a:moveTo>
                  <a:lnTo>
                    <a:pt x="102" y="12"/>
                  </a:lnTo>
                  <a:lnTo>
                    <a:pt x="102" y="17"/>
                  </a:lnTo>
                  <a:lnTo>
                    <a:pt x="98" y="22"/>
                  </a:lnTo>
                  <a:lnTo>
                    <a:pt x="95" y="24"/>
                  </a:lnTo>
                  <a:lnTo>
                    <a:pt x="90" y="24"/>
                  </a:lnTo>
                  <a:lnTo>
                    <a:pt x="13" y="24"/>
                  </a:lnTo>
                  <a:lnTo>
                    <a:pt x="13" y="24"/>
                  </a:lnTo>
                  <a:lnTo>
                    <a:pt x="8" y="24"/>
                  </a:lnTo>
                  <a:lnTo>
                    <a:pt x="4" y="22"/>
                  </a:lnTo>
                  <a:lnTo>
                    <a:pt x="0" y="17"/>
                  </a:lnTo>
                  <a:lnTo>
                    <a:pt x="0" y="12"/>
                  </a:lnTo>
                  <a:lnTo>
                    <a:pt x="0" y="12"/>
                  </a:lnTo>
                  <a:lnTo>
                    <a:pt x="0" y="8"/>
                  </a:lnTo>
                  <a:lnTo>
                    <a:pt x="4" y="3"/>
                  </a:lnTo>
                  <a:lnTo>
                    <a:pt x="8" y="0"/>
                  </a:lnTo>
                  <a:lnTo>
                    <a:pt x="13" y="0"/>
                  </a:lnTo>
                  <a:lnTo>
                    <a:pt x="90" y="0"/>
                  </a:lnTo>
                  <a:lnTo>
                    <a:pt x="90" y="0"/>
                  </a:lnTo>
                  <a:lnTo>
                    <a:pt x="95" y="0"/>
                  </a:lnTo>
                  <a:lnTo>
                    <a:pt x="98" y="3"/>
                  </a:lnTo>
                  <a:lnTo>
                    <a:pt x="102" y="8"/>
                  </a:lnTo>
                  <a:lnTo>
                    <a:pt x="102" y="12"/>
                  </a:lnTo>
                  <a:lnTo>
                    <a:pt x="10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7" name="Freeform 248"/>
            <p:cNvSpPr>
              <a:spLocks/>
            </p:cNvSpPr>
            <p:nvPr/>
          </p:nvSpPr>
          <p:spPr bwMode="auto">
            <a:xfrm>
              <a:off x="8580438" y="1781175"/>
              <a:ext cx="161925" cy="39688"/>
            </a:xfrm>
            <a:custGeom>
              <a:avLst/>
              <a:gdLst>
                <a:gd name="T0" fmla="*/ 102 w 102"/>
                <a:gd name="T1" fmla="*/ 12 h 25"/>
                <a:gd name="T2" fmla="*/ 102 w 102"/>
                <a:gd name="T3" fmla="*/ 12 h 25"/>
                <a:gd name="T4" fmla="*/ 102 w 102"/>
                <a:gd name="T5" fmla="*/ 17 h 25"/>
                <a:gd name="T6" fmla="*/ 98 w 102"/>
                <a:gd name="T7" fmla="*/ 21 h 25"/>
                <a:gd name="T8" fmla="*/ 95 w 102"/>
                <a:gd name="T9" fmla="*/ 23 h 25"/>
                <a:gd name="T10" fmla="*/ 90 w 102"/>
                <a:gd name="T11" fmla="*/ 25 h 25"/>
                <a:gd name="T12" fmla="*/ 13 w 102"/>
                <a:gd name="T13" fmla="*/ 25 h 25"/>
                <a:gd name="T14" fmla="*/ 13 w 102"/>
                <a:gd name="T15" fmla="*/ 25 h 25"/>
                <a:gd name="T16" fmla="*/ 8 w 102"/>
                <a:gd name="T17" fmla="*/ 23 h 25"/>
                <a:gd name="T18" fmla="*/ 4 w 102"/>
                <a:gd name="T19" fmla="*/ 21 h 25"/>
                <a:gd name="T20" fmla="*/ 0 w 102"/>
                <a:gd name="T21" fmla="*/ 17 h 25"/>
                <a:gd name="T22" fmla="*/ 0 w 102"/>
                <a:gd name="T23" fmla="*/ 12 h 25"/>
                <a:gd name="T24" fmla="*/ 0 w 102"/>
                <a:gd name="T25" fmla="*/ 12 h 25"/>
                <a:gd name="T26" fmla="*/ 0 w 102"/>
                <a:gd name="T27" fmla="*/ 7 h 25"/>
                <a:gd name="T28" fmla="*/ 4 w 102"/>
                <a:gd name="T29" fmla="*/ 3 h 25"/>
                <a:gd name="T30" fmla="*/ 8 w 102"/>
                <a:gd name="T31" fmla="*/ 1 h 25"/>
                <a:gd name="T32" fmla="*/ 13 w 102"/>
                <a:gd name="T33" fmla="*/ 0 h 25"/>
                <a:gd name="T34" fmla="*/ 90 w 102"/>
                <a:gd name="T35" fmla="*/ 0 h 25"/>
                <a:gd name="T36" fmla="*/ 90 w 102"/>
                <a:gd name="T37" fmla="*/ 0 h 25"/>
                <a:gd name="T38" fmla="*/ 95 w 102"/>
                <a:gd name="T39" fmla="*/ 1 h 25"/>
                <a:gd name="T40" fmla="*/ 98 w 102"/>
                <a:gd name="T41" fmla="*/ 3 h 25"/>
                <a:gd name="T42" fmla="*/ 102 w 102"/>
                <a:gd name="T43" fmla="*/ 7 h 25"/>
                <a:gd name="T44" fmla="*/ 102 w 102"/>
                <a:gd name="T45" fmla="*/ 12 h 25"/>
                <a:gd name="T46" fmla="*/ 102 w 102"/>
                <a:gd name="T47" fmla="*/ 1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2" h="25">
                  <a:moveTo>
                    <a:pt x="102" y="12"/>
                  </a:moveTo>
                  <a:lnTo>
                    <a:pt x="102" y="12"/>
                  </a:lnTo>
                  <a:lnTo>
                    <a:pt x="102" y="17"/>
                  </a:lnTo>
                  <a:lnTo>
                    <a:pt x="98" y="21"/>
                  </a:lnTo>
                  <a:lnTo>
                    <a:pt x="95" y="23"/>
                  </a:lnTo>
                  <a:lnTo>
                    <a:pt x="90" y="25"/>
                  </a:lnTo>
                  <a:lnTo>
                    <a:pt x="13" y="25"/>
                  </a:lnTo>
                  <a:lnTo>
                    <a:pt x="13" y="25"/>
                  </a:lnTo>
                  <a:lnTo>
                    <a:pt x="8" y="23"/>
                  </a:lnTo>
                  <a:lnTo>
                    <a:pt x="4" y="21"/>
                  </a:lnTo>
                  <a:lnTo>
                    <a:pt x="0" y="17"/>
                  </a:lnTo>
                  <a:lnTo>
                    <a:pt x="0" y="12"/>
                  </a:lnTo>
                  <a:lnTo>
                    <a:pt x="0" y="12"/>
                  </a:lnTo>
                  <a:lnTo>
                    <a:pt x="0" y="7"/>
                  </a:lnTo>
                  <a:lnTo>
                    <a:pt x="4" y="3"/>
                  </a:lnTo>
                  <a:lnTo>
                    <a:pt x="8" y="1"/>
                  </a:lnTo>
                  <a:lnTo>
                    <a:pt x="13" y="0"/>
                  </a:lnTo>
                  <a:lnTo>
                    <a:pt x="90" y="0"/>
                  </a:lnTo>
                  <a:lnTo>
                    <a:pt x="90" y="0"/>
                  </a:lnTo>
                  <a:lnTo>
                    <a:pt x="95" y="1"/>
                  </a:lnTo>
                  <a:lnTo>
                    <a:pt x="98" y="3"/>
                  </a:lnTo>
                  <a:lnTo>
                    <a:pt x="102" y="7"/>
                  </a:lnTo>
                  <a:lnTo>
                    <a:pt x="102" y="12"/>
                  </a:lnTo>
                  <a:lnTo>
                    <a:pt x="10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8" name="Freeform 249"/>
            <p:cNvSpPr>
              <a:spLocks/>
            </p:cNvSpPr>
            <p:nvPr/>
          </p:nvSpPr>
          <p:spPr bwMode="auto">
            <a:xfrm>
              <a:off x="8580438" y="1830388"/>
              <a:ext cx="161925" cy="39688"/>
            </a:xfrm>
            <a:custGeom>
              <a:avLst/>
              <a:gdLst>
                <a:gd name="T0" fmla="*/ 102 w 102"/>
                <a:gd name="T1" fmla="*/ 13 h 25"/>
                <a:gd name="T2" fmla="*/ 102 w 102"/>
                <a:gd name="T3" fmla="*/ 13 h 25"/>
                <a:gd name="T4" fmla="*/ 102 w 102"/>
                <a:gd name="T5" fmla="*/ 18 h 25"/>
                <a:gd name="T6" fmla="*/ 98 w 102"/>
                <a:gd name="T7" fmla="*/ 21 h 25"/>
                <a:gd name="T8" fmla="*/ 95 w 102"/>
                <a:gd name="T9" fmla="*/ 24 h 25"/>
                <a:gd name="T10" fmla="*/ 90 w 102"/>
                <a:gd name="T11" fmla="*/ 25 h 25"/>
                <a:gd name="T12" fmla="*/ 13 w 102"/>
                <a:gd name="T13" fmla="*/ 25 h 25"/>
                <a:gd name="T14" fmla="*/ 13 w 102"/>
                <a:gd name="T15" fmla="*/ 25 h 25"/>
                <a:gd name="T16" fmla="*/ 8 w 102"/>
                <a:gd name="T17" fmla="*/ 24 h 25"/>
                <a:gd name="T18" fmla="*/ 4 w 102"/>
                <a:gd name="T19" fmla="*/ 21 h 25"/>
                <a:gd name="T20" fmla="*/ 0 w 102"/>
                <a:gd name="T21" fmla="*/ 18 h 25"/>
                <a:gd name="T22" fmla="*/ 0 w 102"/>
                <a:gd name="T23" fmla="*/ 13 h 25"/>
                <a:gd name="T24" fmla="*/ 0 w 102"/>
                <a:gd name="T25" fmla="*/ 13 h 25"/>
                <a:gd name="T26" fmla="*/ 0 w 102"/>
                <a:gd name="T27" fmla="*/ 8 h 25"/>
                <a:gd name="T28" fmla="*/ 4 w 102"/>
                <a:gd name="T29" fmla="*/ 4 h 25"/>
                <a:gd name="T30" fmla="*/ 8 w 102"/>
                <a:gd name="T31" fmla="*/ 1 h 25"/>
                <a:gd name="T32" fmla="*/ 13 w 102"/>
                <a:gd name="T33" fmla="*/ 0 h 25"/>
                <a:gd name="T34" fmla="*/ 90 w 102"/>
                <a:gd name="T35" fmla="*/ 0 h 25"/>
                <a:gd name="T36" fmla="*/ 90 w 102"/>
                <a:gd name="T37" fmla="*/ 0 h 25"/>
                <a:gd name="T38" fmla="*/ 95 w 102"/>
                <a:gd name="T39" fmla="*/ 1 h 25"/>
                <a:gd name="T40" fmla="*/ 98 w 102"/>
                <a:gd name="T41" fmla="*/ 4 h 25"/>
                <a:gd name="T42" fmla="*/ 102 w 102"/>
                <a:gd name="T43" fmla="*/ 8 h 25"/>
                <a:gd name="T44" fmla="*/ 102 w 102"/>
                <a:gd name="T45" fmla="*/ 13 h 25"/>
                <a:gd name="T46" fmla="*/ 102 w 102"/>
                <a:gd name="T47"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2" h="25">
                  <a:moveTo>
                    <a:pt x="102" y="13"/>
                  </a:moveTo>
                  <a:lnTo>
                    <a:pt x="102" y="13"/>
                  </a:lnTo>
                  <a:lnTo>
                    <a:pt x="102" y="18"/>
                  </a:lnTo>
                  <a:lnTo>
                    <a:pt x="98" y="21"/>
                  </a:lnTo>
                  <a:lnTo>
                    <a:pt x="95" y="24"/>
                  </a:lnTo>
                  <a:lnTo>
                    <a:pt x="90" y="25"/>
                  </a:lnTo>
                  <a:lnTo>
                    <a:pt x="13" y="25"/>
                  </a:lnTo>
                  <a:lnTo>
                    <a:pt x="13" y="25"/>
                  </a:lnTo>
                  <a:lnTo>
                    <a:pt x="8" y="24"/>
                  </a:lnTo>
                  <a:lnTo>
                    <a:pt x="4" y="21"/>
                  </a:lnTo>
                  <a:lnTo>
                    <a:pt x="0" y="18"/>
                  </a:lnTo>
                  <a:lnTo>
                    <a:pt x="0" y="13"/>
                  </a:lnTo>
                  <a:lnTo>
                    <a:pt x="0" y="13"/>
                  </a:lnTo>
                  <a:lnTo>
                    <a:pt x="0" y="8"/>
                  </a:lnTo>
                  <a:lnTo>
                    <a:pt x="4" y="4"/>
                  </a:lnTo>
                  <a:lnTo>
                    <a:pt x="8" y="1"/>
                  </a:lnTo>
                  <a:lnTo>
                    <a:pt x="13" y="0"/>
                  </a:lnTo>
                  <a:lnTo>
                    <a:pt x="90" y="0"/>
                  </a:lnTo>
                  <a:lnTo>
                    <a:pt x="90" y="0"/>
                  </a:lnTo>
                  <a:lnTo>
                    <a:pt x="95" y="1"/>
                  </a:lnTo>
                  <a:lnTo>
                    <a:pt x="98" y="4"/>
                  </a:lnTo>
                  <a:lnTo>
                    <a:pt x="102" y="8"/>
                  </a:lnTo>
                  <a:lnTo>
                    <a:pt x="102" y="13"/>
                  </a:lnTo>
                  <a:lnTo>
                    <a:pt x="102"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39" name="Freeform 250"/>
            <p:cNvSpPr>
              <a:spLocks noEditPoints="1"/>
            </p:cNvSpPr>
            <p:nvPr/>
          </p:nvSpPr>
          <p:spPr bwMode="auto">
            <a:xfrm>
              <a:off x="8175626" y="1322388"/>
              <a:ext cx="519113" cy="576263"/>
            </a:xfrm>
            <a:custGeom>
              <a:avLst/>
              <a:gdLst>
                <a:gd name="T0" fmla="*/ 258 w 327"/>
                <a:gd name="T1" fmla="*/ 105 h 363"/>
                <a:gd name="T2" fmla="*/ 224 w 327"/>
                <a:gd name="T3" fmla="*/ 75 h 363"/>
                <a:gd name="T4" fmla="*/ 240 w 327"/>
                <a:gd name="T5" fmla="*/ 43 h 363"/>
                <a:gd name="T6" fmla="*/ 263 w 327"/>
                <a:gd name="T7" fmla="*/ 19 h 363"/>
                <a:gd name="T8" fmla="*/ 230 w 327"/>
                <a:gd name="T9" fmla="*/ 4 h 363"/>
                <a:gd name="T10" fmla="*/ 191 w 327"/>
                <a:gd name="T11" fmla="*/ 0 h 363"/>
                <a:gd name="T12" fmla="*/ 142 w 327"/>
                <a:gd name="T13" fmla="*/ 0 h 363"/>
                <a:gd name="T14" fmla="*/ 104 w 327"/>
                <a:gd name="T15" fmla="*/ 5 h 363"/>
                <a:gd name="T16" fmla="*/ 64 w 327"/>
                <a:gd name="T17" fmla="*/ 19 h 363"/>
                <a:gd name="T18" fmla="*/ 77 w 327"/>
                <a:gd name="T19" fmla="*/ 37 h 363"/>
                <a:gd name="T20" fmla="*/ 99 w 327"/>
                <a:gd name="T21" fmla="*/ 71 h 363"/>
                <a:gd name="T22" fmla="*/ 83 w 327"/>
                <a:gd name="T23" fmla="*/ 96 h 363"/>
                <a:gd name="T24" fmla="*/ 15 w 327"/>
                <a:gd name="T25" fmla="*/ 166 h 363"/>
                <a:gd name="T26" fmla="*/ 0 w 327"/>
                <a:gd name="T27" fmla="*/ 236 h 363"/>
                <a:gd name="T28" fmla="*/ 43 w 327"/>
                <a:gd name="T29" fmla="*/ 329 h 363"/>
                <a:gd name="T30" fmla="*/ 141 w 327"/>
                <a:gd name="T31" fmla="*/ 363 h 363"/>
                <a:gd name="T32" fmla="*/ 189 w 327"/>
                <a:gd name="T33" fmla="*/ 363 h 363"/>
                <a:gd name="T34" fmla="*/ 249 w 327"/>
                <a:gd name="T35" fmla="*/ 336 h 363"/>
                <a:gd name="T36" fmla="*/ 199 w 327"/>
                <a:gd name="T37" fmla="*/ 343 h 363"/>
                <a:gd name="T38" fmla="*/ 157 w 327"/>
                <a:gd name="T39" fmla="*/ 344 h 363"/>
                <a:gd name="T40" fmla="*/ 73 w 327"/>
                <a:gd name="T41" fmla="*/ 326 h 363"/>
                <a:gd name="T42" fmla="*/ 22 w 327"/>
                <a:gd name="T43" fmla="*/ 268 h 363"/>
                <a:gd name="T44" fmla="*/ 19 w 327"/>
                <a:gd name="T45" fmla="*/ 232 h 363"/>
                <a:gd name="T46" fmla="*/ 38 w 327"/>
                <a:gd name="T47" fmla="*/ 164 h 363"/>
                <a:gd name="T48" fmla="*/ 162 w 327"/>
                <a:gd name="T49" fmla="*/ 101 h 363"/>
                <a:gd name="T50" fmla="*/ 274 w 327"/>
                <a:gd name="T51" fmla="*/ 145 h 363"/>
                <a:gd name="T52" fmla="*/ 308 w 327"/>
                <a:gd name="T53" fmla="*/ 223 h 363"/>
                <a:gd name="T54" fmla="*/ 308 w 327"/>
                <a:gd name="T55" fmla="*/ 234 h 363"/>
                <a:gd name="T56" fmla="*/ 327 w 327"/>
                <a:gd name="T57" fmla="*/ 222 h 363"/>
                <a:gd name="T58" fmla="*/ 118 w 327"/>
                <a:gd name="T59" fmla="*/ 56 h 363"/>
                <a:gd name="T60" fmla="*/ 95 w 327"/>
                <a:gd name="T61" fmla="*/ 20 h 363"/>
                <a:gd name="T62" fmla="*/ 119 w 327"/>
                <a:gd name="T63" fmla="*/ 23 h 363"/>
                <a:gd name="T64" fmla="*/ 152 w 327"/>
                <a:gd name="T65" fmla="*/ 20 h 363"/>
                <a:gd name="T66" fmla="*/ 186 w 327"/>
                <a:gd name="T67" fmla="*/ 17 h 363"/>
                <a:gd name="T68" fmla="*/ 207 w 327"/>
                <a:gd name="T69" fmla="*/ 23 h 363"/>
                <a:gd name="T70" fmla="*/ 230 w 327"/>
                <a:gd name="T71" fmla="*/ 20 h 363"/>
                <a:gd name="T72" fmla="*/ 209 w 327"/>
                <a:gd name="T73" fmla="*/ 56 h 363"/>
                <a:gd name="T74" fmla="*/ 168 w 327"/>
                <a:gd name="T75" fmla="*/ 314 h 363"/>
                <a:gd name="T76" fmla="*/ 200 w 327"/>
                <a:gd name="T77" fmla="*/ 278 h 363"/>
                <a:gd name="T78" fmla="*/ 209 w 327"/>
                <a:gd name="T79" fmla="*/ 236 h 363"/>
                <a:gd name="T80" fmla="*/ 170 w 327"/>
                <a:gd name="T81" fmla="*/ 173 h 363"/>
                <a:gd name="T82" fmla="*/ 189 w 327"/>
                <a:gd name="T83" fmla="*/ 195 h 363"/>
                <a:gd name="T84" fmla="*/ 207 w 327"/>
                <a:gd name="T85" fmla="*/ 187 h 363"/>
                <a:gd name="T86" fmla="*/ 192 w 327"/>
                <a:gd name="T87" fmla="*/ 163 h 363"/>
                <a:gd name="T88" fmla="*/ 168 w 327"/>
                <a:gd name="T89" fmla="*/ 139 h 363"/>
                <a:gd name="T90" fmla="*/ 157 w 327"/>
                <a:gd name="T91" fmla="*/ 154 h 363"/>
                <a:gd name="T92" fmla="*/ 121 w 327"/>
                <a:gd name="T93" fmla="*/ 178 h 363"/>
                <a:gd name="T94" fmla="*/ 129 w 327"/>
                <a:gd name="T95" fmla="*/ 218 h 363"/>
                <a:gd name="T96" fmla="*/ 148 w 327"/>
                <a:gd name="T97" fmla="*/ 268 h 363"/>
                <a:gd name="T98" fmla="*/ 134 w 327"/>
                <a:gd name="T99" fmla="*/ 244 h 363"/>
                <a:gd name="T100" fmla="*/ 116 w 327"/>
                <a:gd name="T101" fmla="*/ 250 h 363"/>
                <a:gd name="T102" fmla="*/ 126 w 327"/>
                <a:gd name="T103" fmla="*/ 278 h 363"/>
                <a:gd name="T104" fmla="*/ 158 w 327"/>
                <a:gd name="T105" fmla="*/ 311 h 363"/>
                <a:gd name="T106" fmla="*/ 186 w 327"/>
                <a:gd name="T107" fmla="*/ 244 h 363"/>
                <a:gd name="T108" fmla="*/ 170 w 327"/>
                <a:gd name="T109" fmla="*/ 275 h 363"/>
                <a:gd name="T110" fmla="*/ 146 w 327"/>
                <a:gd name="T111" fmla="*/ 178 h 363"/>
                <a:gd name="T112" fmla="*/ 146 w 327"/>
                <a:gd name="T113" fmla="*/ 200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7" h="363">
                  <a:moveTo>
                    <a:pt x="311" y="166"/>
                  </a:moveTo>
                  <a:lnTo>
                    <a:pt x="311" y="166"/>
                  </a:lnTo>
                  <a:lnTo>
                    <a:pt x="306" y="155"/>
                  </a:lnTo>
                  <a:lnTo>
                    <a:pt x="298" y="145"/>
                  </a:lnTo>
                  <a:lnTo>
                    <a:pt x="291" y="135"/>
                  </a:lnTo>
                  <a:lnTo>
                    <a:pt x="280" y="124"/>
                  </a:lnTo>
                  <a:lnTo>
                    <a:pt x="270" y="115"/>
                  </a:lnTo>
                  <a:lnTo>
                    <a:pt x="258" y="105"/>
                  </a:lnTo>
                  <a:lnTo>
                    <a:pt x="243" y="96"/>
                  </a:lnTo>
                  <a:lnTo>
                    <a:pt x="228" y="87"/>
                  </a:lnTo>
                  <a:lnTo>
                    <a:pt x="228" y="87"/>
                  </a:lnTo>
                  <a:lnTo>
                    <a:pt x="229" y="83"/>
                  </a:lnTo>
                  <a:lnTo>
                    <a:pt x="229" y="83"/>
                  </a:lnTo>
                  <a:lnTo>
                    <a:pt x="228" y="78"/>
                  </a:lnTo>
                  <a:lnTo>
                    <a:pt x="224" y="75"/>
                  </a:lnTo>
                  <a:lnTo>
                    <a:pt x="224" y="75"/>
                  </a:lnTo>
                  <a:lnTo>
                    <a:pt x="228" y="71"/>
                  </a:lnTo>
                  <a:lnTo>
                    <a:pt x="229" y="66"/>
                  </a:lnTo>
                  <a:lnTo>
                    <a:pt x="229" y="66"/>
                  </a:lnTo>
                  <a:lnTo>
                    <a:pt x="228" y="62"/>
                  </a:lnTo>
                  <a:lnTo>
                    <a:pt x="226" y="59"/>
                  </a:lnTo>
                  <a:lnTo>
                    <a:pt x="226" y="59"/>
                  </a:lnTo>
                  <a:lnTo>
                    <a:pt x="233" y="52"/>
                  </a:lnTo>
                  <a:lnTo>
                    <a:pt x="240" y="43"/>
                  </a:lnTo>
                  <a:lnTo>
                    <a:pt x="250" y="37"/>
                  </a:lnTo>
                  <a:lnTo>
                    <a:pt x="260" y="32"/>
                  </a:lnTo>
                  <a:lnTo>
                    <a:pt x="260" y="32"/>
                  </a:lnTo>
                  <a:lnTo>
                    <a:pt x="263" y="30"/>
                  </a:lnTo>
                  <a:lnTo>
                    <a:pt x="264" y="27"/>
                  </a:lnTo>
                  <a:lnTo>
                    <a:pt x="264" y="27"/>
                  </a:lnTo>
                  <a:lnTo>
                    <a:pt x="264" y="23"/>
                  </a:lnTo>
                  <a:lnTo>
                    <a:pt x="263" y="19"/>
                  </a:lnTo>
                  <a:lnTo>
                    <a:pt x="263" y="19"/>
                  </a:lnTo>
                  <a:lnTo>
                    <a:pt x="260" y="17"/>
                  </a:lnTo>
                  <a:lnTo>
                    <a:pt x="254" y="12"/>
                  </a:lnTo>
                  <a:lnTo>
                    <a:pt x="249" y="9"/>
                  </a:lnTo>
                  <a:lnTo>
                    <a:pt x="244" y="7"/>
                  </a:lnTo>
                  <a:lnTo>
                    <a:pt x="238" y="5"/>
                  </a:lnTo>
                  <a:lnTo>
                    <a:pt x="230" y="4"/>
                  </a:lnTo>
                  <a:lnTo>
                    <a:pt x="230" y="4"/>
                  </a:lnTo>
                  <a:lnTo>
                    <a:pt x="223" y="5"/>
                  </a:lnTo>
                  <a:lnTo>
                    <a:pt x="215" y="8"/>
                  </a:lnTo>
                  <a:lnTo>
                    <a:pt x="215" y="8"/>
                  </a:lnTo>
                  <a:lnTo>
                    <a:pt x="210" y="5"/>
                  </a:lnTo>
                  <a:lnTo>
                    <a:pt x="205" y="3"/>
                  </a:lnTo>
                  <a:lnTo>
                    <a:pt x="199" y="2"/>
                  </a:lnTo>
                  <a:lnTo>
                    <a:pt x="191" y="0"/>
                  </a:lnTo>
                  <a:lnTo>
                    <a:pt x="191" y="0"/>
                  </a:lnTo>
                  <a:lnTo>
                    <a:pt x="185" y="0"/>
                  </a:lnTo>
                  <a:lnTo>
                    <a:pt x="177" y="2"/>
                  </a:lnTo>
                  <a:lnTo>
                    <a:pt x="171" y="4"/>
                  </a:lnTo>
                  <a:lnTo>
                    <a:pt x="163" y="8"/>
                  </a:lnTo>
                  <a:lnTo>
                    <a:pt x="163" y="8"/>
                  </a:lnTo>
                  <a:lnTo>
                    <a:pt x="156" y="4"/>
                  </a:lnTo>
                  <a:lnTo>
                    <a:pt x="148" y="2"/>
                  </a:lnTo>
                  <a:lnTo>
                    <a:pt x="142" y="0"/>
                  </a:lnTo>
                  <a:lnTo>
                    <a:pt x="136" y="0"/>
                  </a:lnTo>
                  <a:lnTo>
                    <a:pt x="136" y="0"/>
                  </a:lnTo>
                  <a:lnTo>
                    <a:pt x="128" y="2"/>
                  </a:lnTo>
                  <a:lnTo>
                    <a:pt x="122" y="3"/>
                  </a:lnTo>
                  <a:lnTo>
                    <a:pt x="116" y="5"/>
                  </a:lnTo>
                  <a:lnTo>
                    <a:pt x="112" y="8"/>
                  </a:lnTo>
                  <a:lnTo>
                    <a:pt x="112" y="8"/>
                  </a:lnTo>
                  <a:lnTo>
                    <a:pt x="104" y="5"/>
                  </a:lnTo>
                  <a:lnTo>
                    <a:pt x="95" y="4"/>
                  </a:lnTo>
                  <a:lnTo>
                    <a:pt x="95" y="4"/>
                  </a:lnTo>
                  <a:lnTo>
                    <a:pt x="89" y="5"/>
                  </a:lnTo>
                  <a:lnTo>
                    <a:pt x="83" y="7"/>
                  </a:lnTo>
                  <a:lnTo>
                    <a:pt x="77" y="9"/>
                  </a:lnTo>
                  <a:lnTo>
                    <a:pt x="73" y="12"/>
                  </a:lnTo>
                  <a:lnTo>
                    <a:pt x="67" y="17"/>
                  </a:lnTo>
                  <a:lnTo>
                    <a:pt x="64" y="19"/>
                  </a:lnTo>
                  <a:lnTo>
                    <a:pt x="64" y="19"/>
                  </a:lnTo>
                  <a:lnTo>
                    <a:pt x="61" y="23"/>
                  </a:lnTo>
                  <a:lnTo>
                    <a:pt x="61" y="27"/>
                  </a:lnTo>
                  <a:lnTo>
                    <a:pt x="61" y="27"/>
                  </a:lnTo>
                  <a:lnTo>
                    <a:pt x="64" y="30"/>
                  </a:lnTo>
                  <a:lnTo>
                    <a:pt x="67" y="32"/>
                  </a:lnTo>
                  <a:lnTo>
                    <a:pt x="67" y="32"/>
                  </a:lnTo>
                  <a:lnTo>
                    <a:pt x="77" y="37"/>
                  </a:lnTo>
                  <a:lnTo>
                    <a:pt x="85" y="43"/>
                  </a:lnTo>
                  <a:lnTo>
                    <a:pt x="94" y="52"/>
                  </a:lnTo>
                  <a:lnTo>
                    <a:pt x="101" y="59"/>
                  </a:lnTo>
                  <a:lnTo>
                    <a:pt x="101" y="59"/>
                  </a:lnTo>
                  <a:lnTo>
                    <a:pt x="99" y="62"/>
                  </a:lnTo>
                  <a:lnTo>
                    <a:pt x="98" y="66"/>
                  </a:lnTo>
                  <a:lnTo>
                    <a:pt x="98" y="66"/>
                  </a:lnTo>
                  <a:lnTo>
                    <a:pt x="99" y="71"/>
                  </a:lnTo>
                  <a:lnTo>
                    <a:pt x="103" y="75"/>
                  </a:lnTo>
                  <a:lnTo>
                    <a:pt x="103" y="75"/>
                  </a:lnTo>
                  <a:lnTo>
                    <a:pt x="99" y="78"/>
                  </a:lnTo>
                  <a:lnTo>
                    <a:pt x="98" y="83"/>
                  </a:lnTo>
                  <a:lnTo>
                    <a:pt x="98" y="83"/>
                  </a:lnTo>
                  <a:lnTo>
                    <a:pt x="99" y="87"/>
                  </a:lnTo>
                  <a:lnTo>
                    <a:pt x="99" y="87"/>
                  </a:lnTo>
                  <a:lnTo>
                    <a:pt x="83" y="96"/>
                  </a:lnTo>
                  <a:lnTo>
                    <a:pt x="69" y="105"/>
                  </a:lnTo>
                  <a:lnTo>
                    <a:pt x="56" y="115"/>
                  </a:lnTo>
                  <a:lnTo>
                    <a:pt x="45" y="124"/>
                  </a:lnTo>
                  <a:lnTo>
                    <a:pt x="36" y="135"/>
                  </a:lnTo>
                  <a:lnTo>
                    <a:pt x="28" y="145"/>
                  </a:lnTo>
                  <a:lnTo>
                    <a:pt x="21" y="155"/>
                  </a:lnTo>
                  <a:lnTo>
                    <a:pt x="15" y="166"/>
                  </a:lnTo>
                  <a:lnTo>
                    <a:pt x="15" y="166"/>
                  </a:lnTo>
                  <a:lnTo>
                    <a:pt x="11" y="177"/>
                  </a:lnTo>
                  <a:lnTo>
                    <a:pt x="7" y="188"/>
                  </a:lnTo>
                  <a:lnTo>
                    <a:pt x="2" y="205"/>
                  </a:lnTo>
                  <a:lnTo>
                    <a:pt x="0" y="222"/>
                  </a:lnTo>
                  <a:lnTo>
                    <a:pt x="0" y="232"/>
                  </a:lnTo>
                  <a:lnTo>
                    <a:pt x="0" y="232"/>
                  </a:lnTo>
                  <a:lnTo>
                    <a:pt x="0" y="236"/>
                  </a:lnTo>
                  <a:lnTo>
                    <a:pt x="0" y="236"/>
                  </a:lnTo>
                  <a:lnTo>
                    <a:pt x="1" y="256"/>
                  </a:lnTo>
                  <a:lnTo>
                    <a:pt x="5" y="273"/>
                  </a:lnTo>
                  <a:lnTo>
                    <a:pt x="11" y="290"/>
                  </a:lnTo>
                  <a:lnTo>
                    <a:pt x="19" y="304"/>
                  </a:lnTo>
                  <a:lnTo>
                    <a:pt x="19" y="304"/>
                  </a:lnTo>
                  <a:lnTo>
                    <a:pt x="26" y="314"/>
                  </a:lnTo>
                  <a:lnTo>
                    <a:pt x="34" y="323"/>
                  </a:lnTo>
                  <a:lnTo>
                    <a:pt x="43" y="329"/>
                  </a:lnTo>
                  <a:lnTo>
                    <a:pt x="51" y="336"/>
                  </a:lnTo>
                  <a:lnTo>
                    <a:pt x="60" y="341"/>
                  </a:lnTo>
                  <a:lnTo>
                    <a:pt x="70" y="346"/>
                  </a:lnTo>
                  <a:lnTo>
                    <a:pt x="89" y="354"/>
                  </a:lnTo>
                  <a:lnTo>
                    <a:pt x="89" y="354"/>
                  </a:lnTo>
                  <a:lnTo>
                    <a:pt x="108" y="358"/>
                  </a:lnTo>
                  <a:lnTo>
                    <a:pt x="126" y="362"/>
                  </a:lnTo>
                  <a:lnTo>
                    <a:pt x="141" y="363"/>
                  </a:lnTo>
                  <a:lnTo>
                    <a:pt x="153" y="363"/>
                  </a:lnTo>
                  <a:lnTo>
                    <a:pt x="153" y="363"/>
                  </a:lnTo>
                  <a:lnTo>
                    <a:pt x="157" y="363"/>
                  </a:lnTo>
                  <a:lnTo>
                    <a:pt x="170" y="363"/>
                  </a:lnTo>
                  <a:lnTo>
                    <a:pt x="170" y="363"/>
                  </a:lnTo>
                  <a:lnTo>
                    <a:pt x="174" y="363"/>
                  </a:lnTo>
                  <a:lnTo>
                    <a:pt x="174" y="363"/>
                  </a:lnTo>
                  <a:lnTo>
                    <a:pt x="189" y="363"/>
                  </a:lnTo>
                  <a:lnTo>
                    <a:pt x="209" y="360"/>
                  </a:lnTo>
                  <a:lnTo>
                    <a:pt x="231" y="355"/>
                  </a:lnTo>
                  <a:lnTo>
                    <a:pt x="243" y="351"/>
                  </a:lnTo>
                  <a:lnTo>
                    <a:pt x="254" y="346"/>
                  </a:lnTo>
                  <a:lnTo>
                    <a:pt x="254" y="346"/>
                  </a:lnTo>
                  <a:lnTo>
                    <a:pt x="252" y="344"/>
                  </a:lnTo>
                  <a:lnTo>
                    <a:pt x="250" y="340"/>
                  </a:lnTo>
                  <a:lnTo>
                    <a:pt x="249" y="336"/>
                  </a:lnTo>
                  <a:lnTo>
                    <a:pt x="248" y="333"/>
                  </a:lnTo>
                  <a:lnTo>
                    <a:pt x="248" y="333"/>
                  </a:lnTo>
                  <a:lnTo>
                    <a:pt x="249" y="329"/>
                  </a:lnTo>
                  <a:lnTo>
                    <a:pt x="249" y="329"/>
                  </a:lnTo>
                  <a:lnTo>
                    <a:pt x="231" y="335"/>
                  </a:lnTo>
                  <a:lnTo>
                    <a:pt x="231" y="335"/>
                  </a:lnTo>
                  <a:lnTo>
                    <a:pt x="215" y="340"/>
                  </a:lnTo>
                  <a:lnTo>
                    <a:pt x="199" y="343"/>
                  </a:lnTo>
                  <a:lnTo>
                    <a:pt x="185" y="344"/>
                  </a:lnTo>
                  <a:lnTo>
                    <a:pt x="174" y="344"/>
                  </a:lnTo>
                  <a:lnTo>
                    <a:pt x="174" y="344"/>
                  </a:lnTo>
                  <a:lnTo>
                    <a:pt x="170" y="344"/>
                  </a:lnTo>
                  <a:lnTo>
                    <a:pt x="170" y="344"/>
                  </a:lnTo>
                  <a:lnTo>
                    <a:pt x="157" y="344"/>
                  </a:lnTo>
                  <a:lnTo>
                    <a:pt x="157" y="344"/>
                  </a:lnTo>
                  <a:lnTo>
                    <a:pt x="157" y="344"/>
                  </a:lnTo>
                  <a:lnTo>
                    <a:pt x="153" y="344"/>
                  </a:lnTo>
                  <a:lnTo>
                    <a:pt x="153" y="344"/>
                  </a:lnTo>
                  <a:lnTo>
                    <a:pt x="137" y="344"/>
                  </a:lnTo>
                  <a:lnTo>
                    <a:pt x="117" y="341"/>
                  </a:lnTo>
                  <a:lnTo>
                    <a:pt x="107" y="339"/>
                  </a:lnTo>
                  <a:lnTo>
                    <a:pt x="95" y="335"/>
                  </a:lnTo>
                  <a:lnTo>
                    <a:pt x="83" y="331"/>
                  </a:lnTo>
                  <a:lnTo>
                    <a:pt x="73" y="326"/>
                  </a:lnTo>
                  <a:lnTo>
                    <a:pt x="73" y="326"/>
                  </a:lnTo>
                  <a:lnTo>
                    <a:pt x="61" y="320"/>
                  </a:lnTo>
                  <a:lnTo>
                    <a:pt x="51" y="312"/>
                  </a:lnTo>
                  <a:lnTo>
                    <a:pt x="43" y="304"/>
                  </a:lnTo>
                  <a:lnTo>
                    <a:pt x="35" y="294"/>
                  </a:lnTo>
                  <a:lnTo>
                    <a:pt x="35" y="294"/>
                  </a:lnTo>
                  <a:lnTo>
                    <a:pt x="28" y="282"/>
                  </a:lnTo>
                  <a:lnTo>
                    <a:pt x="22" y="268"/>
                  </a:lnTo>
                  <a:lnTo>
                    <a:pt x="20" y="253"/>
                  </a:lnTo>
                  <a:lnTo>
                    <a:pt x="19" y="234"/>
                  </a:lnTo>
                  <a:lnTo>
                    <a:pt x="19" y="234"/>
                  </a:lnTo>
                  <a:lnTo>
                    <a:pt x="19" y="234"/>
                  </a:lnTo>
                  <a:lnTo>
                    <a:pt x="19" y="234"/>
                  </a:lnTo>
                  <a:lnTo>
                    <a:pt x="19" y="234"/>
                  </a:lnTo>
                  <a:lnTo>
                    <a:pt x="19" y="234"/>
                  </a:lnTo>
                  <a:lnTo>
                    <a:pt x="19" y="232"/>
                  </a:lnTo>
                  <a:lnTo>
                    <a:pt x="19" y="232"/>
                  </a:lnTo>
                  <a:lnTo>
                    <a:pt x="19" y="223"/>
                  </a:lnTo>
                  <a:lnTo>
                    <a:pt x="20" y="209"/>
                  </a:lnTo>
                  <a:lnTo>
                    <a:pt x="25" y="193"/>
                  </a:lnTo>
                  <a:lnTo>
                    <a:pt x="28" y="184"/>
                  </a:lnTo>
                  <a:lnTo>
                    <a:pt x="33" y="174"/>
                  </a:lnTo>
                  <a:lnTo>
                    <a:pt x="33" y="174"/>
                  </a:lnTo>
                  <a:lnTo>
                    <a:pt x="38" y="164"/>
                  </a:lnTo>
                  <a:lnTo>
                    <a:pt x="44" y="155"/>
                  </a:lnTo>
                  <a:lnTo>
                    <a:pt x="51" y="145"/>
                  </a:lnTo>
                  <a:lnTo>
                    <a:pt x="61" y="135"/>
                  </a:lnTo>
                  <a:lnTo>
                    <a:pt x="72" y="126"/>
                  </a:lnTo>
                  <a:lnTo>
                    <a:pt x="84" y="117"/>
                  </a:lnTo>
                  <a:lnTo>
                    <a:pt x="98" y="109"/>
                  </a:lnTo>
                  <a:lnTo>
                    <a:pt x="114" y="101"/>
                  </a:lnTo>
                  <a:lnTo>
                    <a:pt x="162" y="101"/>
                  </a:lnTo>
                  <a:lnTo>
                    <a:pt x="163" y="101"/>
                  </a:lnTo>
                  <a:lnTo>
                    <a:pt x="213" y="101"/>
                  </a:lnTo>
                  <a:lnTo>
                    <a:pt x="213" y="101"/>
                  </a:lnTo>
                  <a:lnTo>
                    <a:pt x="229" y="109"/>
                  </a:lnTo>
                  <a:lnTo>
                    <a:pt x="243" y="117"/>
                  </a:lnTo>
                  <a:lnTo>
                    <a:pt x="255" y="126"/>
                  </a:lnTo>
                  <a:lnTo>
                    <a:pt x="265" y="135"/>
                  </a:lnTo>
                  <a:lnTo>
                    <a:pt x="274" y="145"/>
                  </a:lnTo>
                  <a:lnTo>
                    <a:pt x="283" y="155"/>
                  </a:lnTo>
                  <a:lnTo>
                    <a:pt x="289" y="164"/>
                  </a:lnTo>
                  <a:lnTo>
                    <a:pt x="294" y="174"/>
                  </a:lnTo>
                  <a:lnTo>
                    <a:pt x="294" y="174"/>
                  </a:lnTo>
                  <a:lnTo>
                    <a:pt x="298" y="184"/>
                  </a:lnTo>
                  <a:lnTo>
                    <a:pt x="302" y="193"/>
                  </a:lnTo>
                  <a:lnTo>
                    <a:pt x="306" y="209"/>
                  </a:lnTo>
                  <a:lnTo>
                    <a:pt x="308" y="223"/>
                  </a:lnTo>
                  <a:lnTo>
                    <a:pt x="308" y="232"/>
                  </a:lnTo>
                  <a:lnTo>
                    <a:pt x="308" y="232"/>
                  </a:lnTo>
                  <a:lnTo>
                    <a:pt x="308" y="234"/>
                  </a:lnTo>
                  <a:lnTo>
                    <a:pt x="308" y="234"/>
                  </a:lnTo>
                  <a:lnTo>
                    <a:pt x="308" y="234"/>
                  </a:lnTo>
                  <a:lnTo>
                    <a:pt x="308" y="234"/>
                  </a:lnTo>
                  <a:lnTo>
                    <a:pt x="308" y="234"/>
                  </a:lnTo>
                  <a:lnTo>
                    <a:pt x="308" y="234"/>
                  </a:lnTo>
                  <a:lnTo>
                    <a:pt x="307" y="251"/>
                  </a:lnTo>
                  <a:lnTo>
                    <a:pt x="326" y="251"/>
                  </a:lnTo>
                  <a:lnTo>
                    <a:pt x="326" y="251"/>
                  </a:lnTo>
                  <a:lnTo>
                    <a:pt x="327" y="236"/>
                  </a:lnTo>
                  <a:lnTo>
                    <a:pt x="327" y="236"/>
                  </a:lnTo>
                  <a:lnTo>
                    <a:pt x="327" y="232"/>
                  </a:lnTo>
                  <a:lnTo>
                    <a:pt x="327" y="232"/>
                  </a:lnTo>
                  <a:lnTo>
                    <a:pt x="327" y="222"/>
                  </a:lnTo>
                  <a:lnTo>
                    <a:pt x="325" y="205"/>
                  </a:lnTo>
                  <a:lnTo>
                    <a:pt x="320" y="188"/>
                  </a:lnTo>
                  <a:lnTo>
                    <a:pt x="316" y="177"/>
                  </a:lnTo>
                  <a:lnTo>
                    <a:pt x="311" y="166"/>
                  </a:lnTo>
                  <a:lnTo>
                    <a:pt x="311" y="166"/>
                  </a:lnTo>
                  <a:close/>
                  <a:moveTo>
                    <a:pt x="209" y="56"/>
                  </a:moveTo>
                  <a:lnTo>
                    <a:pt x="118" y="56"/>
                  </a:lnTo>
                  <a:lnTo>
                    <a:pt x="118" y="56"/>
                  </a:lnTo>
                  <a:lnTo>
                    <a:pt x="112" y="48"/>
                  </a:lnTo>
                  <a:lnTo>
                    <a:pt x="104" y="39"/>
                  </a:lnTo>
                  <a:lnTo>
                    <a:pt x="95" y="30"/>
                  </a:lnTo>
                  <a:lnTo>
                    <a:pt x="84" y="23"/>
                  </a:lnTo>
                  <a:lnTo>
                    <a:pt x="84" y="23"/>
                  </a:lnTo>
                  <a:lnTo>
                    <a:pt x="89" y="22"/>
                  </a:lnTo>
                  <a:lnTo>
                    <a:pt x="95" y="20"/>
                  </a:lnTo>
                  <a:lnTo>
                    <a:pt x="95" y="20"/>
                  </a:lnTo>
                  <a:lnTo>
                    <a:pt x="102" y="22"/>
                  </a:lnTo>
                  <a:lnTo>
                    <a:pt x="109" y="24"/>
                  </a:lnTo>
                  <a:lnTo>
                    <a:pt x="109" y="24"/>
                  </a:lnTo>
                  <a:lnTo>
                    <a:pt x="112" y="25"/>
                  </a:lnTo>
                  <a:lnTo>
                    <a:pt x="114" y="25"/>
                  </a:lnTo>
                  <a:lnTo>
                    <a:pt x="117" y="24"/>
                  </a:lnTo>
                  <a:lnTo>
                    <a:pt x="119" y="23"/>
                  </a:lnTo>
                  <a:lnTo>
                    <a:pt x="119" y="23"/>
                  </a:lnTo>
                  <a:lnTo>
                    <a:pt x="119" y="23"/>
                  </a:lnTo>
                  <a:lnTo>
                    <a:pt x="124" y="19"/>
                  </a:lnTo>
                  <a:lnTo>
                    <a:pt x="129" y="17"/>
                  </a:lnTo>
                  <a:lnTo>
                    <a:pt x="136" y="15"/>
                  </a:lnTo>
                  <a:lnTo>
                    <a:pt x="136" y="15"/>
                  </a:lnTo>
                  <a:lnTo>
                    <a:pt x="141" y="17"/>
                  </a:lnTo>
                  <a:lnTo>
                    <a:pt x="146" y="18"/>
                  </a:lnTo>
                  <a:lnTo>
                    <a:pt x="152" y="20"/>
                  </a:lnTo>
                  <a:lnTo>
                    <a:pt x="160" y="24"/>
                  </a:lnTo>
                  <a:lnTo>
                    <a:pt x="160" y="24"/>
                  </a:lnTo>
                  <a:lnTo>
                    <a:pt x="163" y="25"/>
                  </a:lnTo>
                  <a:lnTo>
                    <a:pt x="167" y="24"/>
                  </a:lnTo>
                  <a:lnTo>
                    <a:pt x="167" y="24"/>
                  </a:lnTo>
                  <a:lnTo>
                    <a:pt x="175" y="20"/>
                  </a:lnTo>
                  <a:lnTo>
                    <a:pt x="181" y="18"/>
                  </a:lnTo>
                  <a:lnTo>
                    <a:pt x="186" y="17"/>
                  </a:lnTo>
                  <a:lnTo>
                    <a:pt x="191" y="15"/>
                  </a:lnTo>
                  <a:lnTo>
                    <a:pt x="191" y="15"/>
                  </a:lnTo>
                  <a:lnTo>
                    <a:pt x="199" y="17"/>
                  </a:lnTo>
                  <a:lnTo>
                    <a:pt x="204" y="19"/>
                  </a:lnTo>
                  <a:lnTo>
                    <a:pt x="204" y="19"/>
                  </a:lnTo>
                  <a:lnTo>
                    <a:pt x="206" y="22"/>
                  </a:lnTo>
                  <a:lnTo>
                    <a:pt x="207" y="23"/>
                  </a:lnTo>
                  <a:lnTo>
                    <a:pt x="207" y="23"/>
                  </a:lnTo>
                  <a:lnTo>
                    <a:pt x="207" y="23"/>
                  </a:lnTo>
                  <a:lnTo>
                    <a:pt x="209" y="24"/>
                  </a:lnTo>
                  <a:lnTo>
                    <a:pt x="211" y="25"/>
                  </a:lnTo>
                  <a:lnTo>
                    <a:pt x="215" y="25"/>
                  </a:lnTo>
                  <a:lnTo>
                    <a:pt x="218" y="24"/>
                  </a:lnTo>
                  <a:lnTo>
                    <a:pt x="218" y="24"/>
                  </a:lnTo>
                  <a:lnTo>
                    <a:pt x="224" y="22"/>
                  </a:lnTo>
                  <a:lnTo>
                    <a:pt x="230" y="20"/>
                  </a:lnTo>
                  <a:lnTo>
                    <a:pt x="230" y="20"/>
                  </a:lnTo>
                  <a:lnTo>
                    <a:pt x="236" y="22"/>
                  </a:lnTo>
                  <a:lnTo>
                    <a:pt x="243" y="23"/>
                  </a:lnTo>
                  <a:lnTo>
                    <a:pt x="243" y="23"/>
                  </a:lnTo>
                  <a:lnTo>
                    <a:pt x="231" y="30"/>
                  </a:lnTo>
                  <a:lnTo>
                    <a:pt x="223" y="39"/>
                  </a:lnTo>
                  <a:lnTo>
                    <a:pt x="215" y="48"/>
                  </a:lnTo>
                  <a:lnTo>
                    <a:pt x="209" y="56"/>
                  </a:lnTo>
                  <a:lnTo>
                    <a:pt x="209" y="56"/>
                  </a:lnTo>
                  <a:close/>
                  <a:moveTo>
                    <a:pt x="160" y="314"/>
                  </a:moveTo>
                  <a:lnTo>
                    <a:pt x="160" y="314"/>
                  </a:lnTo>
                  <a:lnTo>
                    <a:pt x="161" y="315"/>
                  </a:lnTo>
                  <a:lnTo>
                    <a:pt x="163" y="316"/>
                  </a:lnTo>
                  <a:lnTo>
                    <a:pt x="163" y="316"/>
                  </a:lnTo>
                  <a:lnTo>
                    <a:pt x="167" y="315"/>
                  </a:lnTo>
                  <a:lnTo>
                    <a:pt x="168" y="314"/>
                  </a:lnTo>
                  <a:lnTo>
                    <a:pt x="168" y="314"/>
                  </a:lnTo>
                  <a:lnTo>
                    <a:pt x="170" y="305"/>
                  </a:lnTo>
                  <a:lnTo>
                    <a:pt x="170" y="292"/>
                  </a:lnTo>
                  <a:lnTo>
                    <a:pt x="170" y="292"/>
                  </a:lnTo>
                  <a:lnTo>
                    <a:pt x="181" y="290"/>
                  </a:lnTo>
                  <a:lnTo>
                    <a:pt x="192" y="286"/>
                  </a:lnTo>
                  <a:lnTo>
                    <a:pt x="192" y="286"/>
                  </a:lnTo>
                  <a:lnTo>
                    <a:pt x="200" y="278"/>
                  </a:lnTo>
                  <a:lnTo>
                    <a:pt x="206" y="271"/>
                  </a:lnTo>
                  <a:lnTo>
                    <a:pt x="206" y="271"/>
                  </a:lnTo>
                  <a:lnTo>
                    <a:pt x="210" y="261"/>
                  </a:lnTo>
                  <a:lnTo>
                    <a:pt x="211" y="251"/>
                  </a:lnTo>
                  <a:lnTo>
                    <a:pt x="211" y="251"/>
                  </a:lnTo>
                  <a:lnTo>
                    <a:pt x="211" y="243"/>
                  </a:lnTo>
                  <a:lnTo>
                    <a:pt x="209" y="236"/>
                  </a:lnTo>
                  <a:lnTo>
                    <a:pt x="209" y="236"/>
                  </a:lnTo>
                  <a:lnTo>
                    <a:pt x="205" y="229"/>
                  </a:lnTo>
                  <a:lnTo>
                    <a:pt x="200" y="224"/>
                  </a:lnTo>
                  <a:lnTo>
                    <a:pt x="200" y="224"/>
                  </a:lnTo>
                  <a:lnTo>
                    <a:pt x="194" y="219"/>
                  </a:lnTo>
                  <a:lnTo>
                    <a:pt x="187" y="217"/>
                  </a:lnTo>
                  <a:lnTo>
                    <a:pt x="187" y="217"/>
                  </a:lnTo>
                  <a:lnTo>
                    <a:pt x="170" y="210"/>
                  </a:lnTo>
                  <a:lnTo>
                    <a:pt x="170" y="173"/>
                  </a:lnTo>
                  <a:lnTo>
                    <a:pt x="170" y="173"/>
                  </a:lnTo>
                  <a:lnTo>
                    <a:pt x="175" y="175"/>
                  </a:lnTo>
                  <a:lnTo>
                    <a:pt x="179" y="178"/>
                  </a:lnTo>
                  <a:lnTo>
                    <a:pt x="182" y="183"/>
                  </a:lnTo>
                  <a:lnTo>
                    <a:pt x="184" y="188"/>
                  </a:lnTo>
                  <a:lnTo>
                    <a:pt x="184" y="188"/>
                  </a:lnTo>
                  <a:lnTo>
                    <a:pt x="186" y="192"/>
                  </a:lnTo>
                  <a:lnTo>
                    <a:pt x="189" y="195"/>
                  </a:lnTo>
                  <a:lnTo>
                    <a:pt x="191" y="197"/>
                  </a:lnTo>
                  <a:lnTo>
                    <a:pt x="196" y="198"/>
                  </a:lnTo>
                  <a:lnTo>
                    <a:pt x="196" y="198"/>
                  </a:lnTo>
                  <a:lnTo>
                    <a:pt x="200" y="197"/>
                  </a:lnTo>
                  <a:lnTo>
                    <a:pt x="204" y="194"/>
                  </a:lnTo>
                  <a:lnTo>
                    <a:pt x="204" y="194"/>
                  </a:lnTo>
                  <a:lnTo>
                    <a:pt x="206" y="190"/>
                  </a:lnTo>
                  <a:lnTo>
                    <a:pt x="207" y="187"/>
                  </a:lnTo>
                  <a:lnTo>
                    <a:pt x="207" y="187"/>
                  </a:lnTo>
                  <a:lnTo>
                    <a:pt x="206" y="182"/>
                  </a:lnTo>
                  <a:lnTo>
                    <a:pt x="205" y="177"/>
                  </a:lnTo>
                  <a:lnTo>
                    <a:pt x="205" y="177"/>
                  </a:lnTo>
                  <a:lnTo>
                    <a:pt x="202" y="173"/>
                  </a:lnTo>
                  <a:lnTo>
                    <a:pt x="199" y="168"/>
                  </a:lnTo>
                  <a:lnTo>
                    <a:pt x="199" y="168"/>
                  </a:lnTo>
                  <a:lnTo>
                    <a:pt x="192" y="163"/>
                  </a:lnTo>
                  <a:lnTo>
                    <a:pt x="186" y="158"/>
                  </a:lnTo>
                  <a:lnTo>
                    <a:pt x="186" y="158"/>
                  </a:lnTo>
                  <a:lnTo>
                    <a:pt x="179" y="155"/>
                  </a:lnTo>
                  <a:lnTo>
                    <a:pt x="170" y="154"/>
                  </a:lnTo>
                  <a:lnTo>
                    <a:pt x="170" y="144"/>
                  </a:lnTo>
                  <a:lnTo>
                    <a:pt x="170" y="144"/>
                  </a:lnTo>
                  <a:lnTo>
                    <a:pt x="168" y="141"/>
                  </a:lnTo>
                  <a:lnTo>
                    <a:pt x="168" y="139"/>
                  </a:lnTo>
                  <a:lnTo>
                    <a:pt x="166" y="137"/>
                  </a:lnTo>
                  <a:lnTo>
                    <a:pt x="163" y="136"/>
                  </a:lnTo>
                  <a:lnTo>
                    <a:pt x="163" y="136"/>
                  </a:lnTo>
                  <a:lnTo>
                    <a:pt x="161" y="137"/>
                  </a:lnTo>
                  <a:lnTo>
                    <a:pt x="160" y="139"/>
                  </a:lnTo>
                  <a:lnTo>
                    <a:pt x="158" y="141"/>
                  </a:lnTo>
                  <a:lnTo>
                    <a:pt x="157" y="145"/>
                  </a:lnTo>
                  <a:lnTo>
                    <a:pt x="157" y="154"/>
                  </a:lnTo>
                  <a:lnTo>
                    <a:pt x="157" y="154"/>
                  </a:lnTo>
                  <a:lnTo>
                    <a:pt x="148" y="155"/>
                  </a:lnTo>
                  <a:lnTo>
                    <a:pt x="141" y="158"/>
                  </a:lnTo>
                  <a:lnTo>
                    <a:pt x="134" y="161"/>
                  </a:lnTo>
                  <a:lnTo>
                    <a:pt x="128" y="166"/>
                  </a:lnTo>
                  <a:lnTo>
                    <a:pt x="128" y="166"/>
                  </a:lnTo>
                  <a:lnTo>
                    <a:pt x="124" y="171"/>
                  </a:lnTo>
                  <a:lnTo>
                    <a:pt x="121" y="178"/>
                  </a:lnTo>
                  <a:lnTo>
                    <a:pt x="119" y="184"/>
                  </a:lnTo>
                  <a:lnTo>
                    <a:pt x="118" y="192"/>
                  </a:lnTo>
                  <a:lnTo>
                    <a:pt x="118" y="192"/>
                  </a:lnTo>
                  <a:lnTo>
                    <a:pt x="119" y="203"/>
                  </a:lnTo>
                  <a:lnTo>
                    <a:pt x="122" y="208"/>
                  </a:lnTo>
                  <a:lnTo>
                    <a:pt x="124" y="212"/>
                  </a:lnTo>
                  <a:lnTo>
                    <a:pt x="124" y="212"/>
                  </a:lnTo>
                  <a:lnTo>
                    <a:pt x="129" y="218"/>
                  </a:lnTo>
                  <a:lnTo>
                    <a:pt x="137" y="223"/>
                  </a:lnTo>
                  <a:lnTo>
                    <a:pt x="137" y="223"/>
                  </a:lnTo>
                  <a:lnTo>
                    <a:pt x="147" y="227"/>
                  </a:lnTo>
                  <a:lnTo>
                    <a:pt x="157" y="231"/>
                  </a:lnTo>
                  <a:lnTo>
                    <a:pt x="157" y="273"/>
                  </a:lnTo>
                  <a:lnTo>
                    <a:pt x="157" y="273"/>
                  </a:lnTo>
                  <a:lnTo>
                    <a:pt x="152" y="272"/>
                  </a:lnTo>
                  <a:lnTo>
                    <a:pt x="148" y="268"/>
                  </a:lnTo>
                  <a:lnTo>
                    <a:pt x="148" y="268"/>
                  </a:lnTo>
                  <a:lnTo>
                    <a:pt x="145" y="265"/>
                  </a:lnTo>
                  <a:lnTo>
                    <a:pt x="142" y="261"/>
                  </a:lnTo>
                  <a:lnTo>
                    <a:pt x="142" y="261"/>
                  </a:lnTo>
                  <a:lnTo>
                    <a:pt x="138" y="250"/>
                  </a:lnTo>
                  <a:lnTo>
                    <a:pt x="138" y="250"/>
                  </a:lnTo>
                  <a:lnTo>
                    <a:pt x="137" y="247"/>
                  </a:lnTo>
                  <a:lnTo>
                    <a:pt x="134" y="244"/>
                  </a:lnTo>
                  <a:lnTo>
                    <a:pt x="134" y="244"/>
                  </a:lnTo>
                  <a:lnTo>
                    <a:pt x="131" y="243"/>
                  </a:lnTo>
                  <a:lnTo>
                    <a:pt x="127" y="242"/>
                  </a:lnTo>
                  <a:lnTo>
                    <a:pt x="127" y="242"/>
                  </a:lnTo>
                  <a:lnTo>
                    <a:pt x="122" y="243"/>
                  </a:lnTo>
                  <a:lnTo>
                    <a:pt x="118" y="246"/>
                  </a:lnTo>
                  <a:lnTo>
                    <a:pt x="118" y="246"/>
                  </a:lnTo>
                  <a:lnTo>
                    <a:pt x="116" y="250"/>
                  </a:lnTo>
                  <a:lnTo>
                    <a:pt x="116" y="255"/>
                  </a:lnTo>
                  <a:lnTo>
                    <a:pt x="116" y="255"/>
                  </a:lnTo>
                  <a:lnTo>
                    <a:pt x="116" y="260"/>
                  </a:lnTo>
                  <a:lnTo>
                    <a:pt x="118" y="266"/>
                  </a:lnTo>
                  <a:lnTo>
                    <a:pt x="118" y="266"/>
                  </a:lnTo>
                  <a:lnTo>
                    <a:pt x="121" y="272"/>
                  </a:lnTo>
                  <a:lnTo>
                    <a:pt x="126" y="278"/>
                  </a:lnTo>
                  <a:lnTo>
                    <a:pt x="126" y="278"/>
                  </a:lnTo>
                  <a:lnTo>
                    <a:pt x="132" y="284"/>
                  </a:lnTo>
                  <a:lnTo>
                    <a:pt x="140" y="287"/>
                  </a:lnTo>
                  <a:lnTo>
                    <a:pt x="140" y="287"/>
                  </a:lnTo>
                  <a:lnTo>
                    <a:pt x="148" y="291"/>
                  </a:lnTo>
                  <a:lnTo>
                    <a:pt x="157" y="292"/>
                  </a:lnTo>
                  <a:lnTo>
                    <a:pt x="157" y="307"/>
                  </a:lnTo>
                  <a:lnTo>
                    <a:pt x="157" y="307"/>
                  </a:lnTo>
                  <a:lnTo>
                    <a:pt x="158" y="311"/>
                  </a:lnTo>
                  <a:lnTo>
                    <a:pt x="160" y="314"/>
                  </a:lnTo>
                  <a:lnTo>
                    <a:pt x="160" y="314"/>
                  </a:lnTo>
                  <a:close/>
                  <a:moveTo>
                    <a:pt x="170" y="234"/>
                  </a:moveTo>
                  <a:lnTo>
                    <a:pt x="170" y="234"/>
                  </a:lnTo>
                  <a:lnTo>
                    <a:pt x="177" y="238"/>
                  </a:lnTo>
                  <a:lnTo>
                    <a:pt x="184" y="242"/>
                  </a:lnTo>
                  <a:lnTo>
                    <a:pt x="184" y="242"/>
                  </a:lnTo>
                  <a:lnTo>
                    <a:pt x="186" y="244"/>
                  </a:lnTo>
                  <a:lnTo>
                    <a:pt x="187" y="247"/>
                  </a:lnTo>
                  <a:lnTo>
                    <a:pt x="189" y="255"/>
                  </a:lnTo>
                  <a:lnTo>
                    <a:pt x="189" y="255"/>
                  </a:lnTo>
                  <a:lnTo>
                    <a:pt x="187" y="261"/>
                  </a:lnTo>
                  <a:lnTo>
                    <a:pt x="184" y="267"/>
                  </a:lnTo>
                  <a:lnTo>
                    <a:pt x="184" y="267"/>
                  </a:lnTo>
                  <a:lnTo>
                    <a:pt x="177" y="272"/>
                  </a:lnTo>
                  <a:lnTo>
                    <a:pt x="170" y="275"/>
                  </a:lnTo>
                  <a:lnTo>
                    <a:pt x="170" y="234"/>
                  </a:lnTo>
                  <a:close/>
                  <a:moveTo>
                    <a:pt x="146" y="200"/>
                  </a:moveTo>
                  <a:lnTo>
                    <a:pt x="146" y="200"/>
                  </a:lnTo>
                  <a:lnTo>
                    <a:pt x="142" y="195"/>
                  </a:lnTo>
                  <a:lnTo>
                    <a:pt x="142" y="189"/>
                  </a:lnTo>
                  <a:lnTo>
                    <a:pt x="142" y="189"/>
                  </a:lnTo>
                  <a:lnTo>
                    <a:pt x="142" y="183"/>
                  </a:lnTo>
                  <a:lnTo>
                    <a:pt x="146" y="178"/>
                  </a:lnTo>
                  <a:lnTo>
                    <a:pt x="146" y="178"/>
                  </a:lnTo>
                  <a:lnTo>
                    <a:pt x="151" y="175"/>
                  </a:lnTo>
                  <a:lnTo>
                    <a:pt x="157" y="171"/>
                  </a:lnTo>
                  <a:lnTo>
                    <a:pt x="157" y="207"/>
                  </a:lnTo>
                  <a:lnTo>
                    <a:pt x="157" y="207"/>
                  </a:lnTo>
                  <a:lnTo>
                    <a:pt x="151" y="204"/>
                  </a:lnTo>
                  <a:lnTo>
                    <a:pt x="146" y="200"/>
                  </a:lnTo>
                  <a:lnTo>
                    <a:pt x="146"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grpSp>
        <p:nvGrpSpPr>
          <p:cNvPr id="40" name="组合 39"/>
          <p:cNvGrpSpPr/>
          <p:nvPr/>
        </p:nvGrpSpPr>
        <p:grpSpPr>
          <a:xfrm>
            <a:off x="5454629" y="2287001"/>
            <a:ext cx="571500" cy="601663"/>
            <a:chOff x="393701" y="2441575"/>
            <a:chExt cx="571500" cy="601663"/>
          </a:xfrm>
          <a:solidFill>
            <a:schemeClr val="accent4"/>
          </a:solidFill>
        </p:grpSpPr>
        <p:sp>
          <p:nvSpPr>
            <p:cNvPr id="41" name="Freeform 83"/>
            <p:cNvSpPr>
              <a:spLocks/>
            </p:cNvSpPr>
            <p:nvPr/>
          </p:nvSpPr>
          <p:spPr bwMode="auto">
            <a:xfrm>
              <a:off x="539751" y="2441575"/>
              <a:ext cx="425450" cy="523875"/>
            </a:xfrm>
            <a:custGeom>
              <a:avLst/>
              <a:gdLst>
                <a:gd name="T0" fmla="*/ 265 w 268"/>
                <a:gd name="T1" fmla="*/ 91 h 330"/>
                <a:gd name="T2" fmla="*/ 231 w 268"/>
                <a:gd name="T3" fmla="*/ 37 h 330"/>
                <a:gd name="T4" fmla="*/ 231 w 268"/>
                <a:gd name="T5" fmla="*/ 37 h 330"/>
                <a:gd name="T6" fmla="*/ 229 w 268"/>
                <a:gd name="T7" fmla="*/ 34 h 330"/>
                <a:gd name="T8" fmla="*/ 225 w 268"/>
                <a:gd name="T9" fmla="*/ 33 h 330"/>
                <a:gd name="T10" fmla="*/ 42 w 268"/>
                <a:gd name="T11" fmla="*/ 1 h 330"/>
                <a:gd name="T12" fmla="*/ 42 w 268"/>
                <a:gd name="T13" fmla="*/ 1 h 330"/>
                <a:gd name="T14" fmla="*/ 36 w 268"/>
                <a:gd name="T15" fmla="*/ 0 h 330"/>
                <a:gd name="T16" fmla="*/ 31 w 268"/>
                <a:gd name="T17" fmla="*/ 1 h 330"/>
                <a:gd name="T18" fmla="*/ 26 w 268"/>
                <a:gd name="T19" fmla="*/ 3 h 330"/>
                <a:gd name="T20" fmla="*/ 21 w 268"/>
                <a:gd name="T21" fmla="*/ 5 h 330"/>
                <a:gd name="T22" fmla="*/ 17 w 268"/>
                <a:gd name="T23" fmla="*/ 9 h 330"/>
                <a:gd name="T24" fmla="*/ 13 w 268"/>
                <a:gd name="T25" fmla="*/ 14 h 330"/>
                <a:gd name="T26" fmla="*/ 11 w 268"/>
                <a:gd name="T27" fmla="*/ 18 h 330"/>
                <a:gd name="T28" fmla="*/ 10 w 268"/>
                <a:gd name="T29" fmla="*/ 24 h 330"/>
                <a:gd name="T30" fmla="*/ 0 w 268"/>
                <a:gd name="T31" fmla="*/ 85 h 330"/>
                <a:gd name="T32" fmla="*/ 0 w 268"/>
                <a:gd name="T33" fmla="*/ 85 h 330"/>
                <a:gd name="T34" fmla="*/ 20 w 268"/>
                <a:gd name="T35" fmla="*/ 90 h 330"/>
                <a:gd name="T36" fmla="*/ 31 w 268"/>
                <a:gd name="T37" fmla="*/ 28 h 330"/>
                <a:gd name="T38" fmla="*/ 31 w 268"/>
                <a:gd name="T39" fmla="*/ 28 h 330"/>
                <a:gd name="T40" fmla="*/ 31 w 268"/>
                <a:gd name="T41" fmla="*/ 25 h 330"/>
                <a:gd name="T42" fmla="*/ 34 w 268"/>
                <a:gd name="T43" fmla="*/ 23 h 330"/>
                <a:gd name="T44" fmla="*/ 36 w 268"/>
                <a:gd name="T45" fmla="*/ 22 h 330"/>
                <a:gd name="T46" fmla="*/ 39 w 268"/>
                <a:gd name="T47" fmla="*/ 22 h 330"/>
                <a:gd name="T48" fmla="*/ 216 w 268"/>
                <a:gd name="T49" fmla="*/ 53 h 330"/>
                <a:gd name="T50" fmla="*/ 246 w 268"/>
                <a:gd name="T51" fmla="*/ 98 h 330"/>
                <a:gd name="T52" fmla="*/ 210 w 268"/>
                <a:gd name="T53" fmla="*/ 304 h 330"/>
                <a:gd name="T54" fmla="*/ 210 w 268"/>
                <a:gd name="T55" fmla="*/ 304 h 330"/>
                <a:gd name="T56" fmla="*/ 210 w 268"/>
                <a:gd name="T57" fmla="*/ 306 h 330"/>
                <a:gd name="T58" fmla="*/ 207 w 268"/>
                <a:gd name="T59" fmla="*/ 309 h 330"/>
                <a:gd name="T60" fmla="*/ 205 w 268"/>
                <a:gd name="T61" fmla="*/ 310 h 330"/>
                <a:gd name="T62" fmla="*/ 202 w 268"/>
                <a:gd name="T63" fmla="*/ 310 h 330"/>
                <a:gd name="T64" fmla="*/ 182 w 268"/>
                <a:gd name="T65" fmla="*/ 306 h 330"/>
                <a:gd name="T66" fmla="*/ 182 w 268"/>
                <a:gd name="T67" fmla="*/ 306 h 330"/>
                <a:gd name="T68" fmla="*/ 182 w 268"/>
                <a:gd name="T69" fmla="*/ 311 h 330"/>
                <a:gd name="T70" fmla="*/ 182 w 268"/>
                <a:gd name="T71" fmla="*/ 311 h 330"/>
                <a:gd name="T72" fmla="*/ 182 w 268"/>
                <a:gd name="T73" fmla="*/ 327 h 330"/>
                <a:gd name="T74" fmla="*/ 198 w 268"/>
                <a:gd name="T75" fmla="*/ 330 h 330"/>
                <a:gd name="T76" fmla="*/ 198 w 268"/>
                <a:gd name="T77" fmla="*/ 330 h 330"/>
                <a:gd name="T78" fmla="*/ 205 w 268"/>
                <a:gd name="T79" fmla="*/ 330 h 330"/>
                <a:gd name="T80" fmla="*/ 210 w 268"/>
                <a:gd name="T81" fmla="*/ 330 h 330"/>
                <a:gd name="T82" fmla="*/ 215 w 268"/>
                <a:gd name="T83" fmla="*/ 327 h 330"/>
                <a:gd name="T84" fmla="*/ 220 w 268"/>
                <a:gd name="T85" fmla="*/ 325 h 330"/>
                <a:gd name="T86" fmla="*/ 224 w 268"/>
                <a:gd name="T87" fmla="*/ 322 h 330"/>
                <a:gd name="T88" fmla="*/ 227 w 268"/>
                <a:gd name="T89" fmla="*/ 317 h 330"/>
                <a:gd name="T90" fmla="*/ 230 w 268"/>
                <a:gd name="T91" fmla="*/ 312 h 330"/>
                <a:gd name="T92" fmla="*/ 231 w 268"/>
                <a:gd name="T93" fmla="*/ 307 h 330"/>
                <a:gd name="T94" fmla="*/ 268 w 268"/>
                <a:gd name="T95" fmla="*/ 97 h 330"/>
                <a:gd name="T96" fmla="*/ 268 w 268"/>
                <a:gd name="T97" fmla="*/ 97 h 330"/>
                <a:gd name="T98" fmla="*/ 268 w 268"/>
                <a:gd name="T99" fmla="*/ 93 h 330"/>
                <a:gd name="T100" fmla="*/ 265 w 268"/>
                <a:gd name="T101" fmla="*/ 91 h 330"/>
                <a:gd name="T102" fmla="*/ 265 w 268"/>
                <a:gd name="T103" fmla="*/ 91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8" h="330">
                  <a:moveTo>
                    <a:pt x="265" y="91"/>
                  </a:moveTo>
                  <a:lnTo>
                    <a:pt x="231" y="37"/>
                  </a:lnTo>
                  <a:lnTo>
                    <a:pt x="231" y="37"/>
                  </a:lnTo>
                  <a:lnTo>
                    <a:pt x="229" y="34"/>
                  </a:lnTo>
                  <a:lnTo>
                    <a:pt x="225" y="33"/>
                  </a:lnTo>
                  <a:lnTo>
                    <a:pt x="42" y="1"/>
                  </a:lnTo>
                  <a:lnTo>
                    <a:pt x="42" y="1"/>
                  </a:lnTo>
                  <a:lnTo>
                    <a:pt x="36" y="0"/>
                  </a:lnTo>
                  <a:lnTo>
                    <a:pt x="31" y="1"/>
                  </a:lnTo>
                  <a:lnTo>
                    <a:pt x="26" y="3"/>
                  </a:lnTo>
                  <a:lnTo>
                    <a:pt x="21" y="5"/>
                  </a:lnTo>
                  <a:lnTo>
                    <a:pt x="17" y="9"/>
                  </a:lnTo>
                  <a:lnTo>
                    <a:pt x="13" y="14"/>
                  </a:lnTo>
                  <a:lnTo>
                    <a:pt x="11" y="18"/>
                  </a:lnTo>
                  <a:lnTo>
                    <a:pt x="10" y="24"/>
                  </a:lnTo>
                  <a:lnTo>
                    <a:pt x="0" y="85"/>
                  </a:lnTo>
                  <a:lnTo>
                    <a:pt x="0" y="85"/>
                  </a:lnTo>
                  <a:lnTo>
                    <a:pt x="20" y="90"/>
                  </a:lnTo>
                  <a:lnTo>
                    <a:pt x="31" y="28"/>
                  </a:lnTo>
                  <a:lnTo>
                    <a:pt x="31" y="28"/>
                  </a:lnTo>
                  <a:lnTo>
                    <a:pt x="31" y="25"/>
                  </a:lnTo>
                  <a:lnTo>
                    <a:pt x="34" y="23"/>
                  </a:lnTo>
                  <a:lnTo>
                    <a:pt x="36" y="22"/>
                  </a:lnTo>
                  <a:lnTo>
                    <a:pt x="39" y="22"/>
                  </a:lnTo>
                  <a:lnTo>
                    <a:pt x="216" y="53"/>
                  </a:lnTo>
                  <a:lnTo>
                    <a:pt x="246" y="98"/>
                  </a:lnTo>
                  <a:lnTo>
                    <a:pt x="210" y="304"/>
                  </a:lnTo>
                  <a:lnTo>
                    <a:pt x="210" y="304"/>
                  </a:lnTo>
                  <a:lnTo>
                    <a:pt x="210" y="306"/>
                  </a:lnTo>
                  <a:lnTo>
                    <a:pt x="207" y="309"/>
                  </a:lnTo>
                  <a:lnTo>
                    <a:pt x="205" y="310"/>
                  </a:lnTo>
                  <a:lnTo>
                    <a:pt x="202" y="310"/>
                  </a:lnTo>
                  <a:lnTo>
                    <a:pt x="182" y="306"/>
                  </a:lnTo>
                  <a:lnTo>
                    <a:pt x="182" y="306"/>
                  </a:lnTo>
                  <a:lnTo>
                    <a:pt x="182" y="311"/>
                  </a:lnTo>
                  <a:lnTo>
                    <a:pt x="182" y="311"/>
                  </a:lnTo>
                  <a:lnTo>
                    <a:pt x="182" y="327"/>
                  </a:lnTo>
                  <a:lnTo>
                    <a:pt x="198" y="330"/>
                  </a:lnTo>
                  <a:lnTo>
                    <a:pt x="198" y="330"/>
                  </a:lnTo>
                  <a:lnTo>
                    <a:pt x="205" y="330"/>
                  </a:lnTo>
                  <a:lnTo>
                    <a:pt x="210" y="330"/>
                  </a:lnTo>
                  <a:lnTo>
                    <a:pt x="215" y="327"/>
                  </a:lnTo>
                  <a:lnTo>
                    <a:pt x="220" y="325"/>
                  </a:lnTo>
                  <a:lnTo>
                    <a:pt x="224" y="322"/>
                  </a:lnTo>
                  <a:lnTo>
                    <a:pt x="227" y="317"/>
                  </a:lnTo>
                  <a:lnTo>
                    <a:pt x="230" y="312"/>
                  </a:lnTo>
                  <a:lnTo>
                    <a:pt x="231" y="307"/>
                  </a:lnTo>
                  <a:lnTo>
                    <a:pt x="268" y="97"/>
                  </a:lnTo>
                  <a:lnTo>
                    <a:pt x="268" y="97"/>
                  </a:lnTo>
                  <a:lnTo>
                    <a:pt x="268" y="93"/>
                  </a:lnTo>
                  <a:lnTo>
                    <a:pt x="265" y="91"/>
                  </a:lnTo>
                  <a:lnTo>
                    <a:pt x="265"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2" name="Freeform 84"/>
            <p:cNvSpPr>
              <a:spLocks/>
            </p:cNvSpPr>
            <p:nvPr/>
          </p:nvSpPr>
          <p:spPr bwMode="auto">
            <a:xfrm>
              <a:off x="868363" y="2493963"/>
              <a:ext cx="96838" cy="115888"/>
            </a:xfrm>
            <a:custGeom>
              <a:avLst/>
              <a:gdLst>
                <a:gd name="T0" fmla="*/ 58 w 61"/>
                <a:gd name="T1" fmla="*/ 58 h 73"/>
                <a:gd name="T2" fmla="*/ 24 w 61"/>
                <a:gd name="T3" fmla="*/ 4 h 73"/>
                <a:gd name="T4" fmla="*/ 24 w 61"/>
                <a:gd name="T5" fmla="*/ 4 h 73"/>
                <a:gd name="T6" fmla="*/ 23 w 61"/>
                <a:gd name="T7" fmla="*/ 2 h 73"/>
                <a:gd name="T8" fmla="*/ 19 w 61"/>
                <a:gd name="T9" fmla="*/ 0 h 73"/>
                <a:gd name="T10" fmla="*/ 17 w 61"/>
                <a:gd name="T11" fmla="*/ 0 h 73"/>
                <a:gd name="T12" fmla="*/ 14 w 61"/>
                <a:gd name="T13" fmla="*/ 0 h 73"/>
                <a:gd name="T14" fmla="*/ 14 w 61"/>
                <a:gd name="T15" fmla="*/ 0 h 73"/>
                <a:gd name="T16" fmla="*/ 10 w 61"/>
                <a:gd name="T17" fmla="*/ 1 h 73"/>
                <a:gd name="T18" fmla="*/ 8 w 61"/>
                <a:gd name="T19" fmla="*/ 2 h 73"/>
                <a:gd name="T20" fmla="*/ 7 w 61"/>
                <a:gd name="T21" fmla="*/ 5 h 73"/>
                <a:gd name="T22" fmla="*/ 5 w 61"/>
                <a:gd name="T23" fmla="*/ 9 h 73"/>
                <a:gd name="T24" fmla="*/ 0 w 61"/>
                <a:gd name="T25" fmla="*/ 36 h 73"/>
                <a:gd name="T26" fmla="*/ 0 w 61"/>
                <a:gd name="T27" fmla="*/ 36 h 73"/>
                <a:gd name="T28" fmla="*/ 0 w 61"/>
                <a:gd name="T29" fmla="*/ 43 h 73"/>
                <a:gd name="T30" fmla="*/ 0 w 61"/>
                <a:gd name="T31" fmla="*/ 48 h 73"/>
                <a:gd name="T32" fmla="*/ 3 w 61"/>
                <a:gd name="T33" fmla="*/ 53 h 73"/>
                <a:gd name="T34" fmla="*/ 5 w 61"/>
                <a:gd name="T35" fmla="*/ 58 h 73"/>
                <a:gd name="T36" fmla="*/ 9 w 61"/>
                <a:gd name="T37" fmla="*/ 62 h 73"/>
                <a:gd name="T38" fmla="*/ 13 w 61"/>
                <a:gd name="T39" fmla="*/ 65 h 73"/>
                <a:gd name="T40" fmla="*/ 18 w 61"/>
                <a:gd name="T41" fmla="*/ 68 h 73"/>
                <a:gd name="T42" fmla="*/ 23 w 61"/>
                <a:gd name="T43" fmla="*/ 69 h 73"/>
                <a:gd name="T44" fmla="*/ 48 w 61"/>
                <a:gd name="T45" fmla="*/ 73 h 73"/>
                <a:gd name="T46" fmla="*/ 48 w 61"/>
                <a:gd name="T47" fmla="*/ 73 h 73"/>
                <a:gd name="T48" fmla="*/ 51 w 61"/>
                <a:gd name="T49" fmla="*/ 73 h 73"/>
                <a:gd name="T50" fmla="*/ 54 w 61"/>
                <a:gd name="T51" fmla="*/ 73 h 73"/>
                <a:gd name="T52" fmla="*/ 57 w 61"/>
                <a:gd name="T53" fmla="*/ 70 h 73"/>
                <a:gd name="T54" fmla="*/ 58 w 61"/>
                <a:gd name="T55" fmla="*/ 69 h 73"/>
                <a:gd name="T56" fmla="*/ 58 w 61"/>
                <a:gd name="T57" fmla="*/ 69 h 73"/>
                <a:gd name="T58" fmla="*/ 59 w 61"/>
                <a:gd name="T59" fmla="*/ 65 h 73"/>
                <a:gd name="T60" fmla="*/ 61 w 61"/>
                <a:gd name="T61" fmla="*/ 63 h 73"/>
                <a:gd name="T62" fmla="*/ 59 w 61"/>
                <a:gd name="T63" fmla="*/ 60 h 73"/>
                <a:gd name="T64" fmla="*/ 58 w 61"/>
                <a:gd name="T65" fmla="*/ 58 h 73"/>
                <a:gd name="T66" fmla="*/ 58 w 61"/>
                <a:gd name="T67" fmla="*/ 5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1" h="73">
                  <a:moveTo>
                    <a:pt x="58" y="58"/>
                  </a:moveTo>
                  <a:lnTo>
                    <a:pt x="24" y="4"/>
                  </a:lnTo>
                  <a:lnTo>
                    <a:pt x="24" y="4"/>
                  </a:lnTo>
                  <a:lnTo>
                    <a:pt x="23" y="2"/>
                  </a:lnTo>
                  <a:lnTo>
                    <a:pt x="19" y="0"/>
                  </a:lnTo>
                  <a:lnTo>
                    <a:pt x="17" y="0"/>
                  </a:lnTo>
                  <a:lnTo>
                    <a:pt x="14" y="0"/>
                  </a:lnTo>
                  <a:lnTo>
                    <a:pt x="14" y="0"/>
                  </a:lnTo>
                  <a:lnTo>
                    <a:pt x="10" y="1"/>
                  </a:lnTo>
                  <a:lnTo>
                    <a:pt x="8" y="2"/>
                  </a:lnTo>
                  <a:lnTo>
                    <a:pt x="7" y="5"/>
                  </a:lnTo>
                  <a:lnTo>
                    <a:pt x="5" y="9"/>
                  </a:lnTo>
                  <a:lnTo>
                    <a:pt x="0" y="36"/>
                  </a:lnTo>
                  <a:lnTo>
                    <a:pt x="0" y="36"/>
                  </a:lnTo>
                  <a:lnTo>
                    <a:pt x="0" y="43"/>
                  </a:lnTo>
                  <a:lnTo>
                    <a:pt x="0" y="48"/>
                  </a:lnTo>
                  <a:lnTo>
                    <a:pt x="3" y="53"/>
                  </a:lnTo>
                  <a:lnTo>
                    <a:pt x="5" y="58"/>
                  </a:lnTo>
                  <a:lnTo>
                    <a:pt x="9" y="62"/>
                  </a:lnTo>
                  <a:lnTo>
                    <a:pt x="13" y="65"/>
                  </a:lnTo>
                  <a:lnTo>
                    <a:pt x="18" y="68"/>
                  </a:lnTo>
                  <a:lnTo>
                    <a:pt x="23" y="69"/>
                  </a:lnTo>
                  <a:lnTo>
                    <a:pt x="48" y="73"/>
                  </a:lnTo>
                  <a:lnTo>
                    <a:pt x="48" y="73"/>
                  </a:lnTo>
                  <a:lnTo>
                    <a:pt x="51" y="73"/>
                  </a:lnTo>
                  <a:lnTo>
                    <a:pt x="54" y="73"/>
                  </a:lnTo>
                  <a:lnTo>
                    <a:pt x="57" y="70"/>
                  </a:lnTo>
                  <a:lnTo>
                    <a:pt x="58" y="69"/>
                  </a:lnTo>
                  <a:lnTo>
                    <a:pt x="58" y="69"/>
                  </a:lnTo>
                  <a:lnTo>
                    <a:pt x="59" y="65"/>
                  </a:lnTo>
                  <a:lnTo>
                    <a:pt x="61" y="63"/>
                  </a:lnTo>
                  <a:lnTo>
                    <a:pt x="59" y="60"/>
                  </a:lnTo>
                  <a:lnTo>
                    <a:pt x="58" y="58"/>
                  </a:lnTo>
                  <a:lnTo>
                    <a:pt x="58"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3" name="Freeform 85"/>
            <p:cNvSpPr>
              <a:spLocks/>
            </p:cNvSpPr>
            <p:nvPr/>
          </p:nvSpPr>
          <p:spPr bwMode="auto">
            <a:xfrm>
              <a:off x="393701" y="2662238"/>
              <a:ext cx="79375" cy="30163"/>
            </a:xfrm>
            <a:custGeom>
              <a:avLst/>
              <a:gdLst>
                <a:gd name="T0" fmla="*/ 50 w 50"/>
                <a:gd name="T1" fmla="*/ 10 h 19"/>
                <a:gd name="T2" fmla="*/ 50 w 50"/>
                <a:gd name="T3" fmla="*/ 10 h 19"/>
                <a:gd name="T4" fmla="*/ 49 w 50"/>
                <a:gd name="T5" fmla="*/ 12 h 19"/>
                <a:gd name="T6" fmla="*/ 48 w 50"/>
                <a:gd name="T7" fmla="*/ 16 h 19"/>
                <a:gd name="T8" fmla="*/ 44 w 50"/>
                <a:gd name="T9" fmla="*/ 17 h 19"/>
                <a:gd name="T10" fmla="*/ 41 w 50"/>
                <a:gd name="T11" fmla="*/ 19 h 19"/>
                <a:gd name="T12" fmla="*/ 10 w 50"/>
                <a:gd name="T13" fmla="*/ 19 h 19"/>
                <a:gd name="T14" fmla="*/ 10 w 50"/>
                <a:gd name="T15" fmla="*/ 19 h 19"/>
                <a:gd name="T16" fmla="*/ 6 w 50"/>
                <a:gd name="T17" fmla="*/ 17 h 19"/>
                <a:gd name="T18" fmla="*/ 3 w 50"/>
                <a:gd name="T19" fmla="*/ 16 h 19"/>
                <a:gd name="T20" fmla="*/ 1 w 50"/>
                <a:gd name="T21" fmla="*/ 12 h 19"/>
                <a:gd name="T22" fmla="*/ 0 w 50"/>
                <a:gd name="T23" fmla="*/ 10 h 19"/>
                <a:gd name="T24" fmla="*/ 0 w 50"/>
                <a:gd name="T25" fmla="*/ 10 h 19"/>
                <a:gd name="T26" fmla="*/ 1 w 50"/>
                <a:gd name="T27" fmla="*/ 6 h 19"/>
                <a:gd name="T28" fmla="*/ 3 w 50"/>
                <a:gd name="T29" fmla="*/ 2 h 19"/>
                <a:gd name="T30" fmla="*/ 6 w 50"/>
                <a:gd name="T31" fmla="*/ 1 h 19"/>
                <a:gd name="T32" fmla="*/ 10 w 50"/>
                <a:gd name="T33" fmla="*/ 0 h 19"/>
                <a:gd name="T34" fmla="*/ 41 w 50"/>
                <a:gd name="T35" fmla="*/ 0 h 19"/>
                <a:gd name="T36" fmla="*/ 41 w 50"/>
                <a:gd name="T37" fmla="*/ 0 h 19"/>
                <a:gd name="T38" fmla="*/ 44 w 50"/>
                <a:gd name="T39" fmla="*/ 1 h 19"/>
                <a:gd name="T40" fmla="*/ 48 w 50"/>
                <a:gd name="T41" fmla="*/ 2 h 19"/>
                <a:gd name="T42" fmla="*/ 49 w 50"/>
                <a:gd name="T43" fmla="*/ 6 h 19"/>
                <a:gd name="T44" fmla="*/ 50 w 50"/>
                <a:gd name="T45" fmla="*/ 10 h 19"/>
                <a:gd name="T46" fmla="*/ 50 w 50"/>
                <a:gd name="T47" fmla="*/ 1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19">
                  <a:moveTo>
                    <a:pt x="50" y="10"/>
                  </a:moveTo>
                  <a:lnTo>
                    <a:pt x="50" y="10"/>
                  </a:lnTo>
                  <a:lnTo>
                    <a:pt x="49" y="12"/>
                  </a:lnTo>
                  <a:lnTo>
                    <a:pt x="48" y="16"/>
                  </a:lnTo>
                  <a:lnTo>
                    <a:pt x="44" y="17"/>
                  </a:lnTo>
                  <a:lnTo>
                    <a:pt x="41" y="19"/>
                  </a:lnTo>
                  <a:lnTo>
                    <a:pt x="10" y="19"/>
                  </a:lnTo>
                  <a:lnTo>
                    <a:pt x="10" y="19"/>
                  </a:lnTo>
                  <a:lnTo>
                    <a:pt x="6" y="17"/>
                  </a:lnTo>
                  <a:lnTo>
                    <a:pt x="3" y="16"/>
                  </a:lnTo>
                  <a:lnTo>
                    <a:pt x="1" y="12"/>
                  </a:lnTo>
                  <a:lnTo>
                    <a:pt x="0" y="10"/>
                  </a:lnTo>
                  <a:lnTo>
                    <a:pt x="0" y="10"/>
                  </a:lnTo>
                  <a:lnTo>
                    <a:pt x="1" y="6"/>
                  </a:lnTo>
                  <a:lnTo>
                    <a:pt x="3" y="2"/>
                  </a:lnTo>
                  <a:lnTo>
                    <a:pt x="6" y="1"/>
                  </a:lnTo>
                  <a:lnTo>
                    <a:pt x="10" y="0"/>
                  </a:lnTo>
                  <a:lnTo>
                    <a:pt x="41" y="0"/>
                  </a:lnTo>
                  <a:lnTo>
                    <a:pt x="41" y="0"/>
                  </a:lnTo>
                  <a:lnTo>
                    <a:pt x="44" y="1"/>
                  </a:lnTo>
                  <a:lnTo>
                    <a:pt x="48" y="2"/>
                  </a:lnTo>
                  <a:lnTo>
                    <a:pt x="49" y="6"/>
                  </a:lnTo>
                  <a:lnTo>
                    <a:pt x="50" y="10"/>
                  </a:lnTo>
                  <a:lnTo>
                    <a:pt x="5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4" name="Freeform 86"/>
            <p:cNvSpPr>
              <a:spLocks/>
            </p:cNvSpPr>
            <p:nvPr/>
          </p:nvSpPr>
          <p:spPr bwMode="auto">
            <a:xfrm>
              <a:off x="393701" y="2789238"/>
              <a:ext cx="79375" cy="28575"/>
            </a:xfrm>
            <a:custGeom>
              <a:avLst/>
              <a:gdLst>
                <a:gd name="T0" fmla="*/ 50 w 50"/>
                <a:gd name="T1" fmla="*/ 9 h 18"/>
                <a:gd name="T2" fmla="*/ 50 w 50"/>
                <a:gd name="T3" fmla="*/ 9 h 18"/>
                <a:gd name="T4" fmla="*/ 49 w 50"/>
                <a:gd name="T5" fmla="*/ 13 h 18"/>
                <a:gd name="T6" fmla="*/ 48 w 50"/>
                <a:gd name="T7" fmla="*/ 15 h 18"/>
                <a:gd name="T8" fmla="*/ 44 w 50"/>
                <a:gd name="T9" fmla="*/ 18 h 18"/>
                <a:gd name="T10" fmla="*/ 41 w 50"/>
                <a:gd name="T11" fmla="*/ 18 h 18"/>
                <a:gd name="T12" fmla="*/ 10 w 50"/>
                <a:gd name="T13" fmla="*/ 18 h 18"/>
                <a:gd name="T14" fmla="*/ 10 w 50"/>
                <a:gd name="T15" fmla="*/ 18 h 18"/>
                <a:gd name="T16" fmla="*/ 6 w 50"/>
                <a:gd name="T17" fmla="*/ 18 h 18"/>
                <a:gd name="T18" fmla="*/ 3 w 50"/>
                <a:gd name="T19" fmla="*/ 15 h 18"/>
                <a:gd name="T20" fmla="*/ 1 w 50"/>
                <a:gd name="T21" fmla="*/ 13 h 18"/>
                <a:gd name="T22" fmla="*/ 0 w 50"/>
                <a:gd name="T23" fmla="*/ 9 h 18"/>
                <a:gd name="T24" fmla="*/ 0 w 50"/>
                <a:gd name="T25" fmla="*/ 9 h 18"/>
                <a:gd name="T26" fmla="*/ 1 w 50"/>
                <a:gd name="T27" fmla="*/ 5 h 18"/>
                <a:gd name="T28" fmla="*/ 3 w 50"/>
                <a:gd name="T29" fmla="*/ 3 h 18"/>
                <a:gd name="T30" fmla="*/ 6 w 50"/>
                <a:gd name="T31" fmla="*/ 0 h 18"/>
                <a:gd name="T32" fmla="*/ 10 w 50"/>
                <a:gd name="T33" fmla="*/ 0 h 18"/>
                <a:gd name="T34" fmla="*/ 41 w 50"/>
                <a:gd name="T35" fmla="*/ 0 h 18"/>
                <a:gd name="T36" fmla="*/ 41 w 50"/>
                <a:gd name="T37" fmla="*/ 0 h 18"/>
                <a:gd name="T38" fmla="*/ 44 w 50"/>
                <a:gd name="T39" fmla="*/ 0 h 18"/>
                <a:gd name="T40" fmla="*/ 48 w 50"/>
                <a:gd name="T41" fmla="*/ 3 h 18"/>
                <a:gd name="T42" fmla="*/ 49 w 50"/>
                <a:gd name="T43" fmla="*/ 5 h 18"/>
                <a:gd name="T44" fmla="*/ 50 w 50"/>
                <a:gd name="T45" fmla="*/ 9 h 18"/>
                <a:gd name="T46" fmla="*/ 50 w 50"/>
                <a:gd name="T4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18">
                  <a:moveTo>
                    <a:pt x="50" y="9"/>
                  </a:moveTo>
                  <a:lnTo>
                    <a:pt x="50" y="9"/>
                  </a:lnTo>
                  <a:lnTo>
                    <a:pt x="49" y="13"/>
                  </a:lnTo>
                  <a:lnTo>
                    <a:pt x="48" y="15"/>
                  </a:lnTo>
                  <a:lnTo>
                    <a:pt x="44" y="18"/>
                  </a:lnTo>
                  <a:lnTo>
                    <a:pt x="41" y="18"/>
                  </a:lnTo>
                  <a:lnTo>
                    <a:pt x="10" y="18"/>
                  </a:lnTo>
                  <a:lnTo>
                    <a:pt x="10" y="18"/>
                  </a:lnTo>
                  <a:lnTo>
                    <a:pt x="6" y="18"/>
                  </a:lnTo>
                  <a:lnTo>
                    <a:pt x="3" y="15"/>
                  </a:lnTo>
                  <a:lnTo>
                    <a:pt x="1" y="13"/>
                  </a:lnTo>
                  <a:lnTo>
                    <a:pt x="0" y="9"/>
                  </a:lnTo>
                  <a:lnTo>
                    <a:pt x="0" y="9"/>
                  </a:lnTo>
                  <a:lnTo>
                    <a:pt x="1" y="5"/>
                  </a:lnTo>
                  <a:lnTo>
                    <a:pt x="3" y="3"/>
                  </a:lnTo>
                  <a:lnTo>
                    <a:pt x="6" y="0"/>
                  </a:lnTo>
                  <a:lnTo>
                    <a:pt x="10" y="0"/>
                  </a:lnTo>
                  <a:lnTo>
                    <a:pt x="41" y="0"/>
                  </a:lnTo>
                  <a:lnTo>
                    <a:pt x="41" y="0"/>
                  </a:lnTo>
                  <a:lnTo>
                    <a:pt x="44" y="0"/>
                  </a:lnTo>
                  <a:lnTo>
                    <a:pt x="48" y="3"/>
                  </a:lnTo>
                  <a:lnTo>
                    <a:pt x="49" y="5"/>
                  </a:lnTo>
                  <a:lnTo>
                    <a:pt x="50" y="9"/>
                  </a:lnTo>
                  <a:lnTo>
                    <a:pt x="5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5" name="Freeform 87"/>
            <p:cNvSpPr>
              <a:spLocks/>
            </p:cNvSpPr>
            <p:nvPr/>
          </p:nvSpPr>
          <p:spPr bwMode="auto">
            <a:xfrm>
              <a:off x="393701" y="2916238"/>
              <a:ext cx="79375" cy="28575"/>
            </a:xfrm>
            <a:custGeom>
              <a:avLst/>
              <a:gdLst>
                <a:gd name="T0" fmla="*/ 50 w 50"/>
                <a:gd name="T1" fmla="*/ 10 h 18"/>
                <a:gd name="T2" fmla="*/ 50 w 50"/>
                <a:gd name="T3" fmla="*/ 10 h 18"/>
                <a:gd name="T4" fmla="*/ 49 w 50"/>
                <a:gd name="T5" fmla="*/ 13 h 18"/>
                <a:gd name="T6" fmla="*/ 48 w 50"/>
                <a:gd name="T7" fmla="*/ 16 h 18"/>
                <a:gd name="T8" fmla="*/ 44 w 50"/>
                <a:gd name="T9" fmla="*/ 17 h 18"/>
                <a:gd name="T10" fmla="*/ 41 w 50"/>
                <a:gd name="T11" fmla="*/ 18 h 18"/>
                <a:gd name="T12" fmla="*/ 10 w 50"/>
                <a:gd name="T13" fmla="*/ 18 h 18"/>
                <a:gd name="T14" fmla="*/ 10 w 50"/>
                <a:gd name="T15" fmla="*/ 18 h 18"/>
                <a:gd name="T16" fmla="*/ 6 w 50"/>
                <a:gd name="T17" fmla="*/ 17 h 18"/>
                <a:gd name="T18" fmla="*/ 3 w 50"/>
                <a:gd name="T19" fmla="*/ 16 h 18"/>
                <a:gd name="T20" fmla="*/ 1 w 50"/>
                <a:gd name="T21" fmla="*/ 13 h 18"/>
                <a:gd name="T22" fmla="*/ 0 w 50"/>
                <a:gd name="T23" fmla="*/ 10 h 18"/>
                <a:gd name="T24" fmla="*/ 0 w 50"/>
                <a:gd name="T25" fmla="*/ 10 h 18"/>
                <a:gd name="T26" fmla="*/ 1 w 50"/>
                <a:gd name="T27" fmla="*/ 6 h 18"/>
                <a:gd name="T28" fmla="*/ 3 w 50"/>
                <a:gd name="T29" fmla="*/ 2 h 18"/>
                <a:gd name="T30" fmla="*/ 6 w 50"/>
                <a:gd name="T31" fmla="*/ 1 h 18"/>
                <a:gd name="T32" fmla="*/ 10 w 50"/>
                <a:gd name="T33" fmla="*/ 0 h 18"/>
                <a:gd name="T34" fmla="*/ 41 w 50"/>
                <a:gd name="T35" fmla="*/ 0 h 18"/>
                <a:gd name="T36" fmla="*/ 41 w 50"/>
                <a:gd name="T37" fmla="*/ 0 h 18"/>
                <a:gd name="T38" fmla="*/ 44 w 50"/>
                <a:gd name="T39" fmla="*/ 1 h 18"/>
                <a:gd name="T40" fmla="*/ 48 w 50"/>
                <a:gd name="T41" fmla="*/ 2 h 18"/>
                <a:gd name="T42" fmla="*/ 49 w 50"/>
                <a:gd name="T43" fmla="*/ 6 h 18"/>
                <a:gd name="T44" fmla="*/ 50 w 50"/>
                <a:gd name="T45" fmla="*/ 10 h 18"/>
                <a:gd name="T46" fmla="*/ 50 w 50"/>
                <a:gd name="T47"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18">
                  <a:moveTo>
                    <a:pt x="50" y="10"/>
                  </a:moveTo>
                  <a:lnTo>
                    <a:pt x="50" y="10"/>
                  </a:lnTo>
                  <a:lnTo>
                    <a:pt x="49" y="13"/>
                  </a:lnTo>
                  <a:lnTo>
                    <a:pt x="48" y="16"/>
                  </a:lnTo>
                  <a:lnTo>
                    <a:pt x="44" y="17"/>
                  </a:lnTo>
                  <a:lnTo>
                    <a:pt x="41" y="18"/>
                  </a:lnTo>
                  <a:lnTo>
                    <a:pt x="10" y="18"/>
                  </a:lnTo>
                  <a:lnTo>
                    <a:pt x="10" y="18"/>
                  </a:lnTo>
                  <a:lnTo>
                    <a:pt x="6" y="17"/>
                  </a:lnTo>
                  <a:lnTo>
                    <a:pt x="3" y="16"/>
                  </a:lnTo>
                  <a:lnTo>
                    <a:pt x="1" y="13"/>
                  </a:lnTo>
                  <a:lnTo>
                    <a:pt x="0" y="10"/>
                  </a:lnTo>
                  <a:lnTo>
                    <a:pt x="0" y="10"/>
                  </a:lnTo>
                  <a:lnTo>
                    <a:pt x="1" y="6"/>
                  </a:lnTo>
                  <a:lnTo>
                    <a:pt x="3" y="2"/>
                  </a:lnTo>
                  <a:lnTo>
                    <a:pt x="6" y="1"/>
                  </a:lnTo>
                  <a:lnTo>
                    <a:pt x="10" y="0"/>
                  </a:lnTo>
                  <a:lnTo>
                    <a:pt x="41" y="0"/>
                  </a:lnTo>
                  <a:lnTo>
                    <a:pt x="41" y="0"/>
                  </a:lnTo>
                  <a:lnTo>
                    <a:pt x="44" y="1"/>
                  </a:lnTo>
                  <a:lnTo>
                    <a:pt x="48" y="2"/>
                  </a:lnTo>
                  <a:lnTo>
                    <a:pt x="49" y="6"/>
                  </a:lnTo>
                  <a:lnTo>
                    <a:pt x="50" y="10"/>
                  </a:lnTo>
                  <a:lnTo>
                    <a:pt x="5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6" name="Freeform 88"/>
            <p:cNvSpPr>
              <a:spLocks noEditPoints="1"/>
            </p:cNvSpPr>
            <p:nvPr/>
          </p:nvSpPr>
          <p:spPr bwMode="auto">
            <a:xfrm>
              <a:off x="412751" y="2563813"/>
              <a:ext cx="449263" cy="479425"/>
            </a:xfrm>
            <a:custGeom>
              <a:avLst/>
              <a:gdLst>
                <a:gd name="T0" fmla="*/ 36 w 283"/>
                <a:gd name="T1" fmla="*/ 0 h 302"/>
                <a:gd name="T2" fmla="*/ 15 w 283"/>
                <a:gd name="T3" fmla="*/ 6 h 302"/>
                <a:gd name="T4" fmla="*/ 3 w 283"/>
                <a:gd name="T5" fmla="*/ 21 h 302"/>
                <a:gd name="T6" fmla="*/ 0 w 283"/>
                <a:gd name="T7" fmla="*/ 59 h 302"/>
                <a:gd name="T8" fmla="*/ 23 w 283"/>
                <a:gd name="T9" fmla="*/ 54 h 302"/>
                <a:gd name="T10" fmla="*/ 42 w 283"/>
                <a:gd name="T11" fmla="*/ 47 h 302"/>
                <a:gd name="T12" fmla="*/ 51 w 283"/>
                <a:gd name="T13" fmla="*/ 48 h 302"/>
                <a:gd name="T14" fmla="*/ 62 w 283"/>
                <a:gd name="T15" fmla="*/ 58 h 302"/>
                <a:gd name="T16" fmla="*/ 66 w 283"/>
                <a:gd name="T17" fmla="*/ 72 h 302"/>
                <a:gd name="T18" fmla="*/ 64 w 283"/>
                <a:gd name="T19" fmla="*/ 81 h 302"/>
                <a:gd name="T20" fmla="*/ 56 w 283"/>
                <a:gd name="T21" fmla="*/ 92 h 302"/>
                <a:gd name="T22" fmla="*/ 42 w 283"/>
                <a:gd name="T23" fmla="*/ 97 h 302"/>
                <a:gd name="T24" fmla="*/ 28 w 283"/>
                <a:gd name="T25" fmla="*/ 93 h 302"/>
                <a:gd name="T26" fmla="*/ 0 w 283"/>
                <a:gd name="T27" fmla="*/ 84 h 302"/>
                <a:gd name="T28" fmla="*/ 19 w 283"/>
                <a:gd name="T29" fmla="*/ 138 h 302"/>
                <a:gd name="T30" fmla="*/ 34 w 283"/>
                <a:gd name="T31" fmla="*/ 127 h 302"/>
                <a:gd name="T32" fmla="*/ 47 w 283"/>
                <a:gd name="T33" fmla="*/ 127 h 302"/>
                <a:gd name="T34" fmla="*/ 59 w 283"/>
                <a:gd name="T35" fmla="*/ 133 h 302"/>
                <a:gd name="T36" fmla="*/ 66 w 283"/>
                <a:gd name="T37" fmla="*/ 146 h 302"/>
                <a:gd name="T38" fmla="*/ 66 w 283"/>
                <a:gd name="T39" fmla="*/ 156 h 302"/>
                <a:gd name="T40" fmla="*/ 59 w 283"/>
                <a:gd name="T41" fmla="*/ 169 h 302"/>
                <a:gd name="T42" fmla="*/ 47 w 283"/>
                <a:gd name="T43" fmla="*/ 176 h 302"/>
                <a:gd name="T44" fmla="*/ 34 w 283"/>
                <a:gd name="T45" fmla="*/ 175 h 302"/>
                <a:gd name="T46" fmla="*/ 19 w 283"/>
                <a:gd name="T47" fmla="*/ 164 h 302"/>
                <a:gd name="T48" fmla="*/ 19 w 283"/>
                <a:gd name="T49" fmla="*/ 219 h 302"/>
                <a:gd name="T50" fmla="*/ 28 w 283"/>
                <a:gd name="T51" fmla="*/ 209 h 302"/>
                <a:gd name="T52" fmla="*/ 42 w 283"/>
                <a:gd name="T53" fmla="*/ 206 h 302"/>
                <a:gd name="T54" fmla="*/ 56 w 283"/>
                <a:gd name="T55" fmla="*/ 210 h 302"/>
                <a:gd name="T56" fmla="*/ 64 w 283"/>
                <a:gd name="T57" fmla="*/ 222 h 302"/>
                <a:gd name="T58" fmla="*/ 66 w 283"/>
                <a:gd name="T59" fmla="*/ 232 h 302"/>
                <a:gd name="T60" fmla="*/ 62 w 283"/>
                <a:gd name="T61" fmla="*/ 245 h 302"/>
                <a:gd name="T62" fmla="*/ 51 w 283"/>
                <a:gd name="T63" fmla="*/ 254 h 302"/>
                <a:gd name="T64" fmla="*/ 42 w 283"/>
                <a:gd name="T65" fmla="*/ 255 h 302"/>
                <a:gd name="T66" fmla="*/ 23 w 283"/>
                <a:gd name="T67" fmla="*/ 249 h 302"/>
                <a:gd name="T68" fmla="*/ 0 w 283"/>
                <a:gd name="T69" fmla="*/ 268 h 302"/>
                <a:gd name="T70" fmla="*/ 3 w 283"/>
                <a:gd name="T71" fmla="*/ 281 h 302"/>
                <a:gd name="T72" fmla="*/ 15 w 283"/>
                <a:gd name="T73" fmla="*/ 296 h 302"/>
                <a:gd name="T74" fmla="*/ 36 w 283"/>
                <a:gd name="T75" fmla="*/ 302 h 302"/>
                <a:gd name="T76" fmla="*/ 256 w 283"/>
                <a:gd name="T77" fmla="*/ 302 h 302"/>
                <a:gd name="T78" fmla="*/ 273 w 283"/>
                <a:gd name="T79" fmla="*/ 292 h 302"/>
                <a:gd name="T80" fmla="*/ 282 w 283"/>
                <a:gd name="T81" fmla="*/ 274 h 302"/>
                <a:gd name="T82" fmla="*/ 283 w 283"/>
                <a:gd name="T83" fmla="*/ 35 h 302"/>
                <a:gd name="T84" fmla="*/ 277 w 283"/>
                <a:gd name="T85" fmla="*/ 15 h 302"/>
                <a:gd name="T86" fmla="*/ 262 w 283"/>
                <a:gd name="T87" fmla="*/ 2 h 302"/>
                <a:gd name="T88" fmla="*/ 248 w 283"/>
                <a:gd name="T89" fmla="*/ 0 h 302"/>
                <a:gd name="T90" fmla="*/ 246 w 283"/>
                <a:gd name="T91" fmla="*/ 98 h 302"/>
                <a:gd name="T92" fmla="*/ 237 w 283"/>
                <a:gd name="T93" fmla="*/ 104 h 302"/>
                <a:gd name="T94" fmla="*/ 97 w 283"/>
                <a:gd name="T95" fmla="*/ 103 h 302"/>
                <a:gd name="T96" fmla="*/ 91 w 283"/>
                <a:gd name="T97" fmla="*/ 94 h 302"/>
                <a:gd name="T98" fmla="*/ 91 w 283"/>
                <a:gd name="T99" fmla="*/ 53 h 302"/>
                <a:gd name="T100" fmla="*/ 101 w 283"/>
                <a:gd name="T101" fmla="*/ 47 h 302"/>
                <a:gd name="T102" fmla="*/ 241 w 283"/>
                <a:gd name="T103" fmla="*/ 47 h 302"/>
                <a:gd name="T104" fmla="*/ 247 w 283"/>
                <a:gd name="T105" fmla="*/ 57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83" h="302">
                  <a:moveTo>
                    <a:pt x="248" y="0"/>
                  </a:moveTo>
                  <a:lnTo>
                    <a:pt x="36" y="0"/>
                  </a:lnTo>
                  <a:lnTo>
                    <a:pt x="36" y="0"/>
                  </a:lnTo>
                  <a:lnTo>
                    <a:pt x="28" y="1"/>
                  </a:lnTo>
                  <a:lnTo>
                    <a:pt x="22" y="2"/>
                  </a:lnTo>
                  <a:lnTo>
                    <a:pt x="15" y="6"/>
                  </a:lnTo>
                  <a:lnTo>
                    <a:pt x="10" y="10"/>
                  </a:lnTo>
                  <a:lnTo>
                    <a:pt x="7" y="15"/>
                  </a:lnTo>
                  <a:lnTo>
                    <a:pt x="3" y="21"/>
                  </a:lnTo>
                  <a:lnTo>
                    <a:pt x="2" y="28"/>
                  </a:lnTo>
                  <a:lnTo>
                    <a:pt x="0" y="35"/>
                  </a:lnTo>
                  <a:lnTo>
                    <a:pt x="0" y="59"/>
                  </a:lnTo>
                  <a:lnTo>
                    <a:pt x="19" y="59"/>
                  </a:lnTo>
                  <a:lnTo>
                    <a:pt x="19" y="59"/>
                  </a:lnTo>
                  <a:lnTo>
                    <a:pt x="23" y="54"/>
                  </a:lnTo>
                  <a:lnTo>
                    <a:pt x="28" y="50"/>
                  </a:lnTo>
                  <a:lnTo>
                    <a:pt x="34" y="48"/>
                  </a:lnTo>
                  <a:lnTo>
                    <a:pt x="42" y="47"/>
                  </a:lnTo>
                  <a:lnTo>
                    <a:pt x="42" y="47"/>
                  </a:lnTo>
                  <a:lnTo>
                    <a:pt x="47" y="47"/>
                  </a:lnTo>
                  <a:lnTo>
                    <a:pt x="51" y="48"/>
                  </a:lnTo>
                  <a:lnTo>
                    <a:pt x="56" y="50"/>
                  </a:lnTo>
                  <a:lnTo>
                    <a:pt x="59" y="54"/>
                  </a:lnTo>
                  <a:lnTo>
                    <a:pt x="62" y="58"/>
                  </a:lnTo>
                  <a:lnTo>
                    <a:pt x="64" y="62"/>
                  </a:lnTo>
                  <a:lnTo>
                    <a:pt x="66" y="67"/>
                  </a:lnTo>
                  <a:lnTo>
                    <a:pt x="66" y="72"/>
                  </a:lnTo>
                  <a:lnTo>
                    <a:pt x="66" y="72"/>
                  </a:lnTo>
                  <a:lnTo>
                    <a:pt x="66" y="77"/>
                  </a:lnTo>
                  <a:lnTo>
                    <a:pt x="64" y="81"/>
                  </a:lnTo>
                  <a:lnTo>
                    <a:pt x="62" y="86"/>
                  </a:lnTo>
                  <a:lnTo>
                    <a:pt x="59" y="89"/>
                  </a:lnTo>
                  <a:lnTo>
                    <a:pt x="56" y="92"/>
                  </a:lnTo>
                  <a:lnTo>
                    <a:pt x="51" y="94"/>
                  </a:lnTo>
                  <a:lnTo>
                    <a:pt x="47" y="96"/>
                  </a:lnTo>
                  <a:lnTo>
                    <a:pt x="42" y="97"/>
                  </a:lnTo>
                  <a:lnTo>
                    <a:pt x="42" y="97"/>
                  </a:lnTo>
                  <a:lnTo>
                    <a:pt x="34" y="96"/>
                  </a:lnTo>
                  <a:lnTo>
                    <a:pt x="28" y="93"/>
                  </a:lnTo>
                  <a:lnTo>
                    <a:pt x="23" y="89"/>
                  </a:lnTo>
                  <a:lnTo>
                    <a:pt x="19" y="84"/>
                  </a:lnTo>
                  <a:lnTo>
                    <a:pt x="0" y="84"/>
                  </a:lnTo>
                  <a:lnTo>
                    <a:pt x="0" y="138"/>
                  </a:lnTo>
                  <a:lnTo>
                    <a:pt x="19" y="138"/>
                  </a:lnTo>
                  <a:lnTo>
                    <a:pt x="19" y="138"/>
                  </a:lnTo>
                  <a:lnTo>
                    <a:pt x="23" y="133"/>
                  </a:lnTo>
                  <a:lnTo>
                    <a:pt x="28" y="130"/>
                  </a:lnTo>
                  <a:lnTo>
                    <a:pt x="34" y="127"/>
                  </a:lnTo>
                  <a:lnTo>
                    <a:pt x="42" y="126"/>
                  </a:lnTo>
                  <a:lnTo>
                    <a:pt x="42" y="126"/>
                  </a:lnTo>
                  <a:lnTo>
                    <a:pt x="47" y="127"/>
                  </a:lnTo>
                  <a:lnTo>
                    <a:pt x="51" y="128"/>
                  </a:lnTo>
                  <a:lnTo>
                    <a:pt x="56" y="131"/>
                  </a:lnTo>
                  <a:lnTo>
                    <a:pt x="59" y="133"/>
                  </a:lnTo>
                  <a:lnTo>
                    <a:pt x="62" y="137"/>
                  </a:lnTo>
                  <a:lnTo>
                    <a:pt x="64" y="141"/>
                  </a:lnTo>
                  <a:lnTo>
                    <a:pt x="66" y="146"/>
                  </a:lnTo>
                  <a:lnTo>
                    <a:pt x="66" y="151"/>
                  </a:lnTo>
                  <a:lnTo>
                    <a:pt x="66" y="151"/>
                  </a:lnTo>
                  <a:lnTo>
                    <a:pt x="66" y="156"/>
                  </a:lnTo>
                  <a:lnTo>
                    <a:pt x="64" y="161"/>
                  </a:lnTo>
                  <a:lnTo>
                    <a:pt x="62" y="165"/>
                  </a:lnTo>
                  <a:lnTo>
                    <a:pt x="59" y="169"/>
                  </a:lnTo>
                  <a:lnTo>
                    <a:pt x="56" y="172"/>
                  </a:lnTo>
                  <a:lnTo>
                    <a:pt x="51" y="174"/>
                  </a:lnTo>
                  <a:lnTo>
                    <a:pt x="47" y="176"/>
                  </a:lnTo>
                  <a:lnTo>
                    <a:pt x="42" y="176"/>
                  </a:lnTo>
                  <a:lnTo>
                    <a:pt x="42" y="176"/>
                  </a:lnTo>
                  <a:lnTo>
                    <a:pt x="34" y="175"/>
                  </a:lnTo>
                  <a:lnTo>
                    <a:pt x="28" y="172"/>
                  </a:lnTo>
                  <a:lnTo>
                    <a:pt x="23" y="169"/>
                  </a:lnTo>
                  <a:lnTo>
                    <a:pt x="19" y="164"/>
                  </a:lnTo>
                  <a:lnTo>
                    <a:pt x="0" y="164"/>
                  </a:lnTo>
                  <a:lnTo>
                    <a:pt x="0" y="219"/>
                  </a:lnTo>
                  <a:lnTo>
                    <a:pt x="19" y="219"/>
                  </a:lnTo>
                  <a:lnTo>
                    <a:pt x="19" y="219"/>
                  </a:lnTo>
                  <a:lnTo>
                    <a:pt x="23" y="213"/>
                  </a:lnTo>
                  <a:lnTo>
                    <a:pt x="28" y="209"/>
                  </a:lnTo>
                  <a:lnTo>
                    <a:pt x="34" y="206"/>
                  </a:lnTo>
                  <a:lnTo>
                    <a:pt x="42" y="206"/>
                  </a:lnTo>
                  <a:lnTo>
                    <a:pt x="42" y="206"/>
                  </a:lnTo>
                  <a:lnTo>
                    <a:pt x="47" y="206"/>
                  </a:lnTo>
                  <a:lnTo>
                    <a:pt x="51" y="208"/>
                  </a:lnTo>
                  <a:lnTo>
                    <a:pt x="56" y="210"/>
                  </a:lnTo>
                  <a:lnTo>
                    <a:pt x="59" y="213"/>
                  </a:lnTo>
                  <a:lnTo>
                    <a:pt x="62" y="216"/>
                  </a:lnTo>
                  <a:lnTo>
                    <a:pt x="64" y="222"/>
                  </a:lnTo>
                  <a:lnTo>
                    <a:pt x="66" y="227"/>
                  </a:lnTo>
                  <a:lnTo>
                    <a:pt x="66" y="232"/>
                  </a:lnTo>
                  <a:lnTo>
                    <a:pt x="66" y="232"/>
                  </a:lnTo>
                  <a:lnTo>
                    <a:pt x="66" y="237"/>
                  </a:lnTo>
                  <a:lnTo>
                    <a:pt x="64" y="240"/>
                  </a:lnTo>
                  <a:lnTo>
                    <a:pt x="62" y="245"/>
                  </a:lnTo>
                  <a:lnTo>
                    <a:pt x="59" y="249"/>
                  </a:lnTo>
                  <a:lnTo>
                    <a:pt x="56" y="252"/>
                  </a:lnTo>
                  <a:lnTo>
                    <a:pt x="51" y="254"/>
                  </a:lnTo>
                  <a:lnTo>
                    <a:pt x="47" y="255"/>
                  </a:lnTo>
                  <a:lnTo>
                    <a:pt x="42" y="255"/>
                  </a:lnTo>
                  <a:lnTo>
                    <a:pt x="42" y="255"/>
                  </a:lnTo>
                  <a:lnTo>
                    <a:pt x="34" y="255"/>
                  </a:lnTo>
                  <a:lnTo>
                    <a:pt x="28" y="253"/>
                  </a:lnTo>
                  <a:lnTo>
                    <a:pt x="23" y="249"/>
                  </a:lnTo>
                  <a:lnTo>
                    <a:pt x="19" y="244"/>
                  </a:lnTo>
                  <a:lnTo>
                    <a:pt x="0" y="244"/>
                  </a:lnTo>
                  <a:lnTo>
                    <a:pt x="0" y="268"/>
                  </a:lnTo>
                  <a:lnTo>
                    <a:pt x="0" y="268"/>
                  </a:lnTo>
                  <a:lnTo>
                    <a:pt x="2" y="274"/>
                  </a:lnTo>
                  <a:lnTo>
                    <a:pt x="3" y="281"/>
                  </a:lnTo>
                  <a:lnTo>
                    <a:pt x="7" y="287"/>
                  </a:lnTo>
                  <a:lnTo>
                    <a:pt x="10" y="292"/>
                  </a:lnTo>
                  <a:lnTo>
                    <a:pt x="15" y="296"/>
                  </a:lnTo>
                  <a:lnTo>
                    <a:pt x="22" y="300"/>
                  </a:lnTo>
                  <a:lnTo>
                    <a:pt x="28" y="302"/>
                  </a:lnTo>
                  <a:lnTo>
                    <a:pt x="36" y="302"/>
                  </a:lnTo>
                  <a:lnTo>
                    <a:pt x="248" y="302"/>
                  </a:lnTo>
                  <a:lnTo>
                    <a:pt x="248" y="302"/>
                  </a:lnTo>
                  <a:lnTo>
                    <a:pt x="256" y="302"/>
                  </a:lnTo>
                  <a:lnTo>
                    <a:pt x="262" y="300"/>
                  </a:lnTo>
                  <a:lnTo>
                    <a:pt x="268" y="296"/>
                  </a:lnTo>
                  <a:lnTo>
                    <a:pt x="273" y="292"/>
                  </a:lnTo>
                  <a:lnTo>
                    <a:pt x="277" y="287"/>
                  </a:lnTo>
                  <a:lnTo>
                    <a:pt x="281" y="281"/>
                  </a:lnTo>
                  <a:lnTo>
                    <a:pt x="282" y="274"/>
                  </a:lnTo>
                  <a:lnTo>
                    <a:pt x="283" y="268"/>
                  </a:lnTo>
                  <a:lnTo>
                    <a:pt x="283" y="35"/>
                  </a:lnTo>
                  <a:lnTo>
                    <a:pt x="283" y="35"/>
                  </a:lnTo>
                  <a:lnTo>
                    <a:pt x="282" y="28"/>
                  </a:lnTo>
                  <a:lnTo>
                    <a:pt x="281" y="21"/>
                  </a:lnTo>
                  <a:lnTo>
                    <a:pt x="277" y="15"/>
                  </a:lnTo>
                  <a:lnTo>
                    <a:pt x="273" y="10"/>
                  </a:lnTo>
                  <a:lnTo>
                    <a:pt x="268" y="6"/>
                  </a:lnTo>
                  <a:lnTo>
                    <a:pt x="262" y="2"/>
                  </a:lnTo>
                  <a:lnTo>
                    <a:pt x="256" y="1"/>
                  </a:lnTo>
                  <a:lnTo>
                    <a:pt x="248" y="0"/>
                  </a:lnTo>
                  <a:lnTo>
                    <a:pt x="248" y="0"/>
                  </a:lnTo>
                  <a:close/>
                  <a:moveTo>
                    <a:pt x="247" y="94"/>
                  </a:moveTo>
                  <a:lnTo>
                    <a:pt x="247" y="94"/>
                  </a:lnTo>
                  <a:lnTo>
                    <a:pt x="246" y="98"/>
                  </a:lnTo>
                  <a:lnTo>
                    <a:pt x="243" y="101"/>
                  </a:lnTo>
                  <a:lnTo>
                    <a:pt x="241" y="103"/>
                  </a:lnTo>
                  <a:lnTo>
                    <a:pt x="237" y="104"/>
                  </a:lnTo>
                  <a:lnTo>
                    <a:pt x="101" y="104"/>
                  </a:lnTo>
                  <a:lnTo>
                    <a:pt x="101" y="104"/>
                  </a:lnTo>
                  <a:lnTo>
                    <a:pt x="97" y="103"/>
                  </a:lnTo>
                  <a:lnTo>
                    <a:pt x="93" y="101"/>
                  </a:lnTo>
                  <a:lnTo>
                    <a:pt x="91" y="98"/>
                  </a:lnTo>
                  <a:lnTo>
                    <a:pt x="91" y="94"/>
                  </a:lnTo>
                  <a:lnTo>
                    <a:pt x="91" y="57"/>
                  </a:lnTo>
                  <a:lnTo>
                    <a:pt x="91" y="57"/>
                  </a:lnTo>
                  <a:lnTo>
                    <a:pt x="91" y="53"/>
                  </a:lnTo>
                  <a:lnTo>
                    <a:pt x="93" y="49"/>
                  </a:lnTo>
                  <a:lnTo>
                    <a:pt x="97" y="47"/>
                  </a:lnTo>
                  <a:lnTo>
                    <a:pt x="101" y="47"/>
                  </a:lnTo>
                  <a:lnTo>
                    <a:pt x="237" y="47"/>
                  </a:lnTo>
                  <a:lnTo>
                    <a:pt x="237" y="47"/>
                  </a:lnTo>
                  <a:lnTo>
                    <a:pt x="241" y="47"/>
                  </a:lnTo>
                  <a:lnTo>
                    <a:pt x="243" y="49"/>
                  </a:lnTo>
                  <a:lnTo>
                    <a:pt x="246" y="53"/>
                  </a:lnTo>
                  <a:lnTo>
                    <a:pt x="247" y="57"/>
                  </a:lnTo>
                  <a:lnTo>
                    <a:pt x="247" y="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81633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461070185"/>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5"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14" dur="1000" fill="hold"/>
                                        <p:tgtEl>
                                          <p:spTgt spid="3"/>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3"/>
                                        </p:tgtEl>
                                      </p:cBhvr>
                                    </p:animEffect>
                                  </p:childTnLst>
                                </p:cTn>
                              </p:par>
                            </p:childTnLst>
                          </p:cTn>
                        </p:par>
                        <p:par>
                          <p:cTn id="19" fill="hold">
                            <p:stCondLst>
                              <p:cond delay="1500"/>
                            </p:stCondLst>
                            <p:childTnLst>
                              <p:par>
                                <p:cTn id="20" presetID="53" presetClass="entr" presetSubtype="16" fill="hold" nodeType="after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42"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25" presetClass="entr" presetSubtype="0" fill="hold" grpId="0" nodeType="after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4"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5"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6" dur="1000" fill="hold"/>
                                        <p:tgtEl>
                                          <p:spTgt spid="4"/>
                                        </p:tgtEl>
                                        <p:attrNameLst>
                                          <p:attrName>ppt_h</p:attrName>
                                        </p:attrNameLst>
                                      </p:cBhvr>
                                      <p:tavLst>
                                        <p:tav tm="0">
                                          <p:val>
                                            <p:strVal val="#ppt_h"/>
                                          </p:val>
                                        </p:tav>
                                        <p:tav tm="100000">
                                          <p:val>
                                            <p:strVal val="#ppt_h"/>
                                          </p:val>
                                        </p:tav>
                                      </p:tavLst>
                                    </p:anim>
                                    <p:anim calcmode="lin" valueType="num">
                                      <p:cBhvr>
                                        <p:cTn id="37"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8"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9"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40" dur="1000" decel="50000">
                                          <p:stCondLst>
                                            <p:cond delay="0"/>
                                          </p:stCondLst>
                                        </p:cTn>
                                        <p:tgtEl>
                                          <p:spTgt spid="4"/>
                                        </p:tgtEl>
                                      </p:cBhvr>
                                    </p:animEffect>
                                  </p:childTnLst>
                                </p:cTn>
                              </p:par>
                            </p:childTnLst>
                          </p:cTn>
                        </p:par>
                        <p:par>
                          <p:cTn id="41" fill="hold">
                            <p:stCondLst>
                              <p:cond delay="3500"/>
                            </p:stCondLst>
                            <p:childTnLst>
                              <p:par>
                                <p:cTn id="42" presetID="53" presetClass="entr" presetSubtype="16" fill="hold" nodeType="after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p:cTn id="44" dur="500" fill="hold"/>
                                        <p:tgtEl>
                                          <p:spTgt spid="35"/>
                                        </p:tgtEl>
                                        <p:attrNameLst>
                                          <p:attrName>ppt_w</p:attrName>
                                        </p:attrNameLst>
                                      </p:cBhvr>
                                      <p:tavLst>
                                        <p:tav tm="0">
                                          <p:val>
                                            <p:fltVal val="0"/>
                                          </p:val>
                                        </p:tav>
                                        <p:tav tm="100000">
                                          <p:val>
                                            <p:strVal val="#ppt_w"/>
                                          </p:val>
                                        </p:tav>
                                      </p:tavLst>
                                    </p:anim>
                                    <p:anim calcmode="lin" valueType="num">
                                      <p:cBhvr>
                                        <p:cTn id="45" dur="500" fill="hold"/>
                                        <p:tgtEl>
                                          <p:spTgt spid="35"/>
                                        </p:tgtEl>
                                        <p:attrNameLst>
                                          <p:attrName>ppt_h</p:attrName>
                                        </p:attrNameLst>
                                      </p:cBhvr>
                                      <p:tavLst>
                                        <p:tav tm="0">
                                          <p:val>
                                            <p:fltVal val="0"/>
                                          </p:val>
                                        </p:tav>
                                        <p:tav tm="100000">
                                          <p:val>
                                            <p:strVal val="#ppt_h"/>
                                          </p:val>
                                        </p:tav>
                                      </p:tavLst>
                                    </p:anim>
                                    <p:animEffect transition="in" filter="fade">
                                      <p:cBhvr>
                                        <p:cTn id="46" dur="500"/>
                                        <p:tgtEl>
                                          <p:spTgt spid="35"/>
                                        </p:tgtEl>
                                      </p:cBhvr>
                                    </p:animEffect>
                                  </p:childTnLst>
                                </p:cTn>
                              </p:par>
                              <p:par>
                                <p:cTn id="47" presetID="42" presetClass="entr" presetSubtype="0"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par>
                          <p:cTn id="52" fill="hold">
                            <p:stCondLst>
                              <p:cond delay="4500"/>
                            </p:stCondLst>
                            <p:childTnLst>
                              <p:par>
                                <p:cTn id="53" presetID="25" presetClass="entr" presetSubtype="0" fill="hold" grpId="0" nodeType="afterEffect">
                                  <p:stCondLst>
                                    <p:cond delay="0"/>
                                  </p:stCondLst>
                                  <p:childTnLst>
                                    <p:set>
                                      <p:cBhvr>
                                        <p:cTn id="54" dur="1" fill="hold">
                                          <p:stCondLst>
                                            <p:cond delay="0"/>
                                          </p:stCondLst>
                                        </p:cTn>
                                        <p:tgtEl>
                                          <p:spTgt spid="5"/>
                                        </p:tgtEl>
                                        <p:attrNameLst>
                                          <p:attrName>style.visibility</p:attrName>
                                        </p:attrNameLst>
                                      </p:cBhvr>
                                      <p:to>
                                        <p:strVal val="visible"/>
                                      </p:to>
                                    </p:set>
                                    <p:anim calcmode="lin" valueType="num">
                                      <p:cBhvr>
                                        <p:cTn id="55"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56"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57"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58" dur="1000" fill="hold"/>
                                        <p:tgtEl>
                                          <p:spTgt spid="5"/>
                                        </p:tgtEl>
                                        <p:attrNameLst>
                                          <p:attrName>ppt_h</p:attrName>
                                        </p:attrNameLst>
                                      </p:cBhvr>
                                      <p:tavLst>
                                        <p:tav tm="0">
                                          <p:val>
                                            <p:strVal val="#ppt_h"/>
                                          </p:val>
                                        </p:tav>
                                        <p:tav tm="100000">
                                          <p:val>
                                            <p:strVal val="#ppt_h"/>
                                          </p:val>
                                        </p:tav>
                                      </p:tavLst>
                                    </p:anim>
                                    <p:anim calcmode="lin" valueType="num">
                                      <p:cBhvr>
                                        <p:cTn id="59"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60"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61"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62" dur="1000" decel="50000">
                                          <p:stCondLst>
                                            <p:cond delay="0"/>
                                          </p:stCondLst>
                                        </p:cTn>
                                        <p:tgtEl>
                                          <p:spTgt spid="5"/>
                                        </p:tgtEl>
                                      </p:cBhvr>
                                    </p:animEffect>
                                  </p:childTnLst>
                                </p:cTn>
                              </p:par>
                            </p:childTnLst>
                          </p:cTn>
                        </p:par>
                        <p:par>
                          <p:cTn id="63" fill="hold">
                            <p:stCondLst>
                              <p:cond delay="5500"/>
                            </p:stCondLst>
                            <p:childTnLst>
                              <p:par>
                                <p:cTn id="64" presetID="53" presetClass="entr" presetSubtype="16" fill="hold" nodeType="afterEffect">
                                  <p:stCondLst>
                                    <p:cond delay="0"/>
                                  </p:stCondLst>
                                  <p:childTnLst>
                                    <p:set>
                                      <p:cBhvr>
                                        <p:cTn id="65" dur="1" fill="hold">
                                          <p:stCondLst>
                                            <p:cond delay="0"/>
                                          </p:stCondLst>
                                        </p:cTn>
                                        <p:tgtEl>
                                          <p:spTgt spid="40"/>
                                        </p:tgtEl>
                                        <p:attrNameLst>
                                          <p:attrName>style.visibility</p:attrName>
                                        </p:attrNameLst>
                                      </p:cBhvr>
                                      <p:to>
                                        <p:strVal val="visible"/>
                                      </p:to>
                                    </p:set>
                                    <p:anim calcmode="lin" valueType="num">
                                      <p:cBhvr>
                                        <p:cTn id="66" dur="500" fill="hold"/>
                                        <p:tgtEl>
                                          <p:spTgt spid="40"/>
                                        </p:tgtEl>
                                        <p:attrNameLst>
                                          <p:attrName>ppt_w</p:attrName>
                                        </p:attrNameLst>
                                      </p:cBhvr>
                                      <p:tavLst>
                                        <p:tav tm="0">
                                          <p:val>
                                            <p:fltVal val="0"/>
                                          </p:val>
                                        </p:tav>
                                        <p:tav tm="100000">
                                          <p:val>
                                            <p:strVal val="#ppt_w"/>
                                          </p:val>
                                        </p:tav>
                                      </p:tavLst>
                                    </p:anim>
                                    <p:anim calcmode="lin" valueType="num">
                                      <p:cBhvr>
                                        <p:cTn id="67" dur="500" fill="hold"/>
                                        <p:tgtEl>
                                          <p:spTgt spid="40"/>
                                        </p:tgtEl>
                                        <p:attrNameLst>
                                          <p:attrName>ppt_h</p:attrName>
                                        </p:attrNameLst>
                                      </p:cBhvr>
                                      <p:tavLst>
                                        <p:tav tm="0">
                                          <p:val>
                                            <p:fltVal val="0"/>
                                          </p:val>
                                        </p:tav>
                                        <p:tav tm="100000">
                                          <p:val>
                                            <p:strVal val="#ppt_h"/>
                                          </p:val>
                                        </p:tav>
                                      </p:tavLst>
                                    </p:anim>
                                    <p:animEffect transition="in" filter="fade">
                                      <p:cBhvr>
                                        <p:cTn id="68" dur="500"/>
                                        <p:tgtEl>
                                          <p:spTgt spid="40"/>
                                        </p:tgtEl>
                                      </p:cBhvr>
                                    </p:animEffect>
                                  </p:childTnLst>
                                </p:cTn>
                              </p:par>
                              <p:par>
                                <p:cTn id="69" presetID="42" presetClass="entr" presetSubtype="0" fill="hold"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1000"/>
                                        <p:tgtEl>
                                          <p:spTgt spid="16"/>
                                        </p:tgtEl>
                                      </p:cBhvr>
                                    </p:animEffect>
                                    <p:anim calcmode="lin" valueType="num">
                                      <p:cBhvr>
                                        <p:cTn id="72" dur="1000" fill="hold"/>
                                        <p:tgtEl>
                                          <p:spTgt spid="16"/>
                                        </p:tgtEl>
                                        <p:attrNameLst>
                                          <p:attrName>ppt_x</p:attrName>
                                        </p:attrNameLst>
                                      </p:cBhvr>
                                      <p:tavLst>
                                        <p:tav tm="0">
                                          <p:val>
                                            <p:strVal val="#ppt_x"/>
                                          </p:val>
                                        </p:tav>
                                        <p:tav tm="100000">
                                          <p:val>
                                            <p:strVal val="#ppt_x"/>
                                          </p:val>
                                        </p:tav>
                                      </p:tavLst>
                                    </p:anim>
                                    <p:anim calcmode="lin" valueType="num">
                                      <p:cBhvr>
                                        <p:cTn id="7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1041743" y="1858056"/>
            <a:ext cx="3210735" cy="1808003"/>
            <a:chOff x="1272773" y="2720936"/>
            <a:chExt cx="4280980" cy="2410671"/>
          </a:xfrm>
          <a:solidFill>
            <a:schemeClr val="bg1">
              <a:lumMod val="75000"/>
            </a:schemeClr>
          </a:solidFill>
        </p:grpSpPr>
        <p:sp>
          <p:nvSpPr>
            <p:cNvPr id="27" name="Freeform 5"/>
            <p:cNvSpPr/>
            <p:nvPr/>
          </p:nvSpPr>
          <p:spPr bwMode="auto">
            <a:xfrm>
              <a:off x="1272773" y="2942205"/>
              <a:ext cx="221270" cy="1022498"/>
            </a:xfrm>
            <a:custGeom>
              <a:avLst/>
              <a:gdLst>
                <a:gd name="T0" fmla="*/ 0 w 95"/>
                <a:gd name="T1" fmla="*/ 0 h 439"/>
                <a:gd name="T2" fmla="*/ 10 w 95"/>
                <a:gd name="T3" fmla="*/ 0 h 439"/>
                <a:gd name="T4" fmla="*/ 95 w 95"/>
                <a:gd name="T5" fmla="*/ 437 h 439"/>
                <a:gd name="T6" fmla="*/ 85 w 95"/>
                <a:gd name="T7" fmla="*/ 439 h 439"/>
                <a:gd name="T8" fmla="*/ 0 w 95"/>
                <a:gd name="T9" fmla="*/ 0 h 439"/>
                <a:gd name="T10" fmla="*/ 0 w 95"/>
                <a:gd name="T11" fmla="*/ 0 h 439"/>
              </a:gdLst>
              <a:ahLst/>
              <a:cxnLst>
                <a:cxn ang="0">
                  <a:pos x="T0" y="T1"/>
                </a:cxn>
                <a:cxn ang="0">
                  <a:pos x="T2" y="T3"/>
                </a:cxn>
                <a:cxn ang="0">
                  <a:pos x="T4" y="T5"/>
                </a:cxn>
                <a:cxn ang="0">
                  <a:pos x="T6" y="T7"/>
                </a:cxn>
                <a:cxn ang="0">
                  <a:pos x="T8" y="T9"/>
                </a:cxn>
                <a:cxn ang="0">
                  <a:pos x="T10" y="T11"/>
                </a:cxn>
              </a:cxnLst>
              <a:rect l="0" t="0" r="r" b="b"/>
              <a:pathLst>
                <a:path w="95" h="439">
                  <a:moveTo>
                    <a:pt x="0" y="0"/>
                  </a:moveTo>
                  <a:lnTo>
                    <a:pt x="10" y="0"/>
                  </a:lnTo>
                  <a:lnTo>
                    <a:pt x="95" y="437"/>
                  </a:lnTo>
                  <a:lnTo>
                    <a:pt x="85" y="439"/>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28" name="Freeform 6"/>
            <p:cNvSpPr/>
            <p:nvPr/>
          </p:nvSpPr>
          <p:spPr bwMode="auto">
            <a:xfrm>
              <a:off x="2474615" y="4989528"/>
              <a:ext cx="1043460" cy="142079"/>
            </a:xfrm>
            <a:custGeom>
              <a:avLst/>
              <a:gdLst>
                <a:gd name="T0" fmla="*/ 0 w 448"/>
                <a:gd name="T1" fmla="*/ 9 h 61"/>
                <a:gd name="T2" fmla="*/ 3 w 448"/>
                <a:gd name="T3" fmla="*/ 0 h 61"/>
                <a:gd name="T4" fmla="*/ 448 w 448"/>
                <a:gd name="T5" fmla="*/ 52 h 61"/>
                <a:gd name="T6" fmla="*/ 446 w 448"/>
                <a:gd name="T7" fmla="*/ 61 h 61"/>
                <a:gd name="T8" fmla="*/ 0 w 448"/>
                <a:gd name="T9" fmla="*/ 9 h 61"/>
                <a:gd name="T10" fmla="*/ 0 w 448"/>
                <a:gd name="T11" fmla="*/ 9 h 61"/>
              </a:gdLst>
              <a:ahLst/>
              <a:cxnLst>
                <a:cxn ang="0">
                  <a:pos x="T0" y="T1"/>
                </a:cxn>
                <a:cxn ang="0">
                  <a:pos x="T2" y="T3"/>
                </a:cxn>
                <a:cxn ang="0">
                  <a:pos x="T4" y="T5"/>
                </a:cxn>
                <a:cxn ang="0">
                  <a:pos x="T6" y="T7"/>
                </a:cxn>
                <a:cxn ang="0">
                  <a:pos x="T8" y="T9"/>
                </a:cxn>
                <a:cxn ang="0">
                  <a:pos x="T10" y="T11"/>
                </a:cxn>
              </a:cxnLst>
              <a:rect l="0" t="0" r="r" b="b"/>
              <a:pathLst>
                <a:path w="448" h="61">
                  <a:moveTo>
                    <a:pt x="0" y="9"/>
                  </a:moveTo>
                  <a:lnTo>
                    <a:pt x="3" y="0"/>
                  </a:lnTo>
                  <a:lnTo>
                    <a:pt x="448" y="52"/>
                  </a:lnTo>
                  <a:lnTo>
                    <a:pt x="446" y="61"/>
                  </a:lnTo>
                  <a:lnTo>
                    <a:pt x="0" y="9"/>
                  </a:lnTo>
                  <a:lnTo>
                    <a:pt x="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29" name="Freeform 7"/>
            <p:cNvSpPr/>
            <p:nvPr/>
          </p:nvSpPr>
          <p:spPr bwMode="auto">
            <a:xfrm>
              <a:off x="3203639" y="3540797"/>
              <a:ext cx="440210" cy="1385845"/>
            </a:xfrm>
            <a:custGeom>
              <a:avLst/>
              <a:gdLst>
                <a:gd name="T0" fmla="*/ 0 w 189"/>
                <a:gd name="T1" fmla="*/ 2 h 595"/>
                <a:gd name="T2" fmla="*/ 9 w 189"/>
                <a:gd name="T3" fmla="*/ 0 h 595"/>
                <a:gd name="T4" fmla="*/ 189 w 189"/>
                <a:gd name="T5" fmla="*/ 591 h 595"/>
                <a:gd name="T6" fmla="*/ 180 w 189"/>
                <a:gd name="T7" fmla="*/ 595 h 595"/>
                <a:gd name="T8" fmla="*/ 0 w 189"/>
                <a:gd name="T9" fmla="*/ 2 h 595"/>
                <a:gd name="T10" fmla="*/ 0 w 189"/>
                <a:gd name="T11" fmla="*/ 2 h 595"/>
              </a:gdLst>
              <a:ahLst/>
              <a:cxnLst>
                <a:cxn ang="0">
                  <a:pos x="T0" y="T1"/>
                </a:cxn>
                <a:cxn ang="0">
                  <a:pos x="T2" y="T3"/>
                </a:cxn>
                <a:cxn ang="0">
                  <a:pos x="T4" y="T5"/>
                </a:cxn>
                <a:cxn ang="0">
                  <a:pos x="T6" y="T7"/>
                </a:cxn>
                <a:cxn ang="0">
                  <a:pos x="T8" y="T9"/>
                </a:cxn>
                <a:cxn ang="0">
                  <a:pos x="T10" y="T11"/>
                </a:cxn>
              </a:cxnLst>
              <a:rect l="0" t="0" r="r" b="b"/>
              <a:pathLst>
                <a:path w="189" h="595">
                  <a:moveTo>
                    <a:pt x="0" y="2"/>
                  </a:moveTo>
                  <a:lnTo>
                    <a:pt x="9" y="0"/>
                  </a:lnTo>
                  <a:lnTo>
                    <a:pt x="189" y="591"/>
                  </a:lnTo>
                  <a:lnTo>
                    <a:pt x="180" y="595"/>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30" name="Freeform 8"/>
            <p:cNvSpPr/>
            <p:nvPr/>
          </p:nvSpPr>
          <p:spPr bwMode="auto">
            <a:xfrm>
              <a:off x="2437349" y="2953851"/>
              <a:ext cx="3116404" cy="1437086"/>
            </a:xfrm>
            <a:custGeom>
              <a:avLst/>
              <a:gdLst>
                <a:gd name="T0" fmla="*/ 0 w 1338"/>
                <a:gd name="T1" fmla="*/ 610 h 617"/>
                <a:gd name="T2" fmla="*/ 1333 w 1338"/>
                <a:gd name="T3" fmla="*/ 0 h 617"/>
                <a:gd name="T4" fmla="*/ 1338 w 1338"/>
                <a:gd name="T5" fmla="*/ 10 h 617"/>
                <a:gd name="T6" fmla="*/ 2 w 1338"/>
                <a:gd name="T7" fmla="*/ 617 h 617"/>
                <a:gd name="T8" fmla="*/ 0 w 1338"/>
                <a:gd name="T9" fmla="*/ 610 h 617"/>
                <a:gd name="T10" fmla="*/ 0 w 1338"/>
                <a:gd name="T11" fmla="*/ 610 h 617"/>
              </a:gdLst>
              <a:ahLst/>
              <a:cxnLst>
                <a:cxn ang="0">
                  <a:pos x="T0" y="T1"/>
                </a:cxn>
                <a:cxn ang="0">
                  <a:pos x="T2" y="T3"/>
                </a:cxn>
                <a:cxn ang="0">
                  <a:pos x="T4" y="T5"/>
                </a:cxn>
                <a:cxn ang="0">
                  <a:pos x="T6" y="T7"/>
                </a:cxn>
                <a:cxn ang="0">
                  <a:pos x="T8" y="T9"/>
                </a:cxn>
                <a:cxn ang="0">
                  <a:pos x="T10" y="T11"/>
                </a:cxn>
              </a:cxnLst>
              <a:rect l="0" t="0" r="r" b="b"/>
              <a:pathLst>
                <a:path w="1338" h="617">
                  <a:moveTo>
                    <a:pt x="0" y="610"/>
                  </a:moveTo>
                  <a:lnTo>
                    <a:pt x="1333" y="0"/>
                  </a:lnTo>
                  <a:lnTo>
                    <a:pt x="1338" y="10"/>
                  </a:lnTo>
                  <a:lnTo>
                    <a:pt x="2" y="617"/>
                  </a:lnTo>
                  <a:lnTo>
                    <a:pt x="0" y="610"/>
                  </a:lnTo>
                  <a:lnTo>
                    <a:pt x="0" y="6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31" name="Freeform 9"/>
            <p:cNvSpPr/>
            <p:nvPr/>
          </p:nvSpPr>
          <p:spPr bwMode="auto">
            <a:xfrm>
              <a:off x="3529720" y="3275274"/>
              <a:ext cx="1504632" cy="1078397"/>
            </a:xfrm>
            <a:custGeom>
              <a:avLst/>
              <a:gdLst>
                <a:gd name="T0" fmla="*/ 0 w 646"/>
                <a:gd name="T1" fmla="*/ 7 h 463"/>
                <a:gd name="T2" fmla="*/ 4 w 646"/>
                <a:gd name="T3" fmla="*/ 0 h 463"/>
                <a:gd name="T4" fmla="*/ 646 w 646"/>
                <a:gd name="T5" fmla="*/ 453 h 463"/>
                <a:gd name="T6" fmla="*/ 641 w 646"/>
                <a:gd name="T7" fmla="*/ 463 h 463"/>
                <a:gd name="T8" fmla="*/ 0 w 646"/>
                <a:gd name="T9" fmla="*/ 7 h 463"/>
                <a:gd name="T10" fmla="*/ 0 w 646"/>
                <a:gd name="T11" fmla="*/ 7 h 463"/>
              </a:gdLst>
              <a:ahLst/>
              <a:cxnLst>
                <a:cxn ang="0">
                  <a:pos x="T0" y="T1"/>
                </a:cxn>
                <a:cxn ang="0">
                  <a:pos x="T2" y="T3"/>
                </a:cxn>
                <a:cxn ang="0">
                  <a:pos x="T4" y="T5"/>
                </a:cxn>
                <a:cxn ang="0">
                  <a:pos x="T6" y="T7"/>
                </a:cxn>
                <a:cxn ang="0">
                  <a:pos x="T8" y="T9"/>
                </a:cxn>
                <a:cxn ang="0">
                  <a:pos x="T10" y="T11"/>
                </a:cxn>
              </a:cxnLst>
              <a:rect l="0" t="0" r="r" b="b"/>
              <a:pathLst>
                <a:path w="646" h="463">
                  <a:moveTo>
                    <a:pt x="0" y="7"/>
                  </a:moveTo>
                  <a:lnTo>
                    <a:pt x="4" y="0"/>
                  </a:lnTo>
                  <a:lnTo>
                    <a:pt x="646" y="453"/>
                  </a:lnTo>
                  <a:lnTo>
                    <a:pt x="641" y="463"/>
                  </a:lnTo>
                  <a:lnTo>
                    <a:pt x="0" y="7"/>
                  </a:lnTo>
                  <a:lnTo>
                    <a:pt x="0"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32" name="Freeform 10"/>
            <p:cNvSpPr/>
            <p:nvPr/>
          </p:nvSpPr>
          <p:spPr bwMode="auto">
            <a:xfrm>
              <a:off x="4719917" y="2720936"/>
              <a:ext cx="600921" cy="1388173"/>
            </a:xfrm>
            <a:custGeom>
              <a:avLst/>
              <a:gdLst>
                <a:gd name="T0" fmla="*/ 0 w 258"/>
                <a:gd name="T1" fmla="*/ 3 h 596"/>
                <a:gd name="T2" fmla="*/ 10 w 258"/>
                <a:gd name="T3" fmla="*/ 0 h 596"/>
                <a:gd name="T4" fmla="*/ 258 w 258"/>
                <a:gd name="T5" fmla="*/ 591 h 596"/>
                <a:gd name="T6" fmla="*/ 249 w 258"/>
                <a:gd name="T7" fmla="*/ 596 h 596"/>
                <a:gd name="T8" fmla="*/ 0 w 258"/>
                <a:gd name="T9" fmla="*/ 3 h 596"/>
                <a:gd name="T10" fmla="*/ 0 w 258"/>
                <a:gd name="T11" fmla="*/ 3 h 596"/>
              </a:gdLst>
              <a:ahLst/>
              <a:cxnLst>
                <a:cxn ang="0">
                  <a:pos x="T0" y="T1"/>
                </a:cxn>
                <a:cxn ang="0">
                  <a:pos x="T2" y="T3"/>
                </a:cxn>
                <a:cxn ang="0">
                  <a:pos x="T4" y="T5"/>
                </a:cxn>
                <a:cxn ang="0">
                  <a:pos x="T6" y="T7"/>
                </a:cxn>
                <a:cxn ang="0">
                  <a:pos x="T8" y="T9"/>
                </a:cxn>
                <a:cxn ang="0">
                  <a:pos x="T10" y="T11"/>
                </a:cxn>
              </a:cxnLst>
              <a:rect l="0" t="0" r="r" b="b"/>
              <a:pathLst>
                <a:path w="258" h="596">
                  <a:moveTo>
                    <a:pt x="0" y="3"/>
                  </a:moveTo>
                  <a:lnTo>
                    <a:pt x="10" y="0"/>
                  </a:lnTo>
                  <a:lnTo>
                    <a:pt x="258" y="591"/>
                  </a:lnTo>
                  <a:lnTo>
                    <a:pt x="249" y="596"/>
                  </a:lnTo>
                  <a:lnTo>
                    <a:pt x="0" y="3"/>
                  </a:ln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33" name="Freeform 11"/>
            <p:cNvSpPr/>
            <p:nvPr/>
          </p:nvSpPr>
          <p:spPr bwMode="auto">
            <a:xfrm>
              <a:off x="1582550" y="2732581"/>
              <a:ext cx="815203" cy="100154"/>
            </a:xfrm>
            <a:custGeom>
              <a:avLst/>
              <a:gdLst>
                <a:gd name="T0" fmla="*/ 0 w 350"/>
                <a:gd name="T1" fmla="*/ 10 h 43"/>
                <a:gd name="T2" fmla="*/ 0 w 350"/>
                <a:gd name="T3" fmla="*/ 0 h 43"/>
                <a:gd name="T4" fmla="*/ 350 w 350"/>
                <a:gd name="T5" fmla="*/ 33 h 43"/>
                <a:gd name="T6" fmla="*/ 350 w 350"/>
                <a:gd name="T7" fmla="*/ 43 h 43"/>
                <a:gd name="T8" fmla="*/ 0 w 350"/>
                <a:gd name="T9" fmla="*/ 10 h 43"/>
                <a:gd name="T10" fmla="*/ 0 w 350"/>
                <a:gd name="T11" fmla="*/ 10 h 43"/>
              </a:gdLst>
              <a:ahLst/>
              <a:cxnLst>
                <a:cxn ang="0">
                  <a:pos x="T0" y="T1"/>
                </a:cxn>
                <a:cxn ang="0">
                  <a:pos x="T2" y="T3"/>
                </a:cxn>
                <a:cxn ang="0">
                  <a:pos x="T4" y="T5"/>
                </a:cxn>
                <a:cxn ang="0">
                  <a:pos x="T6" y="T7"/>
                </a:cxn>
                <a:cxn ang="0">
                  <a:pos x="T8" y="T9"/>
                </a:cxn>
                <a:cxn ang="0">
                  <a:pos x="T10" y="T11"/>
                </a:cxn>
              </a:cxnLst>
              <a:rect l="0" t="0" r="r" b="b"/>
              <a:pathLst>
                <a:path w="350" h="43">
                  <a:moveTo>
                    <a:pt x="0" y="10"/>
                  </a:moveTo>
                  <a:lnTo>
                    <a:pt x="0" y="0"/>
                  </a:lnTo>
                  <a:lnTo>
                    <a:pt x="350" y="33"/>
                  </a:lnTo>
                  <a:lnTo>
                    <a:pt x="350" y="43"/>
                  </a:lnTo>
                  <a:lnTo>
                    <a:pt x="0" y="10"/>
                  </a:lnTo>
                  <a:lnTo>
                    <a:pt x="0"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grpSp>
      <p:sp>
        <p:nvSpPr>
          <p:cNvPr id="34" name="Oval 12"/>
          <p:cNvSpPr>
            <a:spLocks noChangeArrowheads="1"/>
          </p:cNvSpPr>
          <p:nvPr/>
        </p:nvSpPr>
        <p:spPr bwMode="auto">
          <a:xfrm>
            <a:off x="673233" y="1477186"/>
            <a:ext cx="703987" cy="709226"/>
          </a:xfrm>
          <a:prstGeom prst="star7">
            <a:avLst/>
          </a:prstGeom>
          <a:solidFill>
            <a:schemeClr val="bg1">
              <a:lumMod val="50000"/>
            </a:schemeClr>
          </a:solidFill>
          <a:ln>
            <a:noFill/>
          </a:ln>
        </p:spPr>
        <p:txBody>
          <a:bodyPr vert="horz" wrap="square" lIns="68442" tIns="34283" rIns="68442" bIns="34283"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37" name="Oval 15"/>
          <p:cNvSpPr>
            <a:spLocks noChangeArrowheads="1"/>
          </p:cNvSpPr>
          <p:nvPr/>
        </p:nvSpPr>
        <p:spPr bwMode="auto">
          <a:xfrm>
            <a:off x="3382537" y="1552384"/>
            <a:ext cx="414008" cy="414007"/>
          </a:xfrm>
          <a:prstGeom prst="star7">
            <a:avLst/>
          </a:prstGeom>
          <a:solidFill>
            <a:schemeClr val="bg1">
              <a:lumMod val="50000"/>
            </a:schemeClr>
          </a:solidFill>
          <a:ln>
            <a:noFill/>
          </a:ln>
        </p:spPr>
        <p:txBody>
          <a:bodyPr vert="horz" wrap="square" lIns="68442" tIns="34283" rIns="68442" bIns="34283"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40" name="Oval 18"/>
          <p:cNvSpPr>
            <a:spLocks noChangeArrowheads="1"/>
          </p:cNvSpPr>
          <p:nvPr/>
        </p:nvSpPr>
        <p:spPr bwMode="auto">
          <a:xfrm>
            <a:off x="2610503" y="3409213"/>
            <a:ext cx="496109" cy="497856"/>
          </a:xfrm>
          <a:prstGeom prst="star7">
            <a:avLst/>
          </a:prstGeom>
          <a:solidFill>
            <a:schemeClr val="bg1">
              <a:lumMod val="50000"/>
            </a:schemeClr>
          </a:solidFill>
          <a:ln>
            <a:noFill/>
          </a:ln>
        </p:spPr>
        <p:txBody>
          <a:bodyPr vert="horz" wrap="square" lIns="68442" tIns="34283" rIns="68442" bIns="34283"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grpSp>
        <p:nvGrpSpPr>
          <p:cNvPr id="5" name="组合 4"/>
          <p:cNvGrpSpPr/>
          <p:nvPr/>
        </p:nvGrpSpPr>
        <p:grpSpPr>
          <a:xfrm>
            <a:off x="536896" y="2612720"/>
            <a:ext cx="1580912" cy="1587899"/>
            <a:chOff x="536896" y="2612720"/>
            <a:chExt cx="1580912" cy="1587899"/>
          </a:xfrm>
        </p:grpSpPr>
        <p:sp>
          <p:nvSpPr>
            <p:cNvPr id="38" name="Oval 16"/>
            <p:cNvSpPr>
              <a:spLocks noChangeArrowheads="1"/>
            </p:cNvSpPr>
            <p:nvPr/>
          </p:nvSpPr>
          <p:spPr bwMode="auto">
            <a:xfrm>
              <a:off x="536896" y="2612720"/>
              <a:ext cx="1580912" cy="1587899"/>
            </a:xfrm>
            <a:prstGeom prst="star7">
              <a:avLst/>
            </a:prstGeom>
            <a:solidFill>
              <a:schemeClr val="accent1"/>
            </a:solidFill>
            <a:ln>
              <a:noFill/>
            </a:ln>
          </p:spPr>
          <p:txBody>
            <a:bodyPr vert="horz" wrap="square" lIns="68442" tIns="34283" rIns="68442" bIns="34283"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41" name="文本框 19"/>
            <p:cNvSpPr txBox="1"/>
            <p:nvPr/>
          </p:nvSpPr>
          <p:spPr>
            <a:xfrm>
              <a:off x="776276" y="3118807"/>
              <a:ext cx="1093476" cy="530915"/>
            </a:xfrm>
            <a:prstGeom prst="rect">
              <a:avLst/>
            </a:prstGeom>
            <a:noFill/>
          </p:spPr>
          <p:txBody>
            <a:bodyPr wrap="square" lIns="68442" tIns="34283" rIns="68442" bIns="34283" rtlCol="0">
              <a:spAutoFit/>
            </a:bodyPr>
            <a:lstStyle/>
            <a:p>
              <a:pPr algn="ctr" defTabSz="683895" fontAlgn="base">
                <a:spcBef>
                  <a:spcPct val="0"/>
                </a:spcBef>
                <a:spcAft>
                  <a:spcPct val="0"/>
                </a:spcAft>
              </a:pPr>
              <a:r>
                <a:rPr lang="zh-CN" altLang="en-US" sz="3000" b="1" dirty="0">
                  <a:solidFill>
                    <a:prstClr val="white"/>
                  </a:solidFill>
                  <a:cs typeface="+mn-ea"/>
                  <a:sym typeface="+mn-lt"/>
                </a:rPr>
                <a:t>标题</a:t>
              </a:r>
            </a:p>
          </p:txBody>
        </p:sp>
      </p:grpSp>
      <p:grpSp>
        <p:nvGrpSpPr>
          <p:cNvPr id="4" name="组合 3"/>
          <p:cNvGrpSpPr/>
          <p:nvPr/>
        </p:nvGrpSpPr>
        <p:grpSpPr>
          <a:xfrm>
            <a:off x="3599147" y="2717521"/>
            <a:ext cx="1479594" cy="1483087"/>
            <a:chOff x="3599147" y="2717521"/>
            <a:chExt cx="1479594" cy="1483087"/>
          </a:xfrm>
        </p:grpSpPr>
        <p:sp>
          <p:nvSpPr>
            <p:cNvPr id="39" name="Oval 17"/>
            <p:cNvSpPr>
              <a:spLocks noChangeArrowheads="1"/>
            </p:cNvSpPr>
            <p:nvPr/>
          </p:nvSpPr>
          <p:spPr bwMode="auto">
            <a:xfrm>
              <a:off x="3599147" y="2717521"/>
              <a:ext cx="1479594" cy="1483087"/>
            </a:xfrm>
            <a:prstGeom prst="star7">
              <a:avLst/>
            </a:prstGeom>
            <a:solidFill>
              <a:schemeClr val="accent4"/>
            </a:solidFill>
            <a:ln>
              <a:noFill/>
            </a:ln>
          </p:spPr>
          <p:txBody>
            <a:bodyPr vert="horz" wrap="square" lIns="68442" tIns="34283" rIns="68442" bIns="34283"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42" name="文本框 20"/>
            <p:cNvSpPr txBox="1"/>
            <p:nvPr/>
          </p:nvSpPr>
          <p:spPr>
            <a:xfrm>
              <a:off x="3796543" y="3171104"/>
              <a:ext cx="1093476" cy="530915"/>
            </a:xfrm>
            <a:prstGeom prst="rect">
              <a:avLst/>
            </a:prstGeom>
            <a:noFill/>
          </p:spPr>
          <p:txBody>
            <a:bodyPr wrap="square" lIns="68442" tIns="34283" rIns="68442" bIns="34283" rtlCol="0">
              <a:spAutoFit/>
            </a:bodyPr>
            <a:lstStyle/>
            <a:p>
              <a:pPr algn="ctr" defTabSz="683895" fontAlgn="base">
                <a:spcBef>
                  <a:spcPct val="0"/>
                </a:spcBef>
                <a:spcAft>
                  <a:spcPct val="0"/>
                </a:spcAft>
              </a:pPr>
              <a:r>
                <a:rPr lang="zh-CN" altLang="en-US" sz="3000" b="1" dirty="0">
                  <a:solidFill>
                    <a:prstClr val="white"/>
                  </a:solidFill>
                  <a:cs typeface="+mn-ea"/>
                  <a:sym typeface="+mn-lt"/>
                </a:rPr>
                <a:t>标题</a:t>
              </a:r>
            </a:p>
          </p:txBody>
        </p:sp>
      </p:grpSp>
      <p:grpSp>
        <p:nvGrpSpPr>
          <p:cNvPr id="2" name="组合 1"/>
          <p:cNvGrpSpPr/>
          <p:nvPr/>
        </p:nvGrpSpPr>
        <p:grpSpPr>
          <a:xfrm>
            <a:off x="1778916" y="1419622"/>
            <a:ext cx="1173892" cy="1177385"/>
            <a:chOff x="1778916" y="1419622"/>
            <a:chExt cx="1173892" cy="1177385"/>
          </a:xfrm>
        </p:grpSpPr>
        <p:sp>
          <p:nvSpPr>
            <p:cNvPr id="36" name="Oval 14"/>
            <p:cNvSpPr>
              <a:spLocks noChangeArrowheads="1"/>
            </p:cNvSpPr>
            <p:nvPr/>
          </p:nvSpPr>
          <p:spPr bwMode="auto">
            <a:xfrm>
              <a:off x="1778916" y="1419622"/>
              <a:ext cx="1173892" cy="1177385"/>
            </a:xfrm>
            <a:prstGeom prst="star7">
              <a:avLst/>
            </a:prstGeom>
            <a:solidFill>
              <a:schemeClr val="bg1">
                <a:lumMod val="50000"/>
              </a:schemeClr>
            </a:solidFill>
            <a:ln>
              <a:noFill/>
            </a:ln>
          </p:spPr>
          <p:txBody>
            <a:bodyPr vert="horz" wrap="square" lIns="68442" tIns="34283" rIns="68442" bIns="34283"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43" name="文本框 21"/>
            <p:cNvSpPr txBox="1"/>
            <p:nvPr/>
          </p:nvSpPr>
          <p:spPr>
            <a:xfrm>
              <a:off x="1819124" y="1755100"/>
              <a:ext cx="1093476" cy="484748"/>
            </a:xfrm>
            <a:prstGeom prst="rect">
              <a:avLst/>
            </a:prstGeom>
            <a:noFill/>
          </p:spPr>
          <p:txBody>
            <a:bodyPr wrap="square" lIns="68442" tIns="34283" rIns="68442" bIns="34283" rtlCol="0">
              <a:spAutoFit/>
            </a:bodyPr>
            <a:lstStyle/>
            <a:p>
              <a:pPr algn="ctr" defTabSz="683895" fontAlgn="base">
                <a:spcBef>
                  <a:spcPct val="0"/>
                </a:spcBef>
                <a:spcAft>
                  <a:spcPct val="0"/>
                </a:spcAft>
              </a:pPr>
              <a:r>
                <a:rPr lang="zh-CN" altLang="en-US" sz="2700" b="1" dirty="0">
                  <a:solidFill>
                    <a:prstClr val="white"/>
                  </a:solidFill>
                  <a:cs typeface="+mn-ea"/>
                  <a:sym typeface="+mn-lt"/>
                </a:rPr>
                <a:t>标题</a:t>
              </a:r>
            </a:p>
          </p:txBody>
        </p:sp>
      </p:grpSp>
      <p:grpSp>
        <p:nvGrpSpPr>
          <p:cNvPr id="3" name="组合 2"/>
          <p:cNvGrpSpPr/>
          <p:nvPr/>
        </p:nvGrpSpPr>
        <p:grpSpPr>
          <a:xfrm>
            <a:off x="4083032" y="1447572"/>
            <a:ext cx="904875" cy="908369"/>
            <a:chOff x="4083032" y="1447572"/>
            <a:chExt cx="904875" cy="908369"/>
          </a:xfrm>
        </p:grpSpPr>
        <p:sp>
          <p:nvSpPr>
            <p:cNvPr id="35" name="Oval 13"/>
            <p:cNvSpPr>
              <a:spLocks noChangeArrowheads="1"/>
            </p:cNvSpPr>
            <p:nvPr/>
          </p:nvSpPr>
          <p:spPr bwMode="auto">
            <a:xfrm>
              <a:off x="4083032" y="1447572"/>
              <a:ext cx="904875" cy="908369"/>
            </a:xfrm>
            <a:prstGeom prst="star7">
              <a:avLst/>
            </a:prstGeom>
            <a:solidFill>
              <a:schemeClr val="accent2"/>
            </a:solidFill>
            <a:ln>
              <a:noFill/>
            </a:ln>
          </p:spPr>
          <p:txBody>
            <a:bodyPr vert="horz" wrap="square" lIns="68442" tIns="34283" rIns="68442" bIns="34283" numCol="1" anchor="t" anchorCtr="0" compatLnSpc="1"/>
            <a:lstStyle/>
            <a:p>
              <a:pPr defTabSz="683895" fontAlgn="base">
                <a:spcBef>
                  <a:spcPct val="0"/>
                </a:spcBef>
                <a:spcAft>
                  <a:spcPct val="0"/>
                </a:spcAft>
              </a:pPr>
              <a:endParaRPr lang="zh-CN" altLang="en-US" sz="2100" b="1">
                <a:solidFill>
                  <a:prstClr val="white"/>
                </a:solidFill>
                <a:cs typeface="+mn-ea"/>
                <a:sym typeface="+mn-lt"/>
              </a:endParaRPr>
            </a:p>
          </p:txBody>
        </p:sp>
        <p:sp>
          <p:nvSpPr>
            <p:cNvPr id="44" name="文本框 22"/>
            <p:cNvSpPr txBox="1"/>
            <p:nvPr/>
          </p:nvSpPr>
          <p:spPr>
            <a:xfrm>
              <a:off x="4142451" y="1684623"/>
              <a:ext cx="786028" cy="438581"/>
            </a:xfrm>
            <a:prstGeom prst="rect">
              <a:avLst/>
            </a:prstGeom>
            <a:noFill/>
          </p:spPr>
          <p:txBody>
            <a:bodyPr wrap="square" lIns="68442" tIns="34283" rIns="68442" bIns="34283" rtlCol="0">
              <a:spAutoFit/>
            </a:bodyPr>
            <a:lstStyle/>
            <a:p>
              <a:pPr algn="ctr" defTabSz="683895" fontAlgn="base">
                <a:spcBef>
                  <a:spcPct val="0"/>
                </a:spcBef>
                <a:spcAft>
                  <a:spcPct val="0"/>
                </a:spcAft>
              </a:pPr>
              <a:r>
                <a:rPr lang="zh-CN" altLang="en-US" sz="2400" b="1" dirty="0">
                  <a:solidFill>
                    <a:prstClr val="white"/>
                  </a:solidFill>
                  <a:cs typeface="+mn-ea"/>
                  <a:sym typeface="+mn-lt"/>
                </a:rPr>
                <a:t>标题</a:t>
              </a:r>
            </a:p>
          </p:txBody>
        </p:sp>
      </p:grpSp>
      <p:sp>
        <p:nvSpPr>
          <p:cNvPr id="47" name="TextBox 14"/>
          <p:cNvSpPr txBox="1"/>
          <p:nvPr/>
        </p:nvSpPr>
        <p:spPr>
          <a:xfrm>
            <a:off x="5807352" y="1575052"/>
            <a:ext cx="2600074" cy="484748"/>
          </a:xfrm>
          <a:prstGeom prst="rect">
            <a:avLst/>
          </a:prstGeom>
          <a:noFill/>
        </p:spPr>
        <p:txBody>
          <a:bodyPr wrap="square" lIns="68442" tIns="34283" rIns="68442" bIns="34283" rtlCol="0">
            <a:spAutoFit/>
          </a:bodyPr>
          <a:lstStyle/>
          <a:p>
            <a:pPr algn="ctr" defTabSz="683895" fontAlgn="base">
              <a:spcBef>
                <a:spcPct val="0"/>
              </a:spcBef>
              <a:spcAft>
                <a:spcPct val="0"/>
              </a:spcAft>
            </a:pPr>
            <a:r>
              <a:rPr lang="zh-CN" altLang="en-US" sz="2700" b="1" dirty="0">
                <a:solidFill>
                  <a:prstClr val="black">
                    <a:lumMod val="75000"/>
                    <a:lumOff val="25000"/>
                  </a:prstClr>
                </a:solidFill>
                <a:cs typeface="+mn-ea"/>
                <a:sym typeface="+mn-lt"/>
              </a:rPr>
              <a:t>请输入标题</a:t>
            </a:r>
          </a:p>
        </p:txBody>
      </p:sp>
      <p:sp>
        <p:nvSpPr>
          <p:cNvPr id="48" name="矩形 47"/>
          <p:cNvSpPr>
            <a:spLocks noChangeArrowheads="1"/>
          </p:cNvSpPr>
          <p:nvPr/>
        </p:nvSpPr>
        <p:spPr bwMode="auto">
          <a:xfrm>
            <a:off x="5903738" y="2327076"/>
            <a:ext cx="2407475" cy="2146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442" tIns="34283" rIns="68442" bIns="34283">
            <a:spAutoFit/>
          </a:bodyPr>
          <a:lstStyle/>
          <a:p>
            <a:pPr algn="just" defTabSz="683895" fontAlgn="base">
              <a:spcBef>
                <a:spcPct val="0"/>
              </a:spcBef>
              <a:spcAft>
                <a:spcPct val="0"/>
              </a:spcAft>
            </a:pPr>
            <a:r>
              <a:rPr lang="zh-CN" altLang="en-US" sz="1500" dirty="0">
                <a:solidFill>
                  <a:prstClr val="black">
                    <a:lumMod val="75000"/>
                    <a:lumOff val="25000"/>
                  </a:prstClr>
                </a:solidFill>
                <a:cs typeface="+mn-ea"/>
                <a:sym typeface="+mn-lt"/>
              </a:rPr>
              <a:t>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a:t>
            </a:r>
          </a:p>
        </p:txBody>
      </p:sp>
      <p:grpSp>
        <p:nvGrpSpPr>
          <p:cNvPr id="6" name="组合 5"/>
          <p:cNvGrpSpPr/>
          <p:nvPr/>
        </p:nvGrpSpPr>
        <p:grpSpPr>
          <a:xfrm>
            <a:off x="5730815" y="2102287"/>
            <a:ext cx="2801625" cy="75239"/>
            <a:chOff x="5730815" y="2102287"/>
            <a:chExt cx="2801625" cy="75239"/>
          </a:xfrm>
        </p:grpSpPr>
        <p:cxnSp>
          <p:nvCxnSpPr>
            <p:cNvPr id="45" name="直接连接符 44"/>
            <p:cNvCxnSpPr/>
            <p:nvPr/>
          </p:nvCxnSpPr>
          <p:spPr>
            <a:xfrm>
              <a:off x="5759288" y="2135479"/>
              <a:ext cx="2696372" cy="1588"/>
            </a:xfrm>
            <a:prstGeom prst="line">
              <a:avLst/>
            </a:prstGeom>
            <a:solidFill>
              <a:schemeClr val="tx1">
                <a:lumMod val="50000"/>
                <a:lumOff val="50000"/>
              </a:schemeClr>
            </a:solidFill>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a:off x="5730815" y="2106088"/>
              <a:ext cx="96299" cy="71438"/>
            </a:xfrm>
            <a:prstGeom prst="ellipse">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3895" fontAlgn="base">
                <a:spcBef>
                  <a:spcPct val="0"/>
                </a:spcBef>
                <a:spcAft>
                  <a:spcPct val="0"/>
                </a:spcAft>
              </a:pPr>
              <a:endParaRPr lang="zh-CN" altLang="en-US" sz="2700">
                <a:solidFill>
                  <a:prstClr val="white"/>
                </a:solidFill>
                <a:cs typeface="+mn-ea"/>
                <a:sym typeface="+mn-lt"/>
              </a:endParaRPr>
            </a:p>
          </p:txBody>
        </p:sp>
        <p:sp>
          <p:nvSpPr>
            <p:cNvPr id="49" name="椭圆 48"/>
            <p:cNvSpPr/>
            <p:nvPr/>
          </p:nvSpPr>
          <p:spPr>
            <a:xfrm>
              <a:off x="8436141" y="2102287"/>
              <a:ext cx="96299" cy="71438"/>
            </a:xfrm>
            <a:prstGeom prst="ellipse">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68442" tIns="34283" rIns="68442" bIns="34283" rtlCol="0" anchor="ctr"/>
            <a:lstStyle/>
            <a:p>
              <a:pPr algn="ctr" defTabSz="683895" fontAlgn="base">
                <a:spcBef>
                  <a:spcPct val="0"/>
                </a:spcBef>
                <a:spcAft>
                  <a:spcPct val="0"/>
                </a:spcAft>
              </a:pPr>
              <a:endParaRPr lang="zh-CN" altLang="en-US" sz="2700">
                <a:solidFill>
                  <a:srgbClr val="FEFA00"/>
                </a:solidFill>
                <a:cs typeface="+mn-ea"/>
                <a:sym typeface="+mn-lt"/>
              </a:endParaRPr>
            </a:p>
          </p:txBody>
        </p:sp>
      </p:grpSp>
    </p:spTree>
    <p:extLst>
      <p:ext uri="{BB962C8B-B14F-4D97-AF65-F5344CB8AC3E}">
        <p14:creationId xmlns:p14="http://schemas.microsoft.com/office/powerpoint/2010/main" val="2031832063"/>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360"/>
                                          </p:val>
                                        </p:tav>
                                        <p:tav tm="100000">
                                          <p:val>
                                            <p:fltVal val="0"/>
                                          </p:val>
                                        </p:tav>
                                      </p:tavLst>
                                    </p:anim>
                                    <p:animEffect transition="in" filter="fade">
                                      <p:cBhvr>
                                        <p:cTn id="10" dur="1000"/>
                                        <p:tgtEl>
                                          <p:spTgt spid="2"/>
                                        </p:tgtEl>
                                      </p:cBhvr>
                                    </p:animEffect>
                                  </p:childTnLst>
                                </p:cTn>
                              </p:par>
                              <p:par>
                                <p:cTn id="11" presetID="49" presetClass="entr" presetSubtype="0" decel="100000" fill="hold" nodeType="withEffect">
                                  <p:stCondLst>
                                    <p:cond delay="20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360"/>
                                          </p:val>
                                        </p:tav>
                                        <p:tav tm="100000">
                                          <p:val>
                                            <p:fltVal val="0"/>
                                          </p:val>
                                        </p:tav>
                                      </p:tavLst>
                                    </p:anim>
                                    <p:animEffect transition="in" filter="fade">
                                      <p:cBhvr>
                                        <p:cTn id="16" dur="1000"/>
                                        <p:tgtEl>
                                          <p:spTgt spid="5"/>
                                        </p:tgtEl>
                                      </p:cBhvr>
                                    </p:animEffect>
                                  </p:childTnLst>
                                </p:cTn>
                              </p:par>
                              <p:par>
                                <p:cTn id="17" presetID="49" presetClass="entr" presetSubtype="0" decel="100000" fill="hold" nodeType="withEffect">
                                  <p:stCondLst>
                                    <p:cond delay="60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360"/>
                                          </p:val>
                                        </p:tav>
                                        <p:tav tm="100000">
                                          <p:val>
                                            <p:fltVal val="0"/>
                                          </p:val>
                                        </p:tav>
                                      </p:tavLst>
                                    </p:anim>
                                    <p:animEffect transition="in" filter="fade">
                                      <p:cBhvr>
                                        <p:cTn id="22" dur="1000"/>
                                        <p:tgtEl>
                                          <p:spTgt spid="4"/>
                                        </p:tgtEl>
                                      </p:cBhvr>
                                    </p:animEffect>
                                  </p:childTnLst>
                                </p:cTn>
                              </p:par>
                              <p:par>
                                <p:cTn id="23" presetID="49" presetClass="entr" presetSubtype="0" decel="100000" fill="hold" nodeType="withEffect">
                                  <p:stCondLst>
                                    <p:cond delay="500"/>
                                  </p:stCondLst>
                                  <p:childTnLst>
                                    <p:set>
                                      <p:cBhvr>
                                        <p:cTn id="24" dur="1" fill="hold">
                                          <p:stCondLst>
                                            <p:cond delay="0"/>
                                          </p:stCondLst>
                                        </p:cTn>
                                        <p:tgtEl>
                                          <p:spTgt spid="3"/>
                                        </p:tgtEl>
                                        <p:attrNameLst>
                                          <p:attrName>style.visibility</p:attrName>
                                        </p:attrNameLst>
                                      </p:cBhvr>
                                      <p:to>
                                        <p:strVal val="visible"/>
                                      </p:to>
                                    </p:set>
                                    <p:anim calcmode="lin" valueType="num">
                                      <p:cBhvr>
                                        <p:cTn id="25" dur="1000" fill="hold"/>
                                        <p:tgtEl>
                                          <p:spTgt spid="3"/>
                                        </p:tgtEl>
                                        <p:attrNameLst>
                                          <p:attrName>ppt_w</p:attrName>
                                        </p:attrNameLst>
                                      </p:cBhvr>
                                      <p:tavLst>
                                        <p:tav tm="0">
                                          <p:val>
                                            <p:fltVal val="0"/>
                                          </p:val>
                                        </p:tav>
                                        <p:tav tm="100000">
                                          <p:val>
                                            <p:strVal val="#ppt_w"/>
                                          </p:val>
                                        </p:tav>
                                      </p:tavLst>
                                    </p:anim>
                                    <p:anim calcmode="lin" valueType="num">
                                      <p:cBhvr>
                                        <p:cTn id="26" dur="1000" fill="hold"/>
                                        <p:tgtEl>
                                          <p:spTgt spid="3"/>
                                        </p:tgtEl>
                                        <p:attrNameLst>
                                          <p:attrName>ppt_h</p:attrName>
                                        </p:attrNameLst>
                                      </p:cBhvr>
                                      <p:tavLst>
                                        <p:tav tm="0">
                                          <p:val>
                                            <p:fltVal val="0"/>
                                          </p:val>
                                        </p:tav>
                                        <p:tav tm="100000">
                                          <p:val>
                                            <p:strVal val="#ppt_h"/>
                                          </p:val>
                                        </p:tav>
                                      </p:tavLst>
                                    </p:anim>
                                    <p:anim calcmode="lin" valueType="num">
                                      <p:cBhvr>
                                        <p:cTn id="27" dur="1000" fill="hold"/>
                                        <p:tgtEl>
                                          <p:spTgt spid="3"/>
                                        </p:tgtEl>
                                        <p:attrNameLst>
                                          <p:attrName>style.rotation</p:attrName>
                                        </p:attrNameLst>
                                      </p:cBhvr>
                                      <p:tavLst>
                                        <p:tav tm="0">
                                          <p:val>
                                            <p:fltVal val="360"/>
                                          </p:val>
                                        </p:tav>
                                        <p:tav tm="100000">
                                          <p:val>
                                            <p:fltVal val="0"/>
                                          </p:val>
                                        </p:tav>
                                      </p:tavLst>
                                    </p:anim>
                                    <p:animEffect transition="in" filter="fade">
                                      <p:cBhvr>
                                        <p:cTn id="28" dur="1000"/>
                                        <p:tgtEl>
                                          <p:spTgt spid="3"/>
                                        </p:tgtEl>
                                      </p:cBhvr>
                                    </p:animEffect>
                                  </p:childTnLst>
                                </p:cTn>
                              </p:par>
                              <p:par>
                                <p:cTn id="29" presetID="49" presetClass="entr" presetSubtype="0" decel="100000" fill="hold" grpId="0" nodeType="withEffect">
                                  <p:stCondLst>
                                    <p:cond delay="900"/>
                                  </p:stCondLst>
                                  <p:childTnLst>
                                    <p:set>
                                      <p:cBhvr>
                                        <p:cTn id="30" dur="1" fill="hold">
                                          <p:stCondLst>
                                            <p:cond delay="0"/>
                                          </p:stCondLst>
                                        </p:cTn>
                                        <p:tgtEl>
                                          <p:spTgt spid="37"/>
                                        </p:tgtEl>
                                        <p:attrNameLst>
                                          <p:attrName>style.visibility</p:attrName>
                                        </p:attrNameLst>
                                      </p:cBhvr>
                                      <p:to>
                                        <p:strVal val="visible"/>
                                      </p:to>
                                    </p:set>
                                    <p:anim calcmode="lin" valueType="num">
                                      <p:cBhvr>
                                        <p:cTn id="31" dur="1000" fill="hold"/>
                                        <p:tgtEl>
                                          <p:spTgt spid="37"/>
                                        </p:tgtEl>
                                        <p:attrNameLst>
                                          <p:attrName>ppt_w</p:attrName>
                                        </p:attrNameLst>
                                      </p:cBhvr>
                                      <p:tavLst>
                                        <p:tav tm="0">
                                          <p:val>
                                            <p:fltVal val="0"/>
                                          </p:val>
                                        </p:tav>
                                        <p:tav tm="100000">
                                          <p:val>
                                            <p:strVal val="#ppt_w"/>
                                          </p:val>
                                        </p:tav>
                                      </p:tavLst>
                                    </p:anim>
                                    <p:anim calcmode="lin" valueType="num">
                                      <p:cBhvr>
                                        <p:cTn id="32" dur="1000" fill="hold"/>
                                        <p:tgtEl>
                                          <p:spTgt spid="37"/>
                                        </p:tgtEl>
                                        <p:attrNameLst>
                                          <p:attrName>ppt_h</p:attrName>
                                        </p:attrNameLst>
                                      </p:cBhvr>
                                      <p:tavLst>
                                        <p:tav tm="0">
                                          <p:val>
                                            <p:fltVal val="0"/>
                                          </p:val>
                                        </p:tav>
                                        <p:tav tm="100000">
                                          <p:val>
                                            <p:strVal val="#ppt_h"/>
                                          </p:val>
                                        </p:tav>
                                      </p:tavLst>
                                    </p:anim>
                                    <p:anim calcmode="lin" valueType="num">
                                      <p:cBhvr>
                                        <p:cTn id="33" dur="1000" fill="hold"/>
                                        <p:tgtEl>
                                          <p:spTgt spid="37"/>
                                        </p:tgtEl>
                                        <p:attrNameLst>
                                          <p:attrName>style.rotation</p:attrName>
                                        </p:attrNameLst>
                                      </p:cBhvr>
                                      <p:tavLst>
                                        <p:tav tm="0">
                                          <p:val>
                                            <p:fltVal val="360"/>
                                          </p:val>
                                        </p:tav>
                                        <p:tav tm="100000">
                                          <p:val>
                                            <p:fltVal val="0"/>
                                          </p:val>
                                        </p:tav>
                                      </p:tavLst>
                                    </p:anim>
                                    <p:animEffect transition="in" filter="fade">
                                      <p:cBhvr>
                                        <p:cTn id="34" dur="1000"/>
                                        <p:tgtEl>
                                          <p:spTgt spid="37"/>
                                        </p:tgtEl>
                                      </p:cBhvr>
                                    </p:animEffect>
                                  </p:childTnLst>
                                </p:cTn>
                              </p:par>
                              <p:par>
                                <p:cTn id="35" presetID="49" presetClass="entr" presetSubtype="0" decel="100000" fill="hold" grpId="0" nodeType="withEffect">
                                  <p:stCondLst>
                                    <p:cond delay="1300"/>
                                  </p:stCondLst>
                                  <p:childTnLst>
                                    <p:set>
                                      <p:cBhvr>
                                        <p:cTn id="36" dur="1" fill="hold">
                                          <p:stCondLst>
                                            <p:cond delay="0"/>
                                          </p:stCondLst>
                                        </p:cTn>
                                        <p:tgtEl>
                                          <p:spTgt spid="40"/>
                                        </p:tgtEl>
                                        <p:attrNameLst>
                                          <p:attrName>style.visibility</p:attrName>
                                        </p:attrNameLst>
                                      </p:cBhvr>
                                      <p:to>
                                        <p:strVal val="visible"/>
                                      </p:to>
                                    </p:set>
                                    <p:anim calcmode="lin" valueType="num">
                                      <p:cBhvr>
                                        <p:cTn id="37" dur="1000" fill="hold"/>
                                        <p:tgtEl>
                                          <p:spTgt spid="40"/>
                                        </p:tgtEl>
                                        <p:attrNameLst>
                                          <p:attrName>ppt_w</p:attrName>
                                        </p:attrNameLst>
                                      </p:cBhvr>
                                      <p:tavLst>
                                        <p:tav tm="0">
                                          <p:val>
                                            <p:fltVal val="0"/>
                                          </p:val>
                                        </p:tav>
                                        <p:tav tm="100000">
                                          <p:val>
                                            <p:strVal val="#ppt_w"/>
                                          </p:val>
                                        </p:tav>
                                      </p:tavLst>
                                    </p:anim>
                                    <p:anim calcmode="lin" valueType="num">
                                      <p:cBhvr>
                                        <p:cTn id="38" dur="1000" fill="hold"/>
                                        <p:tgtEl>
                                          <p:spTgt spid="40"/>
                                        </p:tgtEl>
                                        <p:attrNameLst>
                                          <p:attrName>ppt_h</p:attrName>
                                        </p:attrNameLst>
                                      </p:cBhvr>
                                      <p:tavLst>
                                        <p:tav tm="0">
                                          <p:val>
                                            <p:fltVal val="0"/>
                                          </p:val>
                                        </p:tav>
                                        <p:tav tm="100000">
                                          <p:val>
                                            <p:strVal val="#ppt_h"/>
                                          </p:val>
                                        </p:tav>
                                      </p:tavLst>
                                    </p:anim>
                                    <p:anim calcmode="lin" valueType="num">
                                      <p:cBhvr>
                                        <p:cTn id="39" dur="1000" fill="hold"/>
                                        <p:tgtEl>
                                          <p:spTgt spid="40"/>
                                        </p:tgtEl>
                                        <p:attrNameLst>
                                          <p:attrName>style.rotation</p:attrName>
                                        </p:attrNameLst>
                                      </p:cBhvr>
                                      <p:tavLst>
                                        <p:tav tm="0">
                                          <p:val>
                                            <p:fltVal val="360"/>
                                          </p:val>
                                        </p:tav>
                                        <p:tav tm="100000">
                                          <p:val>
                                            <p:fltVal val="0"/>
                                          </p:val>
                                        </p:tav>
                                      </p:tavLst>
                                    </p:anim>
                                    <p:animEffect transition="in" filter="fade">
                                      <p:cBhvr>
                                        <p:cTn id="40" dur="1000"/>
                                        <p:tgtEl>
                                          <p:spTgt spid="40"/>
                                        </p:tgtEl>
                                      </p:cBhvr>
                                    </p:animEffect>
                                  </p:childTnLst>
                                </p:cTn>
                              </p:par>
                              <p:par>
                                <p:cTn id="41" presetID="49" presetClass="entr" presetSubtype="0" decel="100000" fill="hold" grpId="0" nodeType="withEffect">
                                  <p:stCondLst>
                                    <p:cond delay="1100"/>
                                  </p:stCondLst>
                                  <p:childTnLst>
                                    <p:set>
                                      <p:cBhvr>
                                        <p:cTn id="42" dur="1" fill="hold">
                                          <p:stCondLst>
                                            <p:cond delay="0"/>
                                          </p:stCondLst>
                                        </p:cTn>
                                        <p:tgtEl>
                                          <p:spTgt spid="34"/>
                                        </p:tgtEl>
                                        <p:attrNameLst>
                                          <p:attrName>style.visibility</p:attrName>
                                        </p:attrNameLst>
                                      </p:cBhvr>
                                      <p:to>
                                        <p:strVal val="visible"/>
                                      </p:to>
                                    </p:set>
                                    <p:anim calcmode="lin" valueType="num">
                                      <p:cBhvr>
                                        <p:cTn id="43" dur="1000" fill="hold"/>
                                        <p:tgtEl>
                                          <p:spTgt spid="34"/>
                                        </p:tgtEl>
                                        <p:attrNameLst>
                                          <p:attrName>ppt_w</p:attrName>
                                        </p:attrNameLst>
                                      </p:cBhvr>
                                      <p:tavLst>
                                        <p:tav tm="0">
                                          <p:val>
                                            <p:fltVal val="0"/>
                                          </p:val>
                                        </p:tav>
                                        <p:tav tm="100000">
                                          <p:val>
                                            <p:strVal val="#ppt_w"/>
                                          </p:val>
                                        </p:tav>
                                      </p:tavLst>
                                    </p:anim>
                                    <p:anim calcmode="lin" valueType="num">
                                      <p:cBhvr>
                                        <p:cTn id="44" dur="1000" fill="hold"/>
                                        <p:tgtEl>
                                          <p:spTgt spid="34"/>
                                        </p:tgtEl>
                                        <p:attrNameLst>
                                          <p:attrName>ppt_h</p:attrName>
                                        </p:attrNameLst>
                                      </p:cBhvr>
                                      <p:tavLst>
                                        <p:tav tm="0">
                                          <p:val>
                                            <p:fltVal val="0"/>
                                          </p:val>
                                        </p:tav>
                                        <p:tav tm="100000">
                                          <p:val>
                                            <p:strVal val="#ppt_h"/>
                                          </p:val>
                                        </p:tav>
                                      </p:tavLst>
                                    </p:anim>
                                    <p:anim calcmode="lin" valueType="num">
                                      <p:cBhvr>
                                        <p:cTn id="45" dur="1000" fill="hold"/>
                                        <p:tgtEl>
                                          <p:spTgt spid="34"/>
                                        </p:tgtEl>
                                        <p:attrNameLst>
                                          <p:attrName>style.rotation</p:attrName>
                                        </p:attrNameLst>
                                      </p:cBhvr>
                                      <p:tavLst>
                                        <p:tav tm="0">
                                          <p:val>
                                            <p:fltVal val="360"/>
                                          </p:val>
                                        </p:tav>
                                        <p:tav tm="100000">
                                          <p:val>
                                            <p:fltVal val="0"/>
                                          </p:val>
                                        </p:tav>
                                      </p:tavLst>
                                    </p:anim>
                                    <p:animEffect transition="in" filter="fade">
                                      <p:cBhvr>
                                        <p:cTn id="46" dur="1000"/>
                                        <p:tgtEl>
                                          <p:spTgt spid="34"/>
                                        </p:tgtEl>
                                      </p:cBhvr>
                                    </p:animEffect>
                                  </p:childTnLst>
                                </p:cTn>
                              </p:par>
                            </p:childTnLst>
                          </p:cTn>
                        </p:par>
                        <p:par>
                          <p:cTn id="47" fill="hold">
                            <p:stCondLst>
                              <p:cond delay="2300"/>
                            </p:stCondLst>
                            <p:childTnLst>
                              <p:par>
                                <p:cTn id="48" presetID="16" presetClass="entr" presetSubtype="21" fill="hold" nodeType="after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barn(inVertical)">
                                      <p:cBhvr>
                                        <p:cTn id="50" dur="500"/>
                                        <p:tgtEl>
                                          <p:spTgt spid="26"/>
                                        </p:tgtEl>
                                      </p:cBhvr>
                                    </p:animEffect>
                                  </p:childTnLst>
                                </p:cTn>
                              </p:par>
                            </p:childTnLst>
                          </p:cTn>
                        </p:par>
                        <p:par>
                          <p:cTn id="51" fill="hold">
                            <p:stCondLst>
                              <p:cond delay="2800"/>
                            </p:stCondLst>
                            <p:childTnLst>
                              <p:par>
                                <p:cTn id="52" presetID="16" presetClass="entr" presetSubtype="21" fill="hold" nodeType="after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barn(inVertical)">
                                      <p:cBhvr>
                                        <p:cTn id="54" dur="500"/>
                                        <p:tgtEl>
                                          <p:spTgt spid="6"/>
                                        </p:tgtEl>
                                      </p:cBhvr>
                                    </p:animEffect>
                                  </p:childTnLst>
                                </p:cTn>
                              </p:par>
                            </p:childTnLst>
                          </p:cTn>
                        </p:par>
                        <p:par>
                          <p:cTn id="55" fill="hold">
                            <p:stCondLst>
                              <p:cond delay="3300"/>
                            </p:stCondLst>
                            <p:childTnLst>
                              <p:par>
                                <p:cTn id="56" presetID="42" presetClass="entr" presetSubtype="0" fill="hold" grpId="0" nodeType="after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fade">
                                      <p:cBhvr>
                                        <p:cTn id="58" dur="1000"/>
                                        <p:tgtEl>
                                          <p:spTgt spid="48"/>
                                        </p:tgtEl>
                                      </p:cBhvr>
                                    </p:animEffect>
                                    <p:anim calcmode="lin" valueType="num">
                                      <p:cBhvr>
                                        <p:cTn id="59" dur="1000" fill="hold"/>
                                        <p:tgtEl>
                                          <p:spTgt spid="48"/>
                                        </p:tgtEl>
                                        <p:attrNameLst>
                                          <p:attrName>ppt_x</p:attrName>
                                        </p:attrNameLst>
                                      </p:cBhvr>
                                      <p:tavLst>
                                        <p:tav tm="0">
                                          <p:val>
                                            <p:strVal val="#ppt_x"/>
                                          </p:val>
                                        </p:tav>
                                        <p:tav tm="100000">
                                          <p:val>
                                            <p:strVal val="#ppt_x"/>
                                          </p:val>
                                        </p:tav>
                                      </p:tavLst>
                                    </p:anim>
                                    <p:anim calcmode="lin" valueType="num">
                                      <p:cBhvr>
                                        <p:cTn id="60" dur="1000" fill="hold"/>
                                        <p:tgtEl>
                                          <p:spTgt spid="48"/>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1000"/>
                                        <p:tgtEl>
                                          <p:spTgt spid="47"/>
                                        </p:tgtEl>
                                      </p:cBhvr>
                                    </p:animEffect>
                                    <p:anim calcmode="lin" valueType="num">
                                      <p:cBhvr>
                                        <p:cTn id="64" dur="1000" fill="hold"/>
                                        <p:tgtEl>
                                          <p:spTgt spid="47"/>
                                        </p:tgtEl>
                                        <p:attrNameLst>
                                          <p:attrName>ppt_x</p:attrName>
                                        </p:attrNameLst>
                                      </p:cBhvr>
                                      <p:tavLst>
                                        <p:tav tm="0">
                                          <p:val>
                                            <p:strVal val="#ppt_x"/>
                                          </p:val>
                                        </p:tav>
                                        <p:tav tm="100000">
                                          <p:val>
                                            <p:strVal val="#ppt_x"/>
                                          </p:val>
                                        </p:tav>
                                      </p:tavLst>
                                    </p:anim>
                                    <p:anim calcmode="lin" valueType="num">
                                      <p:cBhvr>
                                        <p:cTn id="65"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7" grpId="0" animBg="1"/>
      <p:bldP spid="40" grpId="0" animBg="1"/>
      <p:bldP spid="47" grpId="0"/>
      <p:bldP spid="4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02623" y="1297644"/>
            <a:ext cx="2772748" cy="951665"/>
            <a:chOff x="1275194" y="1529872"/>
            <a:chExt cx="2772748" cy="951665"/>
          </a:xfrm>
        </p:grpSpPr>
        <p:sp>
          <p:nvSpPr>
            <p:cNvPr id="21" name="八角星 20"/>
            <p:cNvSpPr/>
            <p:nvPr/>
          </p:nvSpPr>
          <p:spPr>
            <a:xfrm>
              <a:off x="1275194" y="1529888"/>
              <a:ext cx="951649" cy="951649"/>
            </a:xfrm>
            <a:prstGeom prst="star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456" tIns="34289" rIns="68456" bIns="34289" rtlCol="0" anchor="ctr"/>
            <a:lstStyle/>
            <a:p>
              <a:pPr algn="ctr" defTabSz="683895" fontAlgn="base">
                <a:spcBef>
                  <a:spcPct val="0"/>
                </a:spcBef>
                <a:spcAft>
                  <a:spcPct val="0"/>
                </a:spcAft>
              </a:pPr>
              <a:endParaRPr lang="zh-HK" altLang="en-US" sz="1400">
                <a:solidFill>
                  <a:prstClr val="white"/>
                </a:solidFill>
              </a:endParaRPr>
            </a:p>
          </p:txBody>
        </p:sp>
        <p:sp>
          <p:nvSpPr>
            <p:cNvPr id="22" name="矩形 21"/>
            <p:cNvSpPr/>
            <p:nvPr/>
          </p:nvSpPr>
          <p:spPr>
            <a:xfrm>
              <a:off x="1751039" y="1529872"/>
              <a:ext cx="2296903" cy="951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56" tIns="34289" rIns="68456" bIns="34289" rtlCol="0" anchor="ctr"/>
            <a:lstStyle/>
            <a:p>
              <a:pPr algn="ctr" defTabSz="683895" fontAlgn="base">
                <a:spcBef>
                  <a:spcPct val="0"/>
                </a:spcBef>
                <a:spcAft>
                  <a:spcPct val="0"/>
                </a:spcAft>
              </a:pPr>
              <a:endParaRPr lang="zh-HK" altLang="en-US" sz="1400">
                <a:solidFill>
                  <a:prstClr val="black">
                    <a:lumMod val="75000"/>
                    <a:lumOff val="25000"/>
                  </a:prstClr>
                </a:solidFill>
              </a:endParaRPr>
            </a:p>
          </p:txBody>
        </p:sp>
        <p:sp>
          <p:nvSpPr>
            <p:cNvPr id="23" name="文本框 25"/>
            <p:cNvSpPr txBox="1"/>
            <p:nvPr/>
          </p:nvSpPr>
          <p:spPr>
            <a:xfrm>
              <a:off x="1435349" y="1740320"/>
              <a:ext cx="359211" cy="530915"/>
            </a:xfrm>
            <a:prstGeom prst="rect">
              <a:avLst/>
            </a:prstGeom>
            <a:noFill/>
          </p:spPr>
          <p:txBody>
            <a:bodyPr wrap="square" lIns="68456" tIns="34289" rIns="68456" bIns="34289" rtlCol="0">
              <a:spAutoFit/>
            </a:bodyPr>
            <a:lstStyle/>
            <a:p>
              <a:pPr defTabSz="683895" fontAlgn="base">
                <a:spcBef>
                  <a:spcPct val="0"/>
                </a:spcBef>
                <a:spcAft>
                  <a:spcPct val="0"/>
                </a:spcAft>
              </a:pPr>
              <a:r>
                <a:rPr lang="en-US" altLang="zh-HK" sz="3000" dirty="0">
                  <a:solidFill>
                    <a:prstClr val="white"/>
                  </a:solidFill>
                  <a:latin typeface="张海山锐谐体2.0-授权联系：Samtype@QQ.com" panose="02000000000000000000" pitchFamily="2" charset="-122"/>
                  <a:ea typeface="张海山锐谐体2.0-授权联系：Samtype@QQ.com" panose="02000000000000000000" pitchFamily="2" charset="-122"/>
                </a:rPr>
                <a:t>1</a:t>
              </a:r>
              <a:endParaRPr lang="zh-HK" altLang="en-US" sz="3000" dirty="0">
                <a:solidFill>
                  <a:prstClr val="white"/>
                </a:solidFill>
                <a:latin typeface="张海山锐谐体2.0-授权联系：Samtype@QQ.com" panose="02000000000000000000" pitchFamily="2" charset="-122"/>
                <a:ea typeface="张海山锐谐体2.0-授权联系：Samtype@QQ.com" panose="02000000000000000000" pitchFamily="2" charset="-122"/>
              </a:endParaRPr>
            </a:p>
          </p:txBody>
        </p:sp>
        <p:sp>
          <p:nvSpPr>
            <p:cNvPr id="24" name="文本框 27"/>
            <p:cNvSpPr txBox="1"/>
            <p:nvPr/>
          </p:nvSpPr>
          <p:spPr>
            <a:xfrm>
              <a:off x="1751021" y="1578149"/>
              <a:ext cx="1110343" cy="346249"/>
            </a:xfrm>
            <a:prstGeom prst="rect">
              <a:avLst/>
            </a:prstGeom>
            <a:noFill/>
          </p:spPr>
          <p:txBody>
            <a:bodyPr wrap="square" lIns="68456" tIns="34289" rIns="68456" bIns="34289" rtlCol="0">
              <a:spAutoFit/>
            </a:bodyPr>
            <a:lstStyle/>
            <a:p>
              <a:pPr defTabSz="683895" fontAlgn="base">
                <a:spcBef>
                  <a:spcPct val="0"/>
                </a:spcBef>
                <a:spcAft>
                  <a:spcPct val="0"/>
                </a:spcAft>
              </a:pPr>
              <a:r>
                <a:rPr lang="zh-CN" altLang="en-US"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rPr>
                <a:t>添加标题</a:t>
              </a:r>
              <a:endParaRPr lang="zh-HK" altLang="en-US"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endParaRPr>
            </a:p>
          </p:txBody>
        </p:sp>
        <p:sp>
          <p:nvSpPr>
            <p:cNvPr id="25" name="文本框 28"/>
            <p:cNvSpPr txBox="1"/>
            <p:nvPr/>
          </p:nvSpPr>
          <p:spPr>
            <a:xfrm>
              <a:off x="1751036" y="1902493"/>
              <a:ext cx="2144503" cy="530913"/>
            </a:xfrm>
            <a:prstGeom prst="rect">
              <a:avLst/>
            </a:prstGeom>
            <a:noFill/>
          </p:spPr>
          <p:txBody>
            <a:bodyPr wrap="square" lIns="68456" tIns="34289" rIns="68456" bIns="34289" rtlCol="0">
              <a:spAutoFit/>
            </a:bodyPr>
            <a:lstStyle/>
            <a:p>
              <a:pPr defTabSz="683895" fontAlgn="base">
                <a:spcBef>
                  <a:spcPct val="0"/>
                </a:spcBef>
                <a:spcAft>
                  <a:spcPct val="0"/>
                </a:spcAft>
              </a:pPr>
              <a:r>
                <a:rPr lang="zh-CN" altLang="en-US" sz="1500"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rPr>
                <a:t>单击此处添加文本单击此处添加文本</a:t>
              </a:r>
              <a:endParaRPr lang="zh-HK" altLang="en-US" sz="1500"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endParaRPr>
            </a:p>
          </p:txBody>
        </p:sp>
      </p:grpSp>
      <p:grpSp>
        <p:nvGrpSpPr>
          <p:cNvPr id="3" name="组合 2"/>
          <p:cNvGrpSpPr/>
          <p:nvPr/>
        </p:nvGrpSpPr>
        <p:grpSpPr>
          <a:xfrm>
            <a:off x="1202623" y="3126444"/>
            <a:ext cx="2772748" cy="951731"/>
            <a:chOff x="1275194" y="3358672"/>
            <a:chExt cx="2772748" cy="951731"/>
          </a:xfrm>
        </p:grpSpPr>
        <p:sp>
          <p:nvSpPr>
            <p:cNvPr id="26" name="八角星 25"/>
            <p:cNvSpPr/>
            <p:nvPr/>
          </p:nvSpPr>
          <p:spPr>
            <a:xfrm>
              <a:off x="1275194" y="3358754"/>
              <a:ext cx="951649" cy="951649"/>
            </a:xfrm>
            <a:prstGeom prst="star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456" tIns="34289" rIns="68456" bIns="34289" rtlCol="0" anchor="ctr"/>
            <a:lstStyle/>
            <a:p>
              <a:pPr algn="ctr" defTabSz="683895" fontAlgn="base">
                <a:spcBef>
                  <a:spcPct val="0"/>
                </a:spcBef>
                <a:spcAft>
                  <a:spcPct val="0"/>
                </a:spcAft>
              </a:pPr>
              <a:endParaRPr lang="zh-HK" altLang="en-US" sz="1400">
                <a:solidFill>
                  <a:prstClr val="white"/>
                </a:solidFill>
              </a:endParaRPr>
            </a:p>
          </p:txBody>
        </p:sp>
        <p:sp>
          <p:nvSpPr>
            <p:cNvPr id="27" name="矩形 26"/>
            <p:cNvSpPr/>
            <p:nvPr/>
          </p:nvSpPr>
          <p:spPr>
            <a:xfrm>
              <a:off x="1751039" y="3358672"/>
              <a:ext cx="2296903" cy="951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56" tIns="34289" rIns="68456" bIns="34289" rtlCol="0" anchor="ctr"/>
            <a:lstStyle/>
            <a:p>
              <a:pPr algn="ctr" defTabSz="683895" fontAlgn="base">
                <a:spcBef>
                  <a:spcPct val="0"/>
                </a:spcBef>
                <a:spcAft>
                  <a:spcPct val="0"/>
                </a:spcAft>
              </a:pPr>
              <a:endParaRPr lang="zh-HK" altLang="en-US" sz="1400">
                <a:solidFill>
                  <a:prstClr val="black">
                    <a:lumMod val="75000"/>
                    <a:lumOff val="25000"/>
                  </a:prstClr>
                </a:solidFill>
              </a:endParaRPr>
            </a:p>
          </p:txBody>
        </p:sp>
        <p:sp>
          <p:nvSpPr>
            <p:cNvPr id="28" name="文本框 32"/>
            <p:cNvSpPr txBox="1"/>
            <p:nvPr/>
          </p:nvSpPr>
          <p:spPr>
            <a:xfrm>
              <a:off x="1348265" y="3569120"/>
              <a:ext cx="359211" cy="530915"/>
            </a:xfrm>
            <a:prstGeom prst="rect">
              <a:avLst/>
            </a:prstGeom>
            <a:noFill/>
          </p:spPr>
          <p:txBody>
            <a:bodyPr wrap="square" lIns="68456" tIns="34289" rIns="68456" bIns="34289" rtlCol="0">
              <a:spAutoFit/>
            </a:bodyPr>
            <a:lstStyle/>
            <a:p>
              <a:pPr defTabSz="683895" fontAlgn="base">
                <a:spcBef>
                  <a:spcPct val="0"/>
                </a:spcBef>
                <a:spcAft>
                  <a:spcPct val="0"/>
                </a:spcAft>
              </a:pPr>
              <a:r>
                <a:rPr lang="en-US" altLang="zh-HK" sz="3000" dirty="0">
                  <a:solidFill>
                    <a:prstClr val="white"/>
                  </a:solidFill>
                  <a:latin typeface="张海山锐谐体2.0-授权联系：Samtype@QQ.com" panose="02000000000000000000" pitchFamily="2" charset="-122"/>
                  <a:ea typeface="张海山锐谐体2.0-授权联系：Samtype@QQ.com" panose="02000000000000000000" pitchFamily="2" charset="-122"/>
                </a:rPr>
                <a:t>2</a:t>
              </a:r>
              <a:endParaRPr lang="zh-HK" altLang="en-US" sz="3000" dirty="0">
                <a:solidFill>
                  <a:prstClr val="white"/>
                </a:solidFill>
                <a:latin typeface="张海山锐谐体2.0-授权联系：Samtype@QQ.com" panose="02000000000000000000" pitchFamily="2" charset="-122"/>
                <a:ea typeface="张海山锐谐体2.0-授权联系：Samtype@QQ.com" panose="02000000000000000000" pitchFamily="2" charset="-122"/>
              </a:endParaRPr>
            </a:p>
          </p:txBody>
        </p:sp>
        <p:sp>
          <p:nvSpPr>
            <p:cNvPr id="29" name="文本框 33"/>
            <p:cNvSpPr txBox="1"/>
            <p:nvPr/>
          </p:nvSpPr>
          <p:spPr>
            <a:xfrm>
              <a:off x="1751021" y="3406949"/>
              <a:ext cx="1110343" cy="346249"/>
            </a:xfrm>
            <a:prstGeom prst="rect">
              <a:avLst/>
            </a:prstGeom>
            <a:noFill/>
          </p:spPr>
          <p:txBody>
            <a:bodyPr wrap="square" lIns="68456" tIns="34289" rIns="68456" bIns="34289" rtlCol="0">
              <a:spAutoFit/>
            </a:bodyPr>
            <a:lstStyle/>
            <a:p>
              <a:pPr defTabSz="683895" fontAlgn="base">
                <a:spcBef>
                  <a:spcPct val="0"/>
                </a:spcBef>
                <a:spcAft>
                  <a:spcPct val="0"/>
                </a:spcAft>
              </a:pPr>
              <a:r>
                <a:rPr lang="zh-CN" altLang="en-US"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rPr>
                <a:t>添加标题</a:t>
              </a:r>
              <a:endParaRPr lang="zh-HK" altLang="en-US"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endParaRPr>
            </a:p>
          </p:txBody>
        </p:sp>
        <p:sp>
          <p:nvSpPr>
            <p:cNvPr id="30" name="文本框 34"/>
            <p:cNvSpPr txBox="1"/>
            <p:nvPr/>
          </p:nvSpPr>
          <p:spPr>
            <a:xfrm>
              <a:off x="1751036" y="3731293"/>
              <a:ext cx="2144503" cy="530915"/>
            </a:xfrm>
            <a:prstGeom prst="rect">
              <a:avLst/>
            </a:prstGeom>
            <a:noFill/>
          </p:spPr>
          <p:txBody>
            <a:bodyPr wrap="square" lIns="68456" tIns="34289" rIns="68456" bIns="34289" rtlCol="0">
              <a:spAutoFit/>
            </a:bodyPr>
            <a:lstStyle/>
            <a:p>
              <a:pPr defTabSz="683895" fontAlgn="base">
                <a:spcBef>
                  <a:spcPct val="0"/>
                </a:spcBef>
                <a:spcAft>
                  <a:spcPct val="0"/>
                </a:spcAft>
              </a:pPr>
              <a:r>
                <a:rPr lang="zh-CN" altLang="en-US" sz="1500"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rPr>
                <a:t>单击此处添加文本单击此处添加文本</a:t>
              </a:r>
              <a:endParaRPr lang="zh-HK" altLang="en-US" sz="1500"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endParaRPr>
            </a:p>
          </p:txBody>
        </p:sp>
      </p:grpSp>
      <p:grpSp>
        <p:nvGrpSpPr>
          <p:cNvPr id="4" name="组合 3"/>
          <p:cNvGrpSpPr/>
          <p:nvPr/>
        </p:nvGrpSpPr>
        <p:grpSpPr>
          <a:xfrm>
            <a:off x="5023558" y="1297644"/>
            <a:ext cx="2772727" cy="951665"/>
            <a:chOff x="5096129" y="1529872"/>
            <a:chExt cx="2772727" cy="951665"/>
          </a:xfrm>
        </p:grpSpPr>
        <p:sp>
          <p:nvSpPr>
            <p:cNvPr id="31" name="八角星 30"/>
            <p:cNvSpPr/>
            <p:nvPr/>
          </p:nvSpPr>
          <p:spPr>
            <a:xfrm>
              <a:off x="5096129" y="1529888"/>
              <a:ext cx="951649" cy="951649"/>
            </a:xfrm>
            <a:prstGeom prst="star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456" tIns="34289" rIns="68456" bIns="34289" rtlCol="0" anchor="ctr"/>
            <a:lstStyle/>
            <a:p>
              <a:pPr algn="ctr" defTabSz="683895" fontAlgn="base">
                <a:spcBef>
                  <a:spcPct val="0"/>
                </a:spcBef>
                <a:spcAft>
                  <a:spcPct val="0"/>
                </a:spcAft>
              </a:pPr>
              <a:endParaRPr lang="zh-HK" altLang="en-US" sz="1400">
                <a:solidFill>
                  <a:prstClr val="white"/>
                </a:solidFill>
              </a:endParaRPr>
            </a:p>
          </p:txBody>
        </p:sp>
        <p:sp>
          <p:nvSpPr>
            <p:cNvPr id="32" name="矩形 31"/>
            <p:cNvSpPr/>
            <p:nvPr/>
          </p:nvSpPr>
          <p:spPr>
            <a:xfrm>
              <a:off x="5571953" y="1529872"/>
              <a:ext cx="2296903" cy="951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56" tIns="34289" rIns="68456" bIns="34289" rtlCol="0" anchor="ctr"/>
            <a:lstStyle/>
            <a:p>
              <a:pPr algn="ctr" defTabSz="683895" fontAlgn="base">
                <a:spcBef>
                  <a:spcPct val="0"/>
                </a:spcBef>
                <a:spcAft>
                  <a:spcPct val="0"/>
                </a:spcAft>
              </a:pPr>
              <a:endParaRPr lang="zh-HK" altLang="en-US" sz="1400">
                <a:solidFill>
                  <a:prstClr val="black">
                    <a:lumMod val="75000"/>
                    <a:lumOff val="25000"/>
                  </a:prstClr>
                </a:solidFill>
              </a:endParaRPr>
            </a:p>
          </p:txBody>
        </p:sp>
        <p:sp>
          <p:nvSpPr>
            <p:cNvPr id="33" name="文本框 37"/>
            <p:cNvSpPr txBox="1"/>
            <p:nvPr/>
          </p:nvSpPr>
          <p:spPr>
            <a:xfrm>
              <a:off x="5169152" y="1740320"/>
              <a:ext cx="359211" cy="530915"/>
            </a:xfrm>
            <a:prstGeom prst="rect">
              <a:avLst/>
            </a:prstGeom>
            <a:noFill/>
          </p:spPr>
          <p:txBody>
            <a:bodyPr wrap="square" lIns="68456" tIns="34289" rIns="68456" bIns="34289" rtlCol="0">
              <a:spAutoFit/>
            </a:bodyPr>
            <a:lstStyle/>
            <a:p>
              <a:pPr defTabSz="683895" fontAlgn="base">
                <a:spcBef>
                  <a:spcPct val="0"/>
                </a:spcBef>
                <a:spcAft>
                  <a:spcPct val="0"/>
                </a:spcAft>
              </a:pPr>
              <a:r>
                <a:rPr lang="en-US" altLang="zh-HK" sz="3000" dirty="0">
                  <a:solidFill>
                    <a:prstClr val="white"/>
                  </a:solidFill>
                  <a:latin typeface="张海山锐谐体2.0-授权联系：Samtype@QQ.com" panose="02000000000000000000" pitchFamily="2" charset="-122"/>
                  <a:ea typeface="张海山锐谐体2.0-授权联系：Samtype@QQ.com" panose="02000000000000000000" pitchFamily="2" charset="-122"/>
                </a:rPr>
                <a:t>3</a:t>
              </a:r>
              <a:endParaRPr lang="zh-HK" altLang="en-US" sz="3000" dirty="0">
                <a:solidFill>
                  <a:prstClr val="white"/>
                </a:solidFill>
                <a:latin typeface="张海山锐谐体2.0-授权联系：Samtype@QQ.com" panose="02000000000000000000" pitchFamily="2" charset="-122"/>
                <a:ea typeface="张海山锐谐体2.0-授权联系：Samtype@QQ.com" panose="02000000000000000000" pitchFamily="2" charset="-122"/>
              </a:endParaRPr>
            </a:p>
          </p:txBody>
        </p:sp>
        <p:sp>
          <p:nvSpPr>
            <p:cNvPr id="34" name="文本框 38"/>
            <p:cNvSpPr txBox="1"/>
            <p:nvPr/>
          </p:nvSpPr>
          <p:spPr>
            <a:xfrm>
              <a:off x="5571929" y="1578149"/>
              <a:ext cx="1110343" cy="346249"/>
            </a:xfrm>
            <a:prstGeom prst="rect">
              <a:avLst/>
            </a:prstGeom>
            <a:noFill/>
          </p:spPr>
          <p:txBody>
            <a:bodyPr wrap="square" lIns="68456" tIns="34289" rIns="68456" bIns="34289" rtlCol="0">
              <a:spAutoFit/>
            </a:bodyPr>
            <a:lstStyle/>
            <a:p>
              <a:pPr defTabSz="683895" fontAlgn="base">
                <a:spcBef>
                  <a:spcPct val="0"/>
                </a:spcBef>
                <a:spcAft>
                  <a:spcPct val="0"/>
                </a:spcAft>
              </a:pPr>
              <a:r>
                <a:rPr lang="zh-CN" altLang="en-US"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rPr>
                <a:t>添加标题</a:t>
              </a:r>
              <a:endParaRPr lang="zh-HK" altLang="en-US"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endParaRPr>
            </a:p>
          </p:txBody>
        </p:sp>
        <p:sp>
          <p:nvSpPr>
            <p:cNvPr id="35" name="文本框 39"/>
            <p:cNvSpPr txBox="1"/>
            <p:nvPr/>
          </p:nvSpPr>
          <p:spPr>
            <a:xfrm>
              <a:off x="5571950" y="1902493"/>
              <a:ext cx="2144503" cy="530915"/>
            </a:xfrm>
            <a:prstGeom prst="rect">
              <a:avLst/>
            </a:prstGeom>
            <a:noFill/>
          </p:spPr>
          <p:txBody>
            <a:bodyPr wrap="square" lIns="68456" tIns="34289" rIns="68456" bIns="34289" rtlCol="0">
              <a:spAutoFit/>
            </a:bodyPr>
            <a:lstStyle/>
            <a:p>
              <a:pPr defTabSz="683895" fontAlgn="base">
                <a:spcBef>
                  <a:spcPct val="0"/>
                </a:spcBef>
                <a:spcAft>
                  <a:spcPct val="0"/>
                </a:spcAft>
              </a:pPr>
              <a:r>
                <a:rPr lang="zh-CN" altLang="en-US" sz="1500"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rPr>
                <a:t>单击此处添加文本单击此处添加文本</a:t>
              </a:r>
              <a:endParaRPr lang="zh-HK" altLang="en-US" sz="1500"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endParaRPr>
            </a:p>
          </p:txBody>
        </p:sp>
      </p:grpSp>
      <p:grpSp>
        <p:nvGrpSpPr>
          <p:cNvPr id="5" name="组合 4"/>
          <p:cNvGrpSpPr/>
          <p:nvPr/>
        </p:nvGrpSpPr>
        <p:grpSpPr>
          <a:xfrm>
            <a:off x="5023558" y="3126444"/>
            <a:ext cx="2772727" cy="951731"/>
            <a:chOff x="5096129" y="3358672"/>
            <a:chExt cx="2772727" cy="951731"/>
          </a:xfrm>
        </p:grpSpPr>
        <p:sp>
          <p:nvSpPr>
            <p:cNvPr id="36" name="八角星 35"/>
            <p:cNvSpPr/>
            <p:nvPr/>
          </p:nvSpPr>
          <p:spPr>
            <a:xfrm>
              <a:off x="5096129" y="3358754"/>
              <a:ext cx="951649" cy="951649"/>
            </a:xfrm>
            <a:prstGeom prst="star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456" tIns="34289" rIns="68456" bIns="34289" rtlCol="0" anchor="ctr"/>
            <a:lstStyle/>
            <a:p>
              <a:pPr algn="ctr" defTabSz="683895" fontAlgn="base">
                <a:spcBef>
                  <a:spcPct val="0"/>
                </a:spcBef>
                <a:spcAft>
                  <a:spcPct val="0"/>
                </a:spcAft>
              </a:pPr>
              <a:endParaRPr lang="zh-HK" altLang="en-US" sz="1400">
                <a:solidFill>
                  <a:prstClr val="white"/>
                </a:solidFill>
              </a:endParaRPr>
            </a:p>
          </p:txBody>
        </p:sp>
        <p:sp>
          <p:nvSpPr>
            <p:cNvPr id="37" name="矩形 36"/>
            <p:cNvSpPr/>
            <p:nvPr/>
          </p:nvSpPr>
          <p:spPr>
            <a:xfrm>
              <a:off x="5571953" y="3358672"/>
              <a:ext cx="2296903" cy="951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456" tIns="34289" rIns="68456" bIns="34289" rtlCol="0" anchor="ctr"/>
            <a:lstStyle/>
            <a:p>
              <a:pPr algn="ctr" defTabSz="683895" fontAlgn="base">
                <a:spcBef>
                  <a:spcPct val="0"/>
                </a:spcBef>
                <a:spcAft>
                  <a:spcPct val="0"/>
                </a:spcAft>
              </a:pPr>
              <a:endParaRPr lang="zh-HK" altLang="en-US" sz="1400">
                <a:solidFill>
                  <a:prstClr val="black">
                    <a:lumMod val="75000"/>
                    <a:lumOff val="25000"/>
                  </a:prstClr>
                </a:solidFill>
              </a:endParaRPr>
            </a:p>
          </p:txBody>
        </p:sp>
        <p:sp>
          <p:nvSpPr>
            <p:cNvPr id="38" name="文本框 42"/>
            <p:cNvSpPr txBox="1"/>
            <p:nvPr/>
          </p:nvSpPr>
          <p:spPr>
            <a:xfrm>
              <a:off x="5169152" y="3569120"/>
              <a:ext cx="359211" cy="530915"/>
            </a:xfrm>
            <a:prstGeom prst="rect">
              <a:avLst/>
            </a:prstGeom>
            <a:noFill/>
          </p:spPr>
          <p:txBody>
            <a:bodyPr wrap="square" lIns="68456" tIns="34289" rIns="68456" bIns="34289" rtlCol="0">
              <a:spAutoFit/>
            </a:bodyPr>
            <a:lstStyle/>
            <a:p>
              <a:pPr defTabSz="683895" fontAlgn="base">
                <a:spcBef>
                  <a:spcPct val="0"/>
                </a:spcBef>
                <a:spcAft>
                  <a:spcPct val="0"/>
                </a:spcAft>
              </a:pPr>
              <a:r>
                <a:rPr lang="en-US" altLang="zh-HK" sz="3000" dirty="0">
                  <a:solidFill>
                    <a:prstClr val="white"/>
                  </a:solidFill>
                  <a:latin typeface="张海山锐谐体2.0-授权联系：Samtype@QQ.com" panose="02000000000000000000" pitchFamily="2" charset="-122"/>
                  <a:ea typeface="张海山锐谐体2.0-授权联系：Samtype@QQ.com" panose="02000000000000000000" pitchFamily="2" charset="-122"/>
                </a:rPr>
                <a:t>4</a:t>
              </a:r>
              <a:endParaRPr lang="zh-HK" altLang="en-US" sz="3000" dirty="0">
                <a:solidFill>
                  <a:prstClr val="white"/>
                </a:solidFill>
                <a:latin typeface="张海山锐谐体2.0-授权联系：Samtype@QQ.com" panose="02000000000000000000" pitchFamily="2" charset="-122"/>
                <a:ea typeface="张海山锐谐体2.0-授权联系：Samtype@QQ.com" panose="02000000000000000000" pitchFamily="2" charset="-122"/>
              </a:endParaRPr>
            </a:p>
          </p:txBody>
        </p:sp>
        <p:sp>
          <p:nvSpPr>
            <p:cNvPr id="39" name="文本框 43"/>
            <p:cNvSpPr txBox="1"/>
            <p:nvPr/>
          </p:nvSpPr>
          <p:spPr>
            <a:xfrm>
              <a:off x="5571929" y="3406949"/>
              <a:ext cx="1110343" cy="346249"/>
            </a:xfrm>
            <a:prstGeom prst="rect">
              <a:avLst/>
            </a:prstGeom>
            <a:noFill/>
          </p:spPr>
          <p:txBody>
            <a:bodyPr wrap="square" lIns="68456" tIns="34289" rIns="68456" bIns="34289" rtlCol="0">
              <a:spAutoFit/>
            </a:bodyPr>
            <a:lstStyle/>
            <a:p>
              <a:pPr defTabSz="683895" fontAlgn="base">
                <a:spcBef>
                  <a:spcPct val="0"/>
                </a:spcBef>
                <a:spcAft>
                  <a:spcPct val="0"/>
                </a:spcAft>
              </a:pPr>
              <a:r>
                <a:rPr lang="zh-CN" altLang="en-US"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rPr>
                <a:t>添加标题</a:t>
              </a:r>
              <a:endParaRPr lang="zh-HK" altLang="en-US"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endParaRPr>
            </a:p>
          </p:txBody>
        </p:sp>
        <p:sp>
          <p:nvSpPr>
            <p:cNvPr id="40" name="文本框 44"/>
            <p:cNvSpPr txBox="1"/>
            <p:nvPr/>
          </p:nvSpPr>
          <p:spPr>
            <a:xfrm>
              <a:off x="5571950" y="3731293"/>
              <a:ext cx="2144503" cy="530915"/>
            </a:xfrm>
            <a:prstGeom prst="rect">
              <a:avLst/>
            </a:prstGeom>
            <a:noFill/>
          </p:spPr>
          <p:txBody>
            <a:bodyPr wrap="square" lIns="68456" tIns="34289" rIns="68456" bIns="34289" rtlCol="0">
              <a:spAutoFit/>
            </a:bodyPr>
            <a:lstStyle/>
            <a:p>
              <a:pPr defTabSz="683895" fontAlgn="base">
                <a:spcBef>
                  <a:spcPct val="0"/>
                </a:spcBef>
                <a:spcAft>
                  <a:spcPct val="0"/>
                </a:spcAft>
              </a:pPr>
              <a:r>
                <a:rPr lang="zh-CN" altLang="en-US" sz="1500"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rPr>
                <a:t>单击此处添加文本单击此处添加文本</a:t>
              </a:r>
              <a:endParaRPr lang="zh-HK" altLang="en-US" sz="1500" dirty="0">
                <a:solidFill>
                  <a:prstClr val="black">
                    <a:lumMod val="75000"/>
                    <a:lumOff val="25000"/>
                  </a:prstClr>
                </a:solidFill>
                <a:latin typeface="张海山锐谐体2.0-授权联系：Samtype@QQ.com" panose="02000000000000000000" pitchFamily="2" charset="-122"/>
                <a:ea typeface="张海山锐谐体2.0-授权联系：Samtype@QQ.com" panose="02000000000000000000" pitchFamily="2" charset="-122"/>
              </a:endParaRPr>
            </a:p>
          </p:txBody>
        </p:sp>
      </p:grpSp>
    </p:spTree>
    <p:extLst>
      <p:ext uri="{BB962C8B-B14F-4D97-AF65-F5344CB8AC3E}">
        <p14:creationId xmlns:p14="http://schemas.microsoft.com/office/powerpoint/2010/main" val="252898912"/>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74526" y="403881"/>
            <a:ext cx="1938272" cy="2678967"/>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769301" y="403882"/>
            <a:ext cx="1938272" cy="2678967"/>
          </a:xfrm>
          <a:prstGeom prst="rect">
            <a:avLst/>
          </a:prstGeom>
        </p:spPr>
      </p:pic>
      <p:sp>
        <p:nvSpPr>
          <p:cNvPr id="6" name="文本框 5"/>
          <p:cNvSpPr txBox="1"/>
          <p:nvPr/>
        </p:nvSpPr>
        <p:spPr>
          <a:xfrm>
            <a:off x="2446873" y="1412036"/>
            <a:ext cx="4288353" cy="1323439"/>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8000" b="0" i="0" u="none" strike="noStrike" kern="1200" cap="none" spc="0" normalizeH="0" baseline="0" noProof="0" dirty="0">
                <a:ln>
                  <a:noFill/>
                </a:ln>
                <a:solidFill>
                  <a:srgbClr val="E62129"/>
                </a:solidFill>
                <a:effectLst/>
                <a:uLnTx/>
                <a:uFillTx/>
                <a:latin typeface="禹卫书法行书简体&#10;" panose="02000603000000000000" pitchFamily="2" charset="-122"/>
                <a:ea typeface="禹卫书法行书简体&#10;" panose="02000603000000000000" pitchFamily="2" charset="-122"/>
                <a:cs typeface="+mn-cs"/>
              </a:rPr>
              <a:t>感谢观看</a:t>
            </a:r>
          </a:p>
        </p:txBody>
      </p:sp>
      <p:sp>
        <p:nvSpPr>
          <p:cNvPr id="7" name="文本框 6"/>
          <p:cNvSpPr txBox="1"/>
          <p:nvPr/>
        </p:nvSpPr>
        <p:spPr>
          <a:xfrm>
            <a:off x="2535038" y="2735475"/>
            <a:ext cx="4112023" cy="523220"/>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大学生演讲比赛</a:t>
            </a: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PPT</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模板</a:t>
            </a:r>
          </a:p>
        </p:txBody>
      </p:sp>
      <p:pic>
        <p:nvPicPr>
          <p:cNvPr id="8" name="图片 7"/>
          <p:cNvPicPr>
            <a:picLocks noChangeAspect="1"/>
          </p:cNvPicPr>
          <p:nvPr/>
        </p:nvPicPr>
        <p:blipFill rotWithShape="1">
          <a:blip r:embed="rId5" cstate="screen">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rcRect/>
          <a:stretch/>
        </p:blipFill>
        <p:spPr>
          <a:xfrm>
            <a:off x="0" y="3270418"/>
            <a:ext cx="9178374" cy="1884805"/>
          </a:xfrm>
          <a:prstGeom prst="rect">
            <a:avLst/>
          </a:prstGeom>
        </p:spPr>
      </p:pic>
    </p:spTree>
    <p:extLst>
      <p:ext uri="{BB962C8B-B14F-4D97-AF65-F5344CB8AC3E}">
        <p14:creationId xmlns:p14="http://schemas.microsoft.com/office/powerpoint/2010/main" val="942585078"/>
      </p:ext>
    </p:extLst>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strVal val="#ppt_w*0.70"/>
                                          </p:val>
                                        </p:tav>
                                        <p:tav tm="100000">
                                          <p:val>
                                            <p:strVal val="#ppt_w"/>
                                          </p:val>
                                        </p:tav>
                                      </p:tavLst>
                                    </p:anim>
                                    <p:anim calcmode="lin" valueType="num">
                                      <p:cBhvr>
                                        <p:cTn id="20" dur="1000" fill="hold"/>
                                        <p:tgtEl>
                                          <p:spTgt spid="4"/>
                                        </p:tgtEl>
                                        <p:attrNameLst>
                                          <p:attrName>ppt_h</p:attrName>
                                        </p:attrNameLst>
                                      </p:cBhvr>
                                      <p:tavLst>
                                        <p:tav tm="0">
                                          <p:val>
                                            <p:strVal val="#ppt_h"/>
                                          </p:val>
                                        </p:tav>
                                        <p:tav tm="100000">
                                          <p:val>
                                            <p:strVal val="#ppt_h"/>
                                          </p:val>
                                        </p:tav>
                                      </p:tavLst>
                                    </p:anim>
                                    <p:animEffect transition="in" filter="fade">
                                      <p:cBhvr>
                                        <p:cTn id="21" dur="1000"/>
                                        <p:tgtEl>
                                          <p:spTgt spid="4"/>
                                        </p:tgtEl>
                                      </p:cBhvr>
                                    </p:animEffect>
                                  </p:childTnLst>
                                </p:cTn>
                              </p:par>
                              <p:par>
                                <p:cTn id="22" presetID="55"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1000" fill="hold"/>
                                        <p:tgtEl>
                                          <p:spTgt spid="2"/>
                                        </p:tgtEl>
                                        <p:attrNameLst>
                                          <p:attrName>ppt_w</p:attrName>
                                        </p:attrNameLst>
                                      </p:cBhvr>
                                      <p:tavLst>
                                        <p:tav tm="0">
                                          <p:val>
                                            <p:strVal val="#ppt_w*0.70"/>
                                          </p:val>
                                        </p:tav>
                                        <p:tav tm="100000">
                                          <p:val>
                                            <p:strVal val="#ppt_w"/>
                                          </p:val>
                                        </p:tav>
                                      </p:tavLst>
                                    </p:anim>
                                    <p:anim calcmode="lin" valueType="num">
                                      <p:cBhvr>
                                        <p:cTn id="25" dur="1000" fill="hold"/>
                                        <p:tgtEl>
                                          <p:spTgt spid="2"/>
                                        </p:tgtEl>
                                        <p:attrNameLst>
                                          <p:attrName>ppt_h</p:attrName>
                                        </p:attrNameLst>
                                      </p:cBhvr>
                                      <p:tavLst>
                                        <p:tav tm="0">
                                          <p:val>
                                            <p:strVal val="#ppt_h"/>
                                          </p:val>
                                        </p:tav>
                                        <p:tav tm="100000">
                                          <p:val>
                                            <p:strVal val="#ppt_h"/>
                                          </p:val>
                                        </p:tav>
                                      </p:tavLst>
                                    </p:anim>
                                    <p:animEffect transition="in" filter="fade">
                                      <p:cBhvr>
                                        <p:cTn id="26" dur="1000"/>
                                        <p:tgtEl>
                                          <p:spTgt spid="2"/>
                                        </p:tgtEl>
                                      </p:cBhvr>
                                    </p:animEffect>
                                  </p:childTnLst>
                                </p:cTn>
                              </p:par>
                            </p:childTnLst>
                          </p:cTn>
                        </p:par>
                        <p:par>
                          <p:cTn id="27" fill="hold">
                            <p:stCondLst>
                              <p:cond delay="3000"/>
                            </p:stCondLst>
                            <p:childTnLst>
                              <p:par>
                                <p:cTn id="28" presetID="42" presetClass="entr" presetSubtype="0"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100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4000"/>
                            </p:stCondLst>
                            <p:childTnLst>
                              <p:par>
                                <p:cTn id="34" presetID="22" presetClass="entr" presetSubtype="8"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276C58-29D8-1E15-34B5-4E6BB030D41E}"/>
              </a:ext>
            </a:extLst>
          </p:cNvPr>
          <p:cNvSpPr>
            <a:spLocks noGrp="1"/>
          </p:cNvSpPr>
          <p:nvPr>
            <p:ph type="body" sz="quarter" idx="14"/>
          </p:nvPr>
        </p:nvSpPr>
        <p:spPr/>
        <p:txBody>
          <a:bodyPr/>
          <a:lstStyle/>
          <a:p>
            <a:endParaRPr lang="zh-CN" altLang="en-US"/>
          </a:p>
        </p:txBody>
      </p:sp>
    </p:spTree>
    <p:extLst>
      <p:ext uri="{BB962C8B-B14F-4D97-AF65-F5344CB8AC3E}">
        <p14:creationId xmlns:p14="http://schemas.microsoft.com/office/powerpoint/2010/main" val="6331307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_CONTENTSID" val="290"/>
  <p:tag name="MH_SECTIONID" val="291,292,293,294,"/>
</p:tagLst>
</file>

<file path=ppt/tags/tag2.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3.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4.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NUMBER"/>
  <p:tag name="ID" val="553520"/>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6.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ENTRY"/>
  <p:tag name="ID" val="553520"/>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NUMBER"/>
  <p:tag name="ID" val="553520"/>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9.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ENTRY"/>
  <p:tag name="ID" val="553520"/>
  <p:tag name="MH_ORDER" val="2"/>
</p:tagLst>
</file>

<file path=ppt/tags/tag10.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NUMBER"/>
  <p:tag name="ID" val="553520"/>
  <p:tag name="MH_ORDER" val="3"/>
</p:tagLst>
</file>

<file path=ppt/tags/tag11.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12.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ENTRY"/>
  <p:tag name="ID" val="553520"/>
  <p:tag name="MH_ORDER" val="3"/>
</p:tagLst>
</file>

<file path=ppt/tags/tag13.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NUMBER"/>
  <p:tag name="ID" val="553520"/>
  <p:tag name="MH_ORDER" val="4"/>
</p:tagLst>
</file>

<file path=ppt/tags/tag14.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15.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ENTRY"/>
  <p:tag name="ID" val="553520"/>
  <p:tag name="MH_ORDER" val="4"/>
</p:tagLst>
</file>

<file path=ppt/tags/tag16.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17.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18.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19.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NUMBER"/>
  <p:tag name="ID" val="553520"/>
  <p:tag name="MH_ORDER" val="NUMBER"/>
</p:tagLst>
</file>

<file path=ppt/tags/tag20.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21.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TITLE"/>
  <p:tag name="ID" val="553520"/>
  <p:tag name="MH_ORDER" val="NUMBER"/>
</p:tagLst>
</file>

<file path=ppt/tags/tag22.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23.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24.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25.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NUMBER"/>
  <p:tag name="ID" val="553520"/>
  <p:tag name="MH_ORDER" val="NUMBER"/>
</p:tagLst>
</file>

<file path=ppt/tags/tag26.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27.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TITLE"/>
  <p:tag name="ID" val="553520"/>
  <p:tag name="MH_ORDER" val="NUMBER"/>
</p:tagLst>
</file>

<file path=ppt/tags/tag28.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29.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30.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31.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NUMBER"/>
  <p:tag name="ID" val="553520"/>
  <p:tag name="MH_ORDER" val="NUMBER"/>
</p:tagLst>
</file>

<file path=ppt/tags/tag32.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33.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TITLE"/>
  <p:tag name="ID" val="553520"/>
  <p:tag name="MH_ORDER" val="NUMBER"/>
</p:tagLst>
</file>

<file path=ppt/tags/tag34.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35.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36.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37.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NUMBER"/>
  <p:tag name="ID" val="553520"/>
  <p:tag name="MH_ORDER" val="NUMBER"/>
</p:tagLst>
</file>

<file path=ppt/tags/tag38.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OTHERS"/>
  <p:tag name="ID" val="553520"/>
</p:tagLst>
</file>

<file path=ppt/tags/tag39.xml><?xml version="1.0" encoding="utf-8"?>
<p:tagLst xmlns:a="http://schemas.openxmlformats.org/drawingml/2006/main" xmlns:r="http://schemas.openxmlformats.org/officeDocument/2006/relationships" xmlns:p="http://schemas.openxmlformats.org/presentationml/2006/main">
  <p:tag name="MH" val="20170407231131"/>
  <p:tag name="MH_LIBRARY" val="CONTENTS"/>
  <p:tag name="MH_TYPE" val="TITLE"/>
  <p:tag name="ID" val="553520"/>
  <p:tag name="MH_ORDER" val="NUMB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双红色">
      <a:dk1>
        <a:sysClr val="windowText" lastClr="000000"/>
      </a:dk1>
      <a:lt1>
        <a:sysClr val="window" lastClr="FFFFFF"/>
      </a:lt1>
      <a:dk2>
        <a:srgbClr val="C00000"/>
      </a:dk2>
      <a:lt2>
        <a:srgbClr val="EEECE1"/>
      </a:lt2>
      <a:accent1>
        <a:srgbClr val="C00000"/>
      </a:accent1>
      <a:accent2>
        <a:srgbClr val="FF0000"/>
      </a:accent2>
      <a:accent3>
        <a:srgbClr val="C00000"/>
      </a:accent3>
      <a:accent4>
        <a:srgbClr val="FF0000"/>
      </a:accent4>
      <a:accent5>
        <a:srgbClr val="C0000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主题​​">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9.pptxtempThemeColor">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75</TotalTime>
  <Words>1752</Words>
  <Application>Microsoft Office PowerPoint</Application>
  <PresentationFormat>全屏显示(16:9)</PresentationFormat>
  <Paragraphs>267</Paragraphs>
  <Slides>28</Slides>
  <Notes>20</Notes>
  <HiddenSlides>1</HiddenSlides>
  <MMClips>0</MMClips>
  <ScaleCrop>false</ScaleCrop>
  <HeadingPairs>
    <vt:vector size="6" baseType="variant">
      <vt:variant>
        <vt:lpstr>已用的字体</vt:lpstr>
      </vt:variant>
      <vt:variant>
        <vt:i4>15</vt:i4>
      </vt:variant>
      <vt:variant>
        <vt:lpstr>主题</vt:lpstr>
      </vt:variant>
      <vt:variant>
        <vt:i4>4</vt:i4>
      </vt:variant>
      <vt:variant>
        <vt:lpstr>幻灯片标题</vt:lpstr>
      </vt:variant>
      <vt:variant>
        <vt:i4>28</vt:i4>
      </vt:variant>
    </vt:vector>
  </HeadingPairs>
  <TitlesOfParts>
    <vt:vector size="47" baseType="lpstr">
      <vt:lpstr>굴림</vt:lpstr>
      <vt:lpstr>MS Gothic</vt:lpstr>
      <vt:lpstr>等线</vt:lpstr>
      <vt:lpstr>华文细黑</vt:lpstr>
      <vt:lpstr>宋体</vt:lpstr>
      <vt:lpstr>微软雅黑</vt:lpstr>
      <vt:lpstr>禹卫书法行书简体
</vt:lpstr>
      <vt:lpstr>张海山锐谐体2.0-授权联系：Samtype@QQ.com</vt:lpstr>
      <vt:lpstr>Arial</vt:lpstr>
      <vt:lpstr>Calibri</vt:lpstr>
      <vt:lpstr>Calibri Light</vt:lpstr>
      <vt:lpstr>Corbel</vt:lpstr>
      <vt:lpstr>Impact</vt:lpstr>
      <vt:lpstr>Tahoma</vt:lpstr>
      <vt:lpstr>Times New Roman</vt:lpstr>
      <vt:lpstr>Office 主题​​</vt:lpstr>
      <vt:lpstr>1_Office 主题​​</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jingtao hu</cp:lastModifiedBy>
  <cp:revision>22</cp:revision>
  <dcterms:created xsi:type="dcterms:W3CDTF">2017-03-04T06:55:50Z</dcterms:created>
  <dcterms:modified xsi:type="dcterms:W3CDTF">2024-12-19T07:24:42Z</dcterms:modified>
</cp:coreProperties>
</file>