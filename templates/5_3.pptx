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9" r:id="rId4"/>
    <p:sldId id="261" r:id="rId6"/>
    <p:sldId id="264" r:id="rId7"/>
    <p:sldId id="279" r:id="rId8"/>
    <p:sldId id="265" r:id="rId9"/>
    <p:sldId id="286" r:id="rId10"/>
    <p:sldId id="306" r:id="rId11"/>
    <p:sldId id="262" r:id="rId12"/>
    <p:sldId id="266" r:id="rId13"/>
    <p:sldId id="267" r:id="rId14"/>
    <p:sldId id="263" r:id="rId15"/>
    <p:sldId id="287" r:id="rId16"/>
    <p:sldId id="307" r:id="rId17"/>
    <p:sldId id="260" r:id="rId18"/>
    <p:sldId id="275" r:id="rId19"/>
    <p:sldId id="276" r:id="rId20"/>
    <p:sldId id="308" r:id="rId21"/>
    <p:sldId id="277" r:id="rId22"/>
    <p:sldId id="281" r:id="rId23"/>
    <p:sldId id="282" r:id="rId24"/>
    <p:sldId id="284" r:id="rId25"/>
    <p:sldId id="309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890" autoAdjust="0"/>
    <p:restoredTop sz="94660"/>
  </p:normalViewPr>
  <p:slideViewPr>
    <p:cSldViewPr snapToGrid="0" showGuides="1">
      <p:cViewPr>
        <p:scale>
          <a:sx n="40" d="100"/>
          <a:sy n="40" d="100"/>
        </p:scale>
        <p:origin x="792" y="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-1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FFA8C-D270-4CCC-A9C9-757FA31445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7EA5C-B599-4689-B0D6-6C3BC42239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D3D6E-A61B-4103-8621-2347E61F25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>
                <a:solidFill>
                  <a:schemeClr val="lt1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>
                <a:solidFill>
                  <a:schemeClr val="lt1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>
                <a:solidFill>
                  <a:schemeClr val="lt1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>
                <a:solidFill>
                  <a:schemeClr val="lt1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>
                <a:solidFill>
                  <a:schemeClr val="lt1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29427" cy="67905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876" r="22246" b="13248"/>
          <a:stretch>
            <a:fillRect/>
          </a:stretch>
        </p:blipFill>
        <p:spPr>
          <a:xfrm>
            <a:off x="5967663" y="-1"/>
            <a:ext cx="6224337" cy="685800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 sz="2800"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 sz="2400"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 sz="2000"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 sz="2000">
                <a:solidFill>
                  <a:schemeClr val="lt1">
                    <a:lumMod val="10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>
                <a:solidFill>
                  <a:schemeClr val="lt1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lt1">
                    <a:lumMod val="100000"/>
                  </a:schemeClr>
                </a:solidFill>
              </a:defRPr>
            </a:lvl1pPr>
            <a:lvl2pPr>
              <a:defRPr>
                <a:solidFill>
                  <a:schemeClr val="lt1">
                    <a:lumMod val="100000"/>
                  </a:schemeClr>
                </a:solidFill>
              </a:defRPr>
            </a:lvl2pPr>
            <a:lvl3pPr>
              <a:defRPr>
                <a:solidFill>
                  <a:schemeClr val="lt1">
                    <a:lumMod val="100000"/>
                  </a:schemeClr>
                </a:solidFill>
              </a:defRPr>
            </a:lvl3pPr>
            <a:lvl4pPr>
              <a:defRPr>
                <a:solidFill>
                  <a:schemeClr val="lt1">
                    <a:lumMod val="100000"/>
                  </a:schemeClr>
                </a:solidFill>
              </a:defRPr>
            </a:lvl4pPr>
            <a:lvl5pPr>
              <a:defRPr>
                <a:solidFill>
                  <a:schemeClr val="lt1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3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53DA02B7-604D-484B-849F-1DFCDB827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lt1">
                    <a:lumMod val="100000"/>
                    <a:tint val="75000"/>
                  </a:schemeClr>
                </a:solidFill>
              </a:defRPr>
            </a:lvl1pPr>
          </a:lstStyle>
          <a:p>
            <a:fld id="{A2D3FF1B-1ED3-4748-82A2-87345FCC40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 advClick="0" advTm="300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lt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lt1">
              <a:lumMod val="10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lt1">
              <a:lumMod val="10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lt1">
              <a:lumMod val="10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lt1">
              <a:lumMod val="10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lt1">
              <a:lumMod val="10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000"/>
            <a:ext cx="12192000" cy="127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1" y="4386262"/>
            <a:ext cx="11458575" cy="23717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79379" y="1363742"/>
            <a:ext cx="9033242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50800" h="38100" prst="riblet"/>
            </a:sp3d>
          </a:bodyPr>
          <a:lstStyle/>
          <a:p>
            <a:r>
              <a:rPr lang="zh-CN" altLang="en-US" sz="13800" dirty="0">
                <a:ln w="0"/>
                <a:solidFill>
                  <a:schemeClr val="bg1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字魂36号-正文宋楷" panose="02000000000000000000" pitchFamily="2" charset="-122"/>
                <a:ea typeface="字魂27号-布丁体" panose="00000500000000000000" pitchFamily="2" charset="-122"/>
                <a:sym typeface="字魂27号-布丁体" panose="00000500000000000000" pitchFamily="2" charset="-122"/>
              </a:rPr>
              <a:t>读书分享会</a:t>
            </a:r>
            <a:endParaRPr lang="zh-CN" altLang="en-US" sz="13800" dirty="0">
              <a:ln w="0"/>
              <a:solidFill>
                <a:schemeClr val="bg1"/>
              </a:solidFill>
              <a:effectLst>
                <a:reflection blurRad="6350" stA="50000" endA="300" endPos="50000" dist="29997" dir="5400000" sy="-100000" algn="bl" rotWithShape="0"/>
              </a:effectLst>
              <a:latin typeface="字魂36号-正文宋楷" panose="02000000000000000000" pitchFamily="2" charset="-122"/>
              <a:ea typeface="字魂27号-布丁体" panose="00000500000000000000" pitchFamily="2" charset="-122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561480" y="761988"/>
            <a:ext cx="6096012" cy="609601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867407" y="1459693"/>
            <a:ext cx="4509568" cy="58650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spc="3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一、请在这里输入标题</a:t>
            </a:r>
            <a:endParaRPr lang="en-US" altLang="zh-CN" sz="3200" spc="3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spc="3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二、请在这里输入标题</a:t>
            </a:r>
            <a:endParaRPr lang="en-US" altLang="zh-CN" sz="3200" spc="3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spc="3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三、请在这里输入标题</a:t>
            </a:r>
            <a:endParaRPr lang="en-US" altLang="zh-CN" sz="3200" spc="3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spc="300" dirty="0">
                <a:solidFill>
                  <a:schemeClr val="lt1">
                    <a:lumMod val="100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四、请在这里输入标题</a:t>
            </a:r>
            <a:endParaRPr lang="en-US" altLang="zh-CN" sz="3200" spc="300" dirty="0">
              <a:solidFill>
                <a:schemeClr val="lt1">
                  <a:lumMod val="100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200000"/>
              </a:lnSpc>
            </a:pPr>
            <a:endParaRPr lang="en-US" altLang="zh-CN" sz="3200" spc="300" dirty="0">
              <a:solidFill>
                <a:schemeClr val="lt1">
                  <a:lumMod val="100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200000"/>
              </a:lnSpc>
            </a:pPr>
            <a:endParaRPr lang="en-US" altLang="zh-CN" sz="3200" spc="300" dirty="0">
              <a:solidFill>
                <a:schemeClr val="accent5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15646" y="1145673"/>
            <a:ext cx="1723549" cy="1077218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algn="ctr"/>
            <a:r>
              <a:rPr lang="zh-CN" altLang="en-US" sz="6400" spc="-400" dirty="0">
                <a:solidFill>
                  <a:schemeClr val="bg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目录</a:t>
            </a:r>
            <a:endParaRPr lang="en-US" altLang="zh-CN" sz="6400" spc="-400" dirty="0">
              <a:solidFill>
                <a:schemeClr val="bg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293" y="4233663"/>
            <a:ext cx="2712707" cy="2712707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72355" y="2750391"/>
            <a:ext cx="8976319" cy="20162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31904" y="2167768"/>
            <a:ext cx="4331635" cy="1729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6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一、请输入标题</a:t>
            </a:r>
            <a:endParaRPr lang="en-US" altLang="zh-CN" sz="4265" spc="6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988426" y="3758503"/>
            <a:ext cx="4616373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CHUANGYI SHOUHUI SHANGWU MICROSOFT POWERPOINT MY 2017QINGZAI ZHELI SHUYU WENZI BIAOTICHUANGYI SHOUHUI SHANGWU MICROSOFT POWERPOINT</a:t>
            </a:r>
            <a:endParaRPr lang="zh-CN" altLang="en-US" sz="8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19" y="-539258"/>
            <a:ext cx="3638755" cy="3638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62000" y="176463"/>
            <a:ext cx="6858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8731" y="-2041536"/>
            <a:ext cx="12276931" cy="1021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矩形 49"/>
          <p:cNvSpPr/>
          <p:nvPr/>
        </p:nvSpPr>
        <p:spPr>
          <a:xfrm>
            <a:off x="5590637" y="1831349"/>
            <a:ext cx="4147289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请在这里输入标题</a:t>
            </a:r>
            <a:endParaRPr lang="en-US" altLang="zh-CN" sz="4265" spc="-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924926" y="3636197"/>
            <a:ext cx="5946297" cy="1302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0" y="207197"/>
            <a:ext cx="6858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7" dur="20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" dur="20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6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0" grpId="0"/>
          <p:bldP spid="51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0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0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6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0" grpId="0"/>
          <p:bldP spid="51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805879" y="367131"/>
            <a:ext cx="4147289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请在这里输入标题</a:t>
            </a:r>
            <a:endParaRPr lang="en-US" altLang="zh-CN" sz="4265" spc="-4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33889" y="2194553"/>
            <a:ext cx="5550870" cy="3748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300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en-US" altLang="zh-CN" sz="1600" spc="3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spc="3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spc="300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600" spc="3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600" spc="3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208" y="710547"/>
            <a:ext cx="5436907" cy="5436907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000"/>
            <a:ext cx="12192000" cy="12700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0" y="356659"/>
            <a:ext cx="12192000" cy="0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041913" y="1375142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solidFill>
                  <a:schemeClr val="bg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solidFill>
                <a:schemeClr val="bg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2063552" y="3391366"/>
            <a:ext cx="2308187" cy="1730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200" dirty="0">
              <a:solidFill>
                <a:schemeClr val="bg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59088" y="1451102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solidFill>
                  <a:schemeClr val="bg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solidFill>
                <a:schemeClr val="bg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15" name="TextBox 5"/>
          <p:cNvSpPr txBox="1"/>
          <p:nvPr/>
        </p:nvSpPr>
        <p:spPr>
          <a:xfrm>
            <a:off x="8159088" y="3435202"/>
            <a:ext cx="2308187" cy="1730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200" dirty="0">
              <a:solidFill>
                <a:schemeClr val="bg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003" y="2022928"/>
            <a:ext cx="4582933" cy="4582933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488275" y="2773694"/>
            <a:ext cx="3998008" cy="2763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　　考试了，小花沙，沙，沙地写起试卷。考完试之后。老师开始公布成绩，老师说：“我们班就小花一个人考100分，大家要向她学习。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　　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88275" y="1767713"/>
            <a:ext cx="45125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5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这里输入标题</a:t>
            </a:r>
            <a:endParaRPr lang="zh-CN" altLang="en-US" sz="3735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43" y="725785"/>
            <a:ext cx="6096012" cy="609601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72355" y="2750391"/>
            <a:ext cx="8976319" cy="20162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31904" y="2167768"/>
            <a:ext cx="4328429" cy="1729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6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二、请输入标题</a:t>
            </a:r>
            <a:endParaRPr lang="en-US" altLang="zh-CN" sz="4265" spc="6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988426" y="3758503"/>
            <a:ext cx="4616373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CHUANGYI SHOUHUI SHANGWU MICROSOFT POWERPOINT MY 2017QINGZAI ZHELI SHUYU WENZI BIAOTICHUANGYI SHOUHUI SHANGWU MICROSOFT POWERPOINT</a:t>
            </a:r>
            <a:endParaRPr lang="zh-CN" altLang="en-US" sz="8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19" y="-539258"/>
            <a:ext cx="3638755" cy="3638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62000" y="176463"/>
            <a:ext cx="6858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99457" y="356659"/>
            <a:ext cx="3057247" cy="13099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3200" spc="-4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请在这里输入标题</a:t>
            </a:r>
            <a:endParaRPr lang="en-US" altLang="zh-CN" sz="3200" spc="-4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40845" y="1717841"/>
            <a:ext cx="9367657" cy="793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6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27" b="30449"/>
          <a:stretch>
            <a:fillRect/>
          </a:stretch>
        </p:blipFill>
        <p:spPr bwMode="auto">
          <a:xfrm>
            <a:off x="175193" y="2936049"/>
            <a:ext cx="10796639" cy="432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000"/>
            <a:ext cx="12192000" cy="1270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205597" y="2852936"/>
            <a:ext cx="4752243" cy="2350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　　考试了，小花沙，沙，沙地写起试卷。考完试之后。老师开始公布成绩，老师说：“我们班就小花一个人考100分，大家要向她学习。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　　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474278" y="1921266"/>
            <a:ext cx="45125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5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请在这里输入标题</a:t>
            </a:r>
            <a:endParaRPr lang="zh-CN" altLang="en-US" sz="3735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2495" y="-604111"/>
            <a:ext cx="9460832" cy="946083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47" b="34897"/>
          <a:stretch>
            <a:fillRect/>
          </a:stretch>
        </p:blipFill>
        <p:spPr bwMode="auto">
          <a:xfrm>
            <a:off x="604288" y="2683555"/>
            <a:ext cx="10983425" cy="413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2" name="TextBox 5"/>
          <p:cNvSpPr txBox="1"/>
          <p:nvPr/>
        </p:nvSpPr>
        <p:spPr>
          <a:xfrm>
            <a:off x="592787" y="1604797"/>
            <a:ext cx="3184949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254" name="TextBox 5"/>
          <p:cNvSpPr txBox="1"/>
          <p:nvPr/>
        </p:nvSpPr>
        <p:spPr>
          <a:xfrm>
            <a:off x="8128476" y="1626583"/>
            <a:ext cx="3184949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1424" y="907171"/>
            <a:ext cx="45125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5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zh-CN" altLang="en-US" sz="3735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96267" y="907171"/>
            <a:ext cx="45125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5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zh-CN" altLang="en-US" sz="3735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/>
      <p:bldP spid="25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288021" y="1181054"/>
            <a:ext cx="4992555" cy="1167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6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63820" y="3909054"/>
            <a:ext cx="4992555" cy="1167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6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7395" y="102394"/>
            <a:ext cx="6161980" cy="616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171" y="3575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194489" y="1338736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6355" y="3320980"/>
            <a:ext cx="3385943" cy="80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4192" y="1124744"/>
            <a:ext cx="3072341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24192" y="2865129"/>
            <a:ext cx="3072341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24192" y="4581128"/>
            <a:ext cx="3072341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72355" y="2750391"/>
            <a:ext cx="8976319" cy="20162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31904" y="2167768"/>
            <a:ext cx="4331635" cy="1729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6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三、请输入标题</a:t>
            </a:r>
            <a:endParaRPr lang="en-US" altLang="zh-CN" sz="4265" spc="6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988426" y="3758503"/>
            <a:ext cx="4616373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CHUANGYI SHOUHUI SHANGWU MICROSOFT POWERPOINT MY 2017QINGZAI ZHELI SHUYU WENZI BIAOTICHUANGYI SHOUHUI SHANGWU MICROSOFT POWERPOINT</a:t>
            </a:r>
            <a:endParaRPr lang="zh-CN" altLang="en-US" sz="8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19" y="-539258"/>
            <a:ext cx="3638755" cy="3638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62000" y="176463"/>
            <a:ext cx="6858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815413" y="1220755"/>
            <a:ext cx="3825048" cy="3825048"/>
          </a:xfrm>
          <a:prstGeom prst="ellipse">
            <a:avLst/>
          </a:prstGeom>
          <a:solidFill>
            <a:schemeClr val="bg1"/>
          </a:solidFill>
          <a:ln>
            <a:solidFill>
              <a:srgbClr val="E8677E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70851" y="932724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92489" y="2948947"/>
            <a:ext cx="2308187" cy="129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7632171" y="1220755"/>
            <a:ext cx="3825048" cy="3825048"/>
          </a:xfrm>
          <a:prstGeom prst="ellipse">
            <a:avLst/>
          </a:prstGeom>
          <a:solidFill>
            <a:schemeClr val="bg1"/>
          </a:solidFill>
          <a:ln>
            <a:solidFill>
              <a:srgbClr val="E8677E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87608" y="932724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8409247" y="2948947"/>
            <a:ext cx="2308187" cy="129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92"/>
          <a:stretch>
            <a:fillRect/>
          </a:stretch>
        </p:blipFill>
        <p:spPr>
          <a:xfrm>
            <a:off x="3351767" y="2049375"/>
            <a:ext cx="5420903" cy="4993109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2033" y="391311"/>
            <a:ext cx="6075379" cy="607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824192" y="1124744"/>
            <a:ext cx="3072341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4192" y="2865129"/>
            <a:ext cx="3072341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4192" y="4581128"/>
            <a:ext cx="3072341" cy="105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615" y="1247268"/>
            <a:ext cx="6096012" cy="6096012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623392" y="948101"/>
            <a:ext cx="3825048" cy="3825048"/>
          </a:xfrm>
          <a:prstGeom prst="ellipse">
            <a:avLst/>
          </a:prstGeom>
          <a:solidFill>
            <a:schemeClr val="bg1"/>
          </a:solidFill>
          <a:ln>
            <a:solidFill>
              <a:srgbClr val="E8677E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78829" y="660070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00468" y="2676294"/>
            <a:ext cx="2308187" cy="129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7674" y="1955059"/>
            <a:ext cx="5291567" cy="1717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dirty="0">
              <a:solidFill>
                <a:schemeClr val="bg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72355" y="2750391"/>
            <a:ext cx="8976319" cy="20162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31904" y="2167768"/>
            <a:ext cx="4331635" cy="1729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6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四、请输入标题</a:t>
            </a:r>
            <a:endParaRPr lang="en-US" altLang="zh-CN" sz="4265" spc="6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988426" y="3758503"/>
            <a:ext cx="4616373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CHUANGYI SHOUHUI SHANGWU MICROSOFT POWERPOINT MY 2017QINGZAI ZHELI SHUYU WENZI BIAOTICHUANGYI SHOUHUI SHANGWU MICROSOFT POWERPOINT</a:t>
            </a:r>
            <a:endParaRPr lang="zh-CN" altLang="en-US" sz="8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19" y="-539258"/>
            <a:ext cx="3638755" cy="36387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762000" y="176463"/>
            <a:ext cx="6858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016214" y="2785381"/>
            <a:ext cx="3057247" cy="13099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3200" spc="-4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请在这里输入标题</a:t>
            </a:r>
            <a:endParaRPr lang="en-US" altLang="zh-CN" sz="3200" spc="-4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07435" y="4664166"/>
            <a:ext cx="10156436" cy="793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6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193523" y="643662"/>
            <a:ext cx="10934425" cy="3740991"/>
            <a:chOff x="-145143" y="482746"/>
            <a:chExt cx="8200819" cy="2805743"/>
          </a:xfrm>
        </p:grpSpPr>
        <p:sp>
          <p:nvSpPr>
            <p:cNvPr id="2" name="任意多边形: 形状 1"/>
            <p:cNvSpPr/>
            <p:nvPr/>
          </p:nvSpPr>
          <p:spPr>
            <a:xfrm>
              <a:off x="-145143" y="1540558"/>
              <a:ext cx="8021465" cy="1747931"/>
            </a:xfrm>
            <a:custGeom>
              <a:avLst/>
              <a:gdLst>
                <a:gd name="connsiteX0" fmla="*/ 0 w 9245600"/>
                <a:gd name="connsiteY0" fmla="*/ 1582057 h 2185403"/>
                <a:gd name="connsiteX1" fmla="*/ 1335314 w 9245600"/>
                <a:gd name="connsiteY1" fmla="*/ 2162628 h 2185403"/>
                <a:gd name="connsiteX2" fmla="*/ 3759200 w 9245600"/>
                <a:gd name="connsiteY2" fmla="*/ 885371 h 2185403"/>
                <a:gd name="connsiteX3" fmla="*/ 5558972 w 9245600"/>
                <a:gd name="connsiteY3" fmla="*/ 1219200 h 2185403"/>
                <a:gd name="connsiteX4" fmla="*/ 9245600 w 9245600"/>
                <a:gd name="connsiteY4" fmla="*/ 0 h 218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45600" h="2185403">
                  <a:moveTo>
                    <a:pt x="0" y="1582057"/>
                  </a:moveTo>
                  <a:cubicBezTo>
                    <a:pt x="354390" y="1930399"/>
                    <a:pt x="708781" y="2278742"/>
                    <a:pt x="1335314" y="2162628"/>
                  </a:cubicBezTo>
                  <a:cubicBezTo>
                    <a:pt x="1961847" y="2046514"/>
                    <a:pt x="3055257" y="1042609"/>
                    <a:pt x="3759200" y="885371"/>
                  </a:cubicBezTo>
                  <a:cubicBezTo>
                    <a:pt x="4463143" y="728133"/>
                    <a:pt x="4644572" y="1366762"/>
                    <a:pt x="5558972" y="1219200"/>
                  </a:cubicBezTo>
                  <a:cubicBezTo>
                    <a:pt x="6473372" y="1071638"/>
                    <a:pt x="7859486" y="535819"/>
                    <a:pt x="9245600" y="0"/>
                  </a:cubicBezTo>
                </a:path>
              </a:pathLst>
            </a:custGeom>
            <a:noFill/>
            <a:ln>
              <a:solidFill>
                <a:srgbClr val="EF9B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307745" y="482746"/>
              <a:ext cx="1747931" cy="1747931"/>
            </a:xfrm>
            <a:prstGeom prst="rect">
              <a:avLst/>
            </a:prstGeom>
          </p:spPr>
        </p:pic>
      </p:grp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1690238" y="549065"/>
            <a:ext cx="3701541" cy="523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71531" y="1124745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1904" y="356660"/>
            <a:ext cx="6524323" cy="652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1679510" y="3236979"/>
            <a:ext cx="3831820" cy="153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600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36714" y="-820079"/>
            <a:ext cx="8315500" cy="846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2015348" y="976468"/>
            <a:ext cx="2165978" cy="17159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4265" spc="-400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输入标题</a:t>
            </a:r>
            <a:endParaRPr lang="en-US" altLang="zh-CN" sz="4265" spc="-400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15347" y="3073244"/>
            <a:ext cx="3312567" cy="25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dirty="0"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30855" y="293"/>
            <a:ext cx="6857708" cy="685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630" y="1935063"/>
            <a:ext cx="6096012" cy="6096012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7773" y="1010004"/>
            <a:ext cx="4837992" cy="483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288021" y="2196088"/>
            <a:ext cx="5214296" cy="2350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　　考试了，小花沙，沙，沙地写起试卷。考完试之后。老师开始公布成绩，老师说：“我们班就小花一个人考100分，大家要向她学习。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  <a:p>
            <a:r>
              <a:rPr lang="zh-CN" altLang="en-US" sz="14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　　</a:t>
            </a:r>
            <a:endParaRPr lang="zh-CN" altLang="en-US" sz="14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8022" y="1171999"/>
            <a:ext cx="45125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35" dirty="0">
                <a:solidFill>
                  <a:schemeClr val="lt1"/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请在这里输入标题</a:t>
            </a:r>
            <a:endParaRPr lang="zh-CN" altLang="en-US" sz="3735" dirty="0">
              <a:solidFill>
                <a:schemeClr val="lt1"/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32096" y="4590806"/>
            <a:ext cx="4978200" cy="56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65" dirty="0">
                <a:solidFill>
                  <a:schemeClr val="lt1">
                    <a:lumMod val="65000"/>
                    <a:lumOff val="35000"/>
                  </a:schemeClr>
                </a:solidFill>
                <a:ea typeface="字魂27号-布丁体" panose="00000500000000000000" pitchFamily="2" charset="-122"/>
                <a:cs typeface="+mn-ea"/>
                <a:sym typeface="字魂27号-布丁体" panose="00000500000000000000" pitchFamily="2" charset="-122"/>
              </a:rPr>
              <a:t>一个星期三的早上，阳光明媚，一只叫小花的小兔子高高兴兴地去上学，她刚走到校门口。就听到老师在说： “同学们，今天第一堂课要考语文，请大家做好准备。</a:t>
            </a:r>
            <a:endParaRPr lang="zh-CN" altLang="en-US" sz="1065" dirty="0">
              <a:solidFill>
                <a:schemeClr val="lt1">
                  <a:lumMod val="65000"/>
                  <a:lumOff val="35000"/>
                </a:schemeClr>
              </a:solidFill>
              <a:ea typeface="字魂27号-布丁体" panose="00000500000000000000" pitchFamily="2" charset="-122"/>
              <a:cs typeface="+mn-ea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000"/>
            <a:ext cx="12192000" cy="127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1" y="4386262"/>
            <a:ext cx="11458575" cy="23717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79379" y="1363742"/>
            <a:ext cx="9033242" cy="221599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50800" h="38100" prst="riblet"/>
            </a:sp3d>
          </a:bodyPr>
          <a:lstStyle/>
          <a:p>
            <a:r>
              <a:rPr lang="zh-CN" altLang="en-US" sz="13800" dirty="0">
                <a:ln w="0"/>
                <a:solidFill>
                  <a:schemeClr val="bg1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字魂36号-正文宋楷" panose="02000000000000000000" pitchFamily="2" charset="-122"/>
                <a:ea typeface="字魂27号-布丁体" panose="00000500000000000000" pitchFamily="2" charset="-122"/>
                <a:sym typeface="字魂27号-布丁体" panose="00000500000000000000" pitchFamily="2" charset="-122"/>
              </a:rPr>
              <a:t>读书分享会</a:t>
            </a:r>
            <a:endParaRPr lang="zh-CN" altLang="en-US" sz="13800" dirty="0">
              <a:ln w="0"/>
              <a:solidFill>
                <a:schemeClr val="bg1"/>
              </a:solidFill>
              <a:effectLst>
                <a:reflection blurRad="6350" stA="50000" endA="300" endPos="50000" dist="29997" dir="5400000" sy="-100000" algn="bl" rotWithShape="0"/>
              </a:effectLst>
              <a:latin typeface="字魂36号-正文宋楷" panose="02000000000000000000" pitchFamily="2" charset="-122"/>
              <a:ea typeface="字魂27号-布丁体" panose="00000500000000000000" pitchFamily="2" charset="-122"/>
              <a:sym typeface="字魂27号-布丁体" panose="00000500000000000000" pitchFamily="2" charset="-122"/>
            </a:endParaRPr>
          </a:p>
        </p:txBody>
      </p:sp>
    </p:spTree>
  </p:cSld>
  <p:clrMapOvr>
    <a:masterClrMapping/>
  </p:clrMapOvr>
  <p:transition spd="slow" advClick="0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2930</Words>
  <Application>WPS 演示</Application>
  <PresentationFormat>宽屏</PresentationFormat>
  <Paragraphs>126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字魂36号-正文宋楷</vt:lpstr>
      <vt:lpstr>字魂27号-布丁体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晨蕾</dc:creator>
  <cp:lastModifiedBy>鲤鱼旗</cp:lastModifiedBy>
  <cp:revision>4</cp:revision>
  <dcterms:created xsi:type="dcterms:W3CDTF">2019-08-13T05:30:00Z</dcterms:created>
  <dcterms:modified xsi:type="dcterms:W3CDTF">2021-03-27T08:05:23Z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6F02C8C9324342549B72D63D6901F997</vt:lpwstr>
  </property>
  <property fmtid="{D5CDD505-2E9C-101B-9397-08002B2CF9AE}" pid="3" name="KSOProductBuildVer">
    <vt:lpwstr>2052-11.1.0.10356</vt:lpwstr>
  </property>
</Properties>
</file>